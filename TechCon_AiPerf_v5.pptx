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6"/>
  </p:notesMasterIdLst>
  <p:sldIdLst>
    <p:sldId id="2147480851" r:id="rId5"/>
    <p:sldId id="2147483625" r:id="rId6"/>
    <p:sldId id="2147483626" r:id="rId7"/>
    <p:sldId id="2147483627" r:id="rId8"/>
    <p:sldId id="2147483631" r:id="rId9"/>
    <p:sldId id="2147483639" r:id="rId10"/>
    <p:sldId id="2147483640" r:id="rId11"/>
    <p:sldId id="2147483633" r:id="rId12"/>
    <p:sldId id="2147483632" r:id="rId13"/>
    <p:sldId id="2147483641" r:id="rId14"/>
    <p:sldId id="257" r:id="rId15"/>
  </p:sldIdLst>
  <p:sldSz cx="16256000" cy="9144000"/>
  <p:notesSz cx="6805613" cy="9944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4" userDrawn="1">
          <p15:clr>
            <a:srgbClr val="A4A3A4"/>
          </p15:clr>
        </p15:guide>
        <p15:guide id="2" pos="335" userDrawn="1">
          <p15:clr>
            <a:srgbClr val="A4A3A4"/>
          </p15:clr>
        </p15:guide>
        <p15:guide id="3" pos="493" userDrawn="1">
          <p15:clr>
            <a:srgbClr val="A4A3A4"/>
          </p15:clr>
        </p15:guide>
        <p15:guide id="4" orient="horz" pos="2971" userDrawn="1">
          <p15:clr>
            <a:srgbClr val="A4A3A4"/>
          </p15:clr>
        </p15:guide>
        <p15:guide id="5" orient="horz" pos="4490" userDrawn="1">
          <p15:clr>
            <a:srgbClr val="A4A3A4"/>
          </p15:clr>
        </p15:guide>
        <p15:guide id="6" pos="2217" userDrawn="1">
          <p15:clr>
            <a:srgbClr val="A4A3A4"/>
          </p15:clr>
        </p15:guide>
        <p15:guide id="7" orient="horz" pos="862" userDrawn="1">
          <p15:clr>
            <a:srgbClr val="A4A3A4"/>
          </p15:clr>
        </p15:guide>
        <p15:guide id="8" pos="2761" userDrawn="1">
          <p15:clr>
            <a:srgbClr val="A4A3A4"/>
          </p15:clr>
        </p15:guide>
        <p15:guide id="9" pos="3260" userDrawn="1">
          <p15:clr>
            <a:srgbClr val="A4A3A4"/>
          </p15:clr>
        </p15:guide>
        <p15:guide id="10" pos="49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D76"/>
    <a:srgbClr val="CCCCCE"/>
    <a:srgbClr val="5F8AC7"/>
    <a:srgbClr val="F68B1F"/>
    <a:srgbClr val="E1E5F4"/>
    <a:srgbClr val="0061AF"/>
    <a:srgbClr val="4472C4"/>
    <a:srgbClr val="EC9255"/>
    <a:srgbClr val="FFE4CA"/>
    <a:srgbClr val="82CA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57EB45-A754-4784-8704-46DABC7D6370}" v="26" dt="2026-09-02T06:20:16.1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08" autoAdjust="0"/>
    <p:restoredTop sz="90958" autoAdjust="0"/>
  </p:normalViewPr>
  <p:slideViewPr>
    <p:cSldViewPr snapToGrid="0" showGuides="1">
      <p:cViewPr varScale="1">
        <p:scale>
          <a:sx n="47" d="100"/>
          <a:sy n="47" d="100"/>
        </p:scale>
        <p:origin x="808" y="64"/>
      </p:cViewPr>
      <p:guideLst>
        <p:guide orient="horz" pos="544"/>
        <p:guide pos="335"/>
        <p:guide pos="493"/>
        <p:guide orient="horz" pos="2971"/>
        <p:guide orient="horz" pos="4490"/>
        <p:guide pos="2217"/>
        <p:guide orient="horz" pos="862"/>
        <p:guide pos="2761"/>
        <p:guide pos="3260"/>
        <p:guide pos="4916"/>
      </p:guideLst>
    </p:cSldViewPr>
  </p:slideViewPr>
  <p:notesTextViewPr>
    <p:cViewPr>
      <p:scale>
        <a:sx n="1" d="1"/>
        <a:sy n="1" d="1"/>
      </p:scale>
      <p:origin x="0" y="0"/>
    </p:cViewPr>
  </p:notesTextViewPr>
  <p:sorterViewPr>
    <p:cViewPr>
      <p:scale>
        <a:sx n="70" d="100"/>
        <a:sy n="70" d="100"/>
      </p:scale>
      <p:origin x="0" y="0"/>
    </p:cViewPr>
  </p:sorter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Khatri" userId="557bbd6a-f7b4-4269-a9c5-d16faca7afc8" providerId="ADAL" clId="{A0EFF040-EA41-44F4-A88E-561D54DBA538}"/>
    <pc:docChg chg="undo custSel addSld modSld">
      <pc:chgData name="Deepak Khatri" userId="557bbd6a-f7b4-4269-a9c5-d16faca7afc8" providerId="ADAL" clId="{A0EFF040-EA41-44F4-A88E-561D54DBA538}" dt="2026-09-02T06:21:46.623" v="343"/>
      <pc:docMkLst>
        <pc:docMk/>
      </pc:docMkLst>
      <pc:sldChg chg="modSp mod">
        <pc:chgData name="Deepak Khatri" userId="557bbd6a-f7b4-4269-a9c5-d16faca7afc8" providerId="ADAL" clId="{A0EFF040-EA41-44F4-A88E-561D54DBA538}" dt="2026-09-02T06:06:45.121" v="11" actId="1076"/>
        <pc:sldMkLst>
          <pc:docMk/>
          <pc:sldMk cId="3802005852" sldId="2147483625"/>
        </pc:sldMkLst>
        <pc:spChg chg="mod">
          <ac:chgData name="Deepak Khatri" userId="557bbd6a-f7b4-4269-a9c5-d16faca7afc8" providerId="ADAL" clId="{A0EFF040-EA41-44F4-A88E-561D54DBA538}" dt="2026-09-02T06:05:49.034" v="10" actId="1076"/>
          <ac:spMkLst>
            <pc:docMk/>
            <pc:sldMk cId="3802005852" sldId="2147483625"/>
            <ac:spMk id="2" creationId="{898B87FF-387F-AE13-5FAC-CC8D64F72B14}"/>
          </ac:spMkLst>
        </pc:spChg>
        <pc:spChg chg="mod">
          <ac:chgData name="Deepak Khatri" userId="557bbd6a-f7b4-4269-a9c5-d16faca7afc8" providerId="ADAL" clId="{A0EFF040-EA41-44F4-A88E-561D54DBA538}" dt="2026-09-02T06:05:34.289" v="6" actId="1076"/>
          <ac:spMkLst>
            <pc:docMk/>
            <pc:sldMk cId="3802005852" sldId="2147483625"/>
            <ac:spMk id="3" creationId="{00D44981-B2BF-0084-2D86-DDAD7EB3207E}"/>
          </ac:spMkLst>
        </pc:spChg>
        <pc:spChg chg="mod">
          <ac:chgData name="Deepak Khatri" userId="557bbd6a-f7b4-4269-a9c5-d16faca7afc8" providerId="ADAL" clId="{A0EFF040-EA41-44F4-A88E-561D54DBA538}" dt="2026-09-02T06:06:45.121" v="11" actId="1076"/>
          <ac:spMkLst>
            <pc:docMk/>
            <pc:sldMk cId="3802005852" sldId="2147483625"/>
            <ac:spMk id="6" creationId="{3D246586-99EC-AF51-CCCB-73A9B9142DDB}"/>
          </ac:spMkLst>
        </pc:spChg>
        <pc:graphicFrameChg chg="mod">
          <ac:chgData name="Deepak Khatri" userId="557bbd6a-f7b4-4269-a9c5-d16faca7afc8" providerId="ADAL" clId="{A0EFF040-EA41-44F4-A88E-561D54DBA538}" dt="2026-09-02T06:06:45.121" v="11" actId="1076"/>
          <ac:graphicFrameMkLst>
            <pc:docMk/>
            <pc:sldMk cId="3802005852" sldId="2147483625"/>
            <ac:graphicFrameMk id="4" creationId="{E8FA51C6-95FD-46A2-FD95-7A39B8F26398}"/>
          </ac:graphicFrameMkLst>
        </pc:graphicFrameChg>
        <pc:graphicFrameChg chg="mod">
          <ac:chgData name="Deepak Khatri" userId="557bbd6a-f7b4-4269-a9c5-d16faca7afc8" providerId="ADAL" clId="{A0EFF040-EA41-44F4-A88E-561D54DBA538}" dt="2026-09-02T06:05:39.257" v="7" actId="1076"/>
          <ac:graphicFrameMkLst>
            <pc:docMk/>
            <pc:sldMk cId="3802005852" sldId="2147483625"/>
            <ac:graphicFrameMk id="8" creationId="{95B6EADF-5A27-B529-180D-3EB7DB5FECFE}"/>
          </ac:graphicFrameMkLst>
        </pc:graphicFrameChg>
      </pc:sldChg>
      <pc:sldChg chg="addSp delSp modSp mod">
        <pc:chgData name="Deepak Khatri" userId="557bbd6a-f7b4-4269-a9c5-d16faca7afc8" providerId="ADAL" clId="{A0EFF040-EA41-44F4-A88E-561D54DBA538}" dt="2026-09-02T06:21:46.623" v="343"/>
        <pc:sldMkLst>
          <pc:docMk/>
          <pc:sldMk cId="2482475257" sldId="2147483627"/>
        </pc:sldMkLst>
        <pc:spChg chg="add del mod">
          <ac:chgData name="Deepak Khatri" userId="557bbd6a-f7b4-4269-a9c5-d16faca7afc8" providerId="ADAL" clId="{A0EFF040-EA41-44F4-A88E-561D54DBA538}" dt="2026-09-02T06:21:46.623" v="343"/>
          <ac:spMkLst>
            <pc:docMk/>
            <pc:sldMk cId="2482475257" sldId="2147483627"/>
            <ac:spMk id="4" creationId="{60843DEC-1DE0-CF64-20B9-4DC65E6E9193}"/>
          </ac:spMkLst>
        </pc:spChg>
        <pc:spChg chg="add mod">
          <ac:chgData name="Deepak Khatri" userId="557bbd6a-f7b4-4269-a9c5-d16faca7afc8" providerId="ADAL" clId="{A0EFF040-EA41-44F4-A88E-561D54DBA538}" dt="2026-09-02T06:21:45.371" v="341" actId="1076"/>
          <ac:spMkLst>
            <pc:docMk/>
            <pc:sldMk cId="2482475257" sldId="2147483627"/>
            <ac:spMk id="5" creationId="{BC232FA3-DF23-03AA-9FE0-41F85F79C658}"/>
          </ac:spMkLst>
        </pc:spChg>
      </pc:sldChg>
      <pc:sldChg chg="addSp modSp mod">
        <pc:chgData name="Deepak Khatri" userId="557bbd6a-f7b4-4269-a9c5-d16faca7afc8" providerId="ADAL" clId="{A0EFF040-EA41-44F4-A88E-561D54DBA538}" dt="2026-09-02T06:10:31.723" v="114" actId="1035"/>
        <pc:sldMkLst>
          <pc:docMk/>
          <pc:sldMk cId="3135479144" sldId="2147483631"/>
        </pc:sldMkLst>
        <pc:spChg chg="add mod">
          <ac:chgData name="Deepak Khatri" userId="557bbd6a-f7b4-4269-a9c5-d16faca7afc8" providerId="ADAL" clId="{A0EFF040-EA41-44F4-A88E-561D54DBA538}" dt="2026-09-02T06:09:52.774" v="102" actId="1076"/>
          <ac:spMkLst>
            <pc:docMk/>
            <pc:sldMk cId="3135479144" sldId="2147483631"/>
            <ac:spMk id="3" creationId="{A0A3A1AA-5D87-0098-50E6-9471E55F93D6}"/>
          </ac:spMkLst>
        </pc:spChg>
        <pc:cxnChg chg="add mod">
          <ac:chgData name="Deepak Khatri" userId="557bbd6a-f7b4-4269-a9c5-d16faca7afc8" providerId="ADAL" clId="{A0EFF040-EA41-44F4-A88E-561D54DBA538}" dt="2026-09-02T06:10:22.081" v="106" actId="693"/>
          <ac:cxnSpMkLst>
            <pc:docMk/>
            <pc:sldMk cId="3135479144" sldId="2147483631"/>
            <ac:cxnSpMk id="14" creationId="{7D79594C-9442-6B4A-0A3A-2CB2063DA1F5}"/>
          </ac:cxnSpMkLst>
        </pc:cxnChg>
        <pc:cxnChg chg="add mod">
          <ac:chgData name="Deepak Khatri" userId="557bbd6a-f7b4-4269-a9c5-d16faca7afc8" providerId="ADAL" clId="{A0EFF040-EA41-44F4-A88E-561D54DBA538}" dt="2026-09-02T06:10:31.723" v="114" actId="1035"/>
          <ac:cxnSpMkLst>
            <pc:docMk/>
            <pc:sldMk cId="3135479144" sldId="2147483631"/>
            <ac:cxnSpMk id="15" creationId="{C851BFE0-519D-B9F2-FA6D-F980B4E9B5E3}"/>
          </ac:cxnSpMkLst>
        </pc:cxnChg>
      </pc:sldChg>
      <pc:sldChg chg="addSp modSp new mod">
        <pc:chgData name="Deepak Khatri" userId="557bbd6a-f7b4-4269-a9c5-d16faca7afc8" providerId="ADAL" clId="{A0EFF040-EA41-44F4-A88E-561D54DBA538}" dt="2026-09-02T06:13:58.677" v="197" actId="1076"/>
        <pc:sldMkLst>
          <pc:docMk/>
          <pc:sldMk cId="669689529" sldId="2147483639"/>
        </pc:sldMkLst>
        <pc:spChg chg="mod">
          <ac:chgData name="Deepak Khatri" userId="557bbd6a-f7b4-4269-a9c5-d16faca7afc8" providerId="ADAL" clId="{A0EFF040-EA41-44F4-A88E-561D54DBA538}" dt="2026-09-02T06:11:28.287" v="132" actId="20577"/>
          <ac:spMkLst>
            <pc:docMk/>
            <pc:sldMk cId="669689529" sldId="2147483639"/>
            <ac:spMk id="2" creationId="{33F576B6-76D9-8337-34EC-04E5730DC3FD}"/>
          </ac:spMkLst>
        </pc:spChg>
        <pc:spChg chg="add mod">
          <ac:chgData name="Deepak Khatri" userId="557bbd6a-f7b4-4269-a9c5-d16faca7afc8" providerId="ADAL" clId="{A0EFF040-EA41-44F4-A88E-561D54DBA538}" dt="2026-09-02T06:13:58.677" v="197" actId="1076"/>
          <ac:spMkLst>
            <pc:docMk/>
            <pc:sldMk cId="669689529" sldId="2147483639"/>
            <ac:spMk id="4" creationId="{0D12896B-D242-782A-4FD0-221810E79B33}"/>
          </ac:spMkLst>
        </pc:spChg>
        <pc:graphicFrameChg chg="add mod modGraphic">
          <ac:chgData name="Deepak Khatri" userId="557bbd6a-f7b4-4269-a9c5-d16faca7afc8" providerId="ADAL" clId="{A0EFF040-EA41-44F4-A88E-561D54DBA538}" dt="2026-09-02T06:13:32.677" v="192" actId="1076"/>
          <ac:graphicFrameMkLst>
            <pc:docMk/>
            <pc:sldMk cId="669689529" sldId="2147483639"/>
            <ac:graphicFrameMk id="3" creationId="{FDE0AC9D-8273-E475-56F6-03F906E0EF66}"/>
          </ac:graphicFrameMkLst>
        </pc:graphicFrameChg>
      </pc:sldChg>
      <pc:sldChg chg="addSp modSp new mod">
        <pc:chgData name="Deepak Khatri" userId="557bbd6a-f7b4-4269-a9c5-d16faca7afc8" providerId="ADAL" clId="{A0EFF040-EA41-44F4-A88E-561D54DBA538}" dt="2026-09-02T06:16:41.421" v="239" actId="403"/>
        <pc:sldMkLst>
          <pc:docMk/>
          <pc:sldMk cId="3944660300" sldId="2147483640"/>
        </pc:sldMkLst>
        <pc:spChg chg="mod">
          <ac:chgData name="Deepak Khatri" userId="557bbd6a-f7b4-4269-a9c5-d16faca7afc8" providerId="ADAL" clId="{A0EFF040-EA41-44F4-A88E-561D54DBA538}" dt="2026-09-02T06:14:58.482" v="205" actId="27636"/>
          <ac:spMkLst>
            <pc:docMk/>
            <pc:sldMk cId="3944660300" sldId="2147483640"/>
            <ac:spMk id="2" creationId="{E7093989-57D1-0378-3089-AD40F9F588FE}"/>
          </ac:spMkLst>
        </pc:spChg>
        <pc:spChg chg="add mod">
          <ac:chgData name="Deepak Khatri" userId="557bbd6a-f7b4-4269-a9c5-d16faca7afc8" providerId="ADAL" clId="{A0EFF040-EA41-44F4-A88E-561D54DBA538}" dt="2026-09-02T06:16:41.421" v="239" actId="403"/>
          <ac:spMkLst>
            <pc:docMk/>
            <pc:sldMk cId="3944660300" sldId="2147483640"/>
            <ac:spMk id="3" creationId="{855EA75D-D5AF-1881-42E9-5B7AB633B6E7}"/>
          </ac:spMkLst>
        </pc:spChg>
        <pc:spChg chg="add mod">
          <ac:chgData name="Deepak Khatri" userId="557bbd6a-f7b4-4269-a9c5-d16faca7afc8" providerId="ADAL" clId="{A0EFF040-EA41-44F4-A88E-561D54DBA538}" dt="2026-09-02T06:16:41.421" v="239" actId="403"/>
          <ac:spMkLst>
            <pc:docMk/>
            <pc:sldMk cId="3944660300" sldId="2147483640"/>
            <ac:spMk id="4" creationId="{2344E4BC-F657-50BC-DEB6-CEB36DC3BC88}"/>
          </ac:spMkLst>
        </pc:spChg>
      </pc:sldChg>
      <pc:sldChg chg="addSp modSp new mod">
        <pc:chgData name="Deepak Khatri" userId="557bbd6a-f7b4-4269-a9c5-d16faca7afc8" providerId="ADAL" clId="{A0EFF040-EA41-44F4-A88E-561D54DBA538}" dt="2026-09-02T06:18:28.869" v="283" actId="20577"/>
        <pc:sldMkLst>
          <pc:docMk/>
          <pc:sldMk cId="1910548168" sldId="2147483641"/>
        </pc:sldMkLst>
        <pc:spChg chg="mod">
          <ac:chgData name="Deepak Khatri" userId="557bbd6a-f7b4-4269-a9c5-d16faca7afc8" providerId="ADAL" clId="{A0EFF040-EA41-44F4-A88E-561D54DBA538}" dt="2026-09-02T06:17:47.145" v="244" actId="113"/>
          <ac:spMkLst>
            <pc:docMk/>
            <pc:sldMk cId="1910548168" sldId="2147483641"/>
            <ac:spMk id="2" creationId="{8F381641-4A2F-3E58-38E9-A571F2FF4B58}"/>
          </ac:spMkLst>
        </pc:spChg>
        <pc:spChg chg="add mod">
          <ac:chgData name="Deepak Khatri" userId="557bbd6a-f7b4-4269-a9c5-d16faca7afc8" providerId="ADAL" clId="{A0EFF040-EA41-44F4-A88E-561D54DBA538}" dt="2026-09-02T06:18:02.495" v="247" actId="113"/>
          <ac:spMkLst>
            <pc:docMk/>
            <pc:sldMk cId="1910548168" sldId="2147483641"/>
            <ac:spMk id="3" creationId="{BF52FE9C-96FE-330C-F7D4-1CE78D789BBA}"/>
          </ac:spMkLst>
        </pc:spChg>
        <pc:spChg chg="add mod">
          <ac:chgData name="Deepak Khatri" userId="557bbd6a-f7b4-4269-a9c5-d16faca7afc8" providerId="ADAL" clId="{A0EFF040-EA41-44F4-A88E-561D54DBA538}" dt="2026-09-02T06:18:28.869" v="283" actId="20577"/>
          <ac:spMkLst>
            <pc:docMk/>
            <pc:sldMk cId="1910548168" sldId="2147483641"/>
            <ac:spMk id="4" creationId="{628D96BA-7BA3-A72E-770E-72809C60564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1">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node0NoLn">
    <dgm:fillClrLst meth="repeat">
      <a:schemeClr val="accent1">
        <a:shade val="80000"/>
      </a:schemeClr>
    </dgm:fillClrLst>
    <dgm:linClrLst meth="repeat">
      <a:schemeClr val="lt1">
        <a:alpha val="0"/>
      </a:schemeClr>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1NoLn">
    <dgm:fillClrLst>
      <a:schemeClr val="accent1">
        <a:shade val="80000"/>
      </a:schemeClr>
      <a:schemeClr val="accent1">
        <a:tint val="70000"/>
      </a:schemeClr>
    </dgm:fillClrLst>
    <dgm:linClrLst meth="repeat">
      <a:schemeClr val="lt1">
        <a:alpha val="0"/>
      </a:schemeClr>
    </dgm:linClrLst>
    <dgm:effectClrLst/>
    <dgm:txLinClrLst/>
    <dgm:txFillClrLst/>
    <dgm:txEffectClrLst/>
  </dgm:styleLbl>
  <dgm:styleLbl name="ltNode1NoLn">
    <dgm:fillClrLst>
      <a:schemeClr val="accent1">
        <a:tint val="75000"/>
      </a:schemeClr>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2NoLn">
    <dgm:fillClrLst>
      <a:schemeClr val="accent1">
        <a:tint val="99000"/>
      </a:schemeClr>
    </dgm:fillClrLst>
    <dgm:linClrLst meth="repeat">
      <a:schemeClr val="lt1">
        <a:alpha val="0"/>
      </a:schemeClr>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3NoLn">
    <dgm:fillClrLst>
      <a:schemeClr val="accent1">
        <a:tint val="80000"/>
      </a:schemeClr>
    </dgm:fillClrLst>
    <dgm:linClrLst meth="repeat">
      <a:schemeClr val="lt1">
        <a:alpha val="0"/>
      </a:schemeClr>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node4NoLn">
    <dgm:fillClrLst>
      <a:schemeClr val="accent1">
        <a:tint val="70000"/>
      </a:schemeClr>
    </dgm:fillClrLst>
    <dgm:linClrLst meth="repeat">
      <a:schemeClr val="lt1">
        <a:alpha val="0"/>
      </a:schemeClr>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297F93F-1294-4056-80FA-F20ACDBC755A}" type="doc">
      <dgm:prSet loTypeId="urn:microsoft.com/office/officeart/2008/layout/VerticalCurvedList" loCatId="list" qsTypeId="urn:microsoft.com/office/officeart/2005/8/quickstyle/simple1#4" qsCatId="simple" csTypeId="urn:microsoft.com/office/officeart/2005/8/colors/accent1_2#2" csCatId="accent1" phldr="1"/>
      <dgm:spPr/>
      <dgm:t>
        <a:bodyPr/>
        <a:lstStyle/>
        <a:p>
          <a:endParaRPr lang="en-IN"/>
        </a:p>
      </dgm:t>
    </dgm:pt>
    <dgm:pt modelId="{024BBF9C-671A-4BFC-8B71-14BB7505FF42}">
      <dgm:prSet phldrT="[Text]" custT="1"/>
      <dgm:spPr/>
      <dgm:t>
        <a:bodyPr/>
        <a:lstStyle/>
        <a:p>
          <a:pPr>
            <a:buFont typeface="Arial" panose="020B0604020202020204" pitchFamily="34" charset="0"/>
            <a:buChar char="•"/>
          </a:pPr>
          <a:r>
            <a:rPr lang="en-IN" sz="1600" b="0" i="0" dirty="0"/>
            <a:t>Performance reports are analysed manually and in isolation.</a:t>
          </a:r>
          <a:endParaRPr lang="en-IN" sz="1600" dirty="0"/>
        </a:p>
      </dgm:t>
    </dgm:pt>
    <dgm:pt modelId="{309A44C5-040C-4E99-883D-A024B85074D9}" type="parTrans" cxnId="{F519BB17-C87C-4022-9360-8E72CC0E2C2D}">
      <dgm:prSet/>
      <dgm:spPr/>
      <dgm:t>
        <a:bodyPr/>
        <a:lstStyle/>
        <a:p>
          <a:endParaRPr lang="en-IN" sz="1800"/>
        </a:p>
      </dgm:t>
    </dgm:pt>
    <dgm:pt modelId="{1D20E98A-788B-4991-89C8-B2CDF0D68DCA}" type="sibTrans" cxnId="{F519BB17-C87C-4022-9360-8E72CC0E2C2D}">
      <dgm:prSet/>
      <dgm:spPr/>
      <dgm:t>
        <a:bodyPr/>
        <a:lstStyle/>
        <a:p>
          <a:endParaRPr lang="en-IN" sz="1800"/>
        </a:p>
      </dgm:t>
    </dgm:pt>
    <dgm:pt modelId="{9FE3D413-19AB-49CF-B575-C979E4E517A0}">
      <dgm:prSet custT="1"/>
      <dgm:spPr/>
      <dgm:t>
        <a:bodyPr/>
        <a:lstStyle/>
        <a:p>
          <a:pPr>
            <a:buFont typeface="Arial" panose="020B0604020202020204" pitchFamily="34" charset="0"/>
            <a:buChar char="•"/>
          </a:pPr>
          <a:r>
            <a:rPr lang="en-IN" sz="1600" b="0" i="0" dirty="0"/>
            <a:t>Difficult to identify long-term performance trends across releases.</a:t>
          </a:r>
        </a:p>
      </dgm:t>
    </dgm:pt>
    <dgm:pt modelId="{E5C4F575-4069-4D44-8B31-5316E0B4037E}" type="parTrans" cxnId="{7E393632-0A6B-4C39-AAF1-75140B47E36F}">
      <dgm:prSet/>
      <dgm:spPr/>
      <dgm:t>
        <a:bodyPr/>
        <a:lstStyle/>
        <a:p>
          <a:endParaRPr lang="en-IN" sz="1800"/>
        </a:p>
      </dgm:t>
    </dgm:pt>
    <dgm:pt modelId="{C2291FA4-CC44-44E3-8E7A-50C877D1F0BC}" type="sibTrans" cxnId="{7E393632-0A6B-4C39-AAF1-75140B47E36F}">
      <dgm:prSet/>
      <dgm:spPr/>
      <dgm:t>
        <a:bodyPr/>
        <a:lstStyle/>
        <a:p>
          <a:endParaRPr lang="en-IN" sz="1800"/>
        </a:p>
      </dgm:t>
    </dgm:pt>
    <dgm:pt modelId="{27225B2A-5C3C-44E7-8F66-3065E357D28F}">
      <dgm:prSet custT="1"/>
      <dgm:spPr/>
      <dgm:t>
        <a:bodyPr/>
        <a:lstStyle/>
        <a:p>
          <a:pPr>
            <a:buFont typeface="Arial" panose="020B0604020202020204" pitchFamily="34" charset="0"/>
            <a:buChar char="•"/>
          </a:pPr>
          <a:r>
            <a:rPr lang="en-IN" sz="1600" b="0" i="0" dirty="0"/>
            <a:t>Limited visibility into performance degradation or improvement patterns.</a:t>
          </a:r>
        </a:p>
      </dgm:t>
    </dgm:pt>
    <dgm:pt modelId="{D3C18696-3BC8-48ED-9E88-8AE83FCDA975}" type="parTrans" cxnId="{9C26A01A-CA8A-4131-A4F8-695055BBE228}">
      <dgm:prSet/>
      <dgm:spPr/>
      <dgm:t>
        <a:bodyPr/>
        <a:lstStyle/>
        <a:p>
          <a:endParaRPr lang="en-IN" sz="1800"/>
        </a:p>
      </dgm:t>
    </dgm:pt>
    <dgm:pt modelId="{F88EDE62-B598-43C5-834D-9E58608528D8}" type="sibTrans" cxnId="{9C26A01A-CA8A-4131-A4F8-695055BBE228}">
      <dgm:prSet/>
      <dgm:spPr/>
      <dgm:t>
        <a:bodyPr/>
        <a:lstStyle/>
        <a:p>
          <a:endParaRPr lang="en-IN" sz="1800"/>
        </a:p>
      </dgm:t>
    </dgm:pt>
    <dgm:pt modelId="{67FC9110-8544-4292-B4D3-D3625B460030}">
      <dgm:prSet custT="1"/>
      <dgm:spPr/>
      <dgm:t>
        <a:bodyPr/>
        <a:lstStyle/>
        <a:p>
          <a:pPr>
            <a:buFont typeface="Arial" panose="020B0604020202020204" pitchFamily="34" charset="0"/>
            <a:buChar char="•"/>
          </a:pPr>
          <a:r>
            <a:rPr lang="en-IN" sz="1600" b="0" i="0" dirty="0"/>
            <a:t>Root Cause Analysis (RCA) consumes significant effort and expert time.</a:t>
          </a:r>
        </a:p>
      </dgm:t>
    </dgm:pt>
    <dgm:pt modelId="{E901E420-A634-40AA-BB0C-E519643AEC1B}" type="parTrans" cxnId="{72585865-F10D-480E-B27C-E394EE3C4592}">
      <dgm:prSet/>
      <dgm:spPr/>
      <dgm:t>
        <a:bodyPr/>
        <a:lstStyle/>
        <a:p>
          <a:endParaRPr lang="en-IN" sz="1800"/>
        </a:p>
      </dgm:t>
    </dgm:pt>
    <dgm:pt modelId="{B500DF70-AE20-4F56-AD69-EC7E2EDEF280}" type="sibTrans" cxnId="{72585865-F10D-480E-B27C-E394EE3C4592}">
      <dgm:prSet/>
      <dgm:spPr/>
      <dgm:t>
        <a:bodyPr/>
        <a:lstStyle/>
        <a:p>
          <a:endParaRPr lang="en-IN" sz="1800"/>
        </a:p>
      </dgm:t>
    </dgm:pt>
    <dgm:pt modelId="{0B336E1C-2CA0-4546-A772-7692B188A6BD}">
      <dgm:prSet custT="1"/>
      <dgm:spPr/>
      <dgm:t>
        <a:bodyPr/>
        <a:lstStyle/>
        <a:p>
          <a:pPr>
            <a:buFont typeface="Arial" panose="020B0604020202020204" pitchFamily="34" charset="0"/>
            <a:buChar char="•"/>
          </a:pPr>
          <a:r>
            <a:rPr lang="en-IN" sz="1600" b="0" i="0"/>
            <a:t>Anomalies often go unnoticed until production impact occurs.</a:t>
          </a:r>
        </a:p>
      </dgm:t>
    </dgm:pt>
    <dgm:pt modelId="{5FB7E20E-70E7-42B2-A006-9111075BC382}" type="parTrans" cxnId="{E5ECB3E2-0E2B-40E4-A39F-EB6BA2E98D4F}">
      <dgm:prSet/>
      <dgm:spPr/>
      <dgm:t>
        <a:bodyPr/>
        <a:lstStyle/>
        <a:p>
          <a:endParaRPr lang="en-IN" sz="1800"/>
        </a:p>
      </dgm:t>
    </dgm:pt>
    <dgm:pt modelId="{0121E711-8740-4097-B4D4-267D33C9FCD1}" type="sibTrans" cxnId="{E5ECB3E2-0E2B-40E4-A39F-EB6BA2E98D4F}">
      <dgm:prSet/>
      <dgm:spPr/>
      <dgm:t>
        <a:bodyPr/>
        <a:lstStyle/>
        <a:p>
          <a:endParaRPr lang="en-IN" sz="1800"/>
        </a:p>
      </dgm:t>
    </dgm:pt>
    <dgm:pt modelId="{2A4C3307-881E-43A3-8C90-D930485549A4}">
      <dgm:prSet custT="1"/>
      <dgm:spPr/>
      <dgm:t>
        <a:bodyPr/>
        <a:lstStyle/>
        <a:p>
          <a:pPr>
            <a:buFont typeface="Arial" panose="020B0604020202020204" pitchFamily="34" charset="0"/>
            <a:buChar char="•"/>
          </a:pPr>
          <a:r>
            <a:rPr lang="en-IN" sz="1600" b="0" i="0" dirty="0"/>
            <a:t>Go/No-Go decisions rely heavily on manual interpretation.</a:t>
          </a:r>
        </a:p>
      </dgm:t>
    </dgm:pt>
    <dgm:pt modelId="{72E8DEBC-448D-4CA1-BDA8-143302D795F7}" type="parTrans" cxnId="{25867532-21DA-4CDE-B5BD-519A8C5CA2C1}">
      <dgm:prSet/>
      <dgm:spPr/>
      <dgm:t>
        <a:bodyPr/>
        <a:lstStyle/>
        <a:p>
          <a:endParaRPr lang="en-IN" sz="1800"/>
        </a:p>
      </dgm:t>
    </dgm:pt>
    <dgm:pt modelId="{02C451CB-A4C5-4387-9803-8EBA67EBFD2C}" type="sibTrans" cxnId="{25867532-21DA-4CDE-B5BD-519A8C5CA2C1}">
      <dgm:prSet/>
      <dgm:spPr/>
      <dgm:t>
        <a:bodyPr/>
        <a:lstStyle/>
        <a:p>
          <a:endParaRPr lang="en-IN" sz="1800"/>
        </a:p>
      </dgm:t>
    </dgm:pt>
    <dgm:pt modelId="{2D73D628-C303-4D6F-8A2F-53CF6E3CEE69}">
      <dgm:prSet custT="1"/>
      <dgm:spPr/>
      <dgm:t>
        <a:bodyPr/>
        <a:lstStyle/>
        <a:p>
          <a:pPr>
            <a:buFont typeface="Arial" panose="020B0604020202020204" pitchFamily="34" charset="0"/>
            <a:buChar char="•"/>
          </a:pPr>
          <a:r>
            <a:rPr lang="en-IN" sz="1600" b="0" i="0"/>
            <a:t>Performance knowledge is lost across teams and projects.</a:t>
          </a:r>
        </a:p>
      </dgm:t>
    </dgm:pt>
    <dgm:pt modelId="{FB46D918-77CA-4CEE-9F24-9D0B4286F2D4}" type="parTrans" cxnId="{035CBFBE-5FD0-4F63-9B30-66582380D25D}">
      <dgm:prSet/>
      <dgm:spPr/>
      <dgm:t>
        <a:bodyPr/>
        <a:lstStyle/>
        <a:p>
          <a:endParaRPr lang="en-IN" sz="1800"/>
        </a:p>
      </dgm:t>
    </dgm:pt>
    <dgm:pt modelId="{DBFC08B9-0AC7-4E9E-BB2D-FC88DDC3903C}" type="sibTrans" cxnId="{035CBFBE-5FD0-4F63-9B30-66582380D25D}">
      <dgm:prSet/>
      <dgm:spPr/>
      <dgm:t>
        <a:bodyPr/>
        <a:lstStyle/>
        <a:p>
          <a:endParaRPr lang="en-IN" sz="1800"/>
        </a:p>
      </dgm:t>
    </dgm:pt>
    <dgm:pt modelId="{F7A042B6-179C-44F6-A7F9-E8AE1AA80251}" type="pres">
      <dgm:prSet presAssocID="{E297F93F-1294-4056-80FA-F20ACDBC755A}" presName="Name0" presStyleCnt="0">
        <dgm:presLayoutVars>
          <dgm:chMax val="7"/>
          <dgm:chPref val="7"/>
          <dgm:dir/>
        </dgm:presLayoutVars>
      </dgm:prSet>
      <dgm:spPr/>
    </dgm:pt>
    <dgm:pt modelId="{38DB04F0-8BF0-4AC1-AF74-886E18FD9800}" type="pres">
      <dgm:prSet presAssocID="{E297F93F-1294-4056-80FA-F20ACDBC755A}" presName="Name1" presStyleCnt="0"/>
      <dgm:spPr/>
    </dgm:pt>
    <dgm:pt modelId="{B652C15F-E174-4956-985F-8225E52538C7}" type="pres">
      <dgm:prSet presAssocID="{E297F93F-1294-4056-80FA-F20ACDBC755A}" presName="cycle" presStyleCnt="0"/>
      <dgm:spPr/>
    </dgm:pt>
    <dgm:pt modelId="{3F1431C2-381D-430B-A888-476670DE66E7}" type="pres">
      <dgm:prSet presAssocID="{E297F93F-1294-4056-80FA-F20ACDBC755A}" presName="srcNode" presStyleLbl="node1" presStyleIdx="0" presStyleCnt="7"/>
      <dgm:spPr/>
    </dgm:pt>
    <dgm:pt modelId="{FD40138C-B539-43EF-A292-EC5875C3F3C5}" type="pres">
      <dgm:prSet presAssocID="{E297F93F-1294-4056-80FA-F20ACDBC755A}" presName="conn" presStyleLbl="parChTrans1D2" presStyleIdx="0" presStyleCnt="1"/>
      <dgm:spPr/>
    </dgm:pt>
    <dgm:pt modelId="{2CADA9C6-0D3E-4255-9E5F-14AE641A0060}" type="pres">
      <dgm:prSet presAssocID="{E297F93F-1294-4056-80FA-F20ACDBC755A}" presName="extraNode" presStyleLbl="node1" presStyleIdx="0" presStyleCnt="7"/>
      <dgm:spPr/>
    </dgm:pt>
    <dgm:pt modelId="{81187519-EC8F-418E-997B-824023360106}" type="pres">
      <dgm:prSet presAssocID="{E297F93F-1294-4056-80FA-F20ACDBC755A}" presName="dstNode" presStyleLbl="node1" presStyleIdx="0" presStyleCnt="7"/>
      <dgm:spPr/>
    </dgm:pt>
    <dgm:pt modelId="{127DC53A-309B-49E2-B7C8-575CF6D80187}" type="pres">
      <dgm:prSet presAssocID="{024BBF9C-671A-4BFC-8B71-14BB7505FF42}" presName="text_1" presStyleLbl="node1" presStyleIdx="0" presStyleCnt="7">
        <dgm:presLayoutVars>
          <dgm:bulletEnabled val="1"/>
        </dgm:presLayoutVars>
      </dgm:prSet>
      <dgm:spPr/>
    </dgm:pt>
    <dgm:pt modelId="{C61FE042-BE35-4E65-9991-994157F1DBE2}" type="pres">
      <dgm:prSet presAssocID="{024BBF9C-671A-4BFC-8B71-14BB7505FF42}" presName="accent_1" presStyleCnt="0"/>
      <dgm:spPr/>
    </dgm:pt>
    <dgm:pt modelId="{00590A91-693E-4735-98E6-F73DFF596C68}" type="pres">
      <dgm:prSet presAssocID="{024BBF9C-671A-4BFC-8B71-14BB7505FF42}" presName="accentRepeatNode" presStyleLbl="solidFgAcc1" presStyleIdx="0" presStyleCnt="7"/>
      <dgm:spPr/>
    </dgm:pt>
    <dgm:pt modelId="{CD5EFE3A-D1E8-4B2D-9505-D2F4322B74F8}" type="pres">
      <dgm:prSet presAssocID="{9FE3D413-19AB-49CF-B575-C979E4E517A0}" presName="text_2" presStyleLbl="node1" presStyleIdx="1" presStyleCnt="7">
        <dgm:presLayoutVars>
          <dgm:bulletEnabled val="1"/>
        </dgm:presLayoutVars>
      </dgm:prSet>
      <dgm:spPr/>
    </dgm:pt>
    <dgm:pt modelId="{ABD8F410-C521-4AF7-B9DE-A007F425BFC9}" type="pres">
      <dgm:prSet presAssocID="{9FE3D413-19AB-49CF-B575-C979E4E517A0}" presName="accent_2" presStyleCnt="0"/>
      <dgm:spPr/>
    </dgm:pt>
    <dgm:pt modelId="{5B132C43-764A-4C93-8557-FDBEC37A7353}" type="pres">
      <dgm:prSet presAssocID="{9FE3D413-19AB-49CF-B575-C979E4E517A0}" presName="accentRepeatNode" presStyleLbl="solidFgAcc1" presStyleIdx="1" presStyleCnt="7"/>
      <dgm:spPr/>
    </dgm:pt>
    <dgm:pt modelId="{389D4260-E2F2-443F-B48A-89F11F06244F}" type="pres">
      <dgm:prSet presAssocID="{27225B2A-5C3C-44E7-8F66-3065E357D28F}" presName="text_3" presStyleLbl="node1" presStyleIdx="2" presStyleCnt="7">
        <dgm:presLayoutVars>
          <dgm:bulletEnabled val="1"/>
        </dgm:presLayoutVars>
      </dgm:prSet>
      <dgm:spPr/>
    </dgm:pt>
    <dgm:pt modelId="{5A7E7AFD-489A-416F-BCDD-1CA887F1E2FE}" type="pres">
      <dgm:prSet presAssocID="{27225B2A-5C3C-44E7-8F66-3065E357D28F}" presName="accent_3" presStyleCnt="0"/>
      <dgm:spPr/>
    </dgm:pt>
    <dgm:pt modelId="{B649A5FA-7004-435F-A5B7-3C6950185CE5}" type="pres">
      <dgm:prSet presAssocID="{27225B2A-5C3C-44E7-8F66-3065E357D28F}" presName="accentRepeatNode" presStyleLbl="solidFgAcc1" presStyleIdx="2" presStyleCnt="7"/>
      <dgm:spPr/>
    </dgm:pt>
    <dgm:pt modelId="{2102A3C8-3659-4A72-81C3-9607B8C1A6E4}" type="pres">
      <dgm:prSet presAssocID="{67FC9110-8544-4292-B4D3-D3625B460030}" presName="text_4" presStyleLbl="node1" presStyleIdx="3" presStyleCnt="7">
        <dgm:presLayoutVars>
          <dgm:bulletEnabled val="1"/>
        </dgm:presLayoutVars>
      </dgm:prSet>
      <dgm:spPr/>
    </dgm:pt>
    <dgm:pt modelId="{0237A75A-0CE2-4223-91EF-43C4D4218E6C}" type="pres">
      <dgm:prSet presAssocID="{67FC9110-8544-4292-B4D3-D3625B460030}" presName="accent_4" presStyleCnt="0"/>
      <dgm:spPr/>
    </dgm:pt>
    <dgm:pt modelId="{7CD7611A-BABD-4127-BCB4-674BE154F513}" type="pres">
      <dgm:prSet presAssocID="{67FC9110-8544-4292-B4D3-D3625B460030}" presName="accentRepeatNode" presStyleLbl="solidFgAcc1" presStyleIdx="3" presStyleCnt="7"/>
      <dgm:spPr/>
    </dgm:pt>
    <dgm:pt modelId="{F29773B7-624A-465A-AF7E-5DA0B34EBE9B}" type="pres">
      <dgm:prSet presAssocID="{0B336E1C-2CA0-4546-A772-7692B188A6BD}" presName="text_5" presStyleLbl="node1" presStyleIdx="4" presStyleCnt="7">
        <dgm:presLayoutVars>
          <dgm:bulletEnabled val="1"/>
        </dgm:presLayoutVars>
      </dgm:prSet>
      <dgm:spPr/>
    </dgm:pt>
    <dgm:pt modelId="{6E5ACD3A-C87F-4C7C-BCE5-B0895B2EE568}" type="pres">
      <dgm:prSet presAssocID="{0B336E1C-2CA0-4546-A772-7692B188A6BD}" presName="accent_5" presStyleCnt="0"/>
      <dgm:spPr/>
    </dgm:pt>
    <dgm:pt modelId="{96477F38-5309-4D54-8A25-BED5D40C41DC}" type="pres">
      <dgm:prSet presAssocID="{0B336E1C-2CA0-4546-A772-7692B188A6BD}" presName="accentRepeatNode" presStyleLbl="solidFgAcc1" presStyleIdx="4" presStyleCnt="7"/>
      <dgm:spPr/>
    </dgm:pt>
    <dgm:pt modelId="{EA3C1F80-2AA9-4C18-BCE9-0D1D44B571AC}" type="pres">
      <dgm:prSet presAssocID="{2A4C3307-881E-43A3-8C90-D930485549A4}" presName="text_6" presStyleLbl="node1" presStyleIdx="5" presStyleCnt="7">
        <dgm:presLayoutVars>
          <dgm:bulletEnabled val="1"/>
        </dgm:presLayoutVars>
      </dgm:prSet>
      <dgm:spPr/>
    </dgm:pt>
    <dgm:pt modelId="{73FA6459-1D43-4056-A1F4-2BFA4C7B5D64}" type="pres">
      <dgm:prSet presAssocID="{2A4C3307-881E-43A3-8C90-D930485549A4}" presName="accent_6" presStyleCnt="0"/>
      <dgm:spPr/>
    </dgm:pt>
    <dgm:pt modelId="{CA04AF2C-455E-4726-A468-823B796F02BE}" type="pres">
      <dgm:prSet presAssocID="{2A4C3307-881E-43A3-8C90-D930485549A4}" presName="accentRepeatNode" presStyleLbl="solidFgAcc1" presStyleIdx="5" presStyleCnt="7"/>
      <dgm:spPr/>
    </dgm:pt>
    <dgm:pt modelId="{1DF41DCA-1684-41B5-9BC0-3CA807112F36}" type="pres">
      <dgm:prSet presAssocID="{2D73D628-C303-4D6F-8A2F-53CF6E3CEE69}" presName="text_7" presStyleLbl="node1" presStyleIdx="6" presStyleCnt="7">
        <dgm:presLayoutVars>
          <dgm:bulletEnabled val="1"/>
        </dgm:presLayoutVars>
      </dgm:prSet>
      <dgm:spPr/>
    </dgm:pt>
    <dgm:pt modelId="{762C8332-B61C-49EB-B4B0-D00375E0482A}" type="pres">
      <dgm:prSet presAssocID="{2D73D628-C303-4D6F-8A2F-53CF6E3CEE69}" presName="accent_7" presStyleCnt="0"/>
      <dgm:spPr/>
    </dgm:pt>
    <dgm:pt modelId="{C0CFC5AF-5724-46DC-9D56-721E3F99EE61}" type="pres">
      <dgm:prSet presAssocID="{2D73D628-C303-4D6F-8A2F-53CF6E3CEE69}" presName="accentRepeatNode" presStyleLbl="solidFgAcc1" presStyleIdx="6" presStyleCnt="7"/>
      <dgm:spPr/>
    </dgm:pt>
  </dgm:ptLst>
  <dgm:cxnLst>
    <dgm:cxn modelId="{17E69100-3BF0-4504-B229-A98058A89CFC}" type="presOf" srcId="{2D73D628-C303-4D6F-8A2F-53CF6E3CEE69}" destId="{1DF41DCA-1684-41B5-9BC0-3CA807112F36}" srcOrd="0" destOrd="0" presId="urn:microsoft.com/office/officeart/2008/layout/VerticalCurvedList"/>
    <dgm:cxn modelId="{8AD7BA08-A95B-45BC-9745-E09B104E64F0}" type="presOf" srcId="{0B336E1C-2CA0-4546-A772-7692B188A6BD}" destId="{F29773B7-624A-465A-AF7E-5DA0B34EBE9B}" srcOrd="0" destOrd="0" presId="urn:microsoft.com/office/officeart/2008/layout/VerticalCurvedList"/>
    <dgm:cxn modelId="{E0A46815-AC11-4FE9-B8C4-40761829CAAE}" type="presOf" srcId="{E297F93F-1294-4056-80FA-F20ACDBC755A}" destId="{F7A042B6-179C-44F6-A7F9-E8AE1AA80251}" srcOrd="0" destOrd="0" presId="urn:microsoft.com/office/officeart/2008/layout/VerticalCurvedList"/>
    <dgm:cxn modelId="{F519BB17-C87C-4022-9360-8E72CC0E2C2D}" srcId="{E297F93F-1294-4056-80FA-F20ACDBC755A}" destId="{024BBF9C-671A-4BFC-8B71-14BB7505FF42}" srcOrd="0" destOrd="0" parTransId="{309A44C5-040C-4E99-883D-A024B85074D9}" sibTransId="{1D20E98A-788B-4991-89C8-B2CDF0D68DCA}"/>
    <dgm:cxn modelId="{9C26A01A-CA8A-4131-A4F8-695055BBE228}" srcId="{E297F93F-1294-4056-80FA-F20ACDBC755A}" destId="{27225B2A-5C3C-44E7-8F66-3065E357D28F}" srcOrd="2" destOrd="0" parTransId="{D3C18696-3BC8-48ED-9E88-8AE83FCDA975}" sibTransId="{F88EDE62-B598-43C5-834D-9E58608528D8}"/>
    <dgm:cxn modelId="{9CC0DD1B-A633-4874-8B4C-06C7CB4CFCC4}" type="presOf" srcId="{9FE3D413-19AB-49CF-B575-C979E4E517A0}" destId="{CD5EFE3A-D1E8-4B2D-9505-D2F4322B74F8}" srcOrd="0" destOrd="0" presId="urn:microsoft.com/office/officeart/2008/layout/VerticalCurvedList"/>
    <dgm:cxn modelId="{7E393632-0A6B-4C39-AAF1-75140B47E36F}" srcId="{E297F93F-1294-4056-80FA-F20ACDBC755A}" destId="{9FE3D413-19AB-49CF-B575-C979E4E517A0}" srcOrd="1" destOrd="0" parTransId="{E5C4F575-4069-4D44-8B31-5316E0B4037E}" sibTransId="{C2291FA4-CC44-44E3-8E7A-50C877D1F0BC}"/>
    <dgm:cxn modelId="{25867532-21DA-4CDE-B5BD-519A8C5CA2C1}" srcId="{E297F93F-1294-4056-80FA-F20ACDBC755A}" destId="{2A4C3307-881E-43A3-8C90-D930485549A4}" srcOrd="5" destOrd="0" parTransId="{72E8DEBC-448D-4CA1-BDA8-143302D795F7}" sibTransId="{02C451CB-A4C5-4387-9803-8EBA67EBFD2C}"/>
    <dgm:cxn modelId="{8A19CE38-FF12-4FC9-91A9-1D8CCDA304C6}" type="presOf" srcId="{024BBF9C-671A-4BFC-8B71-14BB7505FF42}" destId="{127DC53A-309B-49E2-B7C8-575CF6D80187}" srcOrd="0" destOrd="0" presId="urn:microsoft.com/office/officeart/2008/layout/VerticalCurvedList"/>
    <dgm:cxn modelId="{72585865-F10D-480E-B27C-E394EE3C4592}" srcId="{E297F93F-1294-4056-80FA-F20ACDBC755A}" destId="{67FC9110-8544-4292-B4D3-D3625B460030}" srcOrd="3" destOrd="0" parTransId="{E901E420-A634-40AA-BB0C-E519643AEC1B}" sibTransId="{B500DF70-AE20-4F56-AD69-EC7E2EDEF280}"/>
    <dgm:cxn modelId="{D9C24287-32C7-4F1E-A83A-CFD5DDF99B7B}" type="presOf" srcId="{67FC9110-8544-4292-B4D3-D3625B460030}" destId="{2102A3C8-3659-4A72-81C3-9607B8C1A6E4}" srcOrd="0" destOrd="0" presId="urn:microsoft.com/office/officeart/2008/layout/VerticalCurvedList"/>
    <dgm:cxn modelId="{4E1B4C9A-4E8F-4086-B1CD-834079BE8AC8}" type="presOf" srcId="{1D20E98A-788B-4991-89C8-B2CDF0D68DCA}" destId="{FD40138C-B539-43EF-A292-EC5875C3F3C5}" srcOrd="0" destOrd="0" presId="urn:microsoft.com/office/officeart/2008/layout/VerticalCurvedList"/>
    <dgm:cxn modelId="{4CBCD39F-533C-4A3F-8184-EB3F7520ABCA}" type="presOf" srcId="{2A4C3307-881E-43A3-8C90-D930485549A4}" destId="{EA3C1F80-2AA9-4C18-BCE9-0D1D44B571AC}" srcOrd="0" destOrd="0" presId="urn:microsoft.com/office/officeart/2008/layout/VerticalCurvedList"/>
    <dgm:cxn modelId="{035CBFBE-5FD0-4F63-9B30-66582380D25D}" srcId="{E297F93F-1294-4056-80FA-F20ACDBC755A}" destId="{2D73D628-C303-4D6F-8A2F-53CF6E3CEE69}" srcOrd="6" destOrd="0" parTransId="{FB46D918-77CA-4CEE-9F24-9D0B4286F2D4}" sibTransId="{DBFC08B9-0AC7-4E9E-BB2D-FC88DDC3903C}"/>
    <dgm:cxn modelId="{E5ECB3E2-0E2B-40E4-A39F-EB6BA2E98D4F}" srcId="{E297F93F-1294-4056-80FA-F20ACDBC755A}" destId="{0B336E1C-2CA0-4546-A772-7692B188A6BD}" srcOrd="4" destOrd="0" parTransId="{5FB7E20E-70E7-42B2-A006-9111075BC382}" sibTransId="{0121E711-8740-4097-B4D4-267D33C9FCD1}"/>
    <dgm:cxn modelId="{D20A10F3-F74D-48D4-8B8D-FA5C774909DB}" type="presOf" srcId="{27225B2A-5C3C-44E7-8F66-3065E357D28F}" destId="{389D4260-E2F2-443F-B48A-89F11F06244F}" srcOrd="0" destOrd="0" presId="urn:microsoft.com/office/officeart/2008/layout/VerticalCurvedList"/>
    <dgm:cxn modelId="{27FF7FA5-7FB7-4395-80BF-C8A6314F96B4}" type="presParOf" srcId="{F7A042B6-179C-44F6-A7F9-E8AE1AA80251}" destId="{38DB04F0-8BF0-4AC1-AF74-886E18FD9800}" srcOrd="0" destOrd="0" presId="urn:microsoft.com/office/officeart/2008/layout/VerticalCurvedList"/>
    <dgm:cxn modelId="{86C2737D-6C81-431A-9142-220F44AFC5EF}" type="presParOf" srcId="{38DB04F0-8BF0-4AC1-AF74-886E18FD9800}" destId="{B652C15F-E174-4956-985F-8225E52538C7}" srcOrd="0" destOrd="0" presId="urn:microsoft.com/office/officeart/2008/layout/VerticalCurvedList"/>
    <dgm:cxn modelId="{82CCFCE6-10C9-48BD-B30E-92C51A8DFB2E}" type="presParOf" srcId="{B652C15F-E174-4956-985F-8225E52538C7}" destId="{3F1431C2-381D-430B-A888-476670DE66E7}" srcOrd="0" destOrd="0" presId="urn:microsoft.com/office/officeart/2008/layout/VerticalCurvedList"/>
    <dgm:cxn modelId="{C5B53126-9576-43FF-BEC2-1EF7FBB3D205}" type="presParOf" srcId="{B652C15F-E174-4956-985F-8225E52538C7}" destId="{FD40138C-B539-43EF-A292-EC5875C3F3C5}" srcOrd="1" destOrd="0" presId="urn:microsoft.com/office/officeart/2008/layout/VerticalCurvedList"/>
    <dgm:cxn modelId="{09657D86-63E8-439A-9472-9F46AB9C006D}" type="presParOf" srcId="{B652C15F-E174-4956-985F-8225E52538C7}" destId="{2CADA9C6-0D3E-4255-9E5F-14AE641A0060}" srcOrd="2" destOrd="0" presId="urn:microsoft.com/office/officeart/2008/layout/VerticalCurvedList"/>
    <dgm:cxn modelId="{4A916AD0-014E-449C-8B59-EFDF9A852806}" type="presParOf" srcId="{B652C15F-E174-4956-985F-8225E52538C7}" destId="{81187519-EC8F-418E-997B-824023360106}" srcOrd="3" destOrd="0" presId="urn:microsoft.com/office/officeart/2008/layout/VerticalCurvedList"/>
    <dgm:cxn modelId="{88FED6D5-AFAA-48E7-993F-35971DF32AD0}" type="presParOf" srcId="{38DB04F0-8BF0-4AC1-AF74-886E18FD9800}" destId="{127DC53A-309B-49E2-B7C8-575CF6D80187}" srcOrd="1" destOrd="0" presId="urn:microsoft.com/office/officeart/2008/layout/VerticalCurvedList"/>
    <dgm:cxn modelId="{96B12623-7722-45AE-9381-6FC72917A08D}" type="presParOf" srcId="{38DB04F0-8BF0-4AC1-AF74-886E18FD9800}" destId="{C61FE042-BE35-4E65-9991-994157F1DBE2}" srcOrd="2" destOrd="0" presId="urn:microsoft.com/office/officeart/2008/layout/VerticalCurvedList"/>
    <dgm:cxn modelId="{CB087FC2-CB15-4852-847D-CC14FBA95624}" type="presParOf" srcId="{C61FE042-BE35-4E65-9991-994157F1DBE2}" destId="{00590A91-693E-4735-98E6-F73DFF596C68}" srcOrd="0" destOrd="0" presId="urn:microsoft.com/office/officeart/2008/layout/VerticalCurvedList"/>
    <dgm:cxn modelId="{F4EF755A-AA56-449A-B4B9-8B1B9F7C9495}" type="presParOf" srcId="{38DB04F0-8BF0-4AC1-AF74-886E18FD9800}" destId="{CD5EFE3A-D1E8-4B2D-9505-D2F4322B74F8}" srcOrd="3" destOrd="0" presId="urn:microsoft.com/office/officeart/2008/layout/VerticalCurvedList"/>
    <dgm:cxn modelId="{C9B44A18-5694-415E-B527-EF8629C5B08B}" type="presParOf" srcId="{38DB04F0-8BF0-4AC1-AF74-886E18FD9800}" destId="{ABD8F410-C521-4AF7-B9DE-A007F425BFC9}" srcOrd="4" destOrd="0" presId="urn:microsoft.com/office/officeart/2008/layout/VerticalCurvedList"/>
    <dgm:cxn modelId="{513645B0-FFE2-43F4-8E1F-4704C15FE55E}" type="presParOf" srcId="{ABD8F410-C521-4AF7-B9DE-A007F425BFC9}" destId="{5B132C43-764A-4C93-8557-FDBEC37A7353}" srcOrd="0" destOrd="0" presId="urn:microsoft.com/office/officeart/2008/layout/VerticalCurvedList"/>
    <dgm:cxn modelId="{2A9BD479-6953-4F2A-81F8-08FF0784DEDD}" type="presParOf" srcId="{38DB04F0-8BF0-4AC1-AF74-886E18FD9800}" destId="{389D4260-E2F2-443F-B48A-89F11F06244F}" srcOrd="5" destOrd="0" presId="urn:microsoft.com/office/officeart/2008/layout/VerticalCurvedList"/>
    <dgm:cxn modelId="{B01B07BB-5C81-4D58-BE0C-92AAA825FD03}" type="presParOf" srcId="{38DB04F0-8BF0-4AC1-AF74-886E18FD9800}" destId="{5A7E7AFD-489A-416F-BCDD-1CA887F1E2FE}" srcOrd="6" destOrd="0" presId="urn:microsoft.com/office/officeart/2008/layout/VerticalCurvedList"/>
    <dgm:cxn modelId="{1A61FC42-8A32-4AC5-A2A2-D1DCD4A2FB51}" type="presParOf" srcId="{5A7E7AFD-489A-416F-BCDD-1CA887F1E2FE}" destId="{B649A5FA-7004-435F-A5B7-3C6950185CE5}" srcOrd="0" destOrd="0" presId="urn:microsoft.com/office/officeart/2008/layout/VerticalCurvedList"/>
    <dgm:cxn modelId="{08BB8440-3EF0-43B0-8CAF-9FD405B4AFDD}" type="presParOf" srcId="{38DB04F0-8BF0-4AC1-AF74-886E18FD9800}" destId="{2102A3C8-3659-4A72-81C3-9607B8C1A6E4}" srcOrd="7" destOrd="0" presId="urn:microsoft.com/office/officeart/2008/layout/VerticalCurvedList"/>
    <dgm:cxn modelId="{4FEE4728-BEC9-4523-A681-4DDD3166F2A9}" type="presParOf" srcId="{38DB04F0-8BF0-4AC1-AF74-886E18FD9800}" destId="{0237A75A-0CE2-4223-91EF-43C4D4218E6C}" srcOrd="8" destOrd="0" presId="urn:microsoft.com/office/officeart/2008/layout/VerticalCurvedList"/>
    <dgm:cxn modelId="{06DF84CF-8357-442B-A45A-ADD16A01C2B8}" type="presParOf" srcId="{0237A75A-0CE2-4223-91EF-43C4D4218E6C}" destId="{7CD7611A-BABD-4127-BCB4-674BE154F513}" srcOrd="0" destOrd="0" presId="urn:microsoft.com/office/officeart/2008/layout/VerticalCurvedList"/>
    <dgm:cxn modelId="{DCE98F19-C2DC-4901-9F76-8F5E358F622F}" type="presParOf" srcId="{38DB04F0-8BF0-4AC1-AF74-886E18FD9800}" destId="{F29773B7-624A-465A-AF7E-5DA0B34EBE9B}" srcOrd="9" destOrd="0" presId="urn:microsoft.com/office/officeart/2008/layout/VerticalCurvedList"/>
    <dgm:cxn modelId="{AD0D513D-340B-4A36-B468-992F29065823}" type="presParOf" srcId="{38DB04F0-8BF0-4AC1-AF74-886E18FD9800}" destId="{6E5ACD3A-C87F-4C7C-BCE5-B0895B2EE568}" srcOrd="10" destOrd="0" presId="urn:microsoft.com/office/officeart/2008/layout/VerticalCurvedList"/>
    <dgm:cxn modelId="{00B3FC7D-656C-46C2-9C35-65CE7538D6A9}" type="presParOf" srcId="{6E5ACD3A-C87F-4C7C-BCE5-B0895B2EE568}" destId="{96477F38-5309-4D54-8A25-BED5D40C41DC}" srcOrd="0" destOrd="0" presId="urn:microsoft.com/office/officeart/2008/layout/VerticalCurvedList"/>
    <dgm:cxn modelId="{BCA1ADE8-B6EF-4F22-9415-2D005DA32CD6}" type="presParOf" srcId="{38DB04F0-8BF0-4AC1-AF74-886E18FD9800}" destId="{EA3C1F80-2AA9-4C18-BCE9-0D1D44B571AC}" srcOrd="11" destOrd="0" presId="urn:microsoft.com/office/officeart/2008/layout/VerticalCurvedList"/>
    <dgm:cxn modelId="{80D5C53C-7A9C-452F-921D-1DFDAF5DA6C1}" type="presParOf" srcId="{38DB04F0-8BF0-4AC1-AF74-886E18FD9800}" destId="{73FA6459-1D43-4056-A1F4-2BFA4C7B5D64}" srcOrd="12" destOrd="0" presId="urn:microsoft.com/office/officeart/2008/layout/VerticalCurvedList"/>
    <dgm:cxn modelId="{1C795943-A0B6-4604-BC2D-F1E05A2C3A0D}" type="presParOf" srcId="{73FA6459-1D43-4056-A1F4-2BFA4C7B5D64}" destId="{CA04AF2C-455E-4726-A468-823B796F02BE}" srcOrd="0" destOrd="0" presId="urn:microsoft.com/office/officeart/2008/layout/VerticalCurvedList"/>
    <dgm:cxn modelId="{2AAF8802-6BCA-4AB2-B791-486D709EF352}" type="presParOf" srcId="{38DB04F0-8BF0-4AC1-AF74-886E18FD9800}" destId="{1DF41DCA-1684-41B5-9BC0-3CA807112F36}" srcOrd="13" destOrd="0" presId="urn:microsoft.com/office/officeart/2008/layout/VerticalCurvedList"/>
    <dgm:cxn modelId="{68E10397-8FA2-4B4E-95D6-F490A359D8CC}" type="presParOf" srcId="{38DB04F0-8BF0-4AC1-AF74-886E18FD9800}" destId="{762C8332-B61C-49EB-B4B0-D00375E0482A}" srcOrd="14" destOrd="0" presId="urn:microsoft.com/office/officeart/2008/layout/VerticalCurvedList"/>
    <dgm:cxn modelId="{D6D6B3BC-16C3-4C27-954E-3FC838DB6136}" type="presParOf" srcId="{762C8332-B61C-49EB-B4B0-D00375E0482A}" destId="{C0CFC5AF-5724-46DC-9D56-721E3F99EE6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A73F32-280D-48F5-8E09-F5149E9761CE}" type="doc">
      <dgm:prSet loTypeId="urn:microsoft.com/office/officeart/2005/8/layout/bList2" loCatId="list" qsTypeId="urn:microsoft.com/office/officeart/2005/8/quickstyle/simple1#1" qsCatId="simple" csTypeId="urn:microsoft.com/office/officeart/2005/8/colors/accent1_2#1" csCatId="accent1" phldr="1"/>
      <dgm:spPr/>
      <dgm:t>
        <a:bodyPr/>
        <a:lstStyle/>
        <a:p>
          <a:endParaRPr lang="en-IN"/>
        </a:p>
      </dgm:t>
    </dgm:pt>
    <dgm:pt modelId="{EE08EBFA-2F25-4474-AE40-1795810AEF73}">
      <dgm:prSet/>
      <dgm:spPr/>
      <dgm:t>
        <a:bodyPr/>
        <a:lstStyle/>
        <a:p>
          <a:pPr>
            <a:buNone/>
          </a:pPr>
          <a:r>
            <a:rPr lang="en-IN" b="1" i="0"/>
            <a:t>Primary Users</a:t>
          </a:r>
        </a:p>
      </dgm:t>
    </dgm:pt>
    <dgm:pt modelId="{F7AFE616-6D41-4AB7-9655-5B93CDB7EB98}" type="parTrans" cxnId="{D54CCCAA-1F18-4D60-B9F5-91A346B2038B}">
      <dgm:prSet/>
      <dgm:spPr/>
      <dgm:t>
        <a:bodyPr/>
        <a:lstStyle/>
        <a:p>
          <a:endParaRPr lang="en-IN"/>
        </a:p>
      </dgm:t>
    </dgm:pt>
    <dgm:pt modelId="{AA88BCDA-9264-4CBC-878A-50BABFC2816F}" type="sibTrans" cxnId="{D54CCCAA-1F18-4D60-B9F5-91A346B2038B}">
      <dgm:prSet/>
      <dgm:spPr/>
      <dgm:t>
        <a:bodyPr/>
        <a:lstStyle/>
        <a:p>
          <a:endParaRPr lang="en-IN"/>
        </a:p>
      </dgm:t>
    </dgm:pt>
    <dgm:pt modelId="{C15989BD-AB37-48E0-AF11-316DA3C3C2DF}">
      <dgm:prSet/>
      <dgm:spPr/>
      <dgm:t>
        <a:bodyPr/>
        <a:lstStyle/>
        <a:p>
          <a:pPr>
            <a:buFont typeface="Arial" panose="020B0604020202020204" pitchFamily="34" charset="0"/>
            <a:buChar char="•"/>
          </a:pPr>
          <a:r>
            <a:rPr lang="en-IN" b="0" i="0" dirty="0"/>
            <a:t>Performance Engineers</a:t>
          </a:r>
        </a:p>
      </dgm:t>
    </dgm:pt>
    <dgm:pt modelId="{5F654AA6-4900-4DE2-99CB-8819D4365872}" type="parTrans" cxnId="{8110E450-66A6-45BE-98FA-235C358080A6}">
      <dgm:prSet/>
      <dgm:spPr/>
      <dgm:t>
        <a:bodyPr/>
        <a:lstStyle/>
        <a:p>
          <a:endParaRPr lang="en-IN"/>
        </a:p>
      </dgm:t>
    </dgm:pt>
    <dgm:pt modelId="{B4228104-7C45-4475-90EB-05BF83D72498}" type="sibTrans" cxnId="{8110E450-66A6-45BE-98FA-235C358080A6}">
      <dgm:prSet/>
      <dgm:spPr/>
      <dgm:t>
        <a:bodyPr/>
        <a:lstStyle/>
        <a:p>
          <a:endParaRPr lang="en-IN"/>
        </a:p>
      </dgm:t>
    </dgm:pt>
    <dgm:pt modelId="{AFB37369-FE56-4848-870C-1B0E1A1442EF}">
      <dgm:prSet/>
      <dgm:spPr/>
      <dgm:t>
        <a:bodyPr/>
        <a:lstStyle/>
        <a:p>
          <a:pPr>
            <a:buFont typeface="Arial" panose="020B0604020202020204" pitchFamily="34" charset="0"/>
            <a:buChar char="•"/>
          </a:pPr>
          <a:r>
            <a:rPr lang="en-IN" b="0" i="0"/>
            <a:t>QE Leads</a:t>
          </a:r>
        </a:p>
      </dgm:t>
    </dgm:pt>
    <dgm:pt modelId="{3811BB48-9287-49EC-93D8-6F275BD73FC3}" type="parTrans" cxnId="{BFB29BAF-3E9F-439F-BA6F-CEA33B042567}">
      <dgm:prSet/>
      <dgm:spPr/>
      <dgm:t>
        <a:bodyPr/>
        <a:lstStyle/>
        <a:p>
          <a:endParaRPr lang="en-IN"/>
        </a:p>
      </dgm:t>
    </dgm:pt>
    <dgm:pt modelId="{2E8115DB-97F1-4347-B5A6-456F005CDC33}" type="sibTrans" cxnId="{BFB29BAF-3E9F-439F-BA6F-CEA33B042567}">
      <dgm:prSet/>
      <dgm:spPr/>
      <dgm:t>
        <a:bodyPr/>
        <a:lstStyle/>
        <a:p>
          <a:endParaRPr lang="en-IN"/>
        </a:p>
      </dgm:t>
    </dgm:pt>
    <dgm:pt modelId="{DDEDF732-6097-4C42-BFC1-589AA34104BA}">
      <dgm:prSet/>
      <dgm:spPr/>
      <dgm:t>
        <a:bodyPr/>
        <a:lstStyle/>
        <a:p>
          <a:pPr>
            <a:buFont typeface="Arial" panose="020B0604020202020204" pitchFamily="34" charset="0"/>
            <a:buChar char="•"/>
          </a:pPr>
          <a:r>
            <a:rPr lang="en-IN" b="0" i="0"/>
            <a:t>Test Managers</a:t>
          </a:r>
        </a:p>
      </dgm:t>
    </dgm:pt>
    <dgm:pt modelId="{C7D031CB-64BC-415B-A97F-07D80E03ADA7}" type="parTrans" cxnId="{A47A6D70-435C-4BF7-95BD-8EA889EE67B8}">
      <dgm:prSet/>
      <dgm:spPr/>
      <dgm:t>
        <a:bodyPr/>
        <a:lstStyle/>
        <a:p>
          <a:endParaRPr lang="en-IN"/>
        </a:p>
      </dgm:t>
    </dgm:pt>
    <dgm:pt modelId="{5D73E54C-DE4B-47C3-8EE7-E0160F9529EC}" type="sibTrans" cxnId="{A47A6D70-435C-4BF7-95BD-8EA889EE67B8}">
      <dgm:prSet/>
      <dgm:spPr/>
      <dgm:t>
        <a:bodyPr/>
        <a:lstStyle/>
        <a:p>
          <a:endParaRPr lang="en-IN"/>
        </a:p>
      </dgm:t>
    </dgm:pt>
    <dgm:pt modelId="{C9F06EB7-CBFB-4A68-834F-A2F146D35D87}">
      <dgm:prSet/>
      <dgm:spPr/>
      <dgm:t>
        <a:bodyPr/>
        <a:lstStyle/>
        <a:p>
          <a:pPr>
            <a:buNone/>
          </a:pPr>
          <a:r>
            <a:rPr lang="en-IN" b="1" i="0" dirty="0"/>
            <a:t>Secondary Users</a:t>
          </a:r>
        </a:p>
      </dgm:t>
    </dgm:pt>
    <dgm:pt modelId="{DDE4F764-21C5-4377-A8DF-317BB3DB4D19}" type="parTrans" cxnId="{85348A4F-DB7C-479D-A99C-566B256D84E9}">
      <dgm:prSet/>
      <dgm:spPr/>
      <dgm:t>
        <a:bodyPr/>
        <a:lstStyle/>
        <a:p>
          <a:endParaRPr lang="en-IN"/>
        </a:p>
      </dgm:t>
    </dgm:pt>
    <dgm:pt modelId="{8BA32E25-9439-48BD-A012-527643FD763D}" type="sibTrans" cxnId="{85348A4F-DB7C-479D-A99C-566B256D84E9}">
      <dgm:prSet/>
      <dgm:spPr/>
      <dgm:t>
        <a:bodyPr/>
        <a:lstStyle/>
        <a:p>
          <a:endParaRPr lang="en-IN"/>
        </a:p>
      </dgm:t>
    </dgm:pt>
    <dgm:pt modelId="{8FF192EC-FF1F-4CD5-A7F9-67D091AF0131}">
      <dgm:prSet/>
      <dgm:spPr/>
      <dgm:t>
        <a:bodyPr/>
        <a:lstStyle/>
        <a:p>
          <a:pPr>
            <a:buFont typeface="Arial" panose="020B0604020202020204" pitchFamily="34" charset="0"/>
            <a:buChar char="•"/>
          </a:pPr>
          <a:r>
            <a:rPr lang="en-IN" b="0" i="0" dirty="0"/>
            <a:t>Developers</a:t>
          </a:r>
        </a:p>
      </dgm:t>
    </dgm:pt>
    <dgm:pt modelId="{C68EA782-1B16-43C5-BC25-56C4C8A1B340}" type="parTrans" cxnId="{EFAB1142-6708-48A8-8D41-7D2964CF431F}">
      <dgm:prSet/>
      <dgm:spPr/>
      <dgm:t>
        <a:bodyPr/>
        <a:lstStyle/>
        <a:p>
          <a:endParaRPr lang="en-IN"/>
        </a:p>
      </dgm:t>
    </dgm:pt>
    <dgm:pt modelId="{3226C337-11C6-4A87-9677-8F856E557346}" type="sibTrans" cxnId="{EFAB1142-6708-48A8-8D41-7D2964CF431F}">
      <dgm:prSet/>
      <dgm:spPr/>
      <dgm:t>
        <a:bodyPr/>
        <a:lstStyle/>
        <a:p>
          <a:endParaRPr lang="en-IN"/>
        </a:p>
      </dgm:t>
    </dgm:pt>
    <dgm:pt modelId="{64FDEDFC-40A0-47D2-9C47-1A4D259F18BF}">
      <dgm:prSet/>
      <dgm:spPr/>
      <dgm:t>
        <a:bodyPr/>
        <a:lstStyle/>
        <a:p>
          <a:pPr>
            <a:buFont typeface="Arial" panose="020B0604020202020204" pitchFamily="34" charset="0"/>
            <a:buChar char="•"/>
          </a:pPr>
          <a:r>
            <a:rPr lang="en-IN" b="0" i="0" dirty="0"/>
            <a:t>DevOps Teams</a:t>
          </a:r>
        </a:p>
      </dgm:t>
    </dgm:pt>
    <dgm:pt modelId="{737CCE2C-80B6-4F1D-B7AB-626CC778A7EF}" type="parTrans" cxnId="{029D74D0-D8AE-4F9C-9856-B52CAC99F9B4}">
      <dgm:prSet/>
      <dgm:spPr/>
      <dgm:t>
        <a:bodyPr/>
        <a:lstStyle/>
        <a:p>
          <a:endParaRPr lang="en-IN"/>
        </a:p>
      </dgm:t>
    </dgm:pt>
    <dgm:pt modelId="{9A7AEC6D-F218-4B89-9D29-B12211168FFA}" type="sibTrans" cxnId="{029D74D0-D8AE-4F9C-9856-B52CAC99F9B4}">
      <dgm:prSet/>
      <dgm:spPr/>
      <dgm:t>
        <a:bodyPr/>
        <a:lstStyle/>
        <a:p>
          <a:endParaRPr lang="en-IN"/>
        </a:p>
      </dgm:t>
    </dgm:pt>
    <dgm:pt modelId="{BB4AEFF2-4154-4B74-B424-EE70F72054A1}">
      <dgm:prSet/>
      <dgm:spPr/>
      <dgm:t>
        <a:bodyPr/>
        <a:lstStyle/>
        <a:p>
          <a:pPr>
            <a:buFont typeface="Arial" panose="020B0604020202020204" pitchFamily="34" charset="0"/>
            <a:buChar char="•"/>
          </a:pPr>
          <a:r>
            <a:rPr lang="en-IN" b="0" i="0" dirty="0"/>
            <a:t>SRE Teams</a:t>
          </a:r>
        </a:p>
      </dgm:t>
    </dgm:pt>
    <dgm:pt modelId="{235D8909-1ACC-4271-9AEA-7ED18020C264}" type="parTrans" cxnId="{818414ED-D2D9-40BB-9E92-10A1EE0DF4B7}">
      <dgm:prSet/>
      <dgm:spPr/>
      <dgm:t>
        <a:bodyPr/>
        <a:lstStyle/>
        <a:p>
          <a:endParaRPr lang="en-IN"/>
        </a:p>
      </dgm:t>
    </dgm:pt>
    <dgm:pt modelId="{4667BCE3-EA96-48B0-A085-E27C637228A1}" type="sibTrans" cxnId="{818414ED-D2D9-40BB-9E92-10A1EE0DF4B7}">
      <dgm:prSet/>
      <dgm:spPr/>
      <dgm:t>
        <a:bodyPr/>
        <a:lstStyle/>
        <a:p>
          <a:endParaRPr lang="en-IN"/>
        </a:p>
      </dgm:t>
    </dgm:pt>
    <dgm:pt modelId="{FA62E875-B8B5-49BD-8061-BC24EDFAABD5}">
      <dgm:prSet/>
      <dgm:spPr/>
      <dgm:t>
        <a:bodyPr/>
        <a:lstStyle/>
        <a:p>
          <a:pPr>
            <a:buNone/>
          </a:pPr>
          <a:r>
            <a:rPr lang="en-IN" b="1" i="0" dirty="0"/>
            <a:t>Business Stakeholders</a:t>
          </a:r>
        </a:p>
      </dgm:t>
    </dgm:pt>
    <dgm:pt modelId="{04723124-2189-4883-8DE2-0FED875A7515}" type="parTrans" cxnId="{C30EB4B8-E52C-4429-B56B-64064D5C9DCC}">
      <dgm:prSet/>
      <dgm:spPr/>
      <dgm:t>
        <a:bodyPr/>
        <a:lstStyle/>
        <a:p>
          <a:endParaRPr lang="en-IN"/>
        </a:p>
      </dgm:t>
    </dgm:pt>
    <dgm:pt modelId="{2A2F943B-EEFD-4730-8DF1-C1C362DB4A9B}" type="sibTrans" cxnId="{C30EB4B8-E52C-4429-B56B-64064D5C9DCC}">
      <dgm:prSet/>
      <dgm:spPr/>
      <dgm:t>
        <a:bodyPr/>
        <a:lstStyle/>
        <a:p>
          <a:endParaRPr lang="en-IN"/>
        </a:p>
      </dgm:t>
    </dgm:pt>
    <dgm:pt modelId="{9915C77A-02AF-43F5-82A8-7F50CE943C85}">
      <dgm:prSet/>
      <dgm:spPr/>
      <dgm:t>
        <a:bodyPr/>
        <a:lstStyle/>
        <a:p>
          <a:pPr>
            <a:buFont typeface="Arial" panose="020B0604020202020204" pitchFamily="34" charset="0"/>
            <a:buChar char="•"/>
          </a:pPr>
          <a:r>
            <a:rPr lang="en-IN" b="0" i="0" dirty="0"/>
            <a:t>Product Owners</a:t>
          </a:r>
        </a:p>
      </dgm:t>
    </dgm:pt>
    <dgm:pt modelId="{C1096E62-F1BE-450A-A938-3DFF81853BD6}" type="parTrans" cxnId="{69E53A46-BD45-412D-A347-8A026AF0BAB0}">
      <dgm:prSet/>
      <dgm:spPr/>
      <dgm:t>
        <a:bodyPr/>
        <a:lstStyle/>
        <a:p>
          <a:endParaRPr lang="en-IN"/>
        </a:p>
      </dgm:t>
    </dgm:pt>
    <dgm:pt modelId="{B3C8AC53-E2F0-4D13-A7BA-281C4B2C516F}" type="sibTrans" cxnId="{69E53A46-BD45-412D-A347-8A026AF0BAB0}">
      <dgm:prSet/>
      <dgm:spPr/>
      <dgm:t>
        <a:bodyPr/>
        <a:lstStyle/>
        <a:p>
          <a:endParaRPr lang="en-IN"/>
        </a:p>
      </dgm:t>
    </dgm:pt>
    <dgm:pt modelId="{4F9E5F12-EFAC-4B70-8721-8CF4C07BE1FC}">
      <dgm:prSet/>
      <dgm:spPr/>
      <dgm:t>
        <a:bodyPr/>
        <a:lstStyle/>
        <a:p>
          <a:pPr>
            <a:buFont typeface="Arial" panose="020B0604020202020204" pitchFamily="34" charset="0"/>
            <a:buChar char="•"/>
          </a:pPr>
          <a:r>
            <a:rPr lang="en-IN" b="0" i="0" dirty="0"/>
            <a:t>Delivery Managers</a:t>
          </a:r>
        </a:p>
      </dgm:t>
    </dgm:pt>
    <dgm:pt modelId="{ACB00F3A-47F2-43C6-96BA-B736441B845B}" type="parTrans" cxnId="{9E32CF56-BA4B-4434-872B-D964258E36B2}">
      <dgm:prSet/>
      <dgm:spPr/>
      <dgm:t>
        <a:bodyPr/>
        <a:lstStyle/>
        <a:p>
          <a:endParaRPr lang="en-IN"/>
        </a:p>
      </dgm:t>
    </dgm:pt>
    <dgm:pt modelId="{304607B0-09AB-499D-8436-ACEF612DA307}" type="sibTrans" cxnId="{9E32CF56-BA4B-4434-872B-D964258E36B2}">
      <dgm:prSet/>
      <dgm:spPr/>
      <dgm:t>
        <a:bodyPr/>
        <a:lstStyle/>
        <a:p>
          <a:endParaRPr lang="en-IN"/>
        </a:p>
      </dgm:t>
    </dgm:pt>
    <dgm:pt modelId="{982AAFB6-83F6-4B7D-A5B6-F384BFDE4E26}">
      <dgm:prSet/>
      <dgm:spPr/>
      <dgm:t>
        <a:bodyPr/>
        <a:lstStyle/>
        <a:p>
          <a:pPr>
            <a:buFont typeface="Arial" panose="020B0604020202020204" pitchFamily="34" charset="0"/>
            <a:buChar char="•"/>
          </a:pPr>
          <a:r>
            <a:rPr lang="en-IN" b="0" i="0" dirty="0"/>
            <a:t>Program Managers</a:t>
          </a:r>
        </a:p>
      </dgm:t>
    </dgm:pt>
    <dgm:pt modelId="{1B8EE2BC-E2A8-4E5D-B449-3F4D14F86C38}" type="parTrans" cxnId="{110F8C1C-CDF9-4184-8E36-82072C3350D7}">
      <dgm:prSet/>
      <dgm:spPr/>
      <dgm:t>
        <a:bodyPr/>
        <a:lstStyle/>
        <a:p>
          <a:endParaRPr lang="en-IN"/>
        </a:p>
      </dgm:t>
    </dgm:pt>
    <dgm:pt modelId="{B780DC51-B5D1-47BD-8D3D-E9225F63CD42}" type="sibTrans" cxnId="{110F8C1C-CDF9-4184-8E36-82072C3350D7}">
      <dgm:prSet/>
      <dgm:spPr/>
      <dgm:t>
        <a:bodyPr/>
        <a:lstStyle/>
        <a:p>
          <a:endParaRPr lang="en-IN"/>
        </a:p>
      </dgm:t>
    </dgm:pt>
    <dgm:pt modelId="{FABD12B5-D5B9-4E77-B87E-4B3891A6490F}">
      <dgm:prSet/>
      <dgm:spPr/>
      <dgm:t>
        <a:bodyPr/>
        <a:lstStyle/>
        <a:p>
          <a:pPr>
            <a:buNone/>
          </a:pPr>
          <a:r>
            <a:rPr lang="en-IN" b="1" i="0" dirty="0"/>
            <a:t>Strategic Stakeholders</a:t>
          </a:r>
        </a:p>
      </dgm:t>
    </dgm:pt>
    <dgm:pt modelId="{2ADAFD8A-4A0C-4F70-8978-C147EC534A2D}" type="parTrans" cxnId="{9B2F73E4-FBB4-4F4B-9CE0-126768B1C0EA}">
      <dgm:prSet/>
      <dgm:spPr/>
      <dgm:t>
        <a:bodyPr/>
        <a:lstStyle/>
        <a:p>
          <a:endParaRPr lang="en-IN"/>
        </a:p>
      </dgm:t>
    </dgm:pt>
    <dgm:pt modelId="{99EB6FF3-D375-4B44-990B-21521B2585C4}" type="sibTrans" cxnId="{9B2F73E4-FBB4-4F4B-9CE0-126768B1C0EA}">
      <dgm:prSet/>
      <dgm:spPr/>
      <dgm:t>
        <a:bodyPr/>
        <a:lstStyle/>
        <a:p>
          <a:endParaRPr lang="en-IN"/>
        </a:p>
      </dgm:t>
    </dgm:pt>
    <dgm:pt modelId="{6C9879FC-AA96-41CF-AEA7-2A4130CA9F54}">
      <dgm:prSet/>
      <dgm:spPr/>
      <dgm:t>
        <a:bodyPr/>
        <a:lstStyle/>
        <a:p>
          <a:pPr>
            <a:buFont typeface="Arial" panose="020B0604020202020204" pitchFamily="34" charset="0"/>
            <a:buChar char="•"/>
          </a:pPr>
          <a:r>
            <a:rPr lang="en-IN" b="0" i="0" dirty="0"/>
            <a:t>Enterprise Architects</a:t>
          </a:r>
        </a:p>
      </dgm:t>
    </dgm:pt>
    <dgm:pt modelId="{5B15F0DA-9E38-47DC-87CB-B0E80B17C5B9}" type="parTrans" cxnId="{400ECEBE-3DC1-44B0-99A5-2340B12DA3EC}">
      <dgm:prSet/>
      <dgm:spPr/>
      <dgm:t>
        <a:bodyPr/>
        <a:lstStyle/>
        <a:p>
          <a:endParaRPr lang="en-IN"/>
        </a:p>
      </dgm:t>
    </dgm:pt>
    <dgm:pt modelId="{C46347D4-63B7-4EFC-AEFC-D948C66657EB}" type="sibTrans" cxnId="{400ECEBE-3DC1-44B0-99A5-2340B12DA3EC}">
      <dgm:prSet/>
      <dgm:spPr/>
      <dgm:t>
        <a:bodyPr/>
        <a:lstStyle/>
        <a:p>
          <a:endParaRPr lang="en-IN"/>
        </a:p>
      </dgm:t>
    </dgm:pt>
    <dgm:pt modelId="{72630E69-18A0-4C14-BC7F-56BD0DDEB32F}">
      <dgm:prSet/>
      <dgm:spPr/>
      <dgm:t>
        <a:bodyPr/>
        <a:lstStyle/>
        <a:p>
          <a:pPr>
            <a:buFont typeface="Arial" panose="020B0604020202020204" pitchFamily="34" charset="0"/>
            <a:buChar char="•"/>
          </a:pPr>
          <a:r>
            <a:rPr lang="en-IN" b="0" i="0" dirty="0"/>
            <a:t>CIO/CTO Office</a:t>
          </a:r>
        </a:p>
      </dgm:t>
    </dgm:pt>
    <dgm:pt modelId="{7D571654-B562-4336-A0CE-5996A3F2E27F}" type="parTrans" cxnId="{E3468AEF-3A8A-43E6-878B-0DE7CDC44E3E}">
      <dgm:prSet/>
      <dgm:spPr/>
      <dgm:t>
        <a:bodyPr/>
        <a:lstStyle/>
        <a:p>
          <a:endParaRPr lang="en-IN"/>
        </a:p>
      </dgm:t>
    </dgm:pt>
    <dgm:pt modelId="{E4FD98D8-66A2-4465-ADC5-6B8CB9612995}" type="sibTrans" cxnId="{E3468AEF-3A8A-43E6-878B-0DE7CDC44E3E}">
      <dgm:prSet/>
      <dgm:spPr/>
      <dgm:t>
        <a:bodyPr/>
        <a:lstStyle/>
        <a:p>
          <a:endParaRPr lang="en-IN"/>
        </a:p>
      </dgm:t>
    </dgm:pt>
    <dgm:pt modelId="{380FF0F1-C42B-4DCA-91F6-344B73018BC4}">
      <dgm:prSet/>
      <dgm:spPr/>
      <dgm:t>
        <a:bodyPr/>
        <a:lstStyle/>
        <a:p>
          <a:pPr>
            <a:buFont typeface="Arial" panose="020B0604020202020204" pitchFamily="34" charset="0"/>
            <a:buChar char="•"/>
          </a:pPr>
          <a:r>
            <a:rPr lang="en-IN" b="0" i="0" dirty="0"/>
            <a:t>Engineering Leadership</a:t>
          </a:r>
        </a:p>
      </dgm:t>
    </dgm:pt>
    <dgm:pt modelId="{2E897EA1-FAB0-4E86-9C86-EACEBAC13408}" type="parTrans" cxnId="{0F68D6CB-CB3A-4991-A0F2-1F860F1C2322}">
      <dgm:prSet/>
      <dgm:spPr/>
      <dgm:t>
        <a:bodyPr/>
        <a:lstStyle/>
        <a:p>
          <a:endParaRPr lang="en-IN"/>
        </a:p>
      </dgm:t>
    </dgm:pt>
    <dgm:pt modelId="{27837335-28E4-482E-B576-80F8E51F996C}" type="sibTrans" cxnId="{0F68D6CB-CB3A-4991-A0F2-1F860F1C2322}">
      <dgm:prSet/>
      <dgm:spPr/>
      <dgm:t>
        <a:bodyPr/>
        <a:lstStyle/>
        <a:p>
          <a:endParaRPr lang="en-IN"/>
        </a:p>
      </dgm:t>
    </dgm:pt>
    <dgm:pt modelId="{7F7CA020-2A3B-4A03-8AC4-B7BF363642FC}" type="pres">
      <dgm:prSet presAssocID="{9DA73F32-280D-48F5-8E09-F5149E9761CE}" presName="diagram" presStyleCnt="0">
        <dgm:presLayoutVars>
          <dgm:dir/>
          <dgm:animLvl val="lvl"/>
          <dgm:resizeHandles val="exact"/>
        </dgm:presLayoutVars>
      </dgm:prSet>
      <dgm:spPr/>
    </dgm:pt>
    <dgm:pt modelId="{4140FEC2-0FBE-4790-9A05-89E0ACAAE49E}" type="pres">
      <dgm:prSet presAssocID="{EE08EBFA-2F25-4474-AE40-1795810AEF73}" presName="compNode" presStyleCnt="0"/>
      <dgm:spPr/>
    </dgm:pt>
    <dgm:pt modelId="{0079948F-B62D-4373-816E-084498A0AB23}" type="pres">
      <dgm:prSet presAssocID="{EE08EBFA-2F25-4474-AE40-1795810AEF73}" presName="childRect" presStyleLbl="bgAcc1" presStyleIdx="0" presStyleCnt="4">
        <dgm:presLayoutVars>
          <dgm:bulletEnabled val="1"/>
        </dgm:presLayoutVars>
      </dgm:prSet>
      <dgm:spPr/>
    </dgm:pt>
    <dgm:pt modelId="{93980A1B-5CBE-47B5-9503-1C9C5DB3089D}" type="pres">
      <dgm:prSet presAssocID="{EE08EBFA-2F25-4474-AE40-1795810AEF73}" presName="parentText" presStyleLbl="node1" presStyleIdx="0" presStyleCnt="0">
        <dgm:presLayoutVars>
          <dgm:chMax val="0"/>
          <dgm:bulletEnabled val="1"/>
        </dgm:presLayoutVars>
      </dgm:prSet>
      <dgm:spPr/>
    </dgm:pt>
    <dgm:pt modelId="{21B3778E-2F16-4DBE-82C7-629DB5CF307F}" type="pres">
      <dgm:prSet presAssocID="{EE08EBFA-2F25-4474-AE40-1795810AEF73}" presName="parentRect" presStyleLbl="alignNode1" presStyleIdx="0" presStyleCnt="4"/>
      <dgm:spPr/>
    </dgm:pt>
    <dgm:pt modelId="{5CA45159-7BC7-4B60-B432-C16B38AEDE76}" type="pres">
      <dgm:prSet presAssocID="{EE08EBFA-2F25-4474-AE40-1795810AEF73}" presName="adorn" presStyleLbl="fgAccFollowNode1" presStyleIdx="0" presStyleCnt="4"/>
      <dgm:spPr/>
    </dgm:pt>
    <dgm:pt modelId="{471F7C35-7A0F-483B-920D-6CC5F5537929}" type="pres">
      <dgm:prSet presAssocID="{AA88BCDA-9264-4CBC-878A-50BABFC2816F}" presName="sibTrans" presStyleLbl="sibTrans2D1" presStyleIdx="0" presStyleCnt="0"/>
      <dgm:spPr/>
    </dgm:pt>
    <dgm:pt modelId="{4CC1E598-472E-462A-B84D-0AD43E9061DB}" type="pres">
      <dgm:prSet presAssocID="{C9F06EB7-CBFB-4A68-834F-A2F146D35D87}" presName="compNode" presStyleCnt="0"/>
      <dgm:spPr/>
    </dgm:pt>
    <dgm:pt modelId="{FBE7C6A6-8A8D-4095-8365-1611D9E71C02}" type="pres">
      <dgm:prSet presAssocID="{C9F06EB7-CBFB-4A68-834F-A2F146D35D87}" presName="childRect" presStyleLbl="bgAcc1" presStyleIdx="1" presStyleCnt="4">
        <dgm:presLayoutVars>
          <dgm:bulletEnabled val="1"/>
        </dgm:presLayoutVars>
      </dgm:prSet>
      <dgm:spPr/>
    </dgm:pt>
    <dgm:pt modelId="{D40296DC-6FD1-4807-BC04-B6EA897ECDEB}" type="pres">
      <dgm:prSet presAssocID="{C9F06EB7-CBFB-4A68-834F-A2F146D35D87}" presName="parentText" presStyleLbl="node1" presStyleIdx="0" presStyleCnt="0">
        <dgm:presLayoutVars>
          <dgm:chMax val="0"/>
          <dgm:bulletEnabled val="1"/>
        </dgm:presLayoutVars>
      </dgm:prSet>
      <dgm:spPr/>
    </dgm:pt>
    <dgm:pt modelId="{9608BEDD-72E7-422A-B565-C19B8E674DA0}" type="pres">
      <dgm:prSet presAssocID="{C9F06EB7-CBFB-4A68-834F-A2F146D35D87}" presName="parentRect" presStyleLbl="alignNode1" presStyleIdx="1" presStyleCnt="4"/>
      <dgm:spPr/>
    </dgm:pt>
    <dgm:pt modelId="{2A03A292-C697-4EEB-8C40-4040F01D7D4B}" type="pres">
      <dgm:prSet presAssocID="{C9F06EB7-CBFB-4A68-834F-A2F146D35D87}" presName="adorn" presStyleLbl="fgAccFollowNode1" presStyleIdx="1" presStyleCnt="4"/>
      <dgm:spPr/>
    </dgm:pt>
    <dgm:pt modelId="{B8EFEE8A-291C-4DB4-A8EB-2A4995E10636}" type="pres">
      <dgm:prSet presAssocID="{8BA32E25-9439-48BD-A012-527643FD763D}" presName="sibTrans" presStyleLbl="sibTrans2D1" presStyleIdx="0" presStyleCnt="0"/>
      <dgm:spPr/>
    </dgm:pt>
    <dgm:pt modelId="{8571C9D3-59CE-4441-99CD-14422D7F57EF}" type="pres">
      <dgm:prSet presAssocID="{FA62E875-B8B5-49BD-8061-BC24EDFAABD5}" presName="compNode" presStyleCnt="0"/>
      <dgm:spPr/>
    </dgm:pt>
    <dgm:pt modelId="{C1C706FE-D777-4650-AF94-F4DD806A6156}" type="pres">
      <dgm:prSet presAssocID="{FA62E875-B8B5-49BD-8061-BC24EDFAABD5}" presName="childRect" presStyleLbl="bgAcc1" presStyleIdx="2" presStyleCnt="4">
        <dgm:presLayoutVars>
          <dgm:bulletEnabled val="1"/>
        </dgm:presLayoutVars>
      </dgm:prSet>
      <dgm:spPr/>
    </dgm:pt>
    <dgm:pt modelId="{F4A818A1-4649-4070-9426-2FC62A05C75B}" type="pres">
      <dgm:prSet presAssocID="{FA62E875-B8B5-49BD-8061-BC24EDFAABD5}" presName="parentText" presStyleLbl="node1" presStyleIdx="0" presStyleCnt="0">
        <dgm:presLayoutVars>
          <dgm:chMax val="0"/>
          <dgm:bulletEnabled val="1"/>
        </dgm:presLayoutVars>
      </dgm:prSet>
      <dgm:spPr/>
    </dgm:pt>
    <dgm:pt modelId="{FB57D9A1-4324-4066-82AD-41617310A66C}" type="pres">
      <dgm:prSet presAssocID="{FA62E875-B8B5-49BD-8061-BC24EDFAABD5}" presName="parentRect" presStyleLbl="alignNode1" presStyleIdx="2" presStyleCnt="4"/>
      <dgm:spPr/>
    </dgm:pt>
    <dgm:pt modelId="{C24FD524-09F9-4211-919D-BD8BF1A3F948}" type="pres">
      <dgm:prSet presAssocID="{FA62E875-B8B5-49BD-8061-BC24EDFAABD5}" presName="adorn" presStyleLbl="fgAccFollowNode1" presStyleIdx="2" presStyleCnt="4"/>
      <dgm:spPr/>
    </dgm:pt>
    <dgm:pt modelId="{CDEAD06E-6B27-49B7-B5E8-D3869AEAF8EA}" type="pres">
      <dgm:prSet presAssocID="{2A2F943B-EEFD-4730-8DF1-C1C362DB4A9B}" presName="sibTrans" presStyleLbl="sibTrans2D1" presStyleIdx="0" presStyleCnt="0"/>
      <dgm:spPr/>
    </dgm:pt>
    <dgm:pt modelId="{7616B44C-CD52-4B0C-A08E-0BA98100F2CE}" type="pres">
      <dgm:prSet presAssocID="{FABD12B5-D5B9-4E77-B87E-4B3891A6490F}" presName="compNode" presStyleCnt="0"/>
      <dgm:spPr/>
    </dgm:pt>
    <dgm:pt modelId="{4F9F97A5-3826-4C95-ABC5-A527C6F70290}" type="pres">
      <dgm:prSet presAssocID="{FABD12B5-D5B9-4E77-B87E-4B3891A6490F}" presName="childRect" presStyleLbl="bgAcc1" presStyleIdx="3" presStyleCnt="4">
        <dgm:presLayoutVars>
          <dgm:bulletEnabled val="1"/>
        </dgm:presLayoutVars>
      </dgm:prSet>
      <dgm:spPr/>
    </dgm:pt>
    <dgm:pt modelId="{91A52DFC-FD34-4107-9C04-FFC26771BB47}" type="pres">
      <dgm:prSet presAssocID="{FABD12B5-D5B9-4E77-B87E-4B3891A6490F}" presName="parentText" presStyleLbl="node1" presStyleIdx="0" presStyleCnt="0">
        <dgm:presLayoutVars>
          <dgm:chMax val="0"/>
          <dgm:bulletEnabled val="1"/>
        </dgm:presLayoutVars>
      </dgm:prSet>
      <dgm:spPr/>
    </dgm:pt>
    <dgm:pt modelId="{EB7B70B8-4549-448A-A226-44EE2EE143FD}" type="pres">
      <dgm:prSet presAssocID="{FABD12B5-D5B9-4E77-B87E-4B3891A6490F}" presName="parentRect" presStyleLbl="alignNode1" presStyleIdx="3" presStyleCnt="4"/>
      <dgm:spPr/>
    </dgm:pt>
    <dgm:pt modelId="{70C26EED-6B6A-427D-AB92-3D260A4468BD}" type="pres">
      <dgm:prSet presAssocID="{FABD12B5-D5B9-4E77-B87E-4B3891A6490F}" presName="adorn" presStyleLbl="fgAccFollowNode1" presStyleIdx="3" presStyleCnt="4"/>
      <dgm:spPr/>
    </dgm:pt>
  </dgm:ptLst>
  <dgm:cxnLst>
    <dgm:cxn modelId="{88A16406-F2B6-4A32-BF62-670974A18C20}" type="presOf" srcId="{FA62E875-B8B5-49BD-8061-BC24EDFAABD5}" destId="{FB57D9A1-4324-4066-82AD-41617310A66C}" srcOrd="1" destOrd="0" presId="urn:microsoft.com/office/officeart/2005/8/layout/bList2"/>
    <dgm:cxn modelId="{0C8C070F-3579-41E0-B030-E0CE59E9AE0C}" type="presOf" srcId="{C15989BD-AB37-48E0-AF11-316DA3C3C2DF}" destId="{0079948F-B62D-4373-816E-084498A0AB23}" srcOrd="0" destOrd="0" presId="urn:microsoft.com/office/officeart/2005/8/layout/bList2"/>
    <dgm:cxn modelId="{A38EAA10-17E5-4509-B4AB-FF133AD02362}" type="presOf" srcId="{FABD12B5-D5B9-4E77-B87E-4B3891A6490F}" destId="{EB7B70B8-4549-448A-A226-44EE2EE143FD}" srcOrd="1" destOrd="0" presId="urn:microsoft.com/office/officeart/2005/8/layout/bList2"/>
    <dgm:cxn modelId="{110F8C1C-CDF9-4184-8E36-82072C3350D7}" srcId="{FA62E875-B8B5-49BD-8061-BC24EDFAABD5}" destId="{982AAFB6-83F6-4B7D-A5B6-F384BFDE4E26}" srcOrd="2" destOrd="0" parTransId="{1B8EE2BC-E2A8-4E5D-B449-3F4D14F86C38}" sibTransId="{B780DC51-B5D1-47BD-8D3D-E9225F63CD42}"/>
    <dgm:cxn modelId="{3A060425-B1AB-4908-A7E3-B997BB6A47F9}" type="presOf" srcId="{380FF0F1-C42B-4DCA-91F6-344B73018BC4}" destId="{4F9F97A5-3826-4C95-ABC5-A527C6F70290}" srcOrd="0" destOrd="2" presId="urn:microsoft.com/office/officeart/2005/8/layout/bList2"/>
    <dgm:cxn modelId="{EBF12A30-ECED-4403-B3F7-103DBCE6C453}" type="presOf" srcId="{EE08EBFA-2F25-4474-AE40-1795810AEF73}" destId="{21B3778E-2F16-4DBE-82C7-629DB5CF307F}" srcOrd="1" destOrd="0" presId="urn:microsoft.com/office/officeart/2005/8/layout/bList2"/>
    <dgm:cxn modelId="{ACE99C36-E626-41F4-966E-C1EF94982B90}" type="presOf" srcId="{8FF192EC-FF1F-4CD5-A7F9-67D091AF0131}" destId="{FBE7C6A6-8A8D-4095-8365-1611D9E71C02}" srcOrd="0" destOrd="0" presId="urn:microsoft.com/office/officeart/2005/8/layout/bList2"/>
    <dgm:cxn modelId="{8F183C38-6352-4D7C-A1F0-F823BC44486F}" type="presOf" srcId="{2A2F943B-EEFD-4730-8DF1-C1C362DB4A9B}" destId="{CDEAD06E-6B27-49B7-B5E8-D3869AEAF8EA}" srcOrd="0" destOrd="0" presId="urn:microsoft.com/office/officeart/2005/8/layout/bList2"/>
    <dgm:cxn modelId="{3E67793A-2E93-454A-8DC5-1D82E46D9A22}" type="presOf" srcId="{4F9E5F12-EFAC-4B70-8721-8CF4C07BE1FC}" destId="{C1C706FE-D777-4650-AF94-F4DD806A6156}" srcOrd="0" destOrd="1" presId="urn:microsoft.com/office/officeart/2005/8/layout/bList2"/>
    <dgm:cxn modelId="{EFAB1142-6708-48A8-8D41-7D2964CF431F}" srcId="{C9F06EB7-CBFB-4A68-834F-A2F146D35D87}" destId="{8FF192EC-FF1F-4CD5-A7F9-67D091AF0131}" srcOrd="0" destOrd="0" parTransId="{C68EA782-1B16-43C5-BC25-56C4C8A1B340}" sibTransId="{3226C337-11C6-4A87-9677-8F856E557346}"/>
    <dgm:cxn modelId="{556B3062-8964-4AA6-9B6F-DD6369D7F969}" type="presOf" srcId="{FA62E875-B8B5-49BD-8061-BC24EDFAABD5}" destId="{F4A818A1-4649-4070-9426-2FC62A05C75B}" srcOrd="0" destOrd="0" presId="urn:microsoft.com/office/officeart/2005/8/layout/bList2"/>
    <dgm:cxn modelId="{69E53A46-BD45-412D-A347-8A026AF0BAB0}" srcId="{FA62E875-B8B5-49BD-8061-BC24EDFAABD5}" destId="{9915C77A-02AF-43F5-82A8-7F50CE943C85}" srcOrd="0" destOrd="0" parTransId="{C1096E62-F1BE-450A-A938-3DFF81853BD6}" sibTransId="{B3C8AC53-E2F0-4D13-A7BA-281C4B2C516F}"/>
    <dgm:cxn modelId="{85348A4F-DB7C-479D-A99C-566B256D84E9}" srcId="{9DA73F32-280D-48F5-8E09-F5149E9761CE}" destId="{C9F06EB7-CBFB-4A68-834F-A2F146D35D87}" srcOrd="1" destOrd="0" parTransId="{DDE4F764-21C5-4377-A8DF-317BB3DB4D19}" sibTransId="{8BA32E25-9439-48BD-A012-527643FD763D}"/>
    <dgm:cxn modelId="{A47A6D70-435C-4BF7-95BD-8EA889EE67B8}" srcId="{EE08EBFA-2F25-4474-AE40-1795810AEF73}" destId="{DDEDF732-6097-4C42-BFC1-589AA34104BA}" srcOrd="2" destOrd="0" parTransId="{C7D031CB-64BC-415B-A97F-07D80E03ADA7}" sibTransId="{5D73E54C-DE4B-47C3-8EE7-E0160F9529EC}"/>
    <dgm:cxn modelId="{5E4FC370-815D-414D-8A51-880306FD30B0}" type="presOf" srcId="{C9F06EB7-CBFB-4A68-834F-A2F146D35D87}" destId="{9608BEDD-72E7-422A-B565-C19B8E674DA0}" srcOrd="1" destOrd="0" presId="urn:microsoft.com/office/officeart/2005/8/layout/bList2"/>
    <dgm:cxn modelId="{8110E450-66A6-45BE-98FA-235C358080A6}" srcId="{EE08EBFA-2F25-4474-AE40-1795810AEF73}" destId="{C15989BD-AB37-48E0-AF11-316DA3C3C2DF}" srcOrd="0" destOrd="0" parTransId="{5F654AA6-4900-4DE2-99CB-8819D4365872}" sibTransId="{B4228104-7C45-4475-90EB-05BF83D72498}"/>
    <dgm:cxn modelId="{375A0B73-1F42-456E-AAF1-0AE3F0A19470}" type="presOf" srcId="{8BA32E25-9439-48BD-A012-527643FD763D}" destId="{B8EFEE8A-291C-4DB4-A8EB-2A4995E10636}" srcOrd="0" destOrd="0" presId="urn:microsoft.com/office/officeart/2005/8/layout/bList2"/>
    <dgm:cxn modelId="{9E32CF56-BA4B-4434-872B-D964258E36B2}" srcId="{FA62E875-B8B5-49BD-8061-BC24EDFAABD5}" destId="{4F9E5F12-EFAC-4B70-8721-8CF4C07BE1FC}" srcOrd="1" destOrd="0" parTransId="{ACB00F3A-47F2-43C6-96BA-B736441B845B}" sibTransId="{304607B0-09AB-499D-8436-ACEF612DA307}"/>
    <dgm:cxn modelId="{8A3AA97B-2E68-4B5F-A7C9-BDE38D6A74D1}" type="presOf" srcId="{AA88BCDA-9264-4CBC-878A-50BABFC2816F}" destId="{471F7C35-7A0F-483B-920D-6CC5F5537929}" srcOrd="0" destOrd="0" presId="urn:microsoft.com/office/officeart/2005/8/layout/bList2"/>
    <dgm:cxn modelId="{AABF537C-3A14-4EBF-A528-91226308D259}" type="presOf" srcId="{FABD12B5-D5B9-4E77-B87E-4B3891A6490F}" destId="{91A52DFC-FD34-4107-9C04-FFC26771BB47}" srcOrd="0" destOrd="0" presId="urn:microsoft.com/office/officeart/2005/8/layout/bList2"/>
    <dgm:cxn modelId="{78EA0785-E6D9-420A-B860-FCFB399747C8}" type="presOf" srcId="{DDEDF732-6097-4C42-BFC1-589AA34104BA}" destId="{0079948F-B62D-4373-816E-084498A0AB23}" srcOrd="0" destOrd="2" presId="urn:microsoft.com/office/officeart/2005/8/layout/bList2"/>
    <dgm:cxn modelId="{3F8D3F8B-2644-426E-AD7C-DC85818BE072}" type="presOf" srcId="{C9F06EB7-CBFB-4A68-834F-A2F146D35D87}" destId="{D40296DC-6FD1-4807-BC04-B6EA897ECDEB}" srcOrd="0" destOrd="0" presId="urn:microsoft.com/office/officeart/2005/8/layout/bList2"/>
    <dgm:cxn modelId="{48285F95-3D18-47A0-88EF-EB9FC98B46EF}" type="presOf" srcId="{AFB37369-FE56-4848-870C-1B0E1A1442EF}" destId="{0079948F-B62D-4373-816E-084498A0AB23}" srcOrd="0" destOrd="1" presId="urn:microsoft.com/office/officeart/2005/8/layout/bList2"/>
    <dgm:cxn modelId="{DBCE949C-54AE-4FD6-AA2D-8AC465646703}" type="presOf" srcId="{EE08EBFA-2F25-4474-AE40-1795810AEF73}" destId="{93980A1B-5CBE-47B5-9503-1C9C5DB3089D}" srcOrd="0" destOrd="0" presId="urn:microsoft.com/office/officeart/2005/8/layout/bList2"/>
    <dgm:cxn modelId="{D54CCCAA-1F18-4D60-B9F5-91A346B2038B}" srcId="{9DA73F32-280D-48F5-8E09-F5149E9761CE}" destId="{EE08EBFA-2F25-4474-AE40-1795810AEF73}" srcOrd="0" destOrd="0" parTransId="{F7AFE616-6D41-4AB7-9655-5B93CDB7EB98}" sibTransId="{AA88BCDA-9264-4CBC-878A-50BABFC2816F}"/>
    <dgm:cxn modelId="{BFB29BAF-3E9F-439F-BA6F-CEA33B042567}" srcId="{EE08EBFA-2F25-4474-AE40-1795810AEF73}" destId="{AFB37369-FE56-4848-870C-1B0E1A1442EF}" srcOrd="1" destOrd="0" parTransId="{3811BB48-9287-49EC-93D8-6F275BD73FC3}" sibTransId="{2E8115DB-97F1-4347-B5A6-456F005CDC33}"/>
    <dgm:cxn modelId="{C30EB4B8-E52C-4429-B56B-64064D5C9DCC}" srcId="{9DA73F32-280D-48F5-8E09-F5149E9761CE}" destId="{FA62E875-B8B5-49BD-8061-BC24EDFAABD5}" srcOrd="2" destOrd="0" parTransId="{04723124-2189-4883-8DE2-0FED875A7515}" sibTransId="{2A2F943B-EEFD-4730-8DF1-C1C362DB4A9B}"/>
    <dgm:cxn modelId="{F19C22B9-9EB4-491C-9EE4-4B3909D53BCD}" type="presOf" srcId="{982AAFB6-83F6-4B7D-A5B6-F384BFDE4E26}" destId="{C1C706FE-D777-4650-AF94-F4DD806A6156}" srcOrd="0" destOrd="2" presId="urn:microsoft.com/office/officeart/2005/8/layout/bList2"/>
    <dgm:cxn modelId="{400ECEBE-3DC1-44B0-99A5-2340B12DA3EC}" srcId="{FABD12B5-D5B9-4E77-B87E-4B3891A6490F}" destId="{6C9879FC-AA96-41CF-AEA7-2A4130CA9F54}" srcOrd="0" destOrd="0" parTransId="{5B15F0DA-9E38-47DC-87CB-B0E80B17C5B9}" sibTransId="{C46347D4-63B7-4EFC-AEFC-D948C66657EB}"/>
    <dgm:cxn modelId="{792990CA-7DB4-4B57-B291-B3F21D84E3DB}" type="presOf" srcId="{72630E69-18A0-4C14-BC7F-56BD0DDEB32F}" destId="{4F9F97A5-3826-4C95-ABC5-A527C6F70290}" srcOrd="0" destOrd="1" presId="urn:microsoft.com/office/officeart/2005/8/layout/bList2"/>
    <dgm:cxn modelId="{0F68D6CB-CB3A-4991-A0F2-1F860F1C2322}" srcId="{FABD12B5-D5B9-4E77-B87E-4B3891A6490F}" destId="{380FF0F1-C42B-4DCA-91F6-344B73018BC4}" srcOrd="2" destOrd="0" parTransId="{2E897EA1-FAB0-4E86-9C86-EACEBAC13408}" sibTransId="{27837335-28E4-482E-B576-80F8E51F996C}"/>
    <dgm:cxn modelId="{029D74D0-D8AE-4F9C-9856-B52CAC99F9B4}" srcId="{C9F06EB7-CBFB-4A68-834F-A2F146D35D87}" destId="{64FDEDFC-40A0-47D2-9C47-1A4D259F18BF}" srcOrd="1" destOrd="0" parTransId="{737CCE2C-80B6-4F1D-B7AB-626CC778A7EF}" sibTransId="{9A7AEC6D-F218-4B89-9D29-B12211168FFA}"/>
    <dgm:cxn modelId="{B26B1ADA-C22C-49DC-A9FB-6FC554BDB921}" type="presOf" srcId="{9915C77A-02AF-43F5-82A8-7F50CE943C85}" destId="{C1C706FE-D777-4650-AF94-F4DD806A6156}" srcOrd="0" destOrd="0" presId="urn:microsoft.com/office/officeart/2005/8/layout/bList2"/>
    <dgm:cxn modelId="{3317F9E0-47F8-43E3-9822-666BD69C6D33}" type="presOf" srcId="{9DA73F32-280D-48F5-8E09-F5149E9761CE}" destId="{7F7CA020-2A3B-4A03-8AC4-B7BF363642FC}" srcOrd="0" destOrd="0" presId="urn:microsoft.com/office/officeart/2005/8/layout/bList2"/>
    <dgm:cxn modelId="{B411AEE3-933F-4694-A612-91C7C6DF1301}" type="presOf" srcId="{64FDEDFC-40A0-47D2-9C47-1A4D259F18BF}" destId="{FBE7C6A6-8A8D-4095-8365-1611D9E71C02}" srcOrd="0" destOrd="1" presId="urn:microsoft.com/office/officeart/2005/8/layout/bList2"/>
    <dgm:cxn modelId="{9B2F73E4-FBB4-4F4B-9CE0-126768B1C0EA}" srcId="{9DA73F32-280D-48F5-8E09-F5149E9761CE}" destId="{FABD12B5-D5B9-4E77-B87E-4B3891A6490F}" srcOrd="3" destOrd="0" parTransId="{2ADAFD8A-4A0C-4F70-8978-C147EC534A2D}" sibTransId="{99EB6FF3-D375-4B44-990B-21521B2585C4}"/>
    <dgm:cxn modelId="{7A31FBEB-05C0-4AE9-9671-F96DCE180CEB}" type="presOf" srcId="{6C9879FC-AA96-41CF-AEA7-2A4130CA9F54}" destId="{4F9F97A5-3826-4C95-ABC5-A527C6F70290}" srcOrd="0" destOrd="0" presId="urn:microsoft.com/office/officeart/2005/8/layout/bList2"/>
    <dgm:cxn modelId="{818414ED-D2D9-40BB-9E92-10A1EE0DF4B7}" srcId="{C9F06EB7-CBFB-4A68-834F-A2F146D35D87}" destId="{BB4AEFF2-4154-4B74-B424-EE70F72054A1}" srcOrd="2" destOrd="0" parTransId="{235D8909-1ACC-4271-9AEA-7ED18020C264}" sibTransId="{4667BCE3-EA96-48B0-A085-E27C637228A1}"/>
    <dgm:cxn modelId="{E3468AEF-3A8A-43E6-878B-0DE7CDC44E3E}" srcId="{FABD12B5-D5B9-4E77-B87E-4B3891A6490F}" destId="{72630E69-18A0-4C14-BC7F-56BD0DDEB32F}" srcOrd="1" destOrd="0" parTransId="{7D571654-B562-4336-A0CE-5996A3F2E27F}" sibTransId="{E4FD98D8-66A2-4465-ADC5-6B8CB9612995}"/>
    <dgm:cxn modelId="{2CDED3FB-BC65-4403-A9EA-4794B17293D9}" type="presOf" srcId="{BB4AEFF2-4154-4B74-B424-EE70F72054A1}" destId="{FBE7C6A6-8A8D-4095-8365-1611D9E71C02}" srcOrd="0" destOrd="2" presId="urn:microsoft.com/office/officeart/2005/8/layout/bList2"/>
    <dgm:cxn modelId="{D084AB22-8699-4127-BBD0-894395ED0B96}" type="presParOf" srcId="{7F7CA020-2A3B-4A03-8AC4-B7BF363642FC}" destId="{4140FEC2-0FBE-4790-9A05-89E0ACAAE49E}" srcOrd="0" destOrd="0" presId="urn:microsoft.com/office/officeart/2005/8/layout/bList2"/>
    <dgm:cxn modelId="{237C008E-547F-4581-8FF9-92F1790F9405}" type="presParOf" srcId="{4140FEC2-0FBE-4790-9A05-89E0ACAAE49E}" destId="{0079948F-B62D-4373-816E-084498A0AB23}" srcOrd="0" destOrd="0" presId="urn:microsoft.com/office/officeart/2005/8/layout/bList2"/>
    <dgm:cxn modelId="{4DDE6C02-A1F7-4826-876A-215CC6178C8B}" type="presParOf" srcId="{4140FEC2-0FBE-4790-9A05-89E0ACAAE49E}" destId="{93980A1B-5CBE-47B5-9503-1C9C5DB3089D}" srcOrd="1" destOrd="0" presId="urn:microsoft.com/office/officeart/2005/8/layout/bList2"/>
    <dgm:cxn modelId="{2543B455-EB2A-429B-863E-B401727342CF}" type="presParOf" srcId="{4140FEC2-0FBE-4790-9A05-89E0ACAAE49E}" destId="{21B3778E-2F16-4DBE-82C7-629DB5CF307F}" srcOrd="2" destOrd="0" presId="urn:microsoft.com/office/officeart/2005/8/layout/bList2"/>
    <dgm:cxn modelId="{ED84C69F-6762-4EE0-B104-36DD22772AAA}" type="presParOf" srcId="{4140FEC2-0FBE-4790-9A05-89E0ACAAE49E}" destId="{5CA45159-7BC7-4B60-B432-C16B38AEDE76}" srcOrd="3" destOrd="0" presId="urn:microsoft.com/office/officeart/2005/8/layout/bList2"/>
    <dgm:cxn modelId="{64B4E27C-AC67-4F50-B122-7D0CC014F788}" type="presParOf" srcId="{7F7CA020-2A3B-4A03-8AC4-B7BF363642FC}" destId="{471F7C35-7A0F-483B-920D-6CC5F5537929}" srcOrd="1" destOrd="0" presId="urn:microsoft.com/office/officeart/2005/8/layout/bList2"/>
    <dgm:cxn modelId="{5EFC7055-B37E-497A-9ADD-BC7FA9A3A87D}" type="presParOf" srcId="{7F7CA020-2A3B-4A03-8AC4-B7BF363642FC}" destId="{4CC1E598-472E-462A-B84D-0AD43E9061DB}" srcOrd="2" destOrd="0" presId="urn:microsoft.com/office/officeart/2005/8/layout/bList2"/>
    <dgm:cxn modelId="{9E89E86A-4CF7-4A1D-803D-48555EB80FE5}" type="presParOf" srcId="{4CC1E598-472E-462A-B84D-0AD43E9061DB}" destId="{FBE7C6A6-8A8D-4095-8365-1611D9E71C02}" srcOrd="0" destOrd="0" presId="urn:microsoft.com/office/officeart/2005/8/layout/bList2"/>
    <dgm:cxn modelId="{2A011C21-1655-41B9-9B11-3E10F13551F4}" type="presParOf" srcId="{4CC1E598-472E-462A-B84D-0AD43E9061DB}" destId="{D40296DC-6FD1-4807-BC04-B6EA897ECDEB}" srcOrd="1" destOrd="0" presId="urn:microsoft.com/office/officeart/2005/8/layout/bList2"/>
    <dgm:cxn modelId="{A43C3522-D4B3-4D21-A354-76935F534530}" type="presParOf" srcId="{4CC1E598-472E-462A-B84D-0AD43E9061DB}" destId="{9608BEDD-72E7-422A-B565-C19B8E674DA0}" srcOrd="2" destOrd="0" presId="urn:microsoft.com/office/officeart/2005/8/layout/bList2"/>
    <dgm:cxn modelId="{C9E5666C-6AA0-458B-A824-41BAA90EDA02}" type="presParOf" srcId="{4CC1E598-472E-462A-B84D-0AD43E9061DB}" destId="{2A03A292-C697-4EEB-8C40-4040F01D7D4B}" srcOrd="3" destOrd="0" presId="urn:microsoft.com/office/officeart/2005/8/layout/bList2"/>
    <dgm:cxn modelId="{988CF4CB-0B2C-42F3-81B3-35092F76687F}" type="presParOf" srcId="{7F7CA020-2A3B-4A03-8AC4-B7BF363642FC}" destId="{B8EFEE8A-291C-4DB4-A8EB-2A4995E10636}" srcOrd="3" destOrd="0" presId="urn:microsoft.com/office/officeart/2005/8/layout/bList2"/>
    <dgm:cxn modelId="{032F4F0F-5768-49F3-BDA3-0BD924B96A8B}" type="presParOf" srcId="{7F7CA020-2A3B-4A03-8AC4-B7BF363642FC}" destId="{8571C9D3-59CE-4441-99CD-14422D7F57EF}" srcOrd="4" destOrd="0" presId="urn:microsoft.com/office/officeart/2005/8/layout/bList2"/>
    <dgm:cxn modelId="{C23A81CE-CE1B-4358-A516-4E16688BFF88}" type="presParOf" srcId="{8571C9D3-59CE-4441-99CD-14422D7F57EF}" destId="{C1C706FE-D777-4650-AF94-F4DD806A6156}" srcOrd="0" destOrd="0" presId="urn:microsoft.com/office/officeart/2005/8/layout/bList2"/>
    <dgm:cxn modelId="{FA012CE8-0FF2-44E8-A5DA-CC4FF6140B3E}" type="presParOf" srcId="{8571C9D3-59CE-4441-99CD-14422D7F57EF}" destId="{F4A818A1-4649-4070-9426-2FC62A05C75B}" srcOrd="1" destOrd="0" presId="urn:microsoft.com/office/officeart/2005/8/layout/bList2"/>
    <dgm:cxn modelId="{4BAC50D3-F070-4C53-8A6D-5F488E59D73F}" type="presParOf" srcId="{8571C9D3-59CE-4441-99CD-14422D7F57EF}" destId="{FB57D9A1-4324-4066-82AD-41617310A66C}" srcOrd="2" destOrd="0" presId="urn:microsoft.com/office/officeart/2005/8/layout/bList2"/>
    <dgm:cxn modelId="{0AF5627A-3184-49E1-9826-8DB00E39B5E8}" type="presParOf" srcId="{8571C9D3-59CE-4441-99CD-14422D7F57EF}" destId="{C24FD524-09F9-4211-919D-BD8BF1A3F948}" srcOrd="3" destOrd="0" presId="urn:microsoft.com/office/officeart/2005/8/layout/bList2"/>
    <dgm:cxn modelId="{71D6DDD5-CF8F-4A12-9C85-802F3E6404BC}" type="presParOf" srcId="{7F7CA020-2A3B-4A03-8AC4-B7BF363642FC}" destId="{CDEAD06E-6B27-49B7-B5E8-D3869AEAF8EA}" srcOrd="5" destOrd="0" presId="urn:microsoft.com/office/officeart/2005/8/layout/bList2"/>
    <dgm:cxn modelId="{5CE4DF4E-5FA1-424F-97BE-EF2B1209FF9A}" type="presParOf" srcId="{7F7CA020-2A3B-4A03-8AC4-B7BF363642FC}" destId="{7616B44C-CD52-4B0C-A08E-0BA98100F2CE}" srcOrd="6" destOrd="0" presId="urn:microsoft.com/office/officeart/2005/8/layout/bList2"/>
    <dgm:cxn modelId="{3067AE67-4174-44FF-B3EC-731C599AA4E3}" type="presParOf" srcId="{7616B44C-CD52-4B0C-A08E-0BA98100F2CE}" destId="{4F9F97A5-3826-4C95-ABC5-A527C6F70290}" srcOrd="0" destOrd="0" presId="urn:microsoft.com/office/officeart/2005/8/layout/bList2"/>
    <dgm:cxn modelId="{83114050-C67C-4873-861F-192F4F767A0D}" type="presParOf" srcId="{7616B44C-CD52-4B0C-A08E-0BA98100F2CE}" destId="{91A52DFC-FD34-4107-9C04-FFC26771BB47}" srcOrd="1" destOrd="0" presId="urn:microsoft.com/office/officeart/2005/8/layout/bList2"/>
    <dgm:cxn modelId="{51850BFC-EC93-4FD5-B329-62161556DF05}" type="presParOf" srcId="{7616B44C-CD52-4B0C-A08E-0BA98100F2CE}" destId="{EB7B70B8-4549-448A-A226-44EE2EE143FD}" srcOrd="2" destOrd="0" presId="urn:microsoft.com/office/officeart/2005/8/layout/bList2"/>
    <dgm:cxn modelId="{8758A3AB-667F-4F43-9DBA-9EE243441E93}" type="presParOf" srcId="{7616B44C-CD52-4B0C-A08E-0BA98100F2CE}" destId="{70C26EED-6B6A-427D-AB92-3D260A4468BD}" srcOrd="3" destOrd="0" presId="urn:microsoft.com/office/officeart/2005/8/layout/b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19E32B-6E69-4DD5-AA12-2E6F9A92449A}" type="doc">
      <dgm:prSet loTypeId="urn:microsoft.com/office/officeart/2009/3/layout/IncreasingArrowsProcess" loCatId="process" qsTypeId="urn:microsoft.com/office/officeart/2005/8/quickstyle/simple1#5" qsCatId="simple" csTypeId="urn:microsoft.com/office/officeart/2005/8/colors/accent1_2#3" csCatId="accent1" phldr="1"/>
      <dgm:spPr/>
      <dgm:t>
        <a:bodyPr/>
        <a:lstStyle/>
        <a:p>
          <a:endParaRPr lang="en-IN"/>
        </a:p>
      </dgm:t>
    </dgm:pt>
    <dgm:pt modelId="{1E9213C6-5A15-4F04-BF76-02F759F695AC}">
      <dgm:prSet phldrT="[Text]"/>
      <dgm:spPr/>
      <dgm:t>
        <a:bodyPr/>
        <a:lstStyle/>
        <a:p>
          <a:pPr>
            <a:buNone/>
          </a:pPr>
          <a:r>
            <a:rPr lang="en-IN" b="1" i="0" dirty="0"/>
            <a:t>Data Collection</a:t>
          </a:r>
          <a:r>
            <a:rPr lang="en-IN" b="0" i="0" dirty="0"/>
            <a:t> </a:t>
          </a:r>
          <a:endParaRPr lang="en-IN" dirty="0"/>
        </a:p>
      </dgm:t>
    </dgm:pt>
    <dgm:pt modelId="{97557714-144C-44F0-AFAA-510230FCB46A}" type="parTrans" cxnId="{914CC937-3A32-4C10-AF9A-7DFA42C2E3E2}">
      <dgm:prSet/>
      <dgm:spPr/>
      <dgm:t>
        <a:bodyPr/>
        <a:lstStyle/>
        <a:p>
          <a:endParaRPr lang="en-IN"/>
        </a:p>
      </dgm:t>
    </dgm:pt>
    <dgm:pt modelId="{3E26190F-7A27-40E0-A1D7-0091019172C3}" type="sibTrans" cxnId="{914CC937-3A32-4C10-AF9A-7DFA42C2E3E2}">
      <dgm:prSet/>
      <dgm:spPr/>
      <dgm:t>
        <a:bodyPr/>
        <a:lstStyle/>
        <a:p>
          <a:endParaRPr lang="en-IN"/>
        </a:p>
      </dgm:t>
    </dgm:pt>
    <dgm:pt modelId="{0F92333B-73D1-4828-A088-EACDB529778F}">
      <dgm:prSet/>
      <dgm:spPr/>
      <dgm:t>
        <a:bodyPr/>
        <a:lstStyle/>
        <a:p>
          <a:pPr>
            <a:buNone/>
          </a:pPr>
          <a:r>
            <a:rPr lang="en-IN" b="1" i="0" dirty="0"/>
            <a:t>AI Intelligence Layer</a:t>
          </a:r>
          <a:endParaRPr lang="en-IN" b="0" i="0" dirty="0"/>
        </a:p>
      </dgm:t>
    </dgm:pt>
    <dgm:pt modelId="{2B553E49-F0BF-46B2-9595-FCA7D634013D}" type="parTrans" cxnId="{A3049C95-42D0-4EAF-9CEA-473487FB28EA}">
      <dgm:prSet/>
      <dgm:spPr/>
      <dgm:t>
        <a:bodyPr/>
        <a:lstStyle/>
        <a:p>
          <a:endParaRPr lang="en-IN"/>
        </a:p>
      </dgm:t>
    </dgm:pt>
    <dgm:pt modelId="{C3730FA3-660C-4F3D-8C8A-6BC2AD6B1F95}" type="sibTrans" cxnId="{A3049C95-42D0-4EAF-9CEA-473487FB28EA}">
      <dgm:prSet/>
      <dgm:spPr/>
      <dgm:t>
        <a:bodyPr/>
        <a:lstStyle/>
        <a:p>
          <a:endParaRPr lang="en-IN"/>
        </a:p>
      </dgm:t>
    </dgm:pt>
    <dgm:pt modelId="{99494BF7-C0A9-4D9A-A84E-DB2D224D5806}">
      <dgm:prSet/>
      <dgm:spPr/>
      <dgm:t>
        <a:bodyPr/>
        <a:lstStyle/>
        <a:p>
          <a:pPr>
            <a:buFont typeface="Arial" panose="020B0604020202020204" pitchFamily="34" charset="0"/>
            <a:buChar char="•"/>
          </a:pPr>
          <a:r>
            <a:rPr lang="en-IN" b="0" i="0" dirty="0"/>
            <a:t>Automated Trend Analysis</a:t>
          </a:r>
        </a:p>
      </dgm:t>
    </dgm:pt>
    <dgm:pt modelId="{0769FB87-C403-4C81-BA39-09C659153142}" type="parTrans" cxnId="{D7D972E4-2CD2-4EE1-B02F-E48FC93402B7}">
      <dgm:prSet/>
      <dgm:spPr/>
      <dgm:t>
        <a:bodyPr/>
        <a:lstStyle/>
        <a:p>
          <a:endParaRPr lang="en-IN"/>
        </a:p>
      </dgm:t>
    </dgm:pt>
    <dgm:pt modelId="{064FDBBB-FDCE-425A-937B-DF45F8E05C58}" type="sibTrans" cxnId="{D7D972E4-2CD2-4EE1-B02F-E48FC93402B7}">
      <dgm:prSet/>
      <dgm:spPr/>
      <dgm:t>
        <a:bodyPr/>
        <a:lstStyle/>
        <a:p>
          <a:endParaRPr lang="en-IN"/>
        </a:p>
      </dgm:t>
    </dgm:pt>
    <dgm:pt modelId="{0AE93892-AF1D-4C6F-BD7E-2EB3321B8903}">
      <dgm:prSet/>
      <dgm:spPr/>
      <dgm:t>
        <a:bodyPr/>
        <a:lstStyle/>
        <a:p>
          <a:pPr>
            <a:buFont typeface="Arial" panose="020B0604020202020204" pitchFamily="34" charset="0"/>
            <a:buChar char="•"/>
          </a:pPr>
          <a:r>
            <a:rPr lang="en-IN" b="0" i="0" dirty="0"/>
            <a:t>Release-over-Release Comparison</a:t>
          </a:r>
        </a:p>
      </dgm:t>
    </dgm:pt>
    <dgm:pt modelId="{6C3A5A1A-E370-4331-95D7-1A4ADCE92F2B}" type="parTrans" cxnId="{AD96047B-3E28-4679-88C7-27AD8132F27B}">
      <dgm:prSet/>
      <dgm:spPr/>
      <dgm:t>
        <a:bodyPr/>
        <a:lstStyle/>
        <a:p>
          <a:endParaRPr lang="en-IN"/>
        </a:p>
      </dgm:t>
    </dgm:pt>
    <dgm:pt modelId="{ABE109C2-38E8-46B2-A1BF-537CCF26595E}" type="sibTrans" cxnId="{AD96047B-3E28-4679-88C7-27AD8132F27B}">
      <dgm:prSet/>
      <dgm:spPr/>
      <dgm:t>
        <a:bodyPr/>
        <a:lstStyle/>
        <a:p>
          <a:endParaRPr lang="en-IN"/>
        </a:p>
      </dgm:t>
    </dgm:pt>
    <dgm:pt modelId="{DB001638-DA6B-47FD-B728-B5C7F5B79705}">
      <dgm:prSet/>
      <dgm:spPr/>
      <dgm:t>
        <a:bodyPr/>
        <a:lstStyle/>
        <a:p>
          <a:pPr>
            <a:buFont typeface="Arial" panose="020B0604020202020204" pitchFamily="34" charset="0"/>
            <a:buChar char="•"/>
          </a:pPr>
          <a:r>
            <a:rPr lang="en-IN" b="0" i="0" dirty="0"/>
            <a:t>Anomaly Detection</a:t>
          </a:r>
        </a:p>
      </dgm:t>
    </dgm:pt>
    <dgm:pt modelId="{1A7A48B8-0F19-431C-8101-FCD89943DE87}" type="parTrans" cxnId="{BE44AA86-29A5-4764-9EF7-8E726C5DFA0D}">
      <dgm:prSet/>
      <dgm:spPr/>
      <dgm:t>
        <a:bodyPr/>
        <a:lstStyle/>
        <a:p>
          <a:endParaRPr lang="en-IN"/>
        </a:p>
      </dgm:t>
    </dgm:pt>
    <dgm:pt modelId="{E228A064-7BBE-4974-8270-AF38339D83D7}" type="sibTrans" cxnId="{BE44AA86-29A5-4764-9EF7-8E726C5DFA0D}">
      <dgm:prSet/>
      <dgm:spPr/>
      <dgm:t>
        <a:bodyPr/>
        <a:lstStyle/>
        <a:p>
          <a:endParaRPr lang="en-IN"/>
        </a:p>
      </dgm:t>
    </dgm:pt>
    <dgm:pt modelId="{BABC488A-DA2C-47C8-8069-4FC43E1E1EA8}">
      <dgm:prSet/>
      <dgm:spPr/>
      <dgm:t>
        <a:bodyPr/>
        <a:lstStyle/>
        <a:p>
          <a:pPr>
            <a:buFont typeface="Arial" panose="020B0604020202020204" pitchFamily="34" charset="0"/>
            <a:buChar char="•"/>
          </a:pPr>
          <a:r>
            <a:rPr lang="en-IN" b="0" i="0" dirty="0"/>
            <a:t>AI-Powered RCA Identification</a:t>
          </a:r>
        </a:p>
      </dgm:t>
    </dgm:pt>
    <dgm:pt modelId="{BA430C2A-7A5C-4A13-97A6-2BC5AD0C9687}" type="parTrans" cxnId="{B40EAED7-A96C-4DE0-928B-F3E6F2F628AD}">
      <dgm:prSet/>
      <dgm:spPr/>
      <dgm:t>
        <a:bodyPr/>
        <a:lstStyle/>
        <a:p>
          <a:endParaRPr lang="en-IN"/>
        </a:p>
      </dgm:t>
    </dgm:pt>
    <dgm:pt modelId="{343C8390-67FC-45A2-B820-D805EB9E2B1C}" type="sibTrans" cxnId="{B40EAED7-A96C-4DE0-928B-F3E6F2F628AD}">
      <dgm:prSet/>
      <dgm:spPr/>
      <dgm:t>
        <a:bodyPr/>
        <a:lstStyle/>
        <a:p>
          <a:endParaRPr lang="en-IN"/>
        </a:p>
      </dgm:t>
    </dgm:pt>
    <dgm:pt modelId="{E5E1F292-3098-4E16-AD77-4A4513F27C1A}">
      <dgm:prSet/>
      <dgm:spPr/>
      <dgm:t>
        <a:bodyPr/>
        <a:lstStyle/>
        <a:p>
          <a:pPr>
            <a:buFont typeface="Arial" panose="020B0604020202020204" pitchFamily="34" charset="0"/>
            <a:buChar char="•"/>
          </a:pPr>
          <a:r>
            <a:rPr lang="en-IN" b="0" i="0" dirty="0"/>
            <a:t>Performance Risk Prediction</a:t>
          </a:r>
        </a:p>
      </dgm:t>
    </dgm:pt>
    <dgm:pt modelId="{C89FDF13-D693-462B-B770-3B3974E212B5}" type="parTrans" cxnId="{EC357C7D-0ACB-4D10-A74B-10D045922A74}">
      <dgm:prSet/>
      <dgm:spPr/>
      <dgm:t>
        <a:bodyPr/>
        <a:lstStyle/>
        <a:p>
          <a:endParaRPr lang="en-IN"/>
        </a:p>
      </dgm:t>
    </dgm:pt>
    <dgm:pt modelId="{B76F06A2-EF11-45FC-8BAE-1A39FF20EAFC}" type="sibTrans" cxnId="{EC357C7D-0ACB-4D10-A74B-10D045922A74}">
      <dgm:prSet/>
      <dgm:spPr/>
      <dgm:t>
        <a:bodyPr/>
        <a:lstStyle/>
        <a:p>
          <a:endParaRPr lang="en-IN"/>
        </a:p>
      </dgm:t>
    </dgm:pt>
    <dgm:pt modelId="{E99AD66C-A091-4DF3-9318-D11A41A2978B}">
      <dgm:prSet/>
      <dgm:spPr/>
      <dgm:t>
        <a:bodyPr/>
        <a:lstStyle/>
        <a:p>
          <a:pPr>
            <a:buFont typeface="Arial" panose="020B0604020202020204" pitchFamily="34" charset="0"/>
            <a:buChar char="•"/>
          </a:pPr>
          <a:r>
            <a:rPr lang="en-IN" b="0" i="0" dirty="0"/>
            <a:t>Impact Assessment</a:t>
          </a:r>
        </a:p>
      </dgm:t>
    </dgm:pt>
    <dgm:pt modelId="{4508718C-C939-4E8F-BDD7-A8754DED9CC1}" type="parTrans" cxnId="{A05652E3-CC1C-4ED7-A942-6E2613A2E2CE}">
      <dgm:prSet/>
      <dgm:spPr/>
      <dgm:t>
        <a:bodyPr/>
        <a:lstStyle/>
        <a:p>
          <a:endParaRPr lang="en-IN"/>
        </a:p>
      </dgm:t>
    </dgm:pt>
    <dgm:pt modelId="{A4EDD614-3BD0-4564-A68F-053144A050AB}" type="sibTrans" cxnId="{A05652E3-CC1C-4ED7-A942-6E2613A2E2CE}">
      <dgm:prSet/>
      <dgm:spPr/>
      <dgm:t>
        <a:bodyPr/>
        <a:lstStyle/>
        <a:p>
          <a:endParaRPr lang="en-IN"/>
        </a:p>
      </dgm:t>
    </dgm:pt>
    <dgm:pt modelId="{D6CAF144-32DE-4D27-87B0-9969F961A78B}">
      <dgm:prSet/>
      <dgm:spPr/>
      <dgm:t>
        <a:bodyPr/>
        <a:lstStyle/>
        <a:p>
          <a:pPr>
            <a:buFont typeface="Arial" panose="020B0604020202020204" pitchFamily="34" charset="0"/>
            <a:buChar char="•"/>
          </a:pPr>
          <a:r>
            <a:rPr lang="en-IN" b="0" i="0" dirty="0"/>
            <a:t>Intelligent Recommendations</a:t>
          </a:r>
        </a:p>
      </dgm:t>
    </dgm:pt>
    <dgm:pt modelId="{6DABB017-23A3-47E3-A091-555CC2D18344}" type="parTrans" cxnId="{0C0462AA-6FF8-4A2F-BCA2-FC8D5E2815A1}">
      <dgm:prSet/>
      <dgm:spPr/>
      <dgm:t>
        <a:bodyPr/>
        <a:lstStyle/>
        <a:p>
          <a:endParaRPr lang="en-IN"/>
        </a:p>
      </dgm:t>
    </dgm:pt>
    <dgm:pt modelId="{D3BC549A-7D78-4F4D-82DE-8D3F77BF2540}" type="sibTrans" cxnId="{0C0462AA-6FF8-4A2F-BCA2-FC8D5E2815A1}">
      <dgm:prSet/>
      <dgm:spPr/>
      <dgm:t>
        <a:bodyPr/>
        <a:lstStyle/>
        <a:p>
          <a:endParaRPr lang="en-IN"/>
        </a:p>
      </dgm:t>
    </dgm:pt>
    <dgm:pt modelId="{D4952300-B263-45D0-B6CC-03F4029B719B}">
      <dgm:prSet/>
      <dgm:spPr/>
      <dgm:t>
        <a:bodyPr/>
        <a:lstStyle/>
        <a:p>
          <a:pPr>
            <a:buNone/>
          </a:pPr>
          <a:r>
            <a:rPr lang="en-IN" b="1" i="0" dirty="0"/>
            <a:t>Business Insights Dashboard</a:t>
          </a:r>
          <a:endParaRPr lang="en-IN" b="0" i="0" dirty="0"/>
        </a:p>
      </dgm:t>
    </dgm:pt>
    <dgm:pt modelId="{01210CF4-26E3-4E77-825E-B26EF8DA4289}" type="parTrans" cxnId="{00C38004-8139-4F72-B731-B8DD16132446}">
      <dgm:prSet/>
      <dgm:spPr/>
      <dgm:t>
        <a:bodyPr/>
        <a:lstStyle/>
        <a:p>
          <a:endParaRPr lang="en-IN"/>
        </a:p>
      </dgm:t>
    </dgm:pt>
    <dgm:pt modelId="{1E3BE8E9-2175-451E-87A5-71110D5D231A}" type="sibTrans" cxnId="{00C38004-8139-4F72-B731-B8DD16132446}">
      <dgm:prSet/>
      <dgm:spPr/>
      <dgm:t>
        <a:bodyPr/>
        <a:lstStyle/>
        <a:p>
          <a:endParaRPr lang="en-IN"/>
        </a:p>
      </dgm:t>
    </dgm:pt>
    <dgm:pt modelId="{372CDF60-6149-41FF-891E-8DF309B98344}">
      <dgm:prSet/>
      <dgm:spPr/>
      <dgm:t>
        <a:bodyPr/>
        <a:lstStyle/>
        <a:p>
          <a:pPr>
            <a:buFont typeface="Arial" panose="020B0604020202020204" pitchFamily="34" charset="0"/>
            <a:buChar char="•"/>
          </a:pPr>
          <a:r>
            <a:rPr lang="en-IN" b="0" i="0" dirty="0"/>
            <a:t>Go / No-Go Recommendation</a:t>
          </a:r>
        </a:p>
      </dgm:t>
    </dgm:pt>
    <dgm:pt modelId="{2C1A6123-B69E-4A25-85D7-D38EEF2E200F}" type="parTrans" cxnId="{8328CF2C-E0B3-4DF8-B318-9A228CF565BF}">
      <dgm:prSet/>
      <dgm:spPr/>
      <dgm:t>
        <a:bodyPr/>
        <a:lstStyle/>
        <a:p>
          <a:endParaRPr lang="en-IN"/>
        </a:p>
      </dgm:t>
    </dgm:pt>
    <dgm:pt modelId="{99D0CBE8-0D21-4718-9EC4-3BCBDB6AB7A8}" type="sibTrans" cxnId="{8328CF2C-E0B3-4DF8-B318-9A228CF565BF}">
      <dgm:prSet/>
      <dgm:spPr/>
      <dgm:t>
        <a:bodyPr/>
        <a:lstStyle/>
        <a:p>
          <a:endParaRPr lang="en-IN"/>
        </a:p>
      </dgm:t>
    </dgm:pt>
    <dgm:pt modelId="{46017619-E679-4C74-8070-E96C692C5BD3}">
      <dgm:prSet/>
      <dgm:spPr/>
      <dgm:t>
        <a:bodyPr/>
        <a:lstStyle/>
        <a:p>
          <a:pPr>
            <a:buFont typeface="Arial" panose="020B0604020202020204" pitchFamily="34" charset="0"/>
            <a:buChar char="•"/>
          </a:pPr>
          <a:r>
            <a:rPr lang="en-IN" b="0" i="0" dirty="0"/>
            <a:t>Release Readiness Score</a:t>
          </a:r>
        </a:p>
      </dgm:t>
    </dgm:pt>
    <dgm:pt modelId="{482799FE-290C-4715-866D-FF80A6F944E8}" type="parTrans" cxnId="{1C31FE03-27AD-4E4C-B5B7-311E11512E52}">
      <dgm:prSet/>
      <dgm:spPr/>
      <dgm:t>
        <a:bodyPr/>
        <a:lstStyle/>
        <a:p>
          <a:endParaRPr lang="en-IN"/>
        </a:p>
      </dgm:t>
    </dgm:pt>
    <dgm:pt modelId="{DA0A4F1B-38E6-490F-AF92-56CBAFC55CFB}" type="sibTrans" cxnId="{1C31FE03-27AD-4E4C-B5B7-311E11512E52}">
      <dgm:prSet/>
      <dgm:spPr/>
      <dgm:t>
        <a:bodyPr/>
        <a:lstStyle/>
        <a:p>
          <a:endParaRPr lang="en-IN"/>
        </a:p>
      </dgm:t>
    </dgm:pt>
    <dgm:pt modelId="{294DE728-BCC1-445C-873D-A85CE2BD19AC}">
      <dgm:prSet/>
      <dgm:spPr/>
      <dgm:t>
        <a:bodyPr/>
        <a:lstStyle/>
        <a:p>
          <a:pPr>
            <a:buFont typeface="Arial" panose="020B0604020202020204" pitchFamily="34" charset="0"/>
            <a:buChar char="•"/>
          </a:pPr>
          <a:r>
            <a:rPr lang="en-IN" b="0" i="0" dirty="0"/>
            <a:t>Top Performance Risks</a:t>
          </a:r>
        </a:p>
      </dgm:t>
    </dgm:pt>
    <dgm:pt modelId="{83E265C8-87AF-4E4F-8B39-CF69C8364430}" type="parTrans" cxnId="{3B10BC28-E148-4381-B2F2-5D8820B5183C}">
      <dgm:prSet/>
      <dgm:spPr/>
      <dgm:t>
        <a:bodyPr/>
        <a:lstStyle/>
        <a:p>
          <a:endParaRPr lang="en-IN"/>
        </a:p>
      </dgm:t>
    </dgm:pt>
    <dgm:pt modelId="{84A25574-63B9-4921-9760-66F3EF9E484E}" type="sibTrans" cxnId="{3B10BC28-E148-4381-B2F2-5D8820B5183C}">
      <dgm:prSet/>
      <dgm:spPr/>
      <dgm:t>
        <a:bodyPr/>
        <a:lstStyle/>
        <a:p>
          <a:endParaRPr lang="en-IN"/>
        </a:p>
      </dgm:t>
    </dgm:pt>
    <dgm:pt modelId="{F189C428-4607-4299-9EB9-41BDF7ACB046}">
      <dgm:prSet/>
      <dgm:spPr/>
      <dgm:t>
        <a:bodyPr/>
        <a:lstStyle/>
        <a:p>
          <a:pPr>
            <a:buFont typeface="Arial" panose="020B0604020202020204" pitchFamily="34" charset="0"/>
            <a:buChar char="•"/>
          </a:pPr>
          <a:r>
            <a:rPr lang="en-IN" b="0" i="0" dirty="0"/>
            <a:t>Functional Areas Requiring Optimization</a:t>
          </a:r>
        </a:p>
      </dgm:t>
    </dgm:pt>
    <dgm:pt modelId="{01625716-5C0D-4E09-ACB1-2F41D7DE64BF}" type="parTrans" cxnId="{D85C3521-6381-45D3-A53C-6C1885C07A3B}">
      <dgm:prSet/>
      <dgm:spPr/>
      <dgm:t>
        <a:bodyPr/>
        <a:lstStyle/>
        <a:p>
          <a:endParaRPr lang="en-IN"/>
        </a:p>
      </dgm:t>
    </dgm:pt>
    <dgm:pt modelId="{50D8E994-DC53-47E7-B215-9ED7FF4CB722}" type="sibTrans" cxnId="{D85C3521-6381-45D3-A53C-6C1885C07A3B}">
      <dgm:prSet/>
      <dgm:spPr/>
      <dgm:t>
        <a:bodyPr/>
        <a:lstStyle/>
        <a:p>
          <a:endParaRPr lang="en-IN"/>
        </a:p>
      </dgm:t>
    </dgm:pt>
    <dgm:pt modelId="{AF321E96-7C31-4117-865D-0E4F205AA1F7}">
      <dgm:prSet/>
      <dgm:spPr/>
      <dgm:t>
        <a:bodyPr/>
        <a:lstStyle/>
        <a:p>
          <a:pPr>
            <a:buFont typeface="Arial" panose="020B0604020202020204" pitchFamily="34" charset="0"/>
            <a:buChar char="•"/>
          </a:pPr>
          <a:r>
            <a:rPr lang="en-IN" b="0" i="0" dirty="0"/>
            <a:t>Executive Performance Summary</a:t>
          </a:r>
        </a:p>
      </dgm:t>
    </dgm:pt>
    <dgm:pt modelId="{217C29A1-8137-4A33-924F-5BD9BA53A292}" type="parTrans" cxnId="{33161A72-0E3E-415F-AAFC-7D8DA3442BBE}">
      <dgm:prSet/>
      <dgm:spPr/>
      <dgm:t>
        <a:bodyPr/>
        <a:lstStyle/>
        <a:p>
          <a:endParaRPr lang="en-IN"/>
        </a:p>
      </dgm:t>
    </dgm:pt>
    <dgm:pt modelId="{41761BD3-5E64-41E6-B5E8-5A6C43463359}" type="sibTrans" cxnId="{33161A72-0E3E-415F-AAFC-7D8DA3442BBE}">
      <dgm:prSet/>
      <dgm:spPr/>
      <dgm:t>
        <a:bodyPr/>
        <a:lstStyle/>
        <a:p>
          <a:endParaRPr lang="en-IN"/>
        </a:p>
      </dgm:t>
    </dgm:pt>
    <dgm:pt modelId="{701A84A9-C0AF-46FC-B93B-28A8C533151A}">
      <dgm:prSet phldrT="[Text]"/>
      <dgm:spPr/>
      <dgm:t>
        <a:bodyPr/>
        <a:lstStyle/>
        <a:p>
          <a:pPr>
            <a:buFont typeface="Arial" panose="020B0604020202020204" pitchFamily="34" charset="0"/>
            <a:buNone/>
          </a:pPr>
          <a:r>
            <a:rPr lang="en-IN" b="0" i="0" dirty="0"/>
            <a:t>Performance Test Results </a:t>
          </a:r>
        </a:p>
        <a:p>
          <a:pPr>
            <a:buFont typeface="Arial" panose="020B0604020202020204" pitchFamily="34" charset="0"/>
            <a:buNone/>
          </a:pPr>
          <a:r>
            <a:rPr lang="en-IN" b="0" i="0" dirty="0"/>
            <a:t>APM Metrics </a:t>
          </a:r>
        </a:p>
        <a:p>
          <a:pPr>
            <a:buFont typeface="Arial" panose="020B0604020202020204" pitchFamily="34" charset="0"/>
            <a:buNone/>
          </a:pPr>
          <a:r>
            <a:rPr lang="en-IN" b="0" i="0" dirty="0"/>
            <a:t>Infrastructure Metrics</a:t>
          </a:r>
        </a:p>
        <a:p>
          <a:pPr>
            <a:buFont typeface="Arial" panose="020B0604020202020204" pitchFamily="34" charset="0"/>
            <a:buNone/>
          </a:pPr>
          <a:r>
            <a:rPr lang="en-IN" b="0" i="0" dirty="0"/>
            <a:t>Historical Results</a:t>
          </a:r>
          <a:endParaRPr lang="en-IN" dirty="0"/>
        </a:p>
      </dgm:t>
    </dgm:pt>
    <dgm:pt modelId="{825B317D-977B-4235-9F48-687150F5A16B}" type="parTrans" cxnId="{6E79EFD4-A8BE-4E39-9DD9-56712619A73C}">
      <dgm:prSet/>
      <dgm:spPr/>
      <dgm:t>
        <a:bodyPr/>
        <a:lstStyle/>
        <a:p>
          <a:endParaRPr lang="en-IN"/>
        </a:p>
      </dgm:t>
    </dgm:pt>
    <dgm:pt modelId="{A2264E28-57F7-44B1-8E45-7B3D0FE968DA}" type="sibTrans" cxnId="{6E79EFD4-A8BE-4E39-9DD9-56712619A73C}">
      <dgm:prSet/>
      <dgm:spPr/>
      <dgm:t>
        <a:bodyPr/>
        <a:lstStyle/>
        <a:p>
          <a:endParaRPr lang="en-IN"/>
        </a:p>
      </dgm:t>
    </dgm:pt>
    <dgm:pt modelId="{16F1F0D5-22F6-4F58-B5FA-434CAFB2D328}" type="pres">
      <dgm:prSet presAssocID="{B119E32B-6E69-4DD5-AA12-2E6F9A92449A}" presName="Name0" presStyleCnt="0">
        <dgm:presLayoutVars>
          <dgm:chMax val="5"/>
          <dgm:chPref val="5"/>
          <dgm:dir/>
          <dgm:animLvl val="lvl"/>
        </dgm:presLayoutVars>
      </dgm:prSet>
      <dgm:spPr/>
    </dgm:pt>
    <dgm:pt modelId="{FE094791-4470-442E-B1FD-E7A6CF91A20B}" type="pres">
      <dgm:prSet presAssocID="{1E9213C6-5A15-4F04-BF76-02F759F695AC}" presName="parentText1" presStyleLbl="node1" presStyleIdx="0" presStyleCnt="3">
        <dgm:presLayoutVars>
          <dgm:chMax/>
          <dgm:chPref val="3"/>
          <dgm:bulletEnabled val="1"/>
        </dgm:presLayoutVars>
      </dgm:prSet>
      <dgm:spPr/>
    </dgm:pt>
    <dgm:pt modelId="{A3BC3669-A0E3-4C62-B1F4-56A27F90BA98}" type="pres">
      <dgm:prSet presAssocID="{1E9213C6-5A15-4F04-BF76-02F759F695AC}" presName="childText1" presStyleLbl="solidAlignAcc1" presStyleIdx="0" presStyleCnt="3">
        <dgm:presLayoutVars>
          <dgm:chMax val="0"/>
          <dgm:chPref val="0"/>
          <dgm:bulletEnabled val="1"/>
        </dgm:presLayoutVars>
      </dgm:prSet>
      <dgm:spPr/>
    </dgm:pt>
    <dgm:pt modelId="{24D1D00B-22F8-4F7D-85D5-C0E57E0151F6}" type="pres">
      <dgm:prSet presAssocID="{0F92333B-73D1-4828-A088-EACDB529778F}" presName="parentText2" presStyleLbl="node1" presStyleIdx="1" presStyleCnt="3">
        <dgm:presLayoutVars>
          <dgm:chMax/>
          <dgm:chPref val="3"/>
          <dgm:bulletEnabled val="1"/>
        </dgm:presLayoutVars>
      </dgm:prSet>
      <dgm:spPr/>
    </dgm:pt>
    <dgm:pt modelId="{4B627C88-74CC-4A74-BFD3-C45112D090EE}" type="pres">
      <dgm:prSet presAssocID="{0F92333B-73D1-4828-A088-EACDB529778F}" presName="childText2" presStyleLbl="solidAlignAcc1" presStyleIdx="1" presStyleCnt="3">
        <dgm:presLayoutVars>
          <dgm:chMax val="0"/>
          <dgm:chPref val="0"/>
          <dgm:bulletEnabled val="1"/>
        </dgm:presLayoutVars>
      </dgm:prSet>
      <dgm:spPr/>
    </dgm:pt>
    <dgm:pt modelId="{D1CFCBF2-837C-4D4A-B2CA-33F38EABA1AF}" type="pres">
      <dgm:prSet presAssocID="{D4952300-B263-45D0-B6CC-03F4029B719B}" presName="parentText3" presStyleLbl="node1" presStyleIdx="2" presStyleCnt="3">
        <dgm:presLayoutVars>
          <dgm:chMax/>
          <dgm:chPref val="3"/>
          <dgm:bulletEnabled val="1"/>
        </dgm:presLayoutVars>
      </dgm:prSet>
      <dgm:spPr/>
    </dgm:pt>
    <dgm:pt modelId="{2D710ECC-78E5-4A82-99A5-F8D8447B867C}" type="pres">
      <dgm:prSet presAssocID="{D4952300-B263-45D0-B6CC-03F4029B719B}" presName="childText3" presStyleLbl="solidAlignAcc1" presStyleIdx="2" presStyleCnt="3">
        <dgm:presLayoutVars>
          <dgm:chMax val="0"/>
          <dgm:chPref val="0"/>
          <dgm:bulletEnabled val="1"/>
        </dgm:presLayoutVars>
      </dgm:prSet>
      <dgm:spPr/>
    </dgm:pt>
  </dgm:ptLst>
  <dgm:cxnLst>
    <dgm:cxn modelId="{828B6D01-33BE-4AC0-A10B-CA4E31580B37}" type="presOf" srcId="{46017619-E679-4C74-8070-E96C692C5BD3}" destId="{2D710ECC-78E5-4A82-99A5-F8D8447B867C}" srcOrd="0" destOrd="1" presId="urn:microsoft.com/office/officeart/2009/3/layout/IncreasingArrowsProcess"/>
    <dgm:cxn modelId="{1C31FE03-27AD-4E4C-B5B7-311E11512E52}" srcId="{D4952300-B263-45D0-B6CC-03F4029B719B}" destId="{46017619-E679-4C74-8070-E96C692C5BD3}" srcOrd="1" destOrd="0" parTransId="{482799FE-290C-4715-866D-FF80A6F944E8}" sibTransId="{DA0A4F1B-38E6-490F-AF92-56CBAFC55CFB}"/>
    <dgm:cxn modelId="{00C38004-8139-4F72-B731-B8DD16132446}" srcId="{B119E32B-6E69-4DD5-AA12-2E6F9A92449A}" destId="{D4952300-B263-45D0-B6CC-03F4029B719B}" srcOrd="2" destOrd="0" parTransId="{01210CF4-26E3-4E77-825E-B26EF8DA4289}" sibTransId="{1E3BE8E9-2175-451E-87A5-71110D5D231A}"/>
    <dgm:cxn modelId="{CC7F6B0F-A667-435E-A06D-80C347A83797}" type="presOf" srcId="{F189C428-4607-4299-9EB9-41BDF7ACB046}" destId="{2D710ECC-78E5-4A82-99A5-F8D8447B867C}" srcOrd="0" destOrd="3" presId="urn:microsoft.com/office/officeart/2009/3/layout/IncreasingArrowsProcess"/>
    <dgm:cxn modelId="{D85C3521-6381-45D3-A53C-6C1885C07A3B}" srcId="{D4952300-B263-45D0-B6CC-03F4029B719B}" destId="{F189C428-4607-4299-9EB9-41BDF7ACB046}" srcOrd="3" destOrd="0" parTransId="{01625716-5C0D-4E09-ACB1-2F41D7DE64BF}" sibTransId="{50D8E994-DC53-47E7-B215-9ED7FF4CB722}"/>
    <dgm:cxn modelId="{BEB7B625-3C6A-47E8-8E46-4EAAC5C59F9C}" type="presOf" srcId="{701A84A9-C0AF-46FC-B93B-28A8C533151A}" destId="{A3BC3669-A0E3-4C62-B1F4-56A27F90BA98}" srcOrd="0" destOrd="0" presId="urn:microsoft.com/office/officeart/2009/3/layout/IncreasingArrowsProcess"/>
    <dgm:cxn modelId="{E2777027-15A3-479E-98E0-7E670FFDC748}" type="presOf" srcId="{E99AD66C-A091-4DF3-9318-D11A41A2978B}" destId="{4B627C88-74CC-4A74-BFD3-C45112D090EE}" srcOrd="0" destOrd="5" presId="urn:microsoft.com/office/officeart/2009/3/layout/IncreasingArrowsProcess"/>
    <dgm:cxn modelId="{3B10BC28-E148-4381-B2F2-5D8820B5183C}" srcId="{D4952300-B263-45D0-B6CC-03F4029B719B}" destId="{294DE728-BCC1-445C-873D-A85CE2BD19AC}" srcOrd="2" destOrd="0" parTransId="{83E265C8-87AF-4E4F-8B39-CF69C8364430}" sibTransId="{84A25574-63B9-4921-9760-66F3EF9E484E}"/>
    <dgm:cxn modelId="{8328CF2C-E0B3-4DF8-B318-9A228CF565BF}" srcId="{D4952300-B263-45D0-B6CC-03F4029B719B}" destId="{372CDF60-6149-41FF-891E-8DF309B98344}" srcOrd="0" destOrd="0" parTransId="{2C1A6123-B69E-4A25-85D7-D38EEF2E200F}" sibTransId="{99D0CBE8-0D21-4718-9EC4-3BCBDB6AB7A8}"/>
    <dgm:cxn modelId="{914CC937-3A32-4C10-AF9A-7DFA42C2E3E2}" srcId="{B119E32B-6E69-4DD5-AA12-2E6F9A92449A}" destId="{1E9213C6-5A15-4F04-BF76-02F759F695AC}" srcOrd="0" destOrd="0" parTransId="{97557714-144C-44F0-AFAA-510230FCB46A}" sibTransId="{3E26190F-7A27-40E0-A1D7-0091019172C3}"/>
    <dgm:cxn modelId="{B10B013F-78BC-4E72-BACA-C2B683282536}" type="presOf" srcId="{DB001638-DA6B-47FD-B728-B5C7F5B79705}" destId="{4B627C88-74CC-4A74-BFD3-C45112D090EE}" srcOrd="0" destOrd="2" presId="urn:microsoft.com/office/officeart/2009/3/layout/IncreasingArrowsProcess"/>
    <dgm:cxn modelId="{0C40E561-C37B-4393-9E86-BFF8DD5D8B58}" type="presOf" srcId="{D6CAF144-32DE-4D27-87B0-9969F961A78B}" destId="{4B627C88-74CC-4A74-BFD3-C45112D090EE}" srcOrd="0" destOrd="6" presId="urn:microsoft.com/office/officeart/2009/3/layout/IncreasingArrowsProcess"/>
    <dgm:cxn modelId="{86FB3242-29B8-40B4-BACD-B0C324B4BC97}" type="presOf" srcId="{B119E32B-6E69-4DD5-AA12-2E6F9A92449A}" destId="{16F1F0D5-22F6-4F58-B5FA-434CAFB2D328}" srcOrd="0" destOrd="0" presId="urn:microsoft.com/office/officeart/2009/3/layout/IncreasingArrowsProcess"/>
    <dgm:cxn modelId="{E0231064-8840-4A8E-A97A-6E67D1BC1EF9}" type="presOf" srcId="{294DE728-BCC1-445C-873D-A85CE2BD19AC}" destId="{2D710ECC-78E5-4A82-99A5-F8D8447B867C}" srcOrd="0" destOrd="2" presId="urn:microsoft.com/office/officeart/2009/3/layout/IncreasingArrowsProcess"/>
    <dgm:cxn modelId="{76F8894E-A574-4939-8E62-170FCF9B1C48}" type="presOf" srcId="{372CDF60-6149-41FF-891E-8DF309B98344}" destId="{2D710ECC-78E5-4A82-99A5-F8D8447B867C}" srcOrd="0" destOrd="0" presId="urn:microsoft.com/office/officeart/2009/3/layout/IncreasingArrowsProcess"/>
    <dgm:cxn modelId="{41CCC84F-CFC3-46A0-A771-C789AB923837}" type="presOf" srcId="{D4952300-B263-45D0-B6CC-03F4029B719B}" destId="{D1CFCBF2-837C-4D4A-B2CA-33F38EABA1AF}" srcOrd="0" destOrd="0" presId="urn:microsoft.com/office/officeart/2009/3/layout/IncreasingArrowsProcess"/>
    <dgm:cxn modelId="{33161A72-0E3E-415F-AAFC-7D8DA3442BBE}" srcId="{D4952300-B263-45D0-B6CC-03F4029B719B}" destId="{AF321E96-7C31-4117-865D-0E4F205AA1F7}" srcOrd="4" destOrd="0" parTransId="{217C29A1-8137-4A33-924F-5BD9BA53A292}" sibTransId="{41761BD3-5E64-41E6-B5E8-5A6C43463359}"/>
    <dgm:cxn modelId="{AD96047B-3E28-4679-88C7-27AD8132F27B}" srcId="{0F92333B-73D1-4828-A088-EACDB529778F}" destId="{0AE93892-AF1D-4C6F-BD7E-2EB3321B8903}" srcOrd="1" destOrd="0" parTransId="{6C3A5A1A-E370-4331-95D7-1A4ADCE92F2B}" sibTransId="{ABE109C2-38E8-46B2-A1BF-537CCF26595E}"/>
    <dgm:cxn modelId="{EC357C7D-0ACB-4D10-A74B-10D045922A74}" srcId="{0F92333B-73D1-4828-A088-EACDB529778F}" destId="{E5E1F292-3098-4E16-AD77-4A4513F27C1A}" srcOrd="4" destOrd="0" parTransId="{C89FDF13-D693-462B-B770-3B3974E212B5}" sibTransId="{B76F06A2-EF11-45FC-8BAE-1A39FF20EAFC}"/>
    <dgm:cxn modelId="{3AD7E681-0A32-4F14-A9E2-F3F43A8D4BF5}" type="presOf" srcId="{1E9213C6-5A15-4F04-BF76-02F759F695AC}" destId="{FE094791-4470-442E-B1FD-E7A6CF91A20B}" srcOrd="0" destOrd="0" presId="urn:microsoft.com/office/officeart/2009/3/layout/IncreasingArrowsProcess"/>
    <dgm:cxn modelId="{BE44AA86-29A5-4764-9EF7-8E726C5DFA0D}" srcId="{0F92333B-73D1-4828-A088-EACDB529778F}" destId="{DB001638-DA6B-47FD-B728-B5C7F5B79705}" srcOrd="2" destOrd="0" parTransId="{1A7A48B8-0F19-431C-8101-FCD89943DE87}" sibTransId="{E228A064-7BBE-4974-8270-AF38339D83D7}"/>
    <dgm:cxn modelId="{A3049C95-42D0-4EAF-9CEA-473487FB28EA}" srcId="{B119E32B-6E69-4DD5-AA12-2E6F9A92449A}" destId="{0F92333B-73D1-4828-A088-EACDB529778F}" srcOrd="1" destOrd="0" parTransId="{2B553E49-F0BF-46B2-9595-FCA7D634013D}" sibTransId="{C3730FA3-660C-4F3D-8C8A-6BC2AD6B1F95}"/>
    <dgm:cxn modelId="{DA920DAA-E697-402D-870E-180C01EFFBF2}" type="presOf" srcId="{AF321E96-7C31-4117-865D-0E4F205AA1F7}" destId="{2D710ECC-78E5-4A82-99A5-F8D8447B867C}" srcOrd="0" destOrd="4" presId="urn:microsoft.com/office/officeart/2009/3/layout/IncreasingArrowsProcess"/>
    <dgm:cxn modelId="{0C0462AA-6FF8-4A2F-BCA2-FC8D5E2815A1}" srcId="{0F92333B-73D1-4828-A088-EACDB529778F}" destId="{D6CAF144-32DE-4D27-87B0-9969F961A78B}" srcOrd="6" destOrd="0" parTransId="{6DABB017-23A3-47E3-A091-555CC2D18344}" sibTransId="{D3BC549A-7D78-4F4D-82DE-8D3F77BF2540}"/>
    <dgm:cxn modelId="{954C71AB-AD4E-491A-9362-A15CEAF52C94}" type="presOf" srcId="{E5E1F292-3098-4E16-AD77-4A4513F27C1A}" destId="{4B627C88-74CC-4A74-BFD3-C45112D090EE}" srcOrd="0" destOrd="4" presId="urn:microsoft.com/office/officeart/2009/3/layout/IncreasingArrowsProcess"/>
    <dgm:cxn modelId="{915587B6-8BCA-4CB8-B46B-ED17EB181065}" type="presOf" srcId="{99494BF7-C0A9-4D9A-A84E-DB2D224D5806}" destId="{4B627C88-74CC-4A74-BFD3-C45112D090EE}" srcOrd="0" destOrd="0" presId="urn:microsoft.com/office/officeart/2009/3/layout/IncreasingArrowsProcess"/>
    <dgm:cxn modelId="{04205ECB-F31B-4764-865F-894E3A8FF177}" type="presOf" srcId="{BABC488A-DA2C-47C8-8069-4FC43E1E1EA8}" destId="{4B627C88-74CC-4A74-BFD3-C45112D090EE}" srcOrd="0" destOrd="3" presId="urn:microsoft.com/office/officeart/2009/3/layout/IncreasingArrowsProcess"/>
    <dgm:cxn modelId="{6E79EFD4-A8BE-4E39-9DD9-56712619A73C}" srcId="{1E9213C6-5A15-4F04-BF76-02F759F695AC}" destId="{701A84A9-C0AF-46FC-B93B-28A8C533151A}" srcOrd="0" destOrd="0" parTransId="{825B317D-977B-4235-9F48-687150F5A16B}" sibTransId="{A2264E28-57F7-44B1-8E45-7B3D0FE968DA}"/>
    <dgm:cxn modelId="{B40EAED7-A96C-4DE0-928B-F3E6F2F628AD}" srcId="{0F92333B-73D1-4828-A088-EACDB529778F}" destId="{BABC488A-DA2C-47C8-8069-4FC43E1E1EA8}" srcOrd="3" destOrd="0" parTransId="{BA430C2A-7A5C-4A13-97A6-2BC5AD0C9687}" sibTransId="{343C8390-67FC-45A2-B820-D805EB9E2B1C}"/>
    <dgm:cxn modelId="{A05652E3-CC1C-4ED7-A942-6E2613A2E2CE}" srcId="{0F92333B-73D1-4828-A088-EACDB529778F}" destId="{E99AD66C-A091-4DF3-9318-D11A41A2978B}" srcOrd="5" destOrd="0" parTransId="{4508718C-C939-4E8F-BDD7-A8754DED9CC1}" sibTransId="{A4EDD614-3BD0-4564-A68F-053144A050AB}"/>
    <dgm:cxn modelId="{D7D972E4-2CD2-4EE1-B02F-E48FC93402B7}" srcId="{0F92333B-73D1-4828-A088-EACDB529778F}" destId="{99494BF7-C0A9-4D9A-A84E-DB2D224D5806}" srcOrd="0" destOrd="0" parTransId="{0769FB87-C403-4C81-BA39-09C659153142}" sibTransId="{064FDBBB-FDCE-425A-937B-DF45F8E05C58}"/>
    <dgm:cxn modelId="{2973DDF6-F439-48DF-BFD8-528C4C5A75E6}" type="presOf" srcId="{0F92333B-73D1-4828-A088-EACDB529778F}" destId="{24D1D00B-22F8-4F7D-85D5-C0E57E0151F6}" srcOrd="0" destOrd="0" presId="urn:microsoft.com/office/officeart/2009/3/layout/IncreasingArrowsProcess"/>
    <dgm:cxn modelId="{DFB2FFFE-98E3-42E3-A11B-70CC07570F75}" type="presOf" srcId="{0AE93892-AF1D-4C6F-BD7E-2EB3321B8903}" destId="{4B627C88-74CC-4A74-BFD3-C45112D090EE}" srcOrd="0" destOrd="1" presId="urn:microsoft.com/office/officeart/2009/3/layout/IncreasingArrowsProcess"/>
    <dgm:cxn modelId="{276A8867-651F-4F47-B7E2-BC5C855A6A17}" type="presParOf" srcId="{16F1F0D5-22F6-4F58-B5FA-434CAFB2D328}" destId="{FE094791-4470-442E-B1FD-E7A6CF91A20B}" srcOrd="0" destOrd="0" presId="urn:microsoft.com/office/officeart/2009/3/layout/IncreasingArrowsProcess"/>
    <dgm:cxn modelId="{40C14D50-023E-4415-9716-59501E6FCDDA}" type="presParOf" srcId="{16F1F0D5-22F6-4F58-B5FA-434CAFB2D328}" destId="{A3BC3669-A0E3-4C62-B1F4-56A27F90BA98}" srcOrd="1" destOrd="0" presId="urn:microsoft.com/office/officeart/2009/3/layout/IncreasingArrowsProcess"/>
    <dgm:cxn modelId="{BC762ACC-24E8-47F1-97C3-85A4B4592E0F}" type="presParOf" srcId="{16F1F0D5-22F6-4F58-B5FA-434CAFB2D328}" destId="{24D1D00B-22F8-4F7D-85D5-C0E57E0151F6}" srcOrd="2" destOrd="0" presId="urn:microsoft.com/office/officeart/2009/3/layout/IncreasingArrowsProcess"/>
    <dgm:cxn modelId="{DD24953C-830E-40AB-9E04-E1CE7528B4B1}" type="presParOf" srcId="{16F1F0D5-22F6-4F58-B5FA-434CAFB2D328}" destId="{4B627C88-74CC-4A74-BFD3-C45112D090EE}" srcOrd="3" destOrd="0" presId="urn:microsoft.com/office/officeart/2009/3/layout/IncreasingArrowsProcess"/>
    <dgm:cxn modelId="{FDA68D1E-9CAE-49B8-B2BB-C2915DA5C38F}" type="presParOf" srcId="{16F1F0D5-22F6-4F58-B5FA-434CAFB2D328}" destId="{D1CFCBF2-837C-4D4A-B2CA-33F38EABA1AF}" srcOrd="4" destOrd="0" presId="urn:microsoft.com/office/officeart/2009/3/layout/IncreasingArrowsProcess"/>
    <dgm:cxn modelId="{BA726560-2DCD-400E-909A-B43B98EF21B8}" type="presParOf" srcId="{16F1F0D5-22F6-4F58-B5FA-434CAFB2D328}" destId="{2D710ECC-78E5-4A82-99A5-F8D8447B867C}" srcOrd="5"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621E10-C8D6-4525-A4F9-934B11181EC0}" type="doc">
      <dgm:prSet loTypeId="urn:microsoft.com/office/officeart/2005/8/layout/hList9" loCatId="list" qsTypeId="urn:microsoft.com/office/officeart/2005/8/quickstyle/simple1#6" qsCatId="simple" csTypeId="urn:microsoft.com/office/officeart/2005/8/colors/accent1_3#1" csCatId="accent1" phldr="1"/>
      <dgm:spPr/>
      <dgm:t>
        <a:bodyPr/>
        <a:lstStyle/>
        <a:p>
          <a:endParaRPr lang="en-IN"/>
        </a:p>
      </dgm:t>
    </dgm:pt>
    <dgm:pt modelId="{66750CDA-BABF-4548-9501-1AC259995236}">
      <dgm:prSet phldrT="[Text]" custT="1"/>
      <dgm:spPr/>
      <dgm:t>
        <a:bodyPr/>
        <a:lstStyle/>
        <a:p>
          <a:pPr>
            <a:buNone/>
          </a:pPr>
          <a:r>
            <a:rPr lang="en-IN" sz="1200" b="1" i="0" dirty="0"/>
            <a:t>Faster Decision Making</a:t>
          </a:r>
          <a:endParaRPr lang="en-IN" sz="1200" dirty="0"/>
        </a:p>
      </dgm:t>
    </dgm:pt>
    <dgm:pt modelId="{CD198541-C04B-443F-B6B7-B5CB0C8FC3F2}" type="parTrans" cxnId="{FD279CB3-BBDC-474D-8FE0-B4725D05C620}">
      <dgm:prSet/>
      <dgm:spPr/>
      <dgm:t>
        <a:bodyPr/>
        <a:lstStyle/>
        <a:p>
          <a:endParaRPr lang="en-IN" sz="1800"/>
        </a:p>
      </dgm:t>
    </dgm:pt>
    <dgm:pt modelId="{157E0408-272F-4853-9BE7-23E140ABFB36}" type="sibTrans" cxnId="{FD279CB3-BBDC-474D-8FE0-B4725D05C620}">
      <dgm:prSet/>
      <dgm:spPr/>
      <dgm:t>
        <a:bodyPr/>
        <a:lstStyle/>
        <a:p>
          <a:endParaRPr lang="en-IN" sz="1800"/>
        </a:p>
      </dgm:t>
    </dgm:pt>
    <dgm:pt modelId="{25F77234-B802-4A64-8082-DF07564E133B}">
      <dgm:prSet custT="1"/>
      <dgm:spPr/>
      <dgm:t>
        <a:bodyPr/>
        <a:lstStyle/>
        <a:p>
          <a:pPr>
            <a:buFont typeface="Arial" panose="020B0604020202020204" pitchFamily="34" charset="0"/>
            <a:buChar char="•"/>
          </a:pPr>
          <a:r>
            <a:rPr lang="en-IN" sz="1400" b="0" i="0" dirty="0">
              <a:solidFill>
                <a:schemeClr val="tx2"/>
              </a:solidFill>
            </a:rPr>
            <a:t>AI-driven </a:t>
          </a:r>
          <a:r>
            <a:rPr lang="en-IN" sz="1400" b="1" i="0" dirty="0">
              <a:solidFill>
                <a:schemeClr val="tx2"/>
              </a:solidFill>
            </a:rPr>
            <a:t>Go/No-Go </a:t>
          </a:r>
          <a:r>
            <a:rPr lang="en-IN" sz="1400" b="0" i="0" dirty="0">
              <a:solidFill>
                <a:schemeClr val="tx2"/>
              </a:solidFill>
            </a:rPr>
            <a:t>recommendations</a:t>
          </a:r>
        </a:p>
      </dgm:t>
    </dgm:pt>
    <dgm:pt modelId="{19B57A7E-1D50-47E1-BED4-FEF0AB88B568}" type="parTrans" cxnId="{9D58F547-B47C-4495-93BF-BF7A59E0D5B8}">
      <dgm:prSet/>
      <dgm:spPr/>
      <dgm:t>
        <a:bodyPr/>
        <a:lstStyle/>
        <a:p>
          <a:endParaRPr lang="en-IN" sz="1800"/>
        </a:p>
      </dgm:t>
    </dgm:pt>
    <dgm:pt modelId="{F291E406-5D9F-45DB-B74F-4CE1BB6C7542}" type="sibTrans" cxnId="{9D58F547-B47C-4495-93BF-BF7A59E0D5B8}">
      <dgm:prSet/>
      <dgm:spPr/>
      <dgm:t>
        <a:bodyPr/>
        <a:lstStyle/>
        <a:p>
          <a:endParaRPr lang="en-IN" sz="1800"/>
        </a:p>
      </dgm:t>
    </dgm:pt>
    <dgm:pt modelId="{3463D164-D687-415A-A73E-660BDDEBBF48}">
      <dgm:prSet custT="1"/>
      <dgm:spPr/>
      <dgm:t>
        <a:bodyPr/>
        <a:lstStyle/>
        <a:p>
          <a:pPr>
            <a:buFont typeface="Arial" panose="020B0604020202020204" pitchFamily="34" charset="0"/>
            <a:buChar char="•"/>
          </a:pPr>
          <a:r>
            <a:rPr lang="en-IN" sz="1400" b="0" i="0" dirty="0">
              <a:solidFill>
                <a:schemeClr val="tx2"/>
              </a:solidFill>
            </a:rPr>
            <a:t>Instant performance health assessment</a:t>
          </a:r>
        </a:p>
      </dgm:t>
    </dgm:pt>
    <dgm:pt modelId="{9A5A153A-AF5F-4058-AB6A-F1CB27C5BA47}" type="parTrans" cxnId="{E84AB71B-6EAB-41D0-95F1-89B8B82131EF}">
      <dgm:prSet/>
      <dgm:spPr/>
      <dgm:t>
        <a:bodyPr/>
        <a:lstStyle/>
        <a:p>
          <a:endParaRPr lang="en-IN" sz="1800"/>
        </a:p>
      </dgm:t>
    </dgm:pt>
    <dgm:pt modelId="{B5AD7013-6A01-450D-A815-8128C83E0ACC}" type="sibTrans" cxnId="{E84AB71B-6EAB-41D0-95F1-89B8B82131EF}">
      <dgm:prSet/>
      <dgm:spPr/>
      <dgm:t>
        <a:bodyPr/>
        <a:lstStyle/>
        <a:p>
          <a:endParaRPr lang="en-IN" sz="1800"/>
        </a:p>
      </dgm:t>
    </dgm:pt>
    <dgm:pt modelId="{0D0A1B9A-3B14-482E-ABF6-1F1558D1D6B4}">
      <dgm:prSet custT="1"/>
      <dgm:spPr/>
      <dgm:t>
        <a:bodyPr/>
        <a:lstStyle/>
        <a:p>
          <a:pPr>
            <a:buFont typeface="Arial" panose="020B0604020202020204" pitchFamily="34" charset="0"/>
            <a:buChar char="•"/>
          </a:pPr>
          <a:r>
            <a:rPr lang="en-IN" sz="1400" b="0" i="0" dirty="0">
              <a:solidFill>
                <a:schemeClr val="tx2"/>
              </a:solidFill>
            </a:rPr>
            <a:t>Reduced dependency on manual analysis</a:t>
          </a:r>
        </a:p>
      </dgm:t>
    </dgm:pt>
    <dgm:pt modelId="{79F64031-6004-4A4F-80DA-BB5E2F84C1AC}" type="parTrans" cxnId="{C274F506-F602-4A93-9968-A3F2EE02AD86}">
      <dgm:prSet/>
      <dgm:spPr/>
      <dgm:t>
        <a:bodyPr/>
        <a:lstStyle/>
        <a:p>
          <a:endParaRPr lang="en-IN" sz="1800"/>
        </a:p>
      </dgm:t>
    </dgm:pt>
    <dgm:pt modelId="{2659DAD9-AAFD-4C53-A9F7-2FAE7E396B1F}" type="sibTrans" cxnId="{C274F506-F602-4A93-9968-A3F2EE02AD86}">
      <dgm:prSet/>
      <dgm:spPr/>
      <dgm:t>
        <a:bodyPr/>
        <a:lstStyle/>
        <a:p>
          <a:endParaRPr lang="en-IN" sz="1800"/>
        </a:p>
      </dgm:t>
    </dgm:pt>
    <dgm:pt modelId="{3956AC8A-69C1-4AF0-990C-B574E52131A2}">
      <dgm:prSet custT="1"/>
      <dgm:spPr/>
      <dgm:t>
        <a:bodyPr/>
        <a:lstStyle/>
        <a:p>
          <a:pPr>
            <a:buNone/>
          </a:pPr>
          <a:r>
            <a:rPr lang="en-IN" sz="1200" b="1" i="0"/>
            <a:t>Improved Quality</a:t>
          </a:r>
        </a:p>
      </dgm:t>
    </dgm:pt>
    <dgm:pt modelId="{8F9B23AF-CC9D-4034-A740-B09295C7243A}" type="parTrans" cxnId="{AA0D81C4-6CA6-4B61-918F-6CD4AAFE97BC}">
      <dgm:prSet/>
      <dgm:spPr/>
      <dgm:t>
        <a:bodyPr/>
        <a:lstStyle/>
        <a:p>
          <a:endParaRPr lang="en-IN" sz="1800"/>
        </a:p>
      </dgm:t>
    </dgm:pt>
    <dgm:pt modelId="{9D209816-76A3-478A-B046-DCEF21F5BE2F}" type="sibTrans" cxnId="{AA0D81C4-6CA6-4B61-918F-6CD4AAFE97BC}">
      <dgm:prSet/>
      <dgm:spPr/>
      <dgm:t>
        <a:bodyPr/>
        <a:lstStyle/>
        <a:p>
          <a:endParaRPr lang="en-IN" sz="1800"/>
        </a:p>
      </dgm:t>
    </dgm:pt>
    <dgm:pt modelId="{6C3F3EB2-F976-47F4-A5D1-523704A44B80}">
      <dgm:prSet custT="1"/>
      <dgm:spPr/>
      <dgm:t>
        <a:bodyPr/>
        <a:lstStyle/>
        <a:p>
          <a:pPr>
            <a:buFont typeface="Arial" panose="020B0604020202020204" pitchFamily="34" charset="0"/>
            <a:buChar char="•"/>
          </a:pPr>
          <a:r>
            <a:rPr lang="en-IN" sz="1400" b="0" i="0">
              <a:solidFill>
                <a:schemeClr val="tx2"/>
              </a:solidFill>
            </a:rPr>
            <a:t>Early detection of degradation trends</a:t>
          </a:r>
        </a:p>
      </dgm:t>
    </dgm:pt>
    <dgm:pt modelId="{8355FEFA-AAA9-49A9-BF59-1A8D61C8DB40}" type="parTrans" cxnId="{FBB7C234-38F5-450A-949D-5ED38AEA4A4E}">
      <dgm:prSet/>
      <dgm:spPr/>
      <dgm:t>
        <a:bodyPr/>
        <a:lstStyle/>
        <a:p>
          <a:endParaRPr lang="en-IN" sz="1800"/>
        </a:p>
      </dgm:t>
    </dgm:pt>
    <dgm:pt modelId="{0A5DD703-0C87-492E-A812-B92FCD2661A4}" type="sibTrans" cxnId="{FBB7C234-38F5-450A-949D-5ED38AEA4A4E}">
      <dgm:prSet/>
      <dgm:spPr/>
      <dgm:t>
        <a:bodyPr/>
        <a:lstStyle/>
        <a:p>
          <a:endParaRPr lang="en-IN" sz="1800"/>
        </a:p>
      </dgm:t>
    </dgm:pt>
    <dgm:pt modelId="{15D11E64-3ADE-4DA6-9969-CA75209B4C62}">
      <dgm:prSet custT="1"/>
      <dgm:spPr/>
      <dgm:t>
        <a:bodyPr/>
        <a:lstStyle/>
        <a:p>
          <a:pPr>
            <a:buFont typeface="Arial" panose="020B0604020202020204" pitchFamily="34" charset="0"/>
            <a:buChar char="•"/>
          </a:pPr>
          <a:r>
            <a:rPr lang="en-IN" sz="1400" b="0" i="0">
              <a:solidFill>
                <a:schemeClr val="tx2"/>
              </a:solidFill>
            </a:rPr>
            <a:t>Prevention of performance regressions</a:t>
          </a:r>
        </a:p>
      </dgm:t>
    </dgm:pt>
    <dgm:pt modelId="{A1E56085-DECE-4379-B80C-D7694E30AE7B}" type="parTrans" cxnId="{5DAE754E-F3E6-4716-9C29-B422F7D9A55C}">
      <dgm:prSet/>
      <dgm:spPr/>
      <dgm:t>
        <a:bodyPr/>
        <a:lstStyle/>
        <a:p>
          <a:endParaRPr lang="en-IN" sz="1800"/>
        </a:p>
      </dgm:t>
    </dgm:pt>
    <dgm:pt modelId="{F94DB25F-939B-4F3E-A5D0-13B1571A0708}" type="sibTrans" cxnId="{5DAE754E-F3E6-4716-9C29-B422F7D9A55C}">
      <dgm:prSet/>
      <dgm:spPr/>
      <dgm:t>
        <a:bodyPr/>
        <a:lstStyle/>
        <a:p>
          <a:endParaRPr lang="en-IN" sz="1800"/>
        </a:p>
      </dgm:t>
    </dgm:pt>
    <dgm:pt modelId="{9ADF7611-6372-4D4D-AB9A-C6B79F93223E}">
      <dgm:prSet custT="1"/>
      <dgm:spPr/>
      <dgm:t>
        <a:bodyPr/>
        <a:lstStyle/>
        <a:p>
          <a:pPr>
            <a:buFont typeface="Arial" panose="020B0604020202020204" pitchFamily="34" charset="0"/>
            <a:buChar char="•"/>
          </a:pPr>
          <a:r>
            <a:rPr lang="en-IN" sz="1400" b="0" i="0">
              <a:solidFill>
                <a:schemeClr val="tx2"/>
              </a:solidFill>
            </a:rPr>
            <a:t>Improved release confidence</a:t>
          </a:r>
        </a:p>
      </dgm:t>
    </dgm:pt>
    <dgm:pt modelId="{F1E146B7-F2C6-4FC4-BE6C-AFB9245C72C3}" type="parTrans" cxnId="{F1D20A9F-02C9-484A-A5E0-C79D79BE4FCC}">
      <dgm:prSet/>
      <dgm:spPr/>
      <dgm:t>
        <a:bodyPr/>
        <a:lstStyle/>
        <a:p>
          <a:endParaRPr lang="en-IN" sz="1800"/>
        </a:p>
      </dgm:t>
    </dgm:pt>
    <dgm:pt modelId="{51A6D880-9E15-4A77-A649-EE09A31DCFEA}" type="sibTrans" cxnId="{F1D20A9F-02C9-484A-A5E0-C79D79BE4FCC}">
      <dgm:prSet/>
      <dgm:spPr/>
      <dgm:t>
        <a:bodyPr/>
        <a:lstStyle/>
        <a:p>
          <a:endParaRPr lang="en-IN" sz="1800"/>
        </a:p>
      </dgm:t>
    </dgm:pt>
    <dgm:pt modelId="{E15CF8DA-C568-4A44-B959-BCD21D9C8F7D}">
      <dgm:prSet custT="1"/>
      <dgm:spPr/>
      <dgm:t>
        <a:bodyPr/>
        <a:lstStyle/>
        <a:p>
          <a:pPr>
            <a:buNone/>
          </a:pPr>
          <a:r>
            <a:rPr lang="en-IN" sz="1200" b="1" i="0" dirty="0"/>
            <a:t>Reduced Cost &amp; Effort</a:t>
          </a:r>
        </a:p>
      </dgm:t>
    </dgm:pt>
    <dgm:pt modelId="{DEFA7E8F-BACD-473F-95D3-00D07E3B5AE8}" type="parTrans" cxnId="{2EBCA519-5618-40B0-98A9-65B919E3C4EF}">
      <dgm:prSet/>
      <dgm:spPr/>
      <dgm:t>
        <a:bodyPr/>
        <a:lstStyle/>
        <a:p>
          <a:endParaRPr lang="en-IN" sz="1800"/>
        </a:p>
      </dgm:t>
    </dgm:pt>
    <dgm:pt modelId="{5ECCACC0-7BBF-4AA8-B1B3-80FAD94046EC}" type="sibTrans" cxnId="{2EBCA519-5618-40B0-98A9-65B919E3C4EF}">
      <dgm:prSet/>
      <dgm:spPr/>
      <dgm:t>
        <a:bodyPr/>
        <a:lstStyle/>
        <a:p>
          <a:endParaRPr lang="en-IN" sz="1800"/>
        </a:p>
      </dgm:t>
    </dgm:pt>
    <dgm:pt modelId="{2F7C96F2-FB09-4107-B1CB-A3B0CC0EDA9C}">
      <dgm:prSet custT="1"/>
      <dgm:spPr/>
      <dgm:t>
        <a:bodyPr/>
        <a:lstStyle/>
        <a:p>
          <a:pPr>
            <a:buFont typeface="Arial" panose="020B0604020202020204" pitchFamily="34" charset="0"/>
            <a:buChar char="•"/>
          </a:pPr>
          <a:r>
            <a:rPr lang="en-IN" sz="1400" b="0" i="0">
              <a:solidFill>
                <a:schemeClr val="tx2"/>
              </a:solidFill>
            </a:rPr>
            <a:t>60-70% reduction in result analysis effort</a:t>
          </a:r>
        </a:p>
      </dgm:t>
    </dgm:pt>
    <dgm:pt modelId="{1018BDFF-980E-42DE-8930-C8AFA3336B8D}" type="parTrans" cxnId="{2F0F26AF-B320-4080-9412-8B041D3FB5AD}">
      <dgm:prSet/>
      <dgm:spPr/>
      <dgm:t>
        <a:bodyPr/>
        <a:lstStyle/>
        <a:p>
          <a:endParaRPr lang="en-IN" sz="1800"/>
        </a:p>
      </dgm:t>
    </dgm:pt>
    <dgm:pt modelId="{1D913FDE-CFB0-4737-8A65-41AB9C3EAA5E}" type="sibTrans" cxnId="{2F0F26AF-B320-4080-9412-8B041D3FB5AD}">
      <dgm:prSet/>
      <dgm:spPr/>
      <dgm:t>
        <a:bodyPr/>
        <a:lstStyle/>
        <a:p>
          <a:endParaRPr lang="en-IN" sz="1800"/>
        </a:p>
      </dgm:t>
    </dgm:pt>
    <dgm:pt modelId="{16D4FC7C-639B-415F-B4D9-90137280E876}">
      <dgm:prSet custT="1"/>
      <dgm:spPr/>
      <dgm:t>
        <a:bodyPr/>
        <a:lstStyle/>
        <a:p>
          <a:pPr>
            <a:buFont typeface="Arial" panose="020B0604020202020204" pitchFamily="34" charset="0"/>
            <a:buChar char="•"/>
          </a:pPr>
          <a:r>
            <a:rPr lang="en-IN" sz="1400" b="0" i="0">
              <a:solidFill>
                <a:schemeClr val="tx2"/>
              </a:solidFill>
            </a:rPr>
            <a:t>Faster RCA identification</a:t>
          </a:r>
        </a:p>
      </dgm:t>
    </dgm:pt>
    <dgm:pt modelId="{D0CAE678-583E-417F-857B-F159B91E297D}" type="parTrans" cxnId="{BFA25EEE-4313-4A96-B467-F09A505E43D5}">
      <dgm:prSet/>
      <dgm:spPr/>
      <dgm:t>
        <a:bodyPr/>
        <a:lstStyle/>
        <a:p>
          <a:endParaRPr lang="en-IN" sz="1800"/>
        </a:p>
      </dgm:t>
    </dgm:pt>
    <dgm:pt modelId="{FE8D974E-80CC-47DF-90AC-DA3EB8B2FC79}" type="sibTrans" cxnId="{BFA25EEE-4313-4A96-B467-F09A505E43D5}">
      <dgm:prSet/>
      <dgm:spPr/>
      <dgm:t>
        <a:bodyPr/>
        <a:lstStyle/>
        <a:p>
          <a:endParaRPr lang="en-IN" sz="1800"/>
        </a:p>
      </dgm:t>
    </dgm:pt>
    <dgm:pt modelId="{14EE6807-CC1D-4B4D-844E-7182F615F88F}">
      <dgm:prSet custT="1"/>
      <dgm:spPr/>
      <dgm:t>
        <a:bodyPr/>
        <a:lstStyle/>
        <a:p>
          <a:pPr>
            <a:buFont typeface="Arial" panose="020B0604020202020204" pitchFamily="34" charset="0"/>
            <a:buChar char="•"/>
          </a:pPr>
          <a:r>
            <a:rPr lang="en-IN" sz="1400" b="0" i="0">
              <a:solidFill>
                <a:schemeClr val="tx2"/>
              </a:solidFill>
            </a:rPr>
            <a:t>Reduced performance engineering cycle time</a:t>
          </a:r>
        </a:p>
      </dgm:t>
    </dgm:pt>
    <dgm:pt modelId="{059F8A85-576B-4559-8120-73199C3FE9A1}" type="parTrans" cxnId="{512F73FC-2D93-4079-8652-A89B3D2A8624}">
      <dgm:prSet/>
      <dgm:spPr/>
      <dgm:t>
        <a:bodyPr/>
        <a:lstStyle/>
        <a:p>
          <a:endParaRPr lang="en-IN" sz="1800"/>
        </a:p>
      </dgm:t>
    </dgm:pt>
    <dgm:pt modelId="{EC3E80C5-E52A-4286-A675-FE01D788115E}" type="sibTrans" cxnId="{512F73FC-2D93-4079-8652-A89B3D2A8624}">
      <dgm:prSet/>
      <dgm:spPr/>
      <dgm:t>
        <a:bodyPr/>
        <a:lstStyle/>
        <a:p>
          <a:endParaRPr lang="en-IN" sz="1800"/>
        </a:p>
      </dgm:t>
    </dgm:pt>
    <dgm:pt modelId="{CC3897A3-D441-417F-B79E-D8AAFEE09AB1}">
      <dgm:prSet custT="1"/>
      <dgm:spPr/>
      <dgm:t>
        <a:bodyPr/>
        <a:lstStyle/>
        <a:p>
          <a:pPr>
            <a:buNone/>
          </a:pPr>
          <a:r>
            <a:rPr lang="en-IN" sz="1200" b="1" i="0"/>
            <a:t>Better Business Outcomes</a:t>
          </a:r>
        </a:p>
      </dgm:t>
    </dgm:pt>
    <dgm:pt modelId="{0D619427-7227-4841-A381-CF7A76FEB486}" type="parTrans" cxnId="{D4DD04DE-F652-4E70-86CA-02CBCCF25277}">
      <dgm:prSet/>
      <dgm:spPr/>
      <dgm:t>
        <a:bodyPr/>
        <a:lstStyle/>
        <a:p>
          <a:endParaRPr lang="en-IN" sz="1800"/>
        </a:p>
      </dgm:t>
    </dgm:pt>
    <dgm:pt modelId="{798ECB6E-30CA-4610-8AF0-7643CE13D069}" type="sibTrans" cxnId="{D4DD04DE-F652-4E70-86CA-02CBCCF25277}">
      <dgm:prSet/>
      <dgm:spPr/>
      <dgm:t>
        <a:bodyPr/>
        <a:lstStyle/>
        <a:p>
          <a:endParaRPr lang="en-IN" sz="1800"/>
        </a:p>
      </dgm:t>
    </dgm:pt>
    <dgm:pt modelId="{1ECBF41D-1E80-4412-83ED-A3DAC938A434}">
      <dgm:prSet custT="1"/>
      <dgm:spPr/>
      <dgm:t>
        <a:bodyPr/>
        <a:lstStyle/>
        <a:p>
          <a:pPr>
            <a:buFont typeface="Arial" panose="020B0604020202020204" pitchFamily="34" charset="0"/>
            <a:buChar char="•"/>
          </a:pPr>
          <a:r>
            <a:rPr lang="en-IN" sz="1400" b="0" i="0">
              <a:solidFill>
                <a:schemeClr val="tx2"/>
              </a:solidFill>
            </a:rPr>
            <a:t>Improved application stability</a:t>
          </a:r>
        </a:p>
      </dgm:t>
    </dgm:pt>
    <dgm:pt modelId="{8CF13C3C-7E20-4993-AFDF-FBAA27BA643C}" type="parTrans" cxnId="{83FFEC73-C190-42CF-82E7-D8AA8F8837A8}">
      <dgm:prSet/>
      <dgm:spPr/>
      <dgm:t>
        <a:bodyPr/>
        <a:lstStyle/>
        <a:p>
          <a:endParaRPr lang="en-IN" sz="1800"/>
        </a:p>
      </dgm:t>
    </dgm:pt>
    <dgm:pt modelId="{5F6819F6-2B70-42D8-A398-748F686E5607}" type="sibTrans" cxnId="{83FFEC73-C190-42CF-82E7-D8AA8F8837A8}">
      <dgm:prSet/>
      <dgm:spPr/>
      <dgm:t>
        <a:bodyPr/>
        <a:lstStyle/>
        <a:p>
          <a:endParaRPr lang="en-IN" sz="1800"/>
        </a:p>
      </dgm:t>
    </dgm:pt>
    <dgm:pt modelId="{F26A3152-E28F-415C-8A7A-F8D8DF267127}">
      <dgm:prSet custT="1"/>
      <dgm:spPr/>
      <dgm:t>
        <a:bodyPr/>
        <a:lstStyle/>
        <a:p>
          <a:pPr>
            <a:buFont typeface="Arial" panose="020B0604020202020204" pitchFamily="34" charset="0"/>
            <a:buChar char="•"/>
          </a:pPr>
          <a:r>
            <a:rPr lang="en-IN" sz="1400" b="0" i="0">
              <a:solidFill>
                <a:schemeClr val="tx2"/>
              </a:solidFill>
            </a:rPr>
            <a:t>Faster release velocity</a:t>
          </a:r>
        </a:p>
      </dgm:t>
    </dgm:pt>
    <dgm:pt modelId="{2BBF1D3C-B0E2-4DC6-A0F6-EAA40917DD2A}" type="parTrans" cxnId="{A8C8C45F-A39B-40D4-B19D-DD65F42794AE}">
      <dgm:prSet/>
      <dgm:spPr/>
      <dgm:t>
        <a:bodyPr/>
        <a:lstStyle/>
        <a:p>
          <a:endParaRPr lang="en-IN" sz="1800"/>
        </a:p>
      </dgm:t>
    </dgm:pt>
    <dgm:pt modelId="{DE48D552-19F9-4B2D-801B-316BB134469E}" type="sibTrans" cxnId="{A8C8C45F-A39B-40D4-B19D-DD65F42794AE}">
      <dgm:prSet/>
      <dgm:spPr/>
      <dgm:t>
        <a:bodyPr/>
        <a:lstStyle/>
        <a:p>
          <a:endParaRPr lang="en-IN" sz="1800"/>
        </a:p>
      </dgm:t>
    </dgm:pt>
    <dgm:pt modelId="{05E979B0-DC0B-4588-A277-40CE2C8BA126}">
      <dgm:prSet custT="1"/>
      <dgm:spPr/>
      <dgm:t>
        <a:bodyPr/>
        <a:lstStyle/>
        <a:p>
          <a:pPr>
            <a:buFont typeface="Arial" panose="020B0604020202020204" pitchFamily="34" charset="0"/>
            <a:buChar char="•"/>
          </a:pPr>
          <a:r>
            <a:rPr lang="en-IN" sz="1400" b="0" i="0">
              <a:solidFill>
                <a:schemeClr val="tx2"/>
              </a:solidFill>
            </a:rPr>
            <a:t>Reduced production incidents</a:t>
          </a:r>
        </a:p>
      </dgm:t>
    </dgm:pt>
    <dgm:pt modelId="{5AF5E3F8-E27E-43F5-8583-A534198EDEEA}" type="parTrans" cxnId="{ADBBDCBB-5F0E-4EF2-A487-30711C6A2BB1}">
      <dgm:prSet/>
      <dgm:spPr/>
      <dgm:t>
        <a:bodyPr/>
        <a:lstStyle/>
        <a:p>
          <a:endParaRPr lang="en-IN" sz="1800"/>
        </a:p>
      </dgm:t>
    </dgm:pt>
    <dgm:pt modelId="{3D45CC51-EEBE-49C1-A480-1177F44707B5}" type="sibTrans" cxnId="{ADBBDCBB-5F0E-4EF2-A487-30711C6A2BB1}">
      <dgm:prSet/>
      <dgm:spPr/>
      <dgm:t>
        <a:bodyPr/>
        <a:lstStyle/>
        <a:p>
          <a:endParaRPr lang="en-IN" sz="1800"/>
        </a:p>
      </dgm:t>
    </dgm:pt>
    <dgm:pt modelId="{82422B46-C7A1-4B65-841E-FD5E71DD4B69}">
      <dgm:prSet custT="1"/>
      <dgm:spPr/>
      <dgm:t>
        <a:bodyPr/>
        <a:lstStyle/>
        <a:p>
          <a:pPr>
            <a:buFont typeface="Arial" panose="020B0604020202020204" pitchFamily="34" charset="0"/>
            <a:buChar char="•"/>
          </a:pPr>
          <a:r>
            <a:rPr lang="en-IN" sz="1400" b="0" i="0" dirty="0">
              <a:solidFill>
                <a:schemeClr val="tx2"/>
              </a:solidFill>
            </a:rPr>
            <a:t>Enhanced customer experience</a:t>
          </a:r>
        </a:p>
      </dgm:t>
    </dgm:pt>
    <dgm:pt modelId="{331F65DA-2B55-4976-A9E4-BC05E09AFF3D}" type="parTrans" cxnId="{1D3833A5-28AB-4591-B845-9E00710DE7C7}">
      <dgm:prSet/>
      <dgm:spPr/>
      <dgm:t>
        <a:bodyPr/>
        <a:lstStyle/>
        <a:p>
          <a:endParaRPr lang="en-IN" sz="1800"/>
        </a:p>
      </dgm:t>
    </dgm:pt>
    <dgm:pt modelId="{D1B16169-C4C2-4C6B-98B3-1D46E6D983DD}" type="sibTrans" cxnId="{1D3833A5-28AB-4591-B845-9E00710DE7C7}">
      <dgm:prSet/>
      <dgm:spPr/>
      <dgm:t>
        <a:bodyPr/>
        <a:lstStyle/>
        <a:p>
          <a:endParaRPr lang="en-IN" sz="1800"/>
        </a:p>
      </dgm:t>
    </dgm:pt>
    <dgm:pt modelId="{3B380819-3686-42B4-BC2B-F2751C754E56}">
      <dgm:prSet custT="1"/>
      <dgm:spPr/>
      <dgm:t>
        <a:bodyPr/>
        <a:lstStyle/>
        <a:p>
          <a:pPr>
            <a:buNone/>
          </a:pPr>
          <a:r>
            <a:rPr lang="en-IN" sz="1200" b="1" i="0"/>
            <a:t>Executive Insights</a:t>
          </a:r>
        </a:p>
      </dgm:t>
    </dgm:pt>
    <dgm:pt modelId="{D14DB579-ADB3-490F-A4FD-904CA8998373}" type="parTrans" cxnId="{D5337181-611F-4431-8BC1-0025D10A08D2}">
      <dgm:prSet/>
      <dgm:spPr/>
      <dgm:t>
        <a:bodyPr/>
        <a:lstStyle/>
        <a:p>
          <a:endParaRPr lang="en-IN" sz="1800"/>
        </a:p>
      </dgm:t>
    </dgm:pt>
    <dgm:pt modelId="{E3E726E9-AEB3-468A-9833-9A1DAA055016}" type="sibTrans" cxnId="{D5337181-611F-4431-8BC1-0025D10A08D2}">
      <dgm:prSet/>
      <dgm:spPr/>
      <dgm:t>
        <a:bodyPr/>
        <a:lstStyle/>
        <a:p>
          <a:endParaRPr lang="en-IN" sz="1800"/>
        </a:p>
      </dgm:t>
    </dgm:pt>
    <dgm:pt modelId="{4AF15A1F-CA8E-4832-A188-7E09F477DCB6}">
      <dgm:prSet custT="1"/>
      <dgm:spPr/>
      <dgm:t>
        <a:bodyPr/>
        <a:lstStyle/>
        <a:p>
          <a:pPr>
            <a:buFont typeface="Arial" panose="020B0604020202020204" pitchFamily="34" charset="0"/>
            <a:buChar char="•"/>
          </a:pPr>
          <a:r>
            <a:rPr lang="en-IN" sz="1400" b="0" i="0">
              <a:solidFill>
                <a:schemeClr val="tx2"/>
              </a:solidFill>
            </a:rPr>
            <a:t>Release Readiness Score</a:t>
          </a:r>
        </a:p>
      </dgm:t>
    </dgm:pt>
    <dgm:pt modelId="{D4CA9E5E-DFAA-4796-A0E9-B118830D9C70}" type="parTrans" cxnId="{E4F576B6-EF1B-40F4-BF8E-BA6E7E2742E8}">
      <dgm:prSet/>
      <dgm:spPr/>
      <dgm:t>
        <a:bodyPr/>
        <a:lstStyle/>
        <a:p>
          <a:endParaRPr lang="en-IN" sz="1800"/>
        </a:p>
      </dgm:t>
    </dgm:pt>
    <dgm:pt modelId="{8DD7F0A8-86EB-4862-AB69-6CEF045DAE28}" type="sibTrans" cxnId="{E4F576B6-EF1B-40F4-BF8E-BA6E7E2742E8}">
      <dgm:prSet/>
      <dgm:spPr/>
      <dgm:t>
        <a:bodyPr/>
        <a:lstStyle/>
        <a:p>
          <a:endParaRPr lang="en-IN" sz="1800"/>
        </a:p>
      </dgm:t>
    </dgm:pt>
    <dgm:pt modelId="{B4686F51-10F3-499C-8239-F087BBA33D72}">
      <dgm:prSet custT="1"/>
      <dgm:spPr/>
      <dgm:t>
        <a:bodyPr/>
        <a:lstStyle/>
        <a:p>
          <a:pPr>
            <a:buFont typeface="Arial" panose="020B0604020202020204" pitchFamily="34" charset="0"/>
            <a:buChar char="•"/>
          </a:pPr>
          <a:r>
            <a:rPr lang="en-IN" sz="1400" b="0" i="0">
              <a:solidFill>
                <a:schemeClr val="tx2"/>
              </a:solidFill>
            </a:rPr>
            <a:t>Performance Risk Heat Map</a:t>
          </a:r>
        </a:p>
      </dgm:t>
    </dgm:pt>
    <dgm:pt modelId="{764BCAD2-AFE8-4308-A594-A5B1CA809BC0}" type="parTrans" cxnId="{835ED8DE-F150-488E-89DD-DE9917554C7B}">
      <dgm:prSet/>
      <dgm:spPr/>
      <dgm:t>
        <a:bodyPr/>
        <a:lstStyle/>
        <a:p>
          <a:endParaRPr lang="en-IN" sz="1800"/>
        </a:p>
      </dgm:t>
    </dgm:pt>
    <dgm:pt modelId="{F2974697-FCBA-4D5E-ADEE-7FBFEB51EC1D}" type="sibTrans" cxnId="{835ED8DE-F150-488E-89DD-DE9917554C7B}">
      <dgm:prSet/>
      <dgm:spPr/>
      <dgm:t>
        <a:bodyPr/>
        <a:lstStyle/>
        <a:p>
          <a:endParaRPr lang="en-IN" sz="1800"/>
        </a:p>
      </dgm:t>
    </dgm:pt>
    <dgm:pt modelId="{BDD67C8D-2A10-41B6-8AAF-6DF49121E090}">
      <dgm:prSet custT="1"/>
      <dgm:spPr/>
      <dgm:t>
        <a:bodyPr/>
        <a:lstStyle/>
        <a:p>
          <a:pPr>
            <a:buFont typeface="Arial" panose="020B0604020202020204" pitchFamily="34" charset="0"/>
            <a:buChar char="•"/>
          </a:pPr>
          <a:r>
            <a:rPr lang="en-IN" sz="1400" b="0" i="0">
              <a:solidFill>
                <a:schemeClr val="tx2"/>
              </a:solidFill>
            </a:rPr>
            <a:t>Capacity Growth Trends</a:t>
          </a:r>
        </a:p>
      </dgm:t>
    </dgm:pt>
    <dgm:pt modelId="{70C59039-5065-4A22-944E-0D48D354F646}" type="parTrans" cxnId="{808D5404-A208-4D18-8B3A-263CD2C2A610}">
      <dgm:prSet/>
      <dgm:spPr/>
      <dgm:t>
        <a:bodyPr/>
        <a:lstStyle/>
        <a:p>
          <a:endParaRPr lang="en-IN" sz="1800"/>
        </a:p>
      </dgm:t>
    </dgm:pt>
    <dgm:pt modelId="{CB7E311B-2C0F-4462-AC24-7BA8037B4E98}" type="sibTrans" cxnId="{808D5404-A208-4D18-8B3A-263CD2C2A610}">
      <dgm:prSet/>
      <dgm:spPr/>
      <dgm:t>
        <a:bodyPr/>
        <a:lstStyle/>
        <a:p>
          <a:endParaRPr lang="en-IN" sz="1800"/>
        </a:p>
      </dgm:t>
    </dgm:pt>
    <dgm:pt modelId="{28CDF114-6E1D-42ED-BC22-4B14EBD1881E}">
      <dgm:prSet custT="1"/>
      <dgm:spPr/>
      <dgm:t>
        <a:bodyPr/>
        <a:lstStyle/>
        <a:p>
          <a:pPr>
            <a:buFont typeface="Arial" panose="020B0604020202020204" pitchFamily="34" charset="0"/>
            <a:buChar char="•"/>
          </a:pPr>
          <a:r>
            <a:rPr lang="en-IN" sz="1400" b="0" i="0">
              <a:solidFill>
                <a:schemeClr val="tx2"/>
              </a:solidFill>
            </a:rPr>
            <a:t>Business Impact Prediction</a:t>
          </a:r>
        </a:p>
      </dgm:t>
    </dgm:pt>
    <dgm:pt modelId="{DB920A68-B359-4BFA-831D-53293953EF26}" type="parTrans" cxnId="{4AF11B10-3086-4822-A3E3-BBD57BFDEE1A}">
      <dgm:prSet/>
      <dgm:spPr/>
      <dgm:t>
        <a:bodyPr/>
        <a:lstStyle/>
        <a:p>
          <a:endParaRPr lang="en-IN" sz="1800"/>
        </a:p>
      </dgm:t>
    </dgm:pt>
    <dgm:pt modelId="{0427ED88-272A-41F4-9DAA-68D39353FD03}" type="sibTrans" cxnId="{4AF11B10-3086-4822-A3E3-BBD57BFDEE1A}">
      <dgm:prSet/>
      <dgm:spPr/>
      <dgm:t>
        <a:bodyPr/>
        <a:lstStyle/>
        <a:p>
          <a:endParaRPr lang="en-IN" sz="1800"/>
        </a:p>
      </dgm:t>
    </dgm:pt>
    <dgm:pt modelId="{4CD69C4C-1510-4A07-8182-27C541F28664}" type="pres">
      <dgm:prSet presAssocID="{15621E10-C8D6-4525-A4F9-934B11181EC0}" presName="list" presStyleCnt="0">
        <dgm:presLayoutVars>
          <dgm:dir/>
          <dgm:animLvl val="lvl"/>
        </dgm:presLayoutVars>
      </dgm:prSet>
      <dgm:spPr/>
    </dgm:pt>
    <dgm:pt modelId="{45702466-CF76-4C66-890E-A19C58426682}" type="pres">
      <dgm:prSet presAssocID="{66750CDA-BABF-4548-9501-1AC259995236}" presName="posSpace" presStyleCnt="0"/>
      <dgm:spPr/>
    </dgm:pt>
    <dgm:pt modelId="{BB3E3CEB-4FBC-4A98-997B-0C84EFCC6351}" type="pres">
      <dgm:prSet presAssocID="{66750CDA-BABF-4548-9501-1AC259995236}" presName="vertFlow" presStyleCnt="0"/>
      <dgm:spPr/>
    </dgm:pt>
    <dgm:pt modelId="{42F20C60-4E00-4864-9A3E-BD5565EE323F}" type="pres">
      <dgm:prSet presAssocID="{66750CDA-BABF-4548-9501-1AC259995236}" presName="topSpace" presStyleCnt="0"/>
      <dgm:spPr/>
    </dgm:pt>
    <dgm:pt modelId="{0F2600A1-723E-4474-BDAF-E24BA86C23A0}" type="pres">
      <dgm:prSet presAssocID="{66750CDA-BABF-4548-9501-1AC259995236}" presName="firstComp" presStyleCnt="0"/>
      <dgm:spPr/>
    </dgm:pt>
    <dgm:pt modelId="{6F1CC7FA-E3FF-45FE-BAE2-DE735EEC89AE}" type="pres">
      <dgm:prSet presAssocID="{66750CDA-BABF-4548-9501-1AC259995236}" presName="firstChild" presStyleLbl="bgAccFollowNode1" presStyleIdx="0" presStyleCnt="17"/>
      <dgm:spPr/>
    </dgm:pt>
    <dgm:pt modelId="{91D612BC-B42D-4BB5-92B8-F8B364BC1FF9}" type="pres">
      <dgm:prSet presAssocID="{66750CDA-BABF-4548-9501-1AC259995236}" presName="firstChildTx" presStyleLbl="bgAccFollowNode1" presStyleIdx="0" presStyleCnt="17">
        <dgm:presLayoutVars>
          <dgm:bulletEnabled val="1"/>
        </dgm:presLayoutVars>
      </dgm:prSet>
      <dgm:spPr/>
    </dgm:pt>
    <dgm:pt modelId="{DC0A5273-8D60-4EC8-9CD8-0584A6F00F35}" type="pres">
      <dgm:prSet presAssocID="{3463D164-D687-415A-A73E-660BDDEBBF48}" presName="comp" presStyleCnt="0"/>
      <dgm:spPr/>
    </dgm:pt>
    <dgm:pt modelId="{E1335E38-FD47-4A11-94B1-0A8DB83DDCA2}" type="pres">
      <dgm:prSet presAssocID="{3463D164-D687-415A-A73E-660BDDEBBF48}" presName="child" presStyleLbl="bgAccFollowNode1" presStyleIdx="1" presStyleCnt="17"/>
      <dgm:spPr/>
    </dgm:pt>
    <dgm:pt modelId="{CCD3EC4D-8689-4601-BCC3-D1BAC86F7186}" type="pres">
      <dgm:prSet presAssocID="{3463D164-D687-415A-A73E-660BDDEBBF48}" presName="childTx" presStyleLbl="bgAccFollowNode1" presStyleIdx="1" presStyleCnt="17">
        <dgm:presLayoutVars>
          <dgm:bulletEnabled val="1"/>
        </dgm:presLayoutVars>
      </dgm:prSet>
      <dgm:spPr/>
    </dgm:pt>
    <dgm:pt modelId="{C436DCFD-EF8F-487F-B4B2-AF31B1C57C80}" type="pres">
      <dgm:prSet presAssocID="{0D0A1B9A-3B14-482E-ABF6-1F1558D1D6B4}" presName="comp" presStyleCnt="0"/>
      <dgm:spPr/>
    </dgm:pt>
    <dgm:pt modelId="{E635D9D0-9B8F-461A-B7E2-90DB9B533C75}" type="pres">
      <dgm:prSet presAssocID="{0D0A1B9A-3B14-482E-ABF6-1F1558D1D6B4}" presName="child" presStyleLbl="bgAccFollowNode1" presStyleIdx="2" presStyleCnt="17"/>
      <dgm:spPr/>
    </dgm:pt>
    <dgm:pt modelId="{D788D28A-1633-401D-9241-978CBF3267DE}" type="pres">
      <dgm:prSet presAssocID="{0D0A1B9A-3B14-482E-ABF6-1F1558D1D6B4}" presName="childTx" presStyleLbl="bgAccFollowNode1" presStyleIdx="2" presStyleCnt="17">
        <dgm:presLayoutVars>
          <dgm:bulletEnabled val="1"/>
        </dgm:presLayoutVars>
      </dgm:prSet>
      <dgm:spPr/>
    </dgm:pt>
    <dgm:pt modelId="{77CA302E-CB1E-4672-A9B1-5FE73B3DBE91}" type="pres">
      <dgm:prSet presAssocID="{66750CDA-BABF-4548-9501-1AC259995236}" presName="negSpace" presStyleCnt="0"/>
      <dgm:spPr/>
    </dgm:pt>
    <dgm:pt modelId="{1C2C7884-7FEC-4195-B6F6-300DD98E8ED1}" type="pres">
      <dgm:prSet presAssocID="{66750CDA-BABF-4548-9501-1AC259995236}" presName="circle" presStyleLbl="node1" presStyleIdx="0" presStyleCnt="5"/>
      <dgm:spPr/>
    </dgm:pt>
    <dgm:pt modelId="{7A4AF3CC-CA7F-4D9D-AB9E-D84FBB920273}" type="pres">
      <dgm:prSet presAssocID="{157E0408-272F-4853-9BE7-23E140ABFB36}" presName="transSpace" presStyleCnt="0"/>
      <dgm:spPr/>
    </dgm:pt>
    <dgm:pt modelId="{87354B1D-89CA-422F-B502-6B0FF70476EE}" type="pres">
      <dgm:prSet presAssocID="{3956AC8A-69C1-4AF0-990C-B574E52131A2}" presName="posSpace" presStyleCnt="0"/>
      <dgm:spPr/>
    </dgm:pt>
    <dgm:pt modelId="{85D75B52-4F53-4354-A482-818AE77014C2}" type="pres">
      <dgm:prSet presAssocID="{3956AC8A-69C1-4AF0-990C-B574E52131A2}" presName="vertFlow" presStyleCnt="0"/>
      <dgm:spPr/>
    </dgm:pt>
    <dgm:pt modelId="{5473E3B0-0619-409A-8C02-74D10D88CFE3}" type="pres">
      <dgm:prSet presAssocID="{3956AC8A-69C1-4AF0-990C-B574E52131A2}" presName="topSpace" presStyleCnt="0"/>
      <dgm:spPr/>
    </dgm:pt>
    <dgm:pt modelId="{918698D7-423F-43E5-A8DA-AAAADCD9EDC2}" type="pres">
      <dgm:prSet presAssocID="{3956AC8A-69C1-4AF0-990C-B574E52131A2}" presName="firstComp" presStyleCnt="0"/>
      <dgm:spPr/>
    </dgm:pt>
    <dgm:pt modelId="{16323C79-8372-46C1-8CFB-AE10AD24B97B}" type="pres">
      <dgm:prSet presAssocID="{3956AC8A-69C1-4AF0-990C-B574E52131A2}" presName="firstChild" presStyleLbl="bgAccFollowNode1" presStyleIdx="3" presStyleCnt="17"/>
      <dgm:spPr/>
    </dgm:pt>
    <dgm:pt modelId="{DF5983BD-9A9E-45A4-8BA3-FB972A6A43B4}" type="pres">
      <dgm:prSet presAssocID="{3956AC8A-69C1-4AF0-990C-B574E52131A2}" presName="firstChildTx" presStyleLbl="bgAccFollowNode1" presStyleIdx="3" presStyleCnt="17">
        <dgm:presLayoutVars>
          <dgm:bulletEnabled val="1"/>
        </dgm:presLayoutVars>
      </dgm:prSet>
      <dgm:spPr/>
    </dgm:pt>
    <dgm:pt modelId="{218FDA97-E4CD-42B5-8442-0CF05BFCDFDA}" type="pres">
      <dgm:prSet presAssocID="{15D11E64-3ADE-4DA6-9969-CA75209B4C62}" presName="comp" presStyleCnt="0"/>
      <dgm:spPr/>
    </dgm:pt>
    <dgm:pt modelId="{F27D0510-90F8-4009-8EE2-2DCE1115E390}" type="pres">
      <dgm:prSet presAssocID="{15D11E64-3ADE-4DA6-9969-CA75209B4C62}" presName="child" presStyleLbl="bgAccFollowNode1" presStyleIdx="4" presStyleCnt="17"/>
      <dgm:spPr/>
    </dgm:pt>
    <dgm:pt modelId="{C0A1B498-903E-435F-A097-330C7E28090C}" type="pres">
      <dgm:prSet presAssocID="{15D11E64-3ADE-4DA6-9969-CA75209B4C62}" presName="childTx" presStyleLbl="bgAccFollowNode1" presStyleIdx="4" presStyleCnt="17">
        <dgm:presLayoutVars>
          <dgm:bulletEnabled val="1"/>
        </dgm:presLayoutVars>
      </dgm:prSet>
      <dgm:spPr/>
    </dgm:pt>
    <dgm:pt modelId="{E0BA0D14-AEF5-4CB3-B510-46C7762F80E1}" type="pres">
      <dgm:prSet presAssocID="{9ADF7611-6372-4D4D-AB9A-C6B79F93223E}" presName="comp" presStyleCnt="0"/>
      <dgm:spPr/>
    </dgm:pt>
    <dgm:pt modelId="{2BBE4F6A-D7EF-43EF-B637-1169814BC44B}" type="pres">
      <dgm:prSet presAssocID="{9ADF7611-6372-4D4D-AB9A-C6B79F93223E}" presName="child" presStyleLbl="bgAccFollowNode1" presStyleIdx="5" presStyleCnt="17"/>
      <dgm:spPr/>
    </dgm:pt>
    <dgm:pt modelId="{55E50668-2F54-4951-B5E2-12C0541949E3}" type="pres">
      <dgm:prSet presAssocID="{9ADF7611-6372-4D4D-AB9A-C6B79F93223E}" presName="childTx" presStyleLbl="bgAccFollowNode1" presStyleIdx="5" presStyleCnt="17">
        <dgm:presLayoutVars>
          <dgm:bulletEnabled val="1"/>
        </dgm:presLayoutVars>
      </dgm:prSet>
      <dgm:spPr/>
    </dgm:pt>
    <dgm:pt modelId="{393A85BF-D0E6-4D99-84CC-3CEDDA5EBB15}" type="pres">
      <dgm:prSet presAssocID="{3956AC8A-69C1-4AF0-990C-B574E52131A2}" presName="negSpace" presStyleCnt="0"/>
      <dgm:spPr/>
    </dgm:pt>
    <dgm:pt modelId="{0BC4ADA4-54ED-4C6F-A928-DED45E383FE8}" type="pres">
      <dgm:prSet presAssocID="{3956AC8A-69C1-4AF0-990C-B574E52131A2}" presName="circle" presStyleLbl="node1" presStyleIdx="1" presStyleCnt="5"/>
      <dgm:spPr/>
    </dgm:pt>
    <dgm:pt modelId="{CBA2600D-D076-4116-92FA-12CEF8657EF8}" type="pres">
      <dgm:prSet presAssocID="{9D209816-76A3-478A-B046-DCEF21F5BE2F}" presName="transSpace" presStyleCnt="0"/>
      <dgm:spPr/>
    </dgm:pt>
    <dgm:pt modelId="{188579E8-12C8-488F-BB02-AFBB411CFD42}" type="pres">
      <dgm:prSet presAssocID="{E15CF8DA-C568-4A44-B959-BCD21D9C8F7D}" presName="posSpace" presStyleCnt="0"/>
      <dgm:spPr/>
    </dgm:pt>
    <dgm:pt modelId="{A8248109-179B-4159-AECD-DEFB34092337}" type="pres">
      <dgm:prSet presAssocID="{E15CF8DA-C568-4A44-B959-BCD21D9C8F7D}" presName="vertFlow" presStyleCnt="0"/>
      <dgm:spPr/>
    </dgm:pt>
    <dgm:pt modelId="{F036449D-2B9A-4F97-9F74-F6B9A3102957}" type="pres">
      <dgm:prSet presAssocID="{E15CF8DA-C568-4A44-B959-BCD21D9C8F7D}" presName="topSpace" presStyleCnt="0"/>
      <dgm:spPr/>
    </dgm:pt>
    <dgm:pt modelId="{1505610C-293D-4CA6-AA58-ABE3CB85B1B1}" type="pres">
      <dgm:prSet presAssocID="{E15CF8DA-C568-4A44-B959-BCD21D9C8F7D}" presName="firstComp" presStyleCnt="0"/>
      <dgm:spPr/>
    </dgm:pt>
    <dgm:pt modelId="{B0020B34-164F-48D1-A967-9C519C800FE0}" type="pres">
      <dgm:prSet presAssocID="{E15CF8DA-C568-4A44-B959-BCD21D9C8F7D}" presName="firstChild" presStyleLbl="bgAccFollowNode1" presStyleIdx="6" presStyleCnt="17"/>
      <dgm:spPr/>
    </dgm:pt>
    <dgm:pt modelId="{FBDA839E-B355-45CA-AB2F-C4E16EF9F87F}" type="pres">
      <dgm:prSet presAssocID="{E15CF8DA-C568-4A44-B959-BCD21D9C8F7D}" presName="firstChildTx" presStyleLbl="bgAccFollowNode1" presStyleIdx="6" presStyleCnt="17">
        <dgm:presLayoutVars>
          <dgm:bulletEnabled val="1"/>
        </dgm:presLayoutVars>
      </dgm:prSet>
      <dgm:spPr/>
    </dgm:pt>
    <dgm:pt modelId="{C3065708-1087-4665-8B8E-AE43E8E47E79}" type="pres">
      <dgm:prSet presAssocID="{16D4FC7C-639B-415F-B4D9-90137280E876}" presName="comp" presStyleCnt="0"/>
      <dgm:spPr/>
    </dgm:pt>
    <dgm:pt modelId="{3182EE0B-A67F-4CF7-B218-12758FCE203F}" type="pres">
      <dgm:prSet presAssocID="{16D4FC7C-639B-415F-B4D9-90137280E876}" presName="child" presStyleLbl="bgAccFollowNode1" presStyleIdx="7" presStyleCnt="17"/>
      <dgm:spPr/>
    </dgm:pt>
    <dgm:pt modelId="{947A6429-B47F-4882-AF04-7443C25A7721}" type="pres">
      <dgm:prSet presAssocID="{16D4FC7C-639B-415F-B4D9-90137280E876}" presName="childTx" presStyleLbl="bgAccFollowNode1" presStyleIdx="7" presStyleCnt="17">
        <dgm:presLayoutVars>
          <dgm:bulletEnabled val="1"/>
        </dgm:presLayoutVars>
      </dgm:prSet>
      <dgm:spPr/>
    </dgm:pt>
    <dgm:pt modelId="{EBFC75DD-3CE1-4C58-A06F-B966D17EE9CC}" type="pres">
      <dgm:prSet presAssocID="{14EE6807-CC1D-4B4D-844E-7182F615F88F}" presName="comp" presStyleCnt="0"/>
      <dgm:spPr/>
    </dgm:pt>
    <dgm:pt modelId="{3B7E0E1C-F350-4E0A-9911-50DD90B0F221}" type="pres">
      <dgm:prSet presAssocID="{14EE6807-CC1D-4B4D-844E-7182F615F88F}" presName="child" presStyleLbl="bgAccFollowNode1" presStyleIdx="8" presStyleCnt="17"/>
      <dgm:spPr/>
    </dgm:pt>
    <dgm:pt modelId="{E7DFEACD-523B-4735-9132-4227319C033C}" type="pres">
      <dgm:prSet presAssocID="{14EE6807-CC1D-4B4D-844E-7182F615F88F}" presName="childTx" presStyleLbl="bgAccFollowNode1" presStyleIdx="8" presStyleCnt="17">
        <dgm:presLayoutVars>
          <dgm:bulletEnabled val="1"/>
        </dgm:presLayoutVars>
      </dgm:prSet>
      <dgm:spPr/>
    </dgm:pt>
    <dgm:pt modelId="{D7877177-FA4F-4F71-B42F-2B5D61ADD7D4}" type="pres">
      <dgm:prSet presAssocID="{E15CF8DA-C568-4A44-B959-BCD21D9C8F7D}" presName="negSpace" presStyleCnt="0"/>
      <dgm:spPr/>
    </dgm:pt>
    <dgm:pt modelId="{F3221407-3AF1-49FF-902B-8C2325C5CC42}" type="pres">
      <dgm:prSet presAssocID="{E15CF8DA-C568-4A44-B959-BCD21D9C8F7D}" presName="circle" presStyleLbl="node1" presStyleIdx="2" presStyleCnt="5"/>
      <dgm:spPr/>
    </dgm:pt>
    <dgm:pt modelId="{E990F223-7A2E-40A3-BC07-ABBD40C6EF8F}" type="pres">
      <dgm:prSet presAssocID="{5ECCACC0-7BBF-4AA8-B1B3-80FAD94046EC}" presName="transSpace" presStyleCnt="0"/>
      <dgm:spPr/>
    </dgm:pt>
    <dgm:pt modelId="{A214EFC2-E1E7-41C0-B132-4B42A990D10E}" type="pres">
      <dgm:prSet presAssocID="{CC3897A3-D441-417F-B79E-D8AAFEE09AB1}" presName="posSpace" presStyleCnt="0"/>
      <dgm:spPr/>
    </dgm:pt>
    <dgm:pt modelId="{5D087373-BF97-4B33-90B7-C12647E4ECC5}" type="pres">
      <dgm:prSet presAssocID="{CC3897A3-D441-417F-B79E-D8AAFEE09AB1}" presName="vertFlow" presStyleCnt="0"/>
      <dgm:spPr/>
    </dgm:pt>
    <dgm:pt modelId="{96F84B1A-DC80-4465-905F-FB97635D4183}" type="pres">
      <dgm:prSet presAssocID="{CC3897A3-D441-417F-B79E-D8AAFEE09AB1}" presName="topSpace" presStyleCnt="0"/>
      <dgm:spPr/>
    </dgm:pt>
    <dgm:pt modelId="{2F57DBC3-EE42-441A-B68A-515CCFE3D054}" type="pres">
      <dgm:prSet presAssocID="{CC3897A3-D441-417F-B79E-D8AAFEE09AB1}" presName="firstComp" presStyleCnt="0"/>
      <dgm:spPr/>
    </dgm:pt>
    <dgm:pt modelId="{9961CCBF-CC8A-452D-81F3-9EF8B707CFC2}" type="pres">
      <dgm:prSet presAssocID="{CC3897A3-D441-417F-B79E-D8AAFEE09AB1}" presName="firstChild" presStyleLbl="bgAccFollowNode1" presStyleIdx="9" presStyleCnt="17"/>
      <dgm:spPr/>
    </dgm:pt>
    <dgm:pt modelId="{93E48588-4C3B-40B6-B3C6-4E9747936AEF}" type="pres">
      <dgm:prSet presAssocID="{CC3897A3-D441-417F-B79E-D8AAFEE09AB1}" presName="firstChildTx" presStyleLbl="bgAccFollowNode1" presStyleIdx="9" presStyleCnt="17">
        <dgm:presLayoutVars>
          <dgm:bulletEnabled val="1"/>
        </dgm:presLayoutVars>
      </dgm:prSet>
      <dgm:spPr/>
    </dgm:pt>
    <dgm:pt modelId="{39FB9590-63DF-4CE1-887A-1BBB6B2B0C59}" type="pres">
      <dgm:prSet presAssocID="{F26A3152-E28F-415C-8A7A-F8D8DF267127}" presName="comp" presStyleCnt="0"/>
      <dgm:spPr/>
    </dgm:pt>
    <dgm:pt modelId="{18544802-59B8-40AF-BBF9-5EB1C7860167}" type="pres">
      <dgm:prSet presAssocID="{F26A3152-E28F-415C-8A7A-F8D8DF267127}" presName="child" presStyleLbl="bgAccFollowNode1" presStyleIdx="10" presStyleCnt="17"/>
      <dgm:spPr/>
    </dgm:pt>
    <dgm:pt modelId="{933A87A2-7650-4164-8AAF-391F0CF96427}" type="pres">
      <dgm:prSet presAssocID="{F26A3152-E28F-415C-8A7A-F8D8DF267127}" presName="childTx" presStyleLbl="bgAccFollowNode1" presStyleIdx="10" presStyleCnt="17">
        <dgm:presLayoutVars>
          <dgm:bulletEnabled val="1"/>
        </dgm:presLayoutVars>
      </dgm:prSet>
      <dgm:spPr/>
    </dgm:pt>
    <dgm:pt modelId="{739464BB-9869-47EF-ABC6-EEE325F0075B}" type="pres">
      <dgm:prSet presAssocID="{05E979B0-DC0B-4588-A277-40CE2C8BA126}" presName="comp" presStyleCnt="0"/>
      <dgm:spPr/>
    </dgm:pt>
    <dgm:pt modelId="{68101FDE-9CDF-45D8-AD71-320CE8777CFE}" type="pres">
      <dgm:prSet presAssocID="{05E979B0-DC0B-4588-A277-40CE2C8BA126}" presName="child" presStyleLbl="bgAccFollowNode1" presStyleIdx="11" presStyleCnt="17"/>
      <dgm:spPr/>
    </dgm:pt>
    <dgm:pt modelId="{5718CFF3-B798-4D2B-9576-B76D9F65C35A}" type="pres">
      <dgm:prSet presAssocID="{05E979B0-DC0B-4588-A277-40CE2C8BA126}" presName="childTx" presStyleLbl="bgAccFollowNode1" presStyleIdx="11" presStyleCnt="17">
        <dgm:presLayoutVars>
          <dgm:bulletEnabled val="1"/>
        </dgm:presLayoutVars>
      </dgm:prSet>
      <dgm:spPr/>
    </dgm:pt>
    <dgm:pt modelId="{7E801A0E-3762-4F93-B3B5-D6F3584973E9}" type="pres">
      <dgm:prSet presAssocID="{82422B46-C7A1-4B65-841E-FD5E71DD4B69}" presName="comp" presStyleCnt="0"/>
      <dgm:spPr/>
    </dgm:pt>
    <dgm:pt modelId="{1B9A8790-48D4-4EEF-9325-CE631A420D03}" type="pres">
      <dgm:prSet presAssocID="{82422B46-C7A1-4B65-841E-FD5E71DD4B69}" presName="child" presStyleLbl="bgAccFollowNode1" presStyleIdx="12" presStyleCnt="17"/>
      <dgm:spPr/>
    </dgm:pt>
    <dgm:pt modelId="{67A362D2-2001-4188-8A93-EF563FDFE909}" type="pres">
      <dgm:prSet presAssocID="{82422B46-C7A1-4B65-841E-FD5E71DD4B69}" presName="childTx" presStyleLbl="bgAccFollowNode1" presStyleIdx="12" presStyleCnt="17">
        <dgm:presLayoutVars>
          <dgm:bulletEnabled val="1"/>
        </dgm:presLayoutVars>
      </dgm:prSet>
      <dgm:spPr/>
    </dgm:pt>
    <dgm:pt modelId="{4BCD4FD7-223B-4C14-BDD4-35521F3495E6}" type="pres">
      <dgm:prSet presAssocID="{CC3897A3-D441-417F-B79E-D8AAFEE09AB1}" presName="negSpace" presStyleCnt="0"/>
      <dgm:spPr/>
    </dgm:pt>
    <dgm:pt modelId="{8E8177F1-8E8C-4805-BAB0-EF11571798CB}" type="pres">
      <dgm:prSet presAssocID="{CC3897A3-D441-417F-B79E-D8AAFEE09AB1}" presName="circle" presStyleLbl="node1" presStyleIdx="3" presStyleCnt="5"/>
      <dgm:spPr/>
    </dgm:pt>
    <dgm:pt modelId="{290F1D92-E84C-490E-83A2-C0EF50CB81D8}" type="pres">
      <dgm:prSet presAssocID="{798ECB6E-30CA-4610-8AF0-7643CE13D069}" presName="transSpace" presStyleCnt="0"/>
      <dgm:spPr/>
    </dgm:pt>
    <dgm:pt modelId="{C813273E-0D75-45F0-98E2-279ECEEE4483}" type="pres">
      <dgm:prSet presAssocID="{3B380819-3686-42B4-BC2B-F2751C754E56}" presName="posSpace" presStyleCnt="0"/>
      <dgm:spPr/>
    </dgm:pt>
    <dgm:pt modelId="{1EA63B94-56DA-474B-B502-58F7B16B9390}" type="pres">
      <dgm:prSet presAssocID="{3B380819-3686-42B4-BC2B-F2751C754E56}" presName="vertFlow" presStyleCnt="0"/>
      <dgm:spPr/>
    </dgm:pt>
    <dgm:pt modelId="{578DF34B-A04F-4A80-9A8D-A8EC6EA08263}" type="pres">
      <dgm:prSet presAssocID="{3B380819-3686-42B4-BC2B-F2751C754E56}" presName="topSpace" presStyleCnt="0"/>
      <dgm:spPr/>
    </dgm:pt>
    <dgm:pt modelId="{6DFBA122-83E2-4D48-836E-F8B908C9DB80}" type="pres">
      <dgm:prSet presAssocID="{3B380819-3686-42B4-BC2B-F2751C754E56}" presName="firstComp" presStyleCnt="0"/>
      <dgm:spPr/>
    </dgm:pt>
    <dgm:pt modelId="{6554BE80-F282-4637-A786-1C7A8A380D0D}" type="pres">
      <dgm:prSet presAssocID="{3B380819-3686-42B4-BC2B-F2751C754E56}" presName="firstChild" presStyleLbl="bgAccFollowNode1" presStyleIdx="13" presStyleCnt="17"/>
      <dgm:spPr/>
    </dgm:pt>
    <dgm:pt modelId="{8F13510F-FEE6-44E3-A27D-048DE45F1C14}" type="pres">
      <dgm:prSet presAssocID="{3B380819-3686-42B4-BC2B-F2751C754E56}" presName="firstChildTx" presStyleLbl="bgAccFollowNode1" presStyleIdx="13" presStyleCnt="17">
        <dgm:presLayoutVars>
          <dgm:bulletEnabled val="1"/>
        </dgm:presLayoutVars>
      </dgm:prSet>
      <dgm:spPr/>
    </dgm:pt>
    <dgm:pt modelId="{1B890C98-E792-4802-8E2A-A54385F05D88}" type="pres">
      <dgm:prSet presAssocID="{B4686F51-10F3-499C-8239-F087BBA33D72}" presName="comp" presStyleCnt="0"/>
      <dgm:spPr/>
    </dgm:pt>
    <dgm:pt modelId="{E2C84914-2EF8-4914-A591-B1F0BD329B3E}" type="pres">
      <dgm:prSet presAssocID="{B4686F51-10F3-499C-8239-F087BBA33D72}" presName="child" presStyleLbl="bgAccFollowNode1" presStyleIdx="14" presStyleCnt="17"/>
      <dgm:spPr/>
    </dgm:pt>
    <dgm:pt modelId="{D875FA55-AC7E-49CB-A068-B9331B241F94}" type="pres">
      <dgm:prSet presAssocID="{B4686F51-10F3-499C-8239-F087BBA33D72}" presName="childTx" presStyleLbl="bgAccFollowNode1" presStyleIdx="14" presStyleCnt="17">
        <dgm:presLayoutVars>
          <dgm:bulletEnabled val="1"/>
        </dgm:presLayoutVars>
      </dgm:prSet>
      <dgm:spPr/>
    </dgm:pt>
    <dgm:pt modelId="{60B33C9E-4EB6-4031-BD86-DFA5FD62E161}" type="pres">
      <dgm:prSet presAssocID="{BDD67C8D-2A10-41B6-8AAF-6DF49121E090}" presName="comp" presStyleCnt="0"/>
      <dgm:spPr/>
    </dgm:pt>
    <dgm:pt modelId="{56E0B1F6-5225-4A20-8AD9-048A368F56D7}" type="pres">
      <dgm:prSet presAssocID="{BDD67C8D-2A10-41B6-8AAF-6DF49121E090}" presName="child" presStyleLbl="bgAccFollowNode1" presStyleIdx="15" presStyleCnt="17"/>
      <dgm:spPr/>
    </dgm:pt>
    <dgm:pt modelId="{232E1BDC-30B2-4EE1-8A95-0C3000DEE3EE}" type="pres">
      <dgm:prSet presAssocID="{BDD67C8D-2A10-41B6-8AAF-6DF49121E090}" presName="childTx" presStyleLbl="bgAccFollowNode1" presStyleIdx="15" presStyleCnt="17">
        <dgm:presLayoutVars>
          <dgm:bulletEnabled val="1"/>
        </dgm:presLayoutVars>
      </dgm:prSet>
      <dgm:spPr/>
    </dgm:pt>
    <dgm:pt modelId="{201D8912-A17B-45B4-B9FE-A87120F39355}" type="pres">
      <dgm:prSet presAssocID="{28CDF114-6E1D-42ED-BC22-4B14EBD1881E}" presName="comp" presStyleCnt="0"/>
      <dgm:spPr/>
    </dgm:pt>
    <dgm:pt modelId="{551A434D-32CB-40ED-8232-D02062185DEF}" type="pres">
      <dgm:prSet presAssocID="{28CDF114-6E1D-42ED-BC22-4B14EBD1881E}" presName="child" presStyleLbl="bgAccFollowNode1" presStyleIdx="16" presStyleCnt="17"/>
      <dgm:spPr/>
    </dgm:pt>
    <dgm:pt modelId="{3F20EE59-EA4A-44E6-B5D1-2073DEB829B7}" type="pres">
      <dgm:prSet presAssocID="{28CDF114-6E1D-42ED-BC22-4B14EBD1881E}" presName="childTx" presStyleLbl="bgAccFollowNode1" presStyleIdx="16" presStyleCnt="17">
        <dgm:presLayoutVars>
          <dgm:bulletEnabled val="1"/>
        </dgm:presLayoutVars>
      </dgm:prSet>
      <dgm:spPr/>
    </dgm:pt>
    <dgm:pt modelId="{4F7A5EDB-CA95-4C1F-99A5-FFAA21D8CAA7}" type="pres">
      <dgm:prSet presAssocID="{3B380819-3686-42B4-BC2B-F2751C754E56}" presName="negSpace" presStyleCnt="0"/>
      <dgm:spPr/>
    </dgm:pt>
    <dgm:pt modelId="{4793385C-A928-451A-A741-493889EFC322}" type="pres">
      <dgm:prSet presAssocID="{3B380819-3686-42B4-BC2B-F2751C754E56}" presName="circle" presStyleLbl="node1" presStyleIdx="4" presStyleCnt="5"/>
      <dgm:spPr/>
    </dgm:pt>
  </dgm:ptLst>
  <dgm:cxnLst>
    <dgm:cxn modelId="{808D5404-A208-4D18-8B3A-263CD2C2A610}" srcId="{3B380819-3686-42B4-BC2B-F2751C754E56}" destId="{BDD67C8D-2A10-41B6-8AAF-6DF49121E090}" srcOrd="2" destOrd="0" parTransId="{70C59039-5065-4A22-944E-0D48D354F646}" sibTransId="{CB7E311B-2C0F-4462-AC24-7BA8037B4E98}"/>
    <dgm:cxn modelId="{C274F506-F602-4A93-9968-A3F2EE02AD86}" srcId="{66750CDA-BABF-4548-9501-1AC259995236}" destId="{0D0A1B9A-3B14-482E-ABF6-1F1558D1D6B4}" srcOrd="2" destOrd="0" parTransId="{79F64031-6004-4A4F-80DA-BB5E2F84C1AC}" sibTransId="{2659DAD9-AAFD-4C53-A9F7-2FAE7E396B1F}"/>
    <dgm:cxn modelId="{4AF11B10-3086-4822-A3E3-BBD57BFDEE1A}" srcId="{3B380819-3686-42B4-BC2B-F2751C754E56}" destId="{28CDF114-6E1D-42ED-BC22-4B14EBD1881E}" srcOrd="3" destOrd="0" parTransId="{DB920A68-B359-4BFA-831D-53293953EF26}" sibTransId="{0427ED88-272A-41F4-9DAA-68D39353FD03}"/>
    <dgm:cxn modelId="{BFB12D14-FEE5-4361-AF4C-E0FE51E0AD15}" type="presOf" srcId="{F26A3152-E28F-415C-8A7A-F8D8DF267127}" destId="{18544802-59B8-40AF-BBF9-5EB1C7860167}" srcOrd="0" destOrd="0" presId="urn:microsoft.com/office/officeart/2005/8/layout/hList9"/>
    <dgm:cxn modelId="{2EBCA519-5618-40B0-98A9-65B919E3C4EF}" srcId="{15621E10-C8D6-4525-A4F9-934B11181EC0}" destId="{E15CF8DA-C568-4A44-B959-BCD21D9C8F7D}" srcOrd="2" destOrd="0" parTransId="{DEFA7E8F-BACD-473F-95D3-00D07E3B5AE8}" sibTransId="{5ECCACC0-7BBF-4AA8-B1B3-80FAD94046EC}"/>
    <dgm:cxn modelId="{F6958F1A-D05F-4CEC-BE5D-70CC02D2A1CA}" type="presOf" srcId="{82422B46-C7A1-4B65-841E-FD5E71DD4B69}" destId="{67A362D2-2001-4188-8A93-EF563FDFE909}" srcOrd="1" destOrd="0" presId="urn:microsoft.com/office/officeart/2005/8/layout/hList9"/>
    <dgm:cxn modelId="{E84AB71B-6EAB-41D0-95F1-89B8B82131EF}" srcId="{66750CDA-BABF-4548-9501-1AC259995236}" destId="{3463D164-D687-415A-A73E-660BDDEBBF48}" srcOrd="1" destOrd="0" parTransId="{9A5A153A-AF5F-4058-AB6A-F1CB27C5BA47}" sibTransId="{B5AD7013-6A01-450D-A815-8128C83E0ACC}"/>
    <dgm:cxn modelId="{D2128820-3CC4-42DA-A9A6-CB77E75E9028}" type="presOf" srcId="{2F7C96F2-FB09-4107-B1CB-A3B0CC0EDA9C}" destId="{FBDA839E-B355-45CA-AB2F-C4E16EF9F87F}" srcOrd="1" destOrd="0" presId="urn:microsoft.com/office/officeart/2005/8/layout/hList9"/>
    <dgm:cxn modelId="{D2D02327-4B4D-4A46-AF7C-92B37A76FF18}" type="presOf" srcId="{3463D164-D687-415A-A73E-660BDDEBBF48}" destId="{E1335E38-FD47-4A11-94B1-0A8DB83DDCA2}" srcOrd="0" destOrd="0" presId="urn:microsoft.com/office/officeart/2005/8/layout/hList9"/>
    <dgm:cxn modelId="{F2C0182A-FBC6-4BE5-9DEF-E3FBB22C34EA}" type="presOf" srcId="{CC3897A3-D441-417F-B79E-D8AAFEE09AB1}" destId="{8E8177F1-8E8C-4805-BAB0-EF11571798CB}" srcOrd="0" destOrd="0" presId="urn:microsoft.com/office/officeart/2005/8/layout/hList9"/>
    <dgm:cxn modelId="{FBB7C234-38F5-450A-949D-5ED38AEA4A4E}" srcId="{3956AC8A-69C1-4AF0-990C-B574E52131A2}" destId="{6C3F3EB2-F976-47F4-A5D1-523704A44B80}" srcOrd="0" destOrd="0" parTransId="{8355FEFA-AAA9-49A9-BF59-1A8D61C8DB40}" sibTransId="{0A5DD703-0C87-492E-A812-B92FCD2661A4}"/>
    <dgm:cxn modelId="{A8618737-8D72-44DE-9014-82D45A32970A}" type="presOf" srcId="{66750CDA-BABF-4548-9501-1AC259995236}" destId="{1C2C7884-7FEC-4195-B6F6-300DD98E8ED1}" srcOrd="0" destOrd="0" presId="urn:microsoft.com/office/officeart/2005/8/layout/hList9"/>
    <dgm:cxn modelId="{0B86D637-82F9-4BFE-BBEC-753732B0D711}" type="presOf" srcId="{B4686F51-10F3-499C-8239-F087BBA33D72}" destId="{D875FA55-AC7E-49CB-A068-B9331B241F94}" srcOrd="1" destOrd="0" presId="urn:microsoft.com/office/officeart/2005/8/layout/hList9"/>
    <dgm:cxn modelId="{1B36FC3B-5705-4CDF-A63B-71945A3CB929}" type="presOf" srcId="{05E979B0-DC0B-4588-A277-40CE2C8BA126}" destId="{5718CFF3-B798-4D2B-9576-B76D9F65C35A}" srcOrd="1" destOrd="0" presId="urn:microsoft.com/office/officeart/2005/8/layout/hList9"/>
    <dgm:cxn modelId="{B675063F-F3E0-403C-8063-87D884888973}" type="presOf" srcId="{4AF15A1F-CA8E-4832-A188-7E09F477DCB6}" destId="{6554BE80-F282-4637-A786-1C7A8A380D0D}" srcOrd="0" destOrd="0" presId="urn:microsoft.com/office/officeart/2005/8/layout/hList9"/>
    <dgm:cxn modelId="{A8C8C45F-A39B-40D4-B19D-DD65F42794AE}" srcId="{CC3897A3-D441-417F-B79E-D8AAFEE09AB1}" destId="{F26A3152-E28F-415C-8A7A-F8D8DF267127}" srcOrd="1" destOrd="0" parTransId="{2BBF1D3C-B0E2-4DC6-A0F6-EAA40917DD2A}" sibTransId="{DE48D552-19F9-4B2D-801B-316BB134469E}"/>
    <dgm:cxn modelId="{BFAC3E41-50D8-42BE-A87E-02BC3C55687B}" type="presOf" srcId="{15D11E64-3ADE-4DA6-9969-CA75209B4C62}" destId="{C0A1B498-903E-435F-A097-330C7E28090C}" srcOrd="1" destOrd="0" presId="urn:microsoft.com/office/officeart/2005/8/layout/hList9"/>
    <dgm:cxn modelId="{68134947-CF43-4DDB-B3ED-571279B2E5DB}" type="presOf" srcId="{3B380819-3686-42B4-BC2B-F2751C754E56}" destId="{4793385C-A928-451A-A741-493889EFC322}" srcOrd="0" destOrd="0" presId="urn:microsoft.com/office/officeart/2005/8/layout/hList9"/>
    <dgm:cxn modelId="{9D58F547-B47C-4495-93BF-BF7A59E0D5B8}" srcId="{66750CDA-BABF-4548-9501-1AC259995236}" destId="{25F77234-B802-4A64-8082-DF07564E133B}" srcOrd="0" destOrd="0" parTransId="{19B57A7E-1D50-47E1-BED4-FEF0AB88B568}" sibTransId="{F291E406-5D9F-45DB-B74F-4CE1BB6C7542}"/>
    <dgm:cxn modelId="{2494B948-1EF4-411A-8C5E-1C9CFA5338D4}" type="presOf" srcId="{BDD67C8D-2A10-41B6-8AAF-6DF49121E090}" destId="{56E0B1F6-5225-4A20-8AD9-048A368F56D7}" srcOrd="0" destOrd="0" presId="urn:microsoft.com/office/officeart/2005/8/layout/hList9"/>
    <dgm:cxn modelId="{2502614E-F3ED-4A16-81DA-6EFE086BC9B2}" type="presOf" srcId="{3956AC8A-69C1-4AF0-990C-B574E52131A2}" destId="{0BC4ADA4-54ED-4C6F-A928-DED45E383FE8}" srcOrd="0" destOrd="0" presId="urn:microsoft.com/office/officeart/2005/8/layout/hList9"/>
    <dgm:cxn modelId="{5DAE754E-F3E6-4716-9C29-B422F7D9A55C}" srcId="{3956AC8A-69C1-4AF0-990C-B574E52131A2}" destId="{15D11E64-3ADE-4DA6-9969-CA75209B4C62}" srcOrd="1" destOrd="0" parTransId="{A1E56085-DECE-4379-B80C-D7694E30AE7B}" sibTransId="{F94DB25F-939B-4F3E-A5D0-13B1571A0708}"/>
    <dgm:cxn modelId="{730A304F-7E25-431E-A171-E3B5EF2528BE}" type="presOf" srcId="{14EE6807-CC1D-4B4D-844E-7182F615F88F}" destId="{3B7E0E1C-F350-4E0A-9911-50DD90B0F221}" srcOrd="0" destOrd="0" presId="urn:microsoft.com/office/officeart/2005/8/layout/hList9"/>
    <dgm:cxn modelId="{14A2594F-A480-4421-B80C-CCD936EE4108}" type="presOf" srcId="{82422B46-C7A1-4B65-841E-FD5E71DD4B69}" destId="{1B9A8790-48D4-4EEF-9325-CE631A420D03}" srcOrd="0" destOrd="0" presId="urn:microsoft.com/office/officeart/2005/8/layout/hList9"/>
    <dgm:cxn modelId="{E8139A50-67AF-43F9-8F1C-FF76297E027C}" type="presOf" srcId="{BDD67C8D-2A10-41B6-8AAF-6DF49121E090}" destId="{232E1BDC-30B2-4EE1-8A95-0C3000DEE3EE}" srcOrd="1" destOrd="0" presId="urn:microsoft.com/office/officeart/2005/8/layout/hList9"/>
    <dgm:cxn modelId="{6ED12C72-E0EC-4397-BA6A-FB69BAEFC162}" type="presOf" srcId="{15621E10-C8D6-4525-A4F9-934B11181EC0}" destId="{4CD69C4C-1510-4A07-8182-27C541F28664}" srcOrd="0" destOrd="0" presId="urn:microsoft.com/office/officeart/2005/8/layout/hList9"/>
    <dgm:cxn modelId="{83FFEC73-C190-42CF-82E7-D8AA8F8837A8}" srcId="{CC3897A3-D441-417F-B79E-D8AAFEE09AB1}" destId="{1ECBF41D-1E80-4412-83ED-A3DAC938A434}" srcOrd="0" destOrd="0" parTransId="{8CF13C3C-7E20-4993-AFDF-FBAA27BA643C}" sibTransId="{5F6819F6-2B70-42D8-A398-748F686E5607}"/>
    <dgm:cxn modelId="{E5DA417E-825E-429F-BBC6-D321FF647F61}" type="presOf" srcId="{4AF15A1F-CA8E-4832-A188-7E09F477DCB6}" destId="{8F13510F-FEE6-44E3-A27D-048DE45F1C14}" srcOrd="1" destOrd="0" presId="urn:microsoft.com/office/officeart/2005/8/layout/hList9"/>
    <dgm:cxn modelId="{795E9F7F-3221-4C32-A051-81D9CAC5DDA8}" type="presOf" srcId="{28CDF114-6E1D-42ED-BC22-4B14EBD1881E}" destId="{551A434D-32CB-40ED-8232-D02062185DEF}" srcOrd="0" destOrd="0" presId="urn:microsoft.com/office/officeart/2005/8/layout/hList9"/>
    <dgm:cxn modelId="{D5337181-611F-4431-8BC1-0025D10A08D2}" srcId="{15621E10-C8D6-4525-A4F9-934B11181EC0}" destId="{3B380819-3686-42B4-BC2B-F2751C754E56}" srcOrd="4" destOrd="0" parTransId="{D14DB579-ADB3-490F-A4FD-904CA8998373}" sibTransId="{E3E726E9-AEB3-468A-9833-9A1DAA055016}"/>
    <dgm:cxn modelId="{67C6478D-2B60-49A3-8D17-C409155F8717}" type="presOf" srcId="{1ECBF41D-1E80-4412-83ED-A3DAC938A434}" destId="{93E48588-4C3B-40B6-B3C6-4E9747936AEF}" srcOrd="1" destOrd="0" presId="urn:microsoft.com/office/officeart/2005/8/layout/hList9"/>
    <dgm:cxn modelId="{8D0E7C8D-CFA4-4E8D-8AD8-E9A7B7669A7A}" type="presOf" srcId="{05E979B0-DC0B-4588-A277-40CE2C8BA126}" destId="{68101FDE-9CDF-45D8-AD71-320CE8777CFE}" srcOrd="0" destOrd="0" presId="urn:microsoft.com/office/officeart/2005/8/layout/hList9"/>
    <dgm:cxn modelId="{0F55B095-E186-45AA-81BE-9EB063BD56EE}" type="presOf" srcId="{15D11E64-3ADE-4DA6-9969-CA75209B4C62}" destId="{F27D0510-90F8-4009-8EE2-2DCE1115E390}" srcOrd="0" destOrd="0" presId="urn:microsoft.com/office/officeart/2005/8/layout/hList9"/>
    <dgm:cxn modelId="{F1D20A9F-02C9-484A-A5E0-C79D79BE4FCC}" srcId="{3956AC8A-69C1-4AF0-990C-B574E52131A2}" destId="{9ADF7611-6372-4D4D-AB9A-C6B79F93223E}" srcOrd="2" destOrd="0" parTransId="{F1E146B7-F2C6-4FC4-BE6C-AFB9245C72C3}" sibTransId="{51A6D880-9E15-4A77-A649-EE09A31DCFEA}"/>
    <dgm:cxn modelId="{71387C9F-5348-4DF3-BECA-29853F7C8322}" type="presOf" srcId="{2F7C96F2-FB09-4107-B1CB-A3B0CC0EDA9C}" destId="{B0020B34-164F-48D1-A967-9C519C800FE0}" srcOrd="0" destOrd="0" presId="urn:microsoft.com/office/officeart/2005/8/layout/hList9"/>
    <dgm:cxn modelId="{1D3833A5-28AB-4591-B845-9E00710DE7C7}" srcId="{CC3897A3-D441-417F-B79E-D8AAFEE09AB1}" destId="{82422B46-C7A1-4B65-841E-FD5E71DD4B69}" srcOrd="3" destOrd="0" parTransId="{331F65DA-2B55-4976-A9E4-BC05E09AFF3D}" sibTransId="{D1B16169-C4C2-4C6B-98B3-1D46E6D983DD}"/>
    <dgm:cxn modelId="{807917AA-4EFD-414F-8BAF-D45B102E2DE3}" type="presOf" srcId="{9ADF7611-6372-4D4D-AB9A-C6B79F93223E}" destId="{2BBE4F6A-D7EF-43EF-B637-1169814BC44B}" srcOrd="0" destOrd="0" presId="urn:microsoft.com/office/officeart/2005/8/layout/hList9"/>
    <dgm:cxn modelId="{2F0F26AF-B320-4080-9412-8B041D3FB5AD}" srcId="{E15CF8DA-C568-4A44-B959-BCD21D9C8F7D}" destId="{2F7C96F2-FB09-4107-B1CB-A3B0CC0EDA9C}" srcOrd="0" destOrd="0" parTransId="{1018BDFF-980E-42DE-8930-C8AFA3336B8D}" sibTransId="{1D913FDE-CFB0-4737-8A65-41AB9C3EAA5E}"/>
    <dgm:cxn modelId="{FD279CB3-BBDC-474D-8FE0-B4725D05C620}" srcId="{15621E10-C8D6-4525-A4F9-934B11181EC0}" destId="{66750CDA-BABF-4548-9501-1AC259995236}" srcOrd="0" destOrd="0" parTransId="{CD198541-C04B-443F-B6B7-B5CB0C8FC3F2}" sibTransId="{157E0408-272F-4853-9BE7-23E140ABFB36}"/>
    <dgm:cxn modelId="{DAF47AB5-5BD8-452A-9B30-345E2B79AC26}" type="presOf" srcId="{F26A3152-E28F-415C-8A7A-F8D8DF267127}" destId="{933A87A2-7650-4164-8AAF-391F0CF96427}" srcOrd="1" destOrd="0" presId="urn:microsoft.com/office/officeart/2005/8/layout/hList9"/>
    <dgm:cxn modelId="{E4F576B6-EF1B-40F4-BF8E-BA6E7E2742E8}" srcId="{3B380819-3686-42B4-BC2B-F2751C754E56}" destId="{4AF15A1F-CA8E-4832-A188-7E09F477DCB6}" srcOrd="0" destOrd="0" parTransId="{D4CA9E5E-DFAA-4796-A0E9-B118830D9C70}" sibTransId="{8DD7F0A8-86EB-4862-AB69-6CEF045DAE28}"/>
    <dgm:cxn modelId="{815AD1B7-3DF7-4829-B1EE-E775B5588FE1}" type="presOf" srcId="{25F77234-B802-4A64-8082-DF07564E133B}" destId="{91D612BC-B42D-4BB5-92B8-F8B364BC1FF9}" srcOrd="1" destOrd="0" presId="urn:microsoft.com/office/officeart/2005/8/layout/hList9"/>
    <dgm:cxn modelId="{C42F73BB-7BC6-4E54-9CDE-257387B5D209}" type="presOf" srcId="{6C3F3EB2-F976-47F4-A5D1-523704A44B80}" destId="{DF5983BD-9A9E-45A4-8BA3-FB972A6A43B4}" srcOrd="1" destOrd="0" presId="urn:microsoft.com/office/officeart/2005/8/layout/hList9"/>
    <dgm:cxn modelId="{ADBBDCBB-5F0E-4EF2-A487-30711C6A2BB1}" srcId="{CC3897A3-D441-417F-B79E-D8AAFEE09AB1}" destId="{05E979B0-DC0B-4588-A277-40CE2C8BA126}" srcOrd="2" destOrd="0" parTransId="{5AF5E3F8-E27E-43F5-8583-A534198EDEEA}" sibTransId="{3D45CC51-EEBE-49C1-A480-1177F44707B5}"/>
    <dgm:cxn modelId="{AA0D81C4-6CA6-4B61-918F-6CD4AAFE97BC}" srcId="{15621E10-C8D6-4525-A4F9-934B11181EC0}" destId="{3956AC8A-69C1-4AF0-990C-B574E52131A2}" srcOrd="1" destOrd="0" parTransId="{8F9B23AF-CC9D-4034-A740-B09295C7243A}" sibTransId="{9D209816-76A3-478A-B046-DCEF21F5BE2F}"/>
    <dgm:cxn modelId="{DA269BC4-7181-472C-B47D-CC60633F59A1}" type="presOf" srcId="{0D0A1B9A-3B14-482E-ABF6-1F1558D1D6B4}" destId="{D788D28A-1633-401D-9241-978CBF3267DE}" srcOrd="1" destOrd="0" presId="urn:microsoft.com/office/officeart/2005/8/layout/hList9"/>
    <dgm:cxn modelId="{715453C7-ADD5-4BDD-AE48-B9170CAF2B91}" type="presOf" srcId="{E15CF8DA-C568-4A44-B959-BCD21D9C8F7D}" destId="{F3221407-3AF1-49FF-902B-8C2325C5CC42}" srcOrd="0" destOrd="0" presId="urn:microsoft.com/office/officeart/2005/8/layout/hList9"/>
    <dgm:cxn modelId="{A7D1E4C7-7A48-4EEC-AE02-C13AD989636C}" type="presOf" srcId="{3463D164-D687-415A-A73E-660BDDEBBF48}" destId="{CCD3EC4D-8689-4601-BCC3-D1BAC86F7186}" srcOrd="1" destOrd="0" presId="urn:microsoft.com/office/officeart/2005/8/layout/hList9"/>
    <dgm:cxn modelId="{8B0D59C9-6CF5-409A-8652-6C1845A66D95}" type="presOf" srcId="{28CDF114-6E1D-42ED-BC22-4B14EBD1881E}" destId="{3F20EE59-EA4A-44E6-B5D1-2073DEB829B7}" srcOrd="1" destOrd="0" presId="urn:microsoft.com/office/officeart/2005/8/layout/hList9"/>
    <dgm:cxn modelId="{521913D7-DCCB-4D0D-864A-42AFF0AD48B1}" type="presOf" srcId="{14EE6807-CC1D-4B4D-844E-7182F615F88F}" destId="{E7DFEACD-523B-4735-9132-4227319C033C}" srcOrd="1" destOrd="0" presId="urn:microsoft.com/office/officeart/2005/8/layout/hList9"/>
    <dgm:cxn modelId="{4A958DD7-C087-45E4-9196-9461F5030530}" type="presOf" srcId="{9ADF7611-6372-4D4D-AB9A-C6B79F93223E}" destId="{55E50668-2F54-4951-B5E2-12C0541949E3}" srcOrd="1" destOrd="0" presId="urn:microsoft.com/office/officeart/2005/8/layout/hList9"/>
    <dgm:cxn modelId="{D4DD04DE-F652-4E70-86CA-02CBCCF25277}" srcId="{15621E10-C8D6-4525-A4F9-934B11181EC0}" destId="{CC3897A3-D441-417F-B79E-D8AAFEE09AB1}" srcOrd="3" destOrd="0" parTransId="{0D619427-7227-4841-A381-CF7A76FEB486}" sibTransId="{798ECB6E-30CA-4610-8AF0-7643CE13D069}"/>
    <dgm:cxn modelId="{835ED8DE-F150-488E-89DD-DE9917554C7B}" srcId="{3B380819-3686-42B4-BC2B-F2751C754E56}" destId="{B4686F51-10F3-499C-8239-F087BBA33D72}" srcOrd="1" destOrd="0" parTransId="{764BCAD2-AFE8-4308-A594-A5B1CA809BC0}" sibTransId="{F2974697-FCBA-4D5E-ADEE-7FBFEB51EC1D}"/>
    <dgm:cxn modelId="{C9AF12E3-F85D-4D75-A956-4E3C3F5A000A}" type="presOf" srcId="{B4686F51-10F3-499C-8239-F087BBA33D72}" destId="{E2C84914-2EF8-4914-A591-B1F0BD329B3E}" srcOrd="0" destOrd="0" presId="urn:microsoft.com/office/officeart/2005/8/layout/hList9"/>
    <dgm:cxn modelId="{A220D5E5-06D5-43CA-8CE7-D7A034FD3BC7}" type="presOf" srcId="{6C3F3EB2-F976-47F4-A5D1-523704A44B80}" destId="{16323C79-8372-46C1-8CFB-AE10AD24B97B}" srcOrd="0" destOrd="0" presId="urn:microsoft.com/office/officeart/2005/8/layout/hList9"/>
    <dgm:cxn modelId="{BFA25EEE-4313-4A96-B467-F09A505E43D5}" srcId="{E15CF8DA-C568-4A44-B959-BCD21D9C8F7D}" destId="{16D4FC7C-639B-415F-B4D9-90137280E876}" srcOrd="1" destOrd="0" parTransId="{D0CAE678-583E-417F-857B-F159B91E297D}" sibTransId="{FE8D974E-80CC-47DF-90AC-DA3EB8B2FC79}"/>
    <dgm:cxn modelId="{DA17FEEE-1175-4FC7-9B56-A772103C80DC}" type="presOf" srcId="{16D4FC7C-639B-415F-B4D9-90137280E876}" destId="{3182EE0B-A67F-4CF7-B218-12758FCE203F}" srcOrd="0" destOrd="0" presId="urn:microsoft.com/office/officeart/2005/8/layout/hList9"/>
    <dgm:cxn modelId="{A9A1D0F3-240A-414D-A4F7-C6799FEF6684}" type="presOf" srcId="{0D0A1B9A-3B14-482E-ABF6-1F1558D1D6B4}" destId="{E635D9D0-9B8F-461A-B7E2-90DB9B533C75}" srcOrd="0" destOrd="0" presId="urn:microsoft.com/office/officeart/2005/8/layout/hList9"/>
    <dgm:cxn modelId="{D60AD3F3-DC9C-407E-8BEA-49772ED21513}" type="presOf" srcId="{16D4FC7C-639B-415F-B4D9-90137280E876}" destId="{947A6429-B47F-4882-AF04-7443C25A7721}" srcOrd="1" destOrd="0" presId="urn:microsoft.com/office/officeart/2005/8/layout/hList9"/>
    <dgm:cxn modelId="{3D5606F9-E8BA-4731-A4E7-BCF2E339A2E3}" type="presOf" srcId="{25F77234-B802-4A64-8082-DF07564E133B}" destId="{6F1CC7FA-E3FF-45FE-BAE2-DE735EEC89AE}" srcOrd="0" destOrd="0" presId="urn:microsoft.com/office/officeart/2005/8/layout/hList9"/>
    <dgm:cxn modelId="{6CBCC5FB-4113-429D-A363-039B59845472}" type="presOf" srcId="{1ECBF41D-1E80-4412-83ED-A3DAC938A434}" destId="{9961CCBF-CC8A-452D-81F3-9EF8B707CFC2}" srcOrd="0" destOrd="0" presId="urn:microsoft.com/office/officeart/2005/8/layout/hList9"/>
    <dgm:cxn modelId="{512F73FC-2D93-4079-8652-A89B3D2A8624}" srcId="{E15CF8DA-C568-4A44-B959-BCD21D9C8F7D}" destId="{14EE6807-CC1D-4B4D-844E-7182F615F88F}" srcOrd="2" destOrd="0" parTransId="{059F8A85-576B-4559-8120-73199C3FE9A1}" sibTransId="{EC3E80C5-E52A-4286-A675-FE01D788115E}"/>
    <dgm:cxn modelId="{177578C8-5FFE-4C56-A69F-4EAB0210BEE9}" type="presParOf" srcId="{4CD69C4C-1510-4A07-8182-27C541F28664}" destId="{45702466-CF76-4C66-890E-A19C58426682}" srcOrd="0" destOrd="0" presId="urn:microsoft.com/office/officeart/2005/8/layout/hList9"/>
    <dgm:cxn modelId="{2BF51CA3-B062-4400-BD87-DF56A061DBE9}" type="presParOf" srcId="{4CD69C4C-1510-4A07-8182-27C541F28664}" destId="{BB3E3CEB-4FBC-4A98-997B-0C84EFCC6351}" srcOrd="1" destOrd="0" presId="urn:microsoft.com/office/officeart/2005/8/layout/hList9"/>
    <dgm:cxn modelId="{120C22E8-5E8E-48FC-92EF-B8B42A2C25F6}" type="presParOf" srcId="{BB3E3CEB-4FBC-4A98-997B-0C84EFCC6351}" destId="{42F20C60-4E00-4864-9A3E-BD5565EE323F}" srcOrd="0" destOrd="0" presId="urn:microsoft.com/office/officeart/2005/8/layout/hList9"/>
    <dgm:cxn modelId="{4227BBF4-A494-430D-9346-07362F5C8F15}" type="presParOf" srcId="{BB3E3CEB-4FBC-4A98-997B-0C84EFCC6351}" destId="{0F2600A1-723E-4474-BDAF-E24BA86C23A0}" srcOrd="1" destOrd="0" presId="urn:microsoft.com/office/officeart/2005/8/layout/hList9"/>
    <dgm:cxn modelId="{FAEAAECB-4692-46B7-8C0F-1C48CBAE0475}" type="presParOf" srcId="{0F2600A1-723E-4474-BDAF-E24BA86C23A0}" destId="{6F1CC7FA-E3FF-45FE-BAE2-DE735EEC89AE}" srcOrd="0" destOrd="0" presId="urn:microsoft.com/office/officeart/2005/8/layout/hList9"/>
    <dgm:cxn modelId="{7BEA6F87-EAFD-44E0-A4EC-DDA21878261B}" type="presParOf" srcId="{0F2600A1-723E-4474-BDAF-E24BA86C23A0}" destId="{91D612BC-B42D-4BB5-92B8-F8B364BC1FF9}" srcOrd="1" destOrd="0" presId="urn:microsoft.com/office/officeart/2005/8/layout/hList9"/>
    <dgm:cxn modelId="{8AE8AB87-8020-453D-8CA4-315245682020}" type="presParOf" srcId="{BB3E3CEB-4FBC-4A98-997B-0C84EFCC6351}" destId="{DC0A5273-8D60-4EC8-9CD8-0584A6F00F35}" srcOrd="2" destOrd="0" presId="urn:microsoft.com/office/officeart/2005/8/layout/hList9"/>
    <dgm:cxn modelId="{4B55E2DB-78B1-4DD4-8D7D-C73F70BDB355}" type="presParOf" srcId="{DC0A5273-8D60-4EC8-9CD8-0584A6F00F35}" destId="{E1335E38-FD47-4A11-94B1-0A8DB83DDCA2}" srcOrd="0" destOrd="0" presId="urn:microsoft.com/office/officeart/2005/8/layout/hList9"/>
    <dgm:cxn modelId="{FC562C77-DF32-4282-A625-9983230B70A9}" type="presParOf" srcId="{DC0A5273-8D60-4EC8-9CD8-0584A6F00F35}" destId="{CCD3EC4D-8689-4601-BCC3-D1BAC86F7186}" srcOrd="1" destOrd="0" presId="urn:microsoft.com/office/officeart/2005/8/layout/hList9"/>
    <dgm:cxn modelId="{4033C536-DC45-44DF-A705-F46D85C2B602}" type="presParOf" srcId="{BB3E3CEB-4FBC-4A98-997B-0C84EFCC6351}" destId="{C436DCFD-EF8F-487F-B4B2-AF31B1C57C80}" srcOrd="3" destOrd="0" presId="urn:microsoft.com/office/officeart/2005/8/layout/hList9"/>
    <dgm:cxn modelId="{FAA1E223-46B7-4808-A914-E0545626BD1B}" type="presParOf" srcId="{C436DCFD-EF8F-487F-B4B2-AF31B1C57C80}" destId="{E635D9D0-9B8F-461A-B7E2-90DB9B533C75}" srcOrd="0" destOrd="0" presId="urn:microsoft.com/office/officeart/2005/8/layout/hList9"/>
    <dgm:cxn modelId="{9E7386B5-3B87-4799-8101-833190C2360A}" type="presParOf" srcId="{C436DCFD-EF8F-487F-B4B2-AF31B1C57C80}" destId="{D788D28A-1633-401D-9241-978CBF3267DE}" srcOrd="1" destOrd="0" presId="urn:microsoft.com/office/officeart/2005/8/layout/hList9"/>
    <dgm:cxn modelId="{E5F42CA9-2B50-469C-9FA5-40A1AAF8375E}" type="presParOf" srcId="{4CD69C4C-1510-4A07-8182-27C541F28664}" destId="{77CA302E-CB1E-4672-A9B1-5FE73B3DBE91}" srcOrd="2" destOrd="0" presId="urn:microsoft.com/office/officeart/2005/8/layout/hList9"/>
    <dgm:cxn modelId="{95F72E97-71B1-45D7-BB71-667068D9CE6B}" type="presParOf" srcId="{4CD69C4C-1510-4A07-8182-27C541F28664}" destId="{1C2C7884-7FEC-4195-B6F6-300DD98E8ED1}" srcOrd="3" destOrd="0" presId="urn:microsoft.com/office/officeart/2005/8/layout/hList9"/>
    <dgm:cxn modelId="{6ADA1175-0DBC-47F4-BE01-64CB04D3E04B}" type="presParOf" srcId="{4CD69C4C-1510-4A07-8182-27C541F28664}" destId="{7A4AF3CC-CA7F-4D9D-AB9E-D84FBB920273}" srcOrd="4" destOrd="0" presId="urn:microsoft.com/office/officeart/2005/8/layout/hList9"/>
    <dgm:cxn modelId="{E7F81D22-5716-4E4F-A04E-7DDA0EF71911}" type="presParOf" srcId="{4CD69C4C-1510-4A07-8182-27C541F28664}" destId="{87354B1D-89CA-422F-B502-6B0FF70476EE}" srcOrd="5" destOrd="0" presId="urn:microsoft.com/office/officeart/2005/8/layout/hList9"/>
    <dgm:cxn modelId="{A32E4E2F-2A8B-44D5-8F7B-B7DCB05F81CC}" type="presParOf" srcId="{4CD69C4C-1510-4A07-8182-27C541F28664}" destId="{85D75B52-4F53-4354-A482-818AE77014C2}" srcOrd="6" destOrd="0" presId="urn:microsoft.com/office/officeart/2005/8/layout/hList9"/>
    <dgm:cxn modelId="{11FEA149-90DC-457C-9B08-1ACBECD33EE0}" type="presParOf" srcId="{85D75B52-4F53-4354-A482-818AE77014C2}" destId="{5473E3B0-0619-409A-8C02-74D10D88CFE3}" srcOrd="0" destOrd="0" presId="urn:microsoft.com/office/officeart/2005/8/layout/hList9"/>
    <dgm:cxn modelId="{51253F4E-ABCA-4A9D-93D8-FE9300B12670}" type="presParOf" srcId="{85D75B52-4F53-4354-A482-818AE77014C2}" destId="{918698D7-423F-43E5-A8DA-AAAADCD9EDC2}" srcOrd="1" destOrd="0" presId="urn:microsoft.com/office/officeart/2005/8/layout/hList9"/>
    <dgm:cxn modelId="{7DA9BF59-B3D6-44D3-BCB9-BB5BD07BCAC6}" type="presParOf" srcId="{918698D7-423F-43E5-A8DA-AAAADCD9EDC2}" destId="{16323C79-8372-46C1-8CFB-AE10AD24B97B}" srcOrd="0" destOrd="0" presId="urn:microsoft.com/office/officeart/2005/8/layout/hList9"/>
    <dgm:cxn modelId="{F34B9DC3-5CBF-4C0C-913A-C17B302435F9}" type="presParOf" srcId="{918698D7-423F-43E5-A8DA-AAAADCD9EDC2}" destId="{DF5983BD-9A9E-45A4-8BA3-FB972A6A43B4}" srcOrd="1" destOrd="0" presId="urn:microsoft.com/office/officeart/2005/8/layout/hList9"/>
    <dgm:cxn modelId="{B6C125B4-17F3-4944-A734-D990148B9CF6}" type="presParOf" srcId="{85D75B52-4F53-4354-A482-818AE77014C2}" destId="{218FDA97-E4CD-42B5-8442-0CF05BFCDFDA}" srcOrd="2" destOrd="0" presId="urn:microsoft.com/office/officeart/2005/8/layout/hList9"/>
    <dgm:cxn modelId="{114C524D-6D23-44DA-AD89-EE63AF52E5D7}" type="presParOf" srcId="{218FDA97-E4CD-42B5-8442-0CF05BFCDFDA}" destId="{F27D0510-90F8-4009-8EE2-2DCE1115E390}" srcOrd="0" destOrd="0" presId="urn:microsoft.com/office/officeart/2005/8/layout/hList9"/>
    <dgm:cxn modelId="{494A66B2-8B2D-45BD-889D-1D804F492397}" type="presParOf" srcId="{218FDA97-E4CD-42B5-8442-0CF05BFCDFDA}" destId="{C0A1B498-903E-435F-A097-330C7E28090C}" srcOrd="1" destOrd="0" presId="urn:microsoft.com/office/officeart/2005/8/layout/hList9"/>
    <dgm:cxn modelId="{C3DAC167-D762-4849-8A9E-EAB54E6346E8}" type="presParOf" srcId="{85D75B52-4F53-4354-A482-818AE77014C2}" destId="{E0BA0D14-AEF5-4CB3-B510-46C7762F80E1}" srcOrd="3" destOrd="0" presId="urn:microsoft.com/office/officeart/2005/8/layout/hList9"/>
    <dgm:cxn modelId="{EB0CA252-8AAF-4477-A401-ABF0CD64A60C}" type="presParOf" srcId="{E0BA0D14-AEF5-4CB3-B510-46C7762F80E1}" destId="{2BBE4F6A-D7EF-43EF-B637-1169814BC44B}" srcOrd="0" destOrd="0" presId="urn:microsoft.com/office/officeart/2005/8/layout/hList9"/>
    <dgm:cxn modelId="{AA9A12AE-52C6-4A5F-8743-9D6BA4A993D0}" type="presParOf" srcId="{E0BA0D14-AEF5-4CB3-B510-46C7762F80E1}" destId="{55E50668-2F54-4951-B5E2-12C0541949E3}" srcOrd="1" destOrd="0" presId="urn:microsoft.com/office/officeart/2005/8/layout/hList9"/>
    <dgm:cxn modelId="{E8022535-F0EC-44F1-89B8-C8A272D45E10}" type="presParOf" srcId="{4CD69C4C-1510-4A07-8182-27C541F28664}" destId="{393A85BF-D0E6-4D99-84CC-3CEDDA5EBB15}" srcOrd="7" destOrd="0" presId="urn:microsoft.com/office/officeart/2005/8/layout/hList9"/>
    <dgm:cxn modelId="{C5F404B4-F766-4A0D-907C-ADA887D17BF6}" type="presParOf" srcId="{4CD69C4C-1510-4A07-8182-27C541F28664}" destId="{0BC4ADA4-54ED-4C6F-A928-DED45E383FE8}" srcOrd="8" destOrd="0" presId="urn:microsoft.com/office/officeart/2005/8/layout/hList9"/>
    <dgm:cxn modelId="{C5B2C9EE-3769-4E25-A4DC-2F4AD15F98D6}" type="presParOf" srcId="{4CD69C4C-1510-4A07-8182-27C541F28664}" destId="{CBA2600D-D076-4116-92FA-12CEF8657EF8}" srcOrd="9" destOrd="0" presId="urn:microsoft.com/office/officeart/2005/8/layout/hList9"/>
    <dgm:cxn modelId="{89449048-93A9-466B-82C2-4657DFE98E8D}" type="presParOf" srcId="{4CD69C4C-1510-4A07-8182-27C541F28664}" destId="{188579E8-12C8-488F-BB02-AFBB411CFD42}" srcOrd="10" destOrd="0" presId="urn:microsoft.com/office/officeart/2005/8/layout/hList9"/>
    <dgm:cxn modelId="{496D5043-021C-43B0-BD95-C2A27F154BCD}" type="presParOf" srcId="{4CD69C4C-1510-4A07-8182-27C541F28664}" destId="{A8248109-179B-4159-AECD-DEFB34092337}" srcOrd="11" destOrd="0" presId="urn:microsoft.com/office/officeart/2005/8/layout/hList9"/>
    <dgm:cxn modelId="{4DB28B38-0852-48BF-BFBA-E7145AFD9498}" type="presParOf" srcId="{A8248109-179B-4159-AECD-DEFB34092337}" destId="{F036449D-2B9A-4F97-9F74-F6B9A3102957}" srcOrd="0" destOrd="0" presId="urn:microsoft.com/office/officeart/2005/8/layout/hList9"/>
    <dgm:cxn modelId="{CFC7E2B1-5495-4FB2-ADA4-A4111A09FFAD}" type="presParOf" srcId="{A8248109-179B-4159-AECD-DEFB34092337}" destId="{1505610C-293D-4CA6-AA58-ABE3CB85B1B1}" srcOrd="1" destOrd="0" presId="urn:microsoft.com/office/officeart/2005/8/layout/hList9"/>
    <dgm:cxn modelId="{CEC35C42-F76A-4E15-B746-ED2B19993EE9}" type="presParOf" srcId="{1505610C-293D-4CA6-AA58-ABE3CB85B1B1}" destId="{B0020B34-164F-48D1-A967-9C519C800FE0}" srcOrd="0" destOrd="0" presId="urn:microsoft.com/office/officeart/2005/8/layout/hList9"/>
    <dgm:cxn modelId="{1DF1FAF2-2469-4BBD-A07B-9E3D793E3E4A}" type="presParOf" srcId="{1505610C-293D-4CA6-AA58-ABE3CB85B1B1}" destId="{FBDA839E-B355-45CA-AB2F-C4E16EF9F87F}" srcOrd="1" destOrd="0" presId="urn:microsoft.com/office/officeart/2005/8/layout/hList9"/>
    <dgm:cxn modelId="{35C8EAA0-69CF-4C3D-9129-5573DF148D50}" type="presParOf" srcId="{A8248109-179B-4159-AECD-DEFB34092337}" destId="{C3065708-1087-4665-8B8E-AE43E8E47E79}" srcOrd="2" destOrd="0" presId="urn:microsoft.com/office/officeart/2005/8/layout/hList9"/>
    <dgm:cxn modelId="{8D7C39AB-917F-4829-A1C8-FEA10CDBBF44}" type="presParOf" srcId="{C3065708-1087-4665-8B8E-AE43E8E47E79}" destId="{3182EE0B-A67F-4CF7-B218-12758FCE203F}" srcOrd="0" destOrd="0" presId="urn:microsoft.com/office/officeart/2005/8/layout/hList9"/>
    <dgm:cxn modelId="{5D8AF8F5-B588-4476-82F2-7F25BE4160D0}" type="presParOf" srcId="{C3065708-1087-4665-8B8E-AE43E8E47E79}" destId="{947A6429-B47F-4882-AF04-7443C25A7721}" srcOrd="1" destOrd="0" presId="urn:microsoft.com/office/officeart/2005/8/layout/hList9"/>
    <dgm:cxn modelId="{62A37006-C674-490E-A911-A149FBDBFE0C}" type="presParOf" srcId="{A8248109-179B-4159-AECD-DEFB34092337}" destId="{EBFC75DD-3CE1-4C58-A06F-B966D17EE9CC}" srcOrd="3" destOrd="0" presId="urn:microsoft.com/office/officeart/2005/8/layout/hList9"/>
    <dgm:cxn modelId="{49A10EBD-BC71-4BBB-87B4-7EEBA7C70490}" type="presParOf" srcId="{EBFC75DD-3CE1-4C58-A06F-B966D17EE9CC}" destId="{3B7E0E1C-F350-4E0A-9911-50DD90B0F221}" srcOrd="0" destOrd="0" presId="urn:microsoft.com/office/officeart/2005/8/layout/hList9"/>
    <dgm:cxn modelId="{34D0D1EB-5FC3-4CEC-ABC0-EF40B0A34033}" type="presParOf" srcId="{EBFC75DD-3CE1-4C58-A06F-B966D17EE9CC}" destId="{E7DFEACD-523B-4735-9132-4227319C033C}" srcOrd="1" destOrd="0" presId="urn:microsoft.com/office/officeart/2005/8/layout/hList9"/>
    <dgm:cxn modelId="{9316CE88-2A10-4A5C-B10E-028453E7BB45}" type="presParOf" srcId="{4CD69C4C-1510-4A07-8182-27C541F28664}" destId="{D7877177-FA4F-4F71-B42F-2B5D61ADD7D4}" srcOrd="12" destOrd="0" presId="urn:microsoft.com/office/officeart/2005/8/layout/hList9"/>
    <dgm:cxn modelId="{16109655-83ED-4A63-A434-77C70A26C7FE}" type="presParOf" srcId="{4CD69C4C-1510-4A07-8182-27C541F28664}" destId="{F3221407-3AF1-49FF-902B-8C2325C5CC42}" srcOrd="13" destOrd="0" presId="urn:microsoft.com/office/officeart/2005/8/layout/hList9"/>
    <dgm:cxn modelId="{6EC401E9-B88B-4006-B326-089E3A080D5A}" type="presParOf" srcId="{4CD69C4C-1510-4A07-8182-27C541F28664}" destId="{E990F223-7A2E-40A3-BC07-ABBD40C6EF8F}" srcOrd="14" destOrd="0" presId="urn:microsoft.com/office/officeart/2005/8/layout/hList9"/>
    <dgm:cxn modelId="{6C21A91B-AB37-4530-9DB0-08C408509CDB}" type="presParOf" srcId="{4CD69C4C-1510-4A07-8182-27C541F28664}" destId="{A214EFC2-E1E7-41C0-B132-4B42A990D10E}" srcOrd="15" destOrd="0" presId="urn:microsoft.com/office/officeart/2005/8/layout/hList9"/>
    <dgm:cxn modelId="{B76E3B9F-8A1E-4153-8803-69D6C0006382}" type="presParOf" srcId="{4CD69C4C-1510-4A07-8182-27C541F28664}" destId="{5D087373-BF97-4B33-90B7-C12647E4ECC5}" srcOrd="16" destOrd="0" presId="urn:microsoft.com/office/officeart/2005/8/layout/hList9"/>
    <dgm:cxn modelId="{636292B2-FFBE-4005-AEDE-1DBD4EA55F7F}" type="presParOf" srcId="{5D087373-BF97-4B33-90B7-C12647E4ECC5}" destId="{96F84B1A-DC80-4465-905F-FB97635D4183}" srcOrd="0" destOrd="0" presId="urn:microsoft.com/office/officeart/2005/8/layout/hList9"/>
    <dgm:cxn modelId="{C31B1A69-80D9-4EB1-ACAF-010B4D5803B1}" type="presParOf" srcId="{5D087373-BF97-4B33-90B7-C12647E4ECC5}" destId="{2F57DBC3-EE42-441A-B68A-515CCFE3D054}" srcOrd="1" destOrd="0" presId="urn:microsoft.com/office/officeart/2005/8/layout/hList9"/>
    <dgm:cxn modelId="{31F65127-8DEA-4D72-9B0A-2B6C76DA2FF3}" type="presParOf" srcId="{2F57DBC3-EE42-441A-B68A-515CCFE3D054}" destId="{9961CCBF-CC8A-452D-81F3-9EF8B707CFC2}" srcOrd="0" destOrd="0" presId="urn:microsoft.com/office/officeart/2005/8/layout/hList9"/>
    <dgm:cxn modelId="{F34F7E16-B181-4013-AA1B-4425E04838E2}" type="presParOf" srcId="{2F57DBC3-EE42-441A-B68A-515CCFE3D054}" destId="{93E48588-4C3B-40B6-B3C6-4E9747936AEF}" srcOrd="1" destOrd="0" presId="urn:microsoft.com/office/officeart/2005/8/layout/hList9"/>
    <dgm:cxn modelId="{DA1699E7-89AB-40B3-BA53-0EF975CDA082}" type="presParOf" srcId="{5D087373-BF97-4B33-90B7-C12647E4ECC5}" destId="{39FB9590-63DF-4CE1-887A-1BBB6B2B0C59}" srcOrd="2" destOrd="0" presId="urn:microsoft.com/office/officeart/2005/8/layout/hList9"/>
    <dgm:cxn modelId="{AE518322-D9BC-4D72-B629-F42C1A82E5F6}" type="presParOf" srcId="{39FB9590-63DF-4CE1-887A-1BBB6B2B0C59}" destId="{18544802-59B8-40AF-BBF9-5EB1C7860167}" srcOrd="0" destOrd="0" presId="urn:microsoft.com/office/officeart/2005/8/layout/hList9"/>
    <dgm:cxn modelId="{238422E8-B71A-4E70-B88D-CB746989BC4C}" type="presParOf" srcId="{39FB9590-63DF-4CE1-887A-1BBB6B2B0C59}" destId="{933A87A2-7650-4164-8AAF-391F0CF96427}" srcOrd="1" destOrd="0" presId="urn:microsoft.com/office/officeart/2005/8/layout/hList9"/>
    <dgm:cxn modelId="{43980515-5E59-43BD-8938-89D4AA7AD527}" type="presParOf" srcId="{5D087373-BF97-4B33-90B7-C12647E4ECC5}" destId="{739464BB-9869-47EF-ABC6-EEE325F0075B}" srcOrd="3" destOrd="0" presId="urn:microsoft.com/office/officeart/2005/8/layout/hList9"/>
    <dgm:cxn modelId="{5DB4022A-B59E-41ED-96DA-A354F013785E}" type="presParOf" srcId="{739464BB-9869-47EF-ABC6-EEE325F0075B}" destId="{68101FDE-9CDF-45D8-AD71-320CE8777CFE}" srcOrd="0" destOrd="0" presId="urn:microsoft.com/office/officeart/2005/8/layout/hList9"/>
    <dgm:cxn modelId="{62CC4449-CB20-43FA-B1EB-3F93785446E5}" type="presParOf" srcId="{739464BB-9869-47EF-ABC6-EEE325F0075B}" destId="{5718CFF3-B798-4D2B-9576-B76D9F65C35A}" srcOrd="1" destOrd="0" presId="urn:microsoft.com/office/officeart/2005/8/layout/hList9"/>
    <dgm:cxn modelId="{3BFF6402-9E35-41EE-B830-FB59231F9D13}" type="presParOf" srcId="{5D087373-BF97-4B33-90B7-C12647E4ECC5}" destId="{7E801A0E-3762-4F93-B3B5-D6F3584973E9}" srcOrd="4" destOrd="0" presId="urn:microsoft.com/office/officeart/2005/8/layout/hList9"/>
    <dgm:cxn modelId="{99E2250C-5E96-480B-B469-C843EB22E6E7}" type="presParOf" srcId="{7E801A0E-3762-4F93-B3B5-D6F3584973E9}" destId="{1B9A8790-48D4-4EEF-9325-CE631A420D03}" srcOrd="0" destOrd="0" presId="urn:microsoft.com/office/officeart/2005/8/layout/hList9"/>
    <dgm:cxn modelId="{A45F6574-33C6-4D32-98ED-BFEE258D4472}" type="presParOf" srcId="{7E801A0E-3762-4F93-B3B5-D6F3584973E9}" destId="{67A362D2-2001-4188-8A93-EF563FDFE909}" srcOrd="1" destOrd="0" presId="urn:microsoft.com/office/officeart/2005/8/layout/hList9"/>
    <dgm:cxn modelId="{AA4D5C83-0956-457B-9931-6319373C789C}" type="presParOf" srcId="{4CD69C4C-1510-4A07-8182-27C541F28664}" destId="{4BCD4FD7-223B-4C14-BDD4-35521F3495E6}" srcOrd="17" destOrd="0" presId="urn:microsoft.com/office/officeart/2005/8/layout/hList9"/>
    <dgm:cxn modelId="{873B5B21-9254-4888-A199-5E2E59B4E307}" type="presParOf" srcId="{4CD69C4C-1510-4A07-8182-27C541F28664}" destId="{8E8177F1-8E8C-4805-BAB0-EF11571798CB}" srcOrd="18" destOrd="0" presId="urn:microsoft.com/office/officeart/2005/8/layout/hList9"/>
    <dgm:cxn modelId="{5FA9E4D4-B6C2-404C-8110-2A470EE2B581}" type="presParOf" srcId="{4CD69C4C-1510-4A07-8182-27C541F28664}" destId="{290F1D92-E84C-490E-83A2-C0EF50CB81D8}" srcOrd="19" destOrd="0" presId="urn:microsoft.com/office/officeart/2005/8/layout/hList9"/>
    <dgm:cxn modelId="{C4EE24E6-F5C0-440B-BBF6-2470C029F9AC}" type="presParOf" srcId="{4CD69C4C-1510-4A07-8182-27C541F28664}" destId="{C813273E-0D75-45F0-98E2-279ECEEE4483}" srcOrd="20" destOrd="0" presId="urn:microsoft.com/office/officeart/2005/8/layout/hList9"/>
    <dgm:cxn modelId="{763512BB-FD33-451B-8486-86429A0ACE9A}" type="presParOf" srcId="{4CD69C4C-1510-4A07-8182-27C541F28664}" destId="{1EA63B94-56DA-474B-B502-58F7B16B9390}" srcOrd="21" destOrd="0" presId="urn:microsoft.com/office/officeart/2005/8/layout/hList9"/>
    <dgm:cxn modelId="{A7DDBD57-7818-487F-BFC3-355CE6753DC3}" type="presParOf" srcId="{1EA63B94-56DA-474B-B502-58F7B16B9390}" destId="{578DF34B-A04F-4A80-9A8D-A8EC6EA08263}" srcOrd="0" destOrd="0" presId="urn:microsoft.com/office/officeart/2005/8/layout/hList9"/>
    <dgm:cxn modelId="{4A2DB640-7153-4E4C-B66B-EE2AF554C115}" type="presParOf" srcId="{1EA63B94-56DA-474B-B502-58F7B16B9390}" destId="{6DFBA122-83E2-4D48-836E-F8B908C9DB80}" srcOrd="1" destOrd="0" presId="urn:microsoft.com/office/officeart/2005/8/layout/hList9"/>
    <dgm:cxn modelId="{F399DE05-C77F-4EF1-93B3-B7B2EEC67F45}" type="presParOf" srcId="{6DFBA122-83E2-4D48-836E-F8B908C9DB80}" destId="{6554BE80-F282-4637-A786-1C7A8A380D0D}" srcOrd="0" destOrd="0" presId="urn:microsoft.com/office/officeart/2005/8/layout/hList9"/>
    <dgm:cxn modelId="{68AC3CE8-BFBB-4859-B03F-952D3535D377}" type="presParOf" srcId="{6DFBA122-83E2-4D48-836E-F8B908C9DB80}" destId="{8F13510F-FEE6-44E3-A27D-048DE45F1C14}" srcOrd="1" destOrd="0" presId="urn:microsoft.com/office/officeart/2005/8/layout/hList9"/>
    <dgm:cxn modelId="{8019BAEB-03C5-45CA-9365-F92BE52C05A5}" type="presParOf" srcId="{1EA63B94-56DA-474B-B502-58F7B16B9390}" destId="{1B890C98-E792-4802-8E2A-A54385F05D88}" srcOrd="2" destOrd="0" presId="urn:microsoft.com/office/officeart/2005/8/layout/hList9"/>
    <dgm:cxn modelId="{1F36A909-E5E5-49F0-AC13-4AEAEDA1C7CB}" type="presParOf" srcId="{1B890C98-E792-4802-8E2A-A54385F05D88}" destId="{E2C84914-2EF8-4914-A591-B1F0BD329B3E}" srcOrd="0" destOrd="0" presId="urn:microsoft.com/office/officeart/2005/8/layout/hList9"/>
    <dgm:cxn modelId="{7715BF93-5B00-4A86-8016-1290E2BCC827}" type="presParOf" srcId="{1B890C98-E792-4802-8E2A-A54385F05D88}" destId="{D875FA55-AC7E-49CB-A068-B9331B241F94}" srcOrd="1" destOrd="0" presId="urn:microsoft.com/office/officeart/2005/8/layout/hList9"/>
    <dgm:cxn modelId="{E9BA5B79-03D5-4115-8639-F722B1A8C2CA}" type="presParOf" srcId="{1EA63B94-56DA-474B-B502-58F7B16B9390}" destId="{60B33C9E-4EB6-4031-BD86-DFA5FD62E161}" srcOrd="3" destOrd="0" presId="urn:microsoft.com/office/officeart/2005/8/layout/hList9"/>
    <dgm:cxn modelId="{623BB853-770B-4ED1-9B4D-31DFCB247035}" type="presParOf" srcId="{60B33C9E-4EB6-4031-BD86-DFA5FD62E161}" destId="{56E0B1F6-5225-4A20-8AD9-048A368F56D7}" srcOrd="0" destOrd="0" presId="urn:microsoft.com/office/officeart/2005/8/layout/hList9"/>
    <dgm:cxn modelId="{59029344-31A3-4C2C-B2B3-619EB00948B8}" type="presParOf" srcId="{60B33C9E-4EB6-4031-BD86-DFA5FD62E161}" destId="{232E1BDC-30B2-4EE1-8A95-0C3000DEE3EE}" srcOrd="1" destOrd="0" presId="urn:microsoft.com/office/officeart/2005/8/layout/hList9"/>
    <dgm:cxn modelId="{F78CF96E-598A-4597-AE9F-C5666E597512}" type="presParOf" srcId="{1EA63B94-56DA-474B-B502-58F7B16B9390}" destId="{201D8912-A17B-45B4-B9FE-A87120F39355}" srcOrd="4" destOrd="0" presId="urn:microsoft.com/office/officeart/2005/8/layout/hList9"/>
    <dgm:cxn modelId="{CF681712-87EF-4FC1-B6EB-7C27D1A78586}" type="presParOf" srcId="{201D8912-A17B-45B4-B9FE-A87120F39355}" destId="{551A434D-32CB-40ED-8232-D02062185DEF}" srcOrd="0" destOrd="0" presId="urn:microsoft.com/office/officeart/2005/8/layout/hList9"/>
    <dgm:cxn modelId="{BD7700AA-8D76-4B93-9E92-8A1BB7D671FD}" type="presParOf" srcId="{201D8912-A17B-45B4-B9FE-A87120F39355}" destId="{3F20EE59-EA4A-44E6-B5D1-2073DEB829B7}" srcOrd="1" destOrd="0" presId="urn:microsoft.com/office/officeart/2005/8/layout/hList9"/>
    <dgm:cxn modelId="{8CCA6AD1-35B4-427C-81AC-B66D015E8C83}" type="presParOf" srcId="{4CD69C4C-1510-4A07-8182-27C541F28664}" destId="{4F7A5EDB-CA95-4C1F-99A5-FFAA21D8CAA7}" srcOrd="22" destOrd="0" presId="urn:microsoft.com/office/officeart/2005/8/layout/hList9"/>
    <dgm:cxn modelId="{1A56A45A-2126-4FCB-8D1E-5D88FB4B9CD0}" type="presParOf" srcId="{4CD69C4C-1510-4A07-8182-27C541F28664}" destId="{4793385C-A928-451A-A741-493889EFC322}" srcOrd="2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369ABE1-A457-4DF7-AE20-2D8F0C17B752}" type="doc">
      <dgm:prSet loTypeId="urn:microsoft.com/office/officeart/2005/8/layout/hProcess4" loCatId="process" qsTypeId="urn:microsoft.com/office/officeart/2005/8/quickstyle/simple1#2" qsCatId="simple" csTypeId="urn:microsoft.com/office/officeart/2005/8/colors/accent1_2#4" csCatId="accent1" phldr="1"/>
      <dgm:spPr/>
      <dgm:t>
        <a:bodyPr/>
        <a:lstStyle/>
        <a:p>
          <a:endParaRPr lang="en-IN"/>
        </a:p>
      </dgm:t>
    </dgm:pt>
    <dgm:pt modelId="{CFC25E8A-DB88-4401-9BE1-CD784BEA7505}">
      <dgm:prSet phldrT="[Text]"/>
      <dgm:spPr/>
      <dgm:t>
        <a:bodyPr/>
        <a:lstStyle/>
        <a:p>
          <a:pPr>
            <a:buNone/>
          </a:pPr>
          <a:r>
            <a:rPr lang="en-IN" b="1" i="0" dirty="0"/>
            <a:t>Phase 1: Foundation MVP</a:t>
          </a:r>
          <a:endParaRPr lang="en-IN" dirty="0"/>
        </a:p>
      </dgm:t>
    </dgm:pt>
    <dgm:pt modelId="{51319C52-1B89-4F5D-B7A2-74B5BF2894ED}" type="parTrans" cxnId="{D1374AEF-1690-450A-9282-A76C69CDAA9D}">
      <dgm:prSet/>
      <dgm:spPr/>
      <dgm:t>
        <a:bodyPr/>
        <a:lstStyle/>
        <a:p>
          <a:endParaRPr lang="en-IN"/>
        </a:p>
      </dgm:t>
    </dgm:pt>
    <dgm:pt modelId="{5392A23F-775C-4C96-89E7-D8DBCF67155B}" type="sibTrans" cxnId="{D1374AEF-1690-450A-9282-A76C69CDAA9D}">
      <dgm:prSet/>
      <dgm:spPr/>
      <dgm:t>
        <a:bodyPr/>
        <a:lstStyle/>
        <a:p>
          <a:endParaRPr lang="en-IN"/>
        </a:p>
      </dgm:t>
    </dgm:pt>
    <dgm:pt modelId="{C39C3D22-0220-4C16-84F5-76FC55FD44B3}">
      <dgm:prSet/>
      <dgm:spPr/>
      <dgm:t>
        <a:bodyPr/>
        <a:lstStyle/>
        <a:p>
          <a:pPr>
            <a:buFont typeface="Arial" panose="020B0604020202020204" pitchFamily="34" charset="0"/>
            <a:buChar char="•"/>
          </a:pPr>
          <a:r>
            <a:rPr lang="en-IN" b="0" i="0" dirty="0"/>
            <a:t>JMeter/LR Report Ingestion</a:t>
          </a:r>
        </a:p>
      </dgm:t>
    </dgm:pt>
    <dgm:pt modelId="{FC2EB1E1-D1D5-407E-8504-20859CE31780}" type="parTrans" cxnId="{7014D4C0-C6FD-42BA-B44D-941A12A79821}">
      <dgm:prSet/>
      <dgm:spPr/>
      <dgm:t>
        <a:bodyPr/>
        <a:lstStyle/>
        <a:p>
          <a:endParaRPr lang="en-IN"/>
        </a:p>
      </dgm:t>
    </dgm:pt>
    <dgm:pt modelId="{73BF8E4C-EE44-4CF6-B353-D5F60AB6D5BC}" type="sibTrans" cxnId="{7014D4C0-C6FD-42BA-B44D-941A12A79821}">
      <dgm:prSet/>
      <dgm:spPr/>
      <dgm:t>
        <a:bodyPr/>
        <a:lstStyle/>
        <a:p>
          <a:endParaRPr lang="en-IN"/>
        </a:p>
      </dgm:t>
    </dgm:pt>
    <dgm:pt modelId="{E40950AA-83E0-4217-88DE-251747BAC2DC}">
      <dgm:prSet/>
      <dgm:spPr/>
      <dgm:t>
        <a:bodyPr/>
        <a:lstStyle/>
        <a:p>
          <a:pPr>
            <a:buFont typeface="Arial" panose="020B0604020202020204" pitchFamily="34" charset="0"/>
            <a:buChar char="•"/>
          </a:pPr>
          <a:r>
            <a:rPr lang="en-IN" b="0" i="0" dirty="0"/>
            <a:t>Centralized Test Results Repository</a:t>
          </a:r>
        </a:p>
      </dgm:t>
    </dgm:pt>
    <dgm:pt modelId="{2CAAAB2F-ADF1-4737-A05A-F788A776794B}" type="parTrans" cxnId="{BA97C8D4-58D7-4A3D-8294-F8F345423CE4}">
      <dgm:prSet/>
      <dgm:spPr/>
      <dgm:t>
        <a:bodyPr/>
        <a:lstStyle/>
        <a:p>
          <a:endParaRPr lang="en-IN"/>
        </a:p>
      </dgm:t>
    </dgm:pt>
    <dgm:pt modelId="{99A2C491-29E5-45D2-AC7D-47FB0918669C}" type="sibTrans" cxnId="{BA97C8D4-58D7-4A3D-8294-F8F345423CE4}">
      <dgm:prSet/>
      <dgm:spPr/>
      <dgm:t>
        <a:bodyPr/>
        <a:lstStyle/>
        <a:p>
          <a:endParaRPr lang="en-IN"/>
        </a:p>
      </dgm:t>
    </dgm:pt>
    <dgm:pt modelId="{418B50C2-CFEA-4582-95A0-58ABB8D24AB5}">
      <dgm:prSet/>
      <dgm:spPr/>
      <dgm:t>
        <a:bodyPr/>
        <a:lstStyle/>
        <a:p>
          <a:pPr>
            <a:buFont typeface="Arial" panose="020B0604020202020204" pitchFamily="34" charset="0"/>
            <a:buChar char="•"/>
          </a:pPr>
          <a:r>
            <a:rPr lang="en-IN" b="0" i="0" dirty="0"/>
            <a:t>Trend Visualization Dashboard</a:t>
          </a:r>
        </a:p>
      </dgm:t>
    </dgm:pt>
    <dgm:pt modelId="{BDC3FE75-DB40-4FE1-9F53-31934034DDE4}" type="parTrans" cxnId="{45B01EEC-4307-4E8E-83B2-C928922E82B1}">
      <dgm:prSet/>
      <dgm:spPr/>
      <dgm:t>
        <a:bodyPr/>
        <a:lstStyle/>
        <a:p>
          <a:endParaRPr lang="en-IN"/>
        </a:p>
      </dgm:t>
    </dgm:pt>
    <dgm:pt modelId="{F5B8C83C-F65F-49B8-ABD1-D44EA7E47771}" type="sibTrans" cxnId="{45B01EEC-4307-4E8E-83B2-C928922E82B1}">
      <dgm:prSet/>
      <dgm:spPr/>
      <dgm:t>
        <a:bodyPr/>
        <a:lstStyle/>
        <a:p>
          <a:endParaRPr lang="en-IN"/>
        </a:p>
      </dgm:t>
    </dgm:pt>
    <dgm:pt modelId="{4C9DA629-FD37-4CFE-A58F-C1AFE7E4F125}">
      <dgm:prSet/>
      <dgm:spPr/>
      <dgm:t>
        <a:bodyPr/>
        <a:lstStyle/>
        <a:p>
          <a:pPr>
            <a:buFont typeface="Arial" panose="020B0604020202020204" pitchFamily="34" charset="0"/>
            <a:buChar char="•"/>
          </a:pPr>
          <a:r>
            <a:rPr lang="en-IN" b="0" i="0" dirty="0"/>
            <a:t>Basic AI Recommendations</a:t>
          </a:r>
        </a:p>
      </dgm:t>
    </dgm:pt>
    <dgm:pt modelId="{C50EEE54-4AD5-4AA9-964F-140E9836DB3A}" type="parTrans" cxnId="{57BB9E71-6747-4BC0-B216-F1351E5A6E09}">
      <dgm:prSet/>
      <dgm:spPr/>
      <dgm:t>
        <a:bodyPr/>
        <a:lstStyle/>
        <a:p>
          <a:endParaRPr lang="en-IN"/>
        </a:p>
      </dgm:t>
    </dgm:pt>
    <dgm:pt modelId="{AF98D588-1DDA-4EFE-9B7C-EBF642DCDC0A}" type="sibTrans" cxnId="{57BB9E71-6747-4BC0-B216-F1351E5A6E09}">
      <dgm:prSet/>
      <dgm:spPr/>
      <dgm:t>
        <a:bodyPr/>
        <a:lstStyle/>
        <a:p>
          <a:endParaRPr lang="en-IN"/>
        </a:p>
      </dgm:t>
    </dgm:pt>
    <dgm:pt modelId="{E89052F0-FD0A-480C-A898-72B7CBDF5BD8}">
      <dgm:prSet/>
      <dgm:spPr/>
      <dgm:t>
        <a:bodyPr/>
        <a:lstStyle/>
        <a:p>
          <a:pPr>
            <a:buFont typeface="Arial" panose="020B0604020202020204" pitchFamily="34" charset="0"/>
            <a:buChar char="•"/>
          </a:pPr>
          <a:r>
            <a:rPr lang="en-IN" b="0" i="0" dirty="0"/>
            <a:t>Release-over-Release Comparison</a:t>
          </a:r>
        </a:p>
      </dgm:t>
    </dgm:pt>
    <dgm:pt modelId="{7109A370-38F2-4DC3-8812-6772F6A786C9}" type="parTrans" cxnId="{265D482E-3034-465F-9B74-332621C7C457}">
      <dgm:prSet/>
      <dgm:spPr/>
      <dgm:t>
        <a:bodyPr/>
        <a:lstStyle/>
        <a:p>
          <a:endParaRPr lang="en-IN"/>
        </a:p>
      </dgm:t>
    </dgm:pt>
    <dgm:pt modelId="{CF27E9B8-590D-44D7-B3E3-E63FED288A01}" type="sibTrans" cxnId="{265D482E-3034-465F-9B74-332621C7C457}">
      <dgm:prSet/>
      <dgm:spPr/>
      <dgm:t>
        <a:bodyPr/>
        <a:lstStyle/>
        <a:p>
          <a:endParaRPr lang="en-IN"/>
        </a:p>
      </dgm:t>
    </dgm:pt>
    <dgm:pt modelId="{D7137CC8-9C17-4D0E-8594-84F43F02A616}">
      <dgm:prSet/>
      <dgm:spPr/>
      <dgm:t>
        <a:bodyPr/>
        <a:lstStyle/>
        <a:p>
          <a:pPr>
            <a:buNone/>
          </a:pPr>
          <a:r>
            <a:rPr lang="en-IN" b="1" i="0" dirty="0"/>
            <a:t>Phase 2: Predictive Intelligence</a:t>
          </a:r>
        </a:p>
      </dgm:t>
    </dgm:pt>
    <dgm:pt modelId="{20D46421-F0B5-4C6A-AC69-974F6E60092F}" type="parTrans" cxnId="{E3C2B1BA-0DE9-4F6C-939C-17FAC5BD50F0}">
      <dgm:prSet/>
      <dgm:spPr/>
      <dgm:t>
        <a:bodyPr/>
        <a:lstStyle/>
        <a:p>
          <a:endParaRPr lang="en-IN"/>
        </a:p>
      </dgm:t>
    </dgm:pt>
    <dgm:pt modelId="{9926A64B-D27E-4B7D-8F4A-A549C91E908C}" type="sibTrans" cxnId="{E3C2B1BA-0DE9-4F6C-939C-17FAC5BD50F0}">
      <dgm:prSet/>
      <dgm:spPr/>
      <dgm:t>
        <a:bodyPr/>
        <a:lstStyle/>
        <a:p>
          <a:endParaRPr lang="en-IN"/>
        </a:p>
      </dgm:t>
    </dgm:pt>
    <dgm:pt modelId="{60F50265-74D9-4961-A7C7-09C68A9FD91B}">
      <dgm:prSet/>
      <dgm:spPr/>
      <dgm:t>
        <a:bodyPr/>
        <a:lstStyle/>
        <a:p>
          <a:pPr>
            <a:buFont typeface="Arial" panose="020B0604020202020204" pitchFamily="34" charset="0"/>
            <a:buChar char="•"/>
          </a:pPr>
          <a:r>
            <a:rPr lang="en-IN" b="0" i="0" dirty="0"/>
            <a:t>Automated RCA Generation</a:t>
          </a:r>
        </a:p>
      </dgm:t>
    </dgm:pt>
    <dgm:pt modelId="{7D020E79-A330-49C9-85E7-C3A2FF906ECA}" type="parTrans" cxnId="{A16B109E-2010-4D15-A474-0AA7997FA14F}">
      <dgm:prSet/>
      <dgm:spPr/>
      <dgm:t>
        <a:bodyPr/>
        <a:lstStyle/>
        <a:p>
          <a:endParaRPr lang="en-IN"/>
        </a:p>
      </dgm:t>
    </dgm:pt>
    <dgm:pt modelId="{6B1E3C85-F0C6-4FD3-87D3-44EA4B32760F}" type="sibTrans" cxnId="{A16B109E-2010-4D15-A474-0AA7997FA14F}">
      <dgm:prSet/>
      <dgm:spPr/>
      <dgm:t>
        <a:bodyPr/>
        <a:lstStyle/>
        <a:p>
          <a:endParaRPr lang="en-IN"/>
        </a:p>
      </dgm:t>
    </dgm:pt>
    <dgm:pt modelId="{7F804268-8575-4FD6-BEB8-884D0B51D6A4}">
      <dgm:prSet/>
      <dgm:spPr/>
      <dgm:t>
        <a:bodyPr/>
        <a:lstStyle/>
        <a:p>
          <a:pPr>
            <a:buFont typeface="Arial" panose="020B0604020202020204" pitchFamily="34" charset="0"/>
            <a:buChar char="•"/>
          </a:pPr>
          <a:r>
            <a:rPr lang="en-IN" b="0" i="0"/>
            <a:t>Performance Anomaly Detection</a:t>
          </a:r>
        </a:p>
      </dgm:t>
    </dgm:pt>
    <dgm:pt modelId="{AE0DDF64-A672-499C-A5CA-A4AD4D6D1628}" type="parTrans" cxnId="{C960755D-2BFB-49E5-81E6-221F576A5DF3}">
      <dgm:prSet/>
      <dgm:spPr/>
      <dgm:t>
        <a:bodyPr/>
        <a:lstStyle/>
        <a:p>
          <a:endParaRPr lang="en-IN"/>
        </a:p>
      </dgm:t>
    </dgm:pt>
    <dgm:pt modelId="{4730D1F1-7A90-4343-A1B9-14381E01470A}" type="sibTrans" cxnId="{C960755D-2BFB-49E5-81E6-221F576A5DF3}">
      <dgm:prSet/>
      <dgm:spPr/>
      <dgm:t>
        <a:bodyPr/>
        <a:lstStyle/>
        <a:p>
          <a:endParaRPr lang="en-IN"/>
        </a:p>
      </dgm:t>
    </dgm:pt>
    <dgm:pt modelId="{50BBE42D-78A6-4A1C-970B-794E1A8694EE}">
      <dgm:prSet/>
      <dgm:spPr/>
      <dgm:t>
        <a:bodyPr/>
        <a:lstStyle/>
        <a:p>
          <a:pPr>
            <a:buFont typeface="Arial" panose="020B0604020202020204" pitchFamily="34" charset="0"/>
            <a:buChar char="•"/>
          </a:pPr>
          <a:r>
            <a:rPr lang="en-IN" b="0" i="0" dirty="0"/>
            <a:t>Release Risk Prediction</a:t>
          </a:r>
        </a:p>
      </dgm:t>
    </dgm:pt>
    <dgm:pt modelId="{32EF22DA-9017-4499-A821-AD7E4E96192B}" type="parTrans" cxnId="{9379EB0D-75B8-4AEC-86D9-2A96BE674E84}">
      <dgm:prSet/>
      <dgm:spPr/>
      <dgm:t>
        <a:bodyPr/>
        <a:lstStyle/>
        <a:p>
          <a:endParaRPr lang="en-IN"/>
        </a:p>
      </dgm:t>
    </dgm:pt>
    <dgm:pt modelId="{B9F2BBE2-99FF-46D2-BBC0-4201EE670105}" type="sibTrans" cxnId="{9379EB0D-75B8-4AEC-86D9-2A96BE674E84}">
      <dgm:prSet/>
      <dgm:spPr/>
      <dgm:t>
        <a:bodyPr/>
        <a:lstStyle/>
        <a:p>
          <a:endParaRPr lang="en-IN"/>
        </a:p>
      </dgm:t>
    </dgm:pt>
    <dgm:pt modelId="{901583DA-B776-4C2B-84D1-CFED49D68990}">
      <dgm:prSet/>
      <dgm:spPr/>
      <dgm:t>
        <a:bodyPr/>
        <a:lstStyle/>
        <a:p>
          <a:pPr>
            <a:buFont typeface="Arial" panose="020B0604020202020204" pitchFamily="34" charset="0"/>
            <a:buChar char="•"/>
          </a:pPr>
          <a:r>
            <a:rPr lang="en-IN" b="0" i="0"/>
            <a:t>Intelligent Alerting</a:t>
          </a:r>
        </a:p>
      </dgm:t>
    </dgm:pt>
    <dgm:pt modelId="{06DC7C5E-6AB9-4239-BC0F-77AB943C03C7}" type="parTrans" cxnId="{732DB937-5D98-4A45-823A-053786BC21C6}">
      <dgm:prSet/>
      <dgm:spPr/>
      <dgm:t>
        <a:bodyPr/>
        <a:lstStyle/>
        <a:p>
          <a:endParaRPr lang="en-IN"/>
        </a:p>
      </dgm:t>
    </dgm:pt>
    <dgm:pt modelId="{61FF32C5-250F-40C5-9853-74AECE1ADED2}" type="sibTrans" cxnId="{732DB937-5D98-4A45-823A-053786BC21C6}">
      <dgm:prSet/>
      <dgm:spPr/>
      <dgm:t>
        <a:bodyPr/>
        <a:lstStyle/>
        <a:p>
          <a:endParaRPr lang="en-IN"/>
        </a:p>
      </dgm:t>
    </dgm:pt>
    <dgm:pt modelId="{3FB23B12-B89E-4659-A3AF-897D1960B850}">
      <dgm:prSet/>
      <dgm:spPr/>
      <dgm:t>
        <a:bodyPr/>
        <a:lstStyle/>
        <a:p>
          <a:pPr>
            <a:buFont typeface="Arial" panose="020B0604020202020204" pitchFamily="34" charset="0"/>
            <a:buChar char="•"/>
          </a:pPr>
          <a:r>
            <a:rPr lang="en-IN" b="0" i="0"/>
            <a:t>Capacity Trend Analysis</a:t>
          </a:r>
        </a:p>
      </dgm:t>
    </dgm:pt>
    <dgm:pt modelId="{DFEDE192-6FAD-43AB-8B81-9E4EF1B81154}" type="parTrans" cxnId="{1A3DBDFC-80A6-4555-BAFA-51A8472D6AFB}">
      <dgm:prSet/>
      <dgm:spPr/>
      <dgm:t>
        <a:bodyPr/>
        <a:lstStyle/>
        <a:p>
          <a:endParaRPr lang="en-IN"/>
        </a:p>
      </dgm:t>
    </dgm:pt>
    <dgm:pt modelId="{095B2588-6AA8-432A-B5AF-B1CBCC2A24D0}" type="sibTrans" cxnId="{1A3DBDFC-80A6-4555-BAFA-51A8472D6AFB}">
      <dgm:prSet/>
      <dgm:spPr/>
      <dgm:t>
        <a:bodyPr/>
        <a:lstStyle/>
        <a:p>
          <a:endParaRPr lang="en-IN"/>
        </a:p>
      </dgm:t>
    </dgm:pt>
    <dgm:pt modelId="{BB3EC4BF-1018-4ED0-8EBC-3E560AB0AFEA}">
      <dgm:prSet/>
      <dgm:spPr/>
      <dgm:t>
        <a:bodyPr/>
        <a:lstStyle/>
        <a:p>
          <a:pPr>
            <a:buNone/>
          </a:pPr>
          <a:r>
            <a:rPr lang="en-IN" b="1" i="0" dirty="0"/>
            <a:t>Phase 3: Future Road Map - Long Term</a:t>
          </a:r>
          <a:endParaRPr lang="en-IN" b="0" i="0" dirty="0"/>
        </a:p>
      </dgm:t>
    </dgm:pt>
    <dgm:pt modelId="{9674A65D-57D8-492C-A223-D4D3E100AA1F}" type="parTrans" cxnId="{F9F1190B-0E71-46AB-A420-8289FE6CBEA8}">
      <dgm:prSet/>
      <dgm:spPr/>
      <dgm:t>
        <a:bodyPr/>
        <a:lstStyle/>
        <a:p>
          <a:endParaRPr lang="en-IN"/>
        </a:p>
      </dgm:t>
    </dgm:pt>
    <dgm:pt modelId="{0E0EFA68-7191-4B1E-BA12-644D1FD268F4}" type="sibTrans" cxnId="{F9F1190B-0E71-46AB-A420-8289FE6CBEA8}">
      <dgm:prSet/>
      <dgm:spPr/>
      <dgm:t>
        <a:bodyPr/>
        <a:lstStyle/>
        <a:p>
          <a:endParaRPr lang="en-IN"/>
        </a:p>
      </dgm:t>
    </dgm:pt>
    <dgm:pt modelId="{C54237CF-CC78-4191-969C-0CBBD9EF5139}">
      <dgm:prSet/>
      <dgm:spPr/>
      <dgm:t>
        <a:bodyPr/>
        <a:lstStyle/>
        <a:p>
          <a:pPr>
            <a:buFont typeface="Arial" panose="020B0604020202020204" pitchFamily="34" charset="0"/>
            <a:buChar char="•"/>
          </a:pPr>
          <a:r>
            <a:rPr lang="en-IN" b="0" i="0" dirty="0"/>
            <a:t>Self-Learning Intelligence Engine</a:t>
          </a:r>
        </a:p>
      </dgm:t>
    </dgm:pt>
    <dgm:pt modelId="{4F054C16-E2C3-4CC1-90BC-B87EBA921524}" type="parTrans" cxnId="{769D250B-7B5C-40C3-8EB7-035AAED85EF6}">
      <dgm:prSet/>
      <dgm:spPr/>
      <dgm:t>
        <a:bodyPr/>
        <a:lstStyle/>
        <a:p>
          <a:endParaRPr lang="en-IN"/>
        </a:p>
      </dgm:t>
    </dgm:pt>
    <dgm:pt modelId="{DC8361E6-ABFC-490A-BDDE-51FD81CF727D}" type="sibTrans" cxnId="{769D250B-7B5C-40C3-8EB7-035AAED85EF6}">
      <dgm:prSet/>
      <dgm:spPr/>
      <dgm:t>
        <a:bodyPr/>
        <a:lstStyle/>
        <a:p>
          <a:endParaRPr lang="en-IN"/>
        </a:p>
      </dgm:t>
    </dgm:pt>
    <dgm:pt modelId="{62A79BB4-D09C-4F75-A241-418FB837C02A}">
      <dgm:prSet/>
      <dgm:spPr/>
      <dgm:t>
        <a:bodyPr/>
        <a:lstStyle/>
        <a:p>
          <a:pPr>
            <a:buFont typeface="Arial" panose="020B0604020202020204" pitchFamily="34" charset="0"/>
            <a:buChar char="•"/>
          </a:pPr>
          <a:r>
            <a:rPr lang="en-IN" b="0" i="0"/>
            <a:t>Cross-Project Benchmarking</a:t>
          </a:r>
        </a:p>
      </dgm:t>
    </dgm:pt>
    <dgm:pt modelId="{7433193B-B82B-4985-A63E-D00F5A6265C7}" type="parTrans" cxnId="{5780AD48-AD1F-435B-AEDF-1FD64C161ED2}">
      <dgm:prSet/>
      <dgm:spPr/>
      <dgm:t>
        <a:bodyPr/>
        <a:lstStyle/>
        <a:p>
          <a:endParaRPr lang="en-IN"/>
        </a:p>
      </dgm:t>
    </dgm:pt>
    <dgm:pt modelId="{353D7A53-3443-490B-BC77-768A9922A000}" type="sibTrans" cxnId="{5780AD48-AD1F-435B-AEDF-1FD64C161ED2}">
      <dgm:prSet/>
      <dgm:spPr/>
      <dgm:t>
        <a:bodyPr/>
        <a:lstStyle/>
        <a:p>
          <a:endParaRPr lang="en-IN"/>
        </a:p>
      </dgm:t>
    </dgm:pt>
    <dgm:pt modelId="{4F7491B6-908E-439F-A8A3-5EB3EAC98BFC}">
      <dgm:prSet/>
      <dgm:spPr/>
      <dgm:t>
        <a:bodyPr/>
        <a:lstStyle/>
        <a:p>
          <a:pPr>
            <a:buFont typeface="Arial" panose="020B0604020202020204" pitchFamily="34" charset="0"/>
            <a:buChar char="•"/>
          </a:pPr>
          <a:r>
            <a:rPr lang="en-IN" b="0" i="0"/>
            <a:t>Recommendation Learning</a:t>
          </a:r>
        </a:p>
      </dgm:t>
    </dgm:pt>
    <dgm:pt modelId="{D0065B33-B157-4463-BB1F-CC5290936B35}" type="parTrans" cxnId="{BBD9B722-3F86-451F-BE44-9A0CB4B8AD28}">
      <dgm:prSet/>
      <dgm:spPr/>
      <dgm:t>
        <a:bodyPr/>
        <a:lstStyle/>
        <a:p>
          <a:endParaRPr lang="en-IN"/>
        </a:p>
      </dgm:t>
    </dgm:pt>
    <dgm:pt modelId="{94FBB26F-DF89-4299-B533-32D9F3C04D9B}" type="sibTrans" cxnId="{BBD9B722-3F86-451F-BE44-9A0CB4B8AD28}">
      <dgm:prSet/>
      <dgm:spPr/>
      <dgm:t>
        <a:bodyPr/>
        <a:lstStyle/>
        <a:p>
          <a:endParaRPr lang="en-IN"/>
        </a:p>
      </dgm:t>
    </dgm:pt>
    <dgm:pt modelId="{909BD006-52A7-4FA7-B32E-7EA1FEC87FF3}">
      <dgm:prSet/>
      <dgm:spPr/>
      <dgm:t>
        <a:bodyPr/>
        <a:lstStyle/>
        <a:p>
          <a:pPr>
            <a:buFont typeface="Arial" panose="020B0604020202020204" pitchFamily="34" charset="0"/>
            <a:buChar char="•"/>
          </a:pPr>
          <a:r>
            <a:rPr lang="en-IN" b="0" i="0" dirty="0"/>
            <a:t>Autonomous Optimization Suggestions</a:t>
          </a:r>
        </a:p>
      </dgm:t>
    </dgm:pt>
    <dgm:pt modelId="{63DC6CA2-508C-4BF8-A01C-CABBD01EE57C}" type="parTrans" cxnId="{F1EC4E6A-6BFF-4B8D-9FD0-AEB443714575}">
      <dgm:prSet/>
      <dgm:spPr/>
      <dgm:t>
        <a:bodyPr/>
        <a:lstStyle/>
        <a:p>
          <a:endParaRPr lang="en-IN"/>
        </a:p>
      </dgm:t>
    </dgm:pt>
    <dgm:pt modelId="{2D42566C-5263-454B-AF5F-1151FB7E649B}" type="sibTrans" cxnId="{F1EC4E6A-6BFF-4B8D-9FD0-AEB443714575}">
      <dgm:prSet/>
      <dgm:spPr/>
      <dgm:t>
        <a:bodyPr/>
        <a:lstStyle/>
        <a:p>
          <a:endParaRPr lang="en-IN"/>
        </a:p>
      </dgm:t>
    </dgm:pt>
    <dgm:pt modelId="{B1FF8FA0-E8FD-40C4-A868-BCE649E2BF5B}">
      <dgm:prSet/>
      <dgm:spPr/>
      <dgm:t>
        <a:bodyPr/>
        <a:lstStyle/>
        <a:p>
          <a:pPr>
            <a:buFont typeface="Arial" panose="020B0604020202020204" pitchFamily="34" charset="0"/>
            <a:buChar char="•"/>
          </a:pPr>
          <a:r>
            <a:rPr lang="en-IN" b="0" i="0"/>
            <a:t>Continuous Performance Governance</a:t>
          </a:r>
        </a:p>
      </dgm:t>
    </dgm:pt>
    <dgm:pt modelId="{2F1A9EB1-D5CE-4B6D-B243-F7190A78B718}" type="parTrans" cxnId="{B843485C-3BA5-4FB9-B6FB-FFC562197DD2}">
      <dgm:prSet/>
      <dgm:spPr/>
      <dgm:t>
        <a:bodyPr/>
        <a:lstStyle/>
        <a:p>
          <a:endParaRPr lang="en-IN"/>
        </a:p>
      </dgm:t>
    </dgm:pt>
    <dgm:pt modelId="{AA281D3A-F8C0-4557-A733-136E8CF48CE1}" type="sibTrans" cxnId="{B843485C-3BA5-4FB9-B6FB-FFC562197DD2}">
      <dgm:prSet/>
      <dgm:spPr/>
      <dgm:t>
        <a:bodyPr/>
        <a:lstStyle/>
        <a:p>
          <a:endParaRPr lang="en-IN"/>
        </a:p>
      </dgm:t>
    </dgm:pt>
    <dgm:pt modelId="{4EE02849-C376-4355-82AB-9CB5C2330217}" type="pres">
      <dgm:prSet presAssocID="{6369ABE1-A457-4DF7-AE20-2D8F0C17B752}" presName="Name0" presStyleCnt="0">
        <dgm:presLayoutVars>
          <dgm:dir/>
          <dgm:animLvl val="lvl"/>
          <dgm:resizeHandles val="exact"/>
        </dgm:presLayoutVars>
      </dgm:prSet>
      <dgm:spPr/>
    </dgm:pt>
    <dgm:pt modelId="{81F0E10B-D51A-4797-A84A-A27AB481B4F8}" type="pres">
      <dgm:prSet presAssocID="{6369ABE1-A457-4DF7-AE20-2D8F0C17B752}" presName="tSp" presStyleCnt="0"/>
      <dgm:spPr/>
    </dgm:pt>
    <dgm:pt modelId="{9E4DCFC7-2000-4F43-AD47-FD0B95B8A7FC}" type="pres">
      <dgm:prSet presAssocID="{6369ABE1-A457-4DF7-AE20-2D8F0C17B752}" presName="bSp" presStyleCnt="0"/>
      <dgm:spPr/>
    </dgm:pt>
    <dgm:pt modelId="{12792D1B-F980-4206-9E42-1C648AD950FC}" type="pres">
      <dgm:prSet presAssocID="{6369ABE1-A457-4DF7-AE20-2D8F0C17B752}" presName="process" presStyleCnt="0"/>
      <dgm:spPr/>
    </dgm:pt>
    <dgm:pt modelId="{EA662765-286A-41EA-82D4-D3C521871B01}" type="pres">
      <dgm:prSet presAssocID="{CFC25E8A-DB88-4401-9BE1-CD784BEA7505}" presName="composite1" presStyleCnt="0"/>
      <dgm:spPr/>
    </dgm:pt>
    <dgm:pt modelId="{3E904FA7-85D8-4F55-8D8F-DE8B14334757}" type="pres">
      <dgm:prSet presAssocID="{CFC25E8A-DB88-4401-9BE1-CD784BEA7505}" presName="dummyNode1" presStyleLbl="node1" presStyleIdx="0" presStyleCnt="3"/>
      <dgm:spPr/>
    </dgm:pt>
    <dgm:pt modelId="{7F5CD17B-AABD-4387-A98D-FFF6DECEE24C}" type="pres">
      <dgm:prSet presAssocID="{CFC25E8A-DB88-4401-9BE1-CD784BEA7505}" presName="childNode1" presStyleLbl="bgAcc1" presStyleIdx="0" presStyleCnt="3">
        <dgm:presLayoutVars>
          <dgm:bulletEnabled val="1"/>
        </dgm:presLayoutVars>
      </dgm:prSet>
      <dgm:spPr/>
    </dgm:pt>
    <dgm:pt modelId="{301A94B9-E884-4695-B497-632CEC7E2744}" type="pres">
      <dgm:prSet presAssocID="{CFC25E8A-DB88-4401-9BE1-CD784BEA7505}" presName="childNode1tx" presStyleLbl="bgAcc1" presStyleIdx="0" presStyleCnt="3">
        <dgm:presLayoutVars>
          <dgm:bulletEnabled val="1"/>
        </dgm:presLayoutVars>
      </dgm:prSet>
      <dgm:spPr/>
    </dgm:pt>
    <dgm:pt modelId="{161A3146-7F7F-4F86-9804-E4D9460CD73A}" type="pres">
      <dgm:prSet presAssocID="{CFC25E8A-DB88-4401-9BE1-CD784BEA7505}" presName="parentNode1" presStyleLbl="node1" presStyleIdx="0" presStyleCnt="3">
        <dgm:presLayoutVars>
          <dgm:chMax val="1"/>
          <dgm:bulletEnabled val="1"/>
        </dgm:presLayoutVars>
      </dgm:prSet>
      <dgm:spPr/>
    </dgm:pt>
    <dgm:pt modelId="{7308BD01-E3FF-4DC2-BC87-699ADE2BDCF9}" type="pres">
      <dgm:prSet presAssocID="{CFC25E8A-DB88-4401-9BE1-CD784BEA7505}" presName="connSite1" presStyleCnt="0"/>
      <dgm:spPr/>
    </dgm:pt>
    <dgm:pt modelId="{47F4D448-FFDF-478C-8FD9-FD1749CC4E21}" type="pres">
      <dgm:prSet presAssocID="{5392A23F-775C-4C96-89E7-D8DBCF67155B}" presName="Name9" presStyleLbl="sibTrans2D1" presStyleIdx="0" presStyleCnt="2"/>
      <dgm:spPr/>
    </dgm:pt>
    <dgm:pt modelId="{8978CFAD-86EE-4858-9AFA-AED5942DA243}" type="pres">
      <dgm:prSet presAssocID="{D7137CC8-9C17-4D0E-8594-84F43F02A616}" presName="composite2" presStyleCnt="0"/>
      <dgm:spPr/>
    </dgm:pt>
    <dgm:pt modelId="{F9258CB0-FB25-4348-B36F-1FF4F55C7771}" type="pres">
      <dgm:prSet presAssocID="{D7137CC8-9C17-4D0E-8594-84F43F02A616}" presName="dummyNode2" presStyleLbl="node1" presStyleIdx="0" presStyleCnt="3"/>
      <dgm:spPr/>
    </dgm:pt>
    <dgm:pt modelId="{C284AC7D-1B9C-48BA-9D05-9336BB886CC6}" type="pres">
      <dgm:prSet presAssocID="{D7137CC8-9C17-4D0E-8594-84F43F02A616}" presName="childNode2" presStyleLbl="bgAcc1" presStyleIdx="1" presStyleCnt="3">
        <dgm:presLayoutVars>
          <dgm:bulletEnabled val="1"/>
        </dgm:presLayoutVars>
      </dgm:prSet>
      <dgm:spPr/>
    </dgm:pt>
    <dgm:pt modelId="{EBAB5EB5-511A-4091-8215-CEE74D7BFE26}" type="pres">
      <dgm:prSet presAssocID="{D7137CC8-9C17-4D0E-8594-84F43F02A616}" presName="childNode2tx" presStyleLbl="bgAcc1" presStyleIdx="1" presStyleCnt="3">
        <dgm:presLayoutVars>
          <dgm:bulletEnabled val="1"/>
        </dgm:presLayoutVars>
      </dgm:prSet>
      <dgm:spPr/>
    </dgm:pt>
    <dgm:pt modelId="{B4649B7C-8B41-4198-B2F7-70A28CB945CC}" type="pres">
      <dgm:prSet presAssocID="{D7137CC8-9C17-4D0E-8594-84F43F02A616}" presName="parentNode2" presStyleLbl="node1" presStyleIdx="1" presStyleCnt="3">
        <dgm:presLayoutVars>
          <dgm:chMax val="0"/>
          <dgm:bulletEnabled val="1"/>
        </dgm:presLayoutVars>
      </dgm:prSet>
      <dgm:spPr/>
    </dgm:pt>
    <dgm:pt modelId="{ED26FBBC-4220-473D-AD3B-BBFB5D7A61CC}" type="pres">
      <dgm:prSet presAssocID="{D7137CC8-9C17-4D0E-8594-84F43F02A616}" presName="connSite2" presStyleCnt="0"/>
      <dgm:spPr/>
    </dgm:pt>
    <dgm:pt modelId="{A94E8FE5-C9DD-49E6-BEED-E32E36F8FF54}" type="pres">
      <dgm:prSet presAssocID="{9926A64B-D27E-4B7D-8F4A-A549C91E908C}" presName="Name18" presStyleLbl="sibTrans2D1" presStyleIdx="1" presStyleCnt="2"/>
      <dgm:spPr/>
    </dgm:pt>
    <dgm:pt modelId="{69D74EB5-435E-4546-823A-42FE93BA73D3}" type="pres">
      <dgm:prSet presAssocID="{BB3EC4BF-1018-4ED0-8EBC-3E560AB0AFEA}" presName="composite1" presStyleCnt="0"/>
      <dgm:spPr/>
    </dgm:pt>
    <dgm:pt modelId="{A190A431-B71E-4B44-9DB1-E434F90FE23F}" type="pres">
      <dgm:prSet presAssocID="{BB3EC4BF-1018-4ED0-8EBC-3E560AB0AFEA}" presName="dummyNode1" presStyleLbl="node1" presStyleIdx="1" presStyleCnt="3"/>
      <dgm:spPr/>
    </dgm:pt>
    <dgm:pt modelId="{BE2639C5-9E53-425E-9DB3-3CD3CDECF876}" type="pres">
      <dgm:prSet presAssocID="{BB3EC4BF-1018-4ED0-8EBC-3E560AB0AFEA}" presName="childNode1" presStyleLbl="bgAcc1" presStyleIdx="2" presStyleCnt="3">
        <dgm:presLayoutVars>
          <dgm:bulletEnabled val="1"/>
        </dgm:presLayoutVars>
      </dgm:prSet>
      <dgm:spPr/>
    </dgm:pt>
    <dgm:pt modelId="{FA530EE4-059F-43D7-9814-435D59C2D7EC}" type="pres">
      <dgm:prSet presAssocID="{BB3EC4BF-1018-4ED0-8EBC-3E560AB0AFEA}" presName="childNode1tx" presStyleLbl="bgAcc1" presStyleIdx="2" presStyleCnt="3">
        <dgm:presLayoutVars>
          <dgm:bulletEnabled val="1"/>
        </dgm:presLayoutVars>
      </dgm:prSet>
      <dgm:spPr/>
    </dgm:pt>
    <dgm:pt modelId="{C27014D6-47F3-49F6-AE04-C90C08FA18CD}" type="pres">
      <dgm:prSet presAssocID="{BB3EC4BF-1018-4ED0-8EBC-3E560AB0AFEA}" presName="parentNode1" presStyleLbl="node1" presStyleIdx="2" presStyleCnt="3">
        <dgm:presLayoutVars>
          <dgm:chMax val="1"/>
          <dgm:bulletEnabled val="1"/>
        </dgm:presLayoutVars>
      </dgm:prSet>
      <dgm:spPr/>
    </dgm:pt>
    <dgm:pt modelId="{0AEA355A-F500-4EF2-B9F2-D0DD2247EF27}" type="pres">
      <dgm:prSet presAssocID="{BB3EC4BF-1018-4ED0-8EBC-3E560AB0AFEA}" presName="connSite1" presStyleCnt="0"/>
      <dgm:spPr/>
    </dgm:pt>
  </dgm:ptLst>
  <dgm:cxnLst>
    <dgm:cxn modelId="{4464D701-3DC7-4E39-B0A3-16E4EEC80740}" type="presOf" srcId="{B1FF8FA0-E8FD-40C4-A868-BCE649E2BF5B}" destId="{FA530EE4-059F-43D7-9814-435D59C2D7EC}" srcOrd="1" destOrd="4" presId="urn:microsoft.com/office/officeart/2005/8/layout/hProcess4"/>
    <dgm:cxn modelId="{F9F1190B-0E71-46AB-A420-8289FE6CBEA8}" srcId="{6369ABE1-A457-4DF7-AE20-2D8F0C17B752}" destId="{BB3EC4BF-1018-4ED0-8EBC-3E560AB0AFEA}" srcOrd="2" destOrd="0" parTransId="{9674A65D-57D8-492C-A223-D4D3E100AA1F}" sibTransId="{0E0EFA68-7191-4B1E-BA12-644D1FD268F4}"/>
    <dgm:cxn modelId="{769D250B-7B5C-40C3-8EB7-035AAED85EF6}" srcId="{BB3EC4BF-1018-4ED0-8EBC-3E560AB0AFEA}" destId="{C54237CF-CC78-4191-969C-0CBBD9EF5139}" srcOrd="0" destOrd="0" parTransId="{4F054C16-E2C3-4CC1-90BC-B87EBA921524}" sibTransId="{DC8361E6-ABFC-490A-BDDE-51FD81CF727D}"/>
    <dgm:cxn modelId="{C0798F0B-DF0D-4E12-8B4A-5F57B88A3BA6}" type="presOf" srcId="{6369ABE1-A457-4DF7-AE20-2D8F0C17B752}" destId="{4EE02849-C376-4355-82AB-9CB5C2330217}" srcOrd="0" destOrd="0" presId="urn:microsoft.com/office/officeart/2005/8/layout/hProcess4"/>
    <dgm:cxn modelId="{DBA5A10D-406D-4EAF-9572-CD856F93E1FF}" type="presOf" srcId="{7F804268-8575-4FD6-BEB8-884D0B51D6A4}" destId="{C284AC7D-1B9C-48BA-9D05-9336BB886CC6}" srcOrd="0" destOrd="1" presId="urn:microsoft.com/office/officeart/2005/8/layout/hProcess4"/>
    <dgm:cxn modelId="{9379EB0D-75B8-4AEC-86D9-2A96BE674E84}" srcId="{D7137CC8-9C17-4D0E-8594-84F43F02A616}" destId="{50BBE42D-78A6-4A1C-970B-794E1A8694EE}" srcOrd="2" destOrd="0" parTransId="{32EF22DA-9017-4499-A821-AD7E4E96192B}" sibTransId="{B9F2BBE2-99FF-46D2-BBC0-4201EE670105}"/>
    <dgm:cxn modelId="{4EE37E18-7E7E-4298-849F-D47587A383CD}" type="presOf" srcId="{418B50C2-CFEA-4582-95A0-58ABB8D24AB5}" destId="{301A94B9-E884-4695-B497-632CEC7E2744}" srcOrd="1" destOrd="2" presId="urn:microsoft.com/office/officeart/2005/8/layout/hProcess4"/>
    <dgm:cxn modelId="{BBD9B722-3F86-451F-BE44-9A0CB4B8AD28}" srcId="{BB3EC4BF-1018-4ED0-8EBC-3E560AB0AFEA}" destId="{4F7491B6-908E-439F-A8A3-5EB3EAC98BFC}" srcOrd="2" destOrd="0" parTransId="{D0065B33-B157-4463-BB1F-CC5290936B35}" sibTransId="{94FBB26F-DF89-4299-B533-32D9F3C04D9B}"/>
    <dgm:cxn modelId="{857BA82D-BA08-4813-817E-BEBB2F8B87B3}" type="presOf" srcId="{C54237CF-CC78-4191-969C-0CBBD9EF5139}" destId="{FA530EE4-059F-43D7-9814-435D59C2D7EC}" srcOrd="1" destOrd="0" presId="urn:microsoft.com/office/officeart/2005/8/layout/hProcess4"/>
    <dgm:cxn modelId="{265D482E-3034-465F-9B74-332621C7C457}" srcId="{CFC25E8A-DB88-4401-9BE1-CD784BEA7505}" destId="{E89052F0-FD0A-480C-A898-72B7CBDF5BD8}" srcOrd="4" destOrd="0" parTransId="{7109A370-38F2-4DC3-8812-6772F6A786C9}" sibTransId="{CF27E9B8-590D-44D7-B3E3-E63FED288A01}"/>
    <dgm:cxn modelId="{732DB937-5D98-4A45-823A-053786BC21C6}" srcId="{D7137CC8-9C17-4D0E-8594-84F43F02A616}" destId="{901583DA-B776-4C2B-84D1-CFED49D68990}" srcOrd="3" destOrd="0" parTransId="{06DC7C5E-6AB9-4239-BC0F-77AB943C03C7}" sibTransId="{61FF32C5-250F-40C5-9853-74AECE1ADED2}"/>
    <dgm:cxn modelId="{B843485C-3BA5-4FB9-B6FB-FFC562197DD2}" srcId="{BB3EC4BF-1018-4ED0-8EBC-3E560AB0AFEA}" destId="{B1FF8FA0-E8FD-40C4-A868-BCE649E2BF5B}" srcOrd="4" destOrd="0" parTransId="{2F1A9EB1-D5CE-4B6D-B243-F7190A78B718}" sibTransId="{AA281D3A-F8C0-4557-A733-136E8CF48CE1}"/>
    <dgm:cxn modelId="{AE58BA5C-BD59-4C8F-AA14-8BC3D2CBB5DF}" type="presOf" srcId="{4C9DA629-FD37-4CFE-A58F-C1AFE7E4F125}" destId="{7F5CD17B-AABD-4387-A98D-FFF6DECEE24C}" srcOrd="0" destOrd="3" presId="urn:microsoft.com/office/officeart/2005/8/layout/hProcess4"/>
    <dgm:cxn modelId="{C960755D-2BFB-49E5-81E6-221F576A5DF3}" srcId="{D7137CC8-9C17-4D0E-8594-84F43F02A616}" destId="{7F804268-8575-4FD6-BEB8-884D0B51D6A4}" srcOrd="1" destOrd="0" parTransId="{AE0DDF64-A672-499C-A5CA-A4AD4D6D1628}" sibTransId="{4730D1F1-7A90-4343-A1B9-14381E01470A}"/>
    <dgm:cxn modelId="{D713E145-6003-4B00-BCF6-EDF55DB8E696}" type="presOf" srcId="{901583DA-B776-4C2B-84D1-CFED49D68990}" destId="{EBAB5EB5-511A-4091-8215-CEE74D7BFE26}" srcOrd="1" destOrd="3" presId="urn:microsoft.com/office/officeart/2005/8/layout/hProcess4"/>
    <dgm:cxn modelId="{546F0867-A872-44A6-9B02-CFEEDB450189}" type="presOf" srcId="{E89052F0-FD0A-480C-A898-72B7CBDF5BD8}" destId="{7F5CD17B-AABD-4387-A98D-FFF6DECEE24C}" srcOrd="0" destOrd="4" presId="urn:microsoft.com/office/officeart/2005/8/layout/hProcess4"/>
    <dgm:cxn modelId="{5780AD48-AD1F-435B-AEDF-1FD64C161ED2}" srcId="{BB3EC4BF-1018-4ED0-8EBC-3E560AB0AFEA}" destId="{62A79BB4-D09C-4F75-A241-418FB837C02A}" srcOrd="1" destOrd="0" parTransId="{7433193B-B82B-4985-A63E-D00F5A6265C7}" sibTransId="{353D7A53-3443-490B-BC77-768A9922A000}"/>
    <dgm:cxn modelId="{1C4D3D69-41D2-4E7C-8C33-485ECAEC3231}" type="presOf" srcId="{9926A64B-D27E-4B7D-8F4A-A549C91E908C}" destId="{A94E8FE5-C9DD-49E6-BEED-E32E36F8FF54}" srcOrd="0" destOrd="0" presId="urn:microsoft.com/office/officeart/2005/8/layout/hProcess4"/>
    <dgm:cxn modelId="{F1EC4E6A-6BFF-4B8D-9FD0-AEB443714575}" srcId="{BB3EC4BF-1018-4ED0-8EBC-3E560AB0AFEA}" destId="{909BD006-52A7-4FA7-B32E-7EA1FEC87FF3}" srcOrd="3" destOrd="0" parTransId="{63DC6CA2-508C-4BF8-A01C-CABBD01EE57C}" sibTransId="{2D42566C-5263-454B-AF5F-1151FB7E649B}"/>
    <dgm:cxn modelId="{6AAF8A4A-0530-4D58-ACCC-753D49C42724}" type="presOf" srcId="{5392A23F-775C-4C96-89E7-D8DBCF67155B}" destId="{47F4D448-FFDF-478C-8FD9-FD1749CC4E21}" srcOrd="0" destOrd="0" presId="urn:microsoft.com/office/officeart/2005/8/layout/hProcess4"/>
    <dgm:cxn modelId="{CDEB566C-DCA3-45E9-A5AB-214353E4C0EF}" type="presOf" srcId="{D7137CC8-9C17-4D0E-8594-84F43F02A616}" destId="{B4649B7C-8B41-4198-B2F7-70A28CB945CC}" srcOrd="0" destOrd="0" presId="urn:microsoft.com/office/officeart/2005/8/layout/hProcess4"/>
    <dgm:cxn modelId="{47552150-F29F-417A-B3FB-8DCF420E623B}" type="presOf" srcId="{C39C3D22-0220-4C16-84F5-76FC55FD44B3}" destId="{7F5CD17B-AABD-4387-A98D-FFF6DECEE24C}" srcOrd="0" destOrd="0" presId="urn:microsoft.com/office/officeart/2005/8/layout/hProcess4"/>
    <dgm:cxn modelId="{57BB9E71-6747-4BC0-B216-F1351E5A6E09}" srcId="{CFC25E8A-DB88-4401-9BE1-CD784BEA7505}" destId="{4C9DA629-FD37-4CFE-A58F-C1AFE7E4F125}" srcOrd="3" destOrd="0" parTransId="{C50EEE54-4AD5-4AA9-964F-140E9836DB3A}" sibTransId="{AF98D588-1DDA-4EFE-9B7C-EBF642DCDC0A}"/>
    <dgm:cxn modelId="{40518C72-ADD6-4758-BF0F-28144292A9D5}" type="presOf" srcId="{C39C3D22-0220-4C16-84F5-76FC55FD44B3}" destId="{301A94B9-E884-4695-B497-632CEC7E2744}" srcOrd="1" destOrd="0" presId="urn:microsoft.com/office/officeart/2005/8/layout/hProcess4"/>
    <dgm:cxn modelId="{4A049F52-76B1-4FA8-BD60-E81AF41D1963}" type="presOf" srcId="{B1FF8FA0-E8FD-40C4-A868-BCE649E2BF5B}" destId="{BE2639C5-9E53-425E-9DB3-3CD3CDECF876}" srcOrd="0" destOrd="4" presId="urn:microsoft.com/office/officeart/2005/8/layout/hProcess4"/>
    <dgm:cxn modelId="{6C3F2357-3B06-434C-BACF-A2CDBFACB50D}" type="presOf" srcId="{909BD006-52A7-4FA7-B32E-7EA1FEC87FF3}" destId="{FA530EE4-059F-43D7-9814-435D59C2D7EC}" srcOrd="1" destOrd="3" presId="urn:microsoft.com/office/officeart/2005/8/layout/hProcess4"/>
    <dgm:cxn modelId="{46497180-E71F-4CEC-B741-90EE91AD2C0B}" type="presOf" srcId="{62A79BB4-D09C-4F75-A241-418FB837C02A}" destId="{BE2639C5-9E53-425E-9DB3-3CD3CDECF876}" srcOrd="0" destOrd="1" presId="urn:microsoft.com/office/officeart/2005/8/layout/hProcess4"/>
    <dgm:cxn modelId="{D297F180-840B-4DED-9E8A-1C0912798976}" type="presOf" srcId="{3FB23B12-B89E-4659-A3AF-897D1960B850}" destId="{EBAB5EB5-511A-4091-8215-CEE74D7BFE26}" srcOrd="1" destOrd="4" presId="urn:microsoft.com/office/officeart/2005/8/layout/hProcess4"/>
    <dgm:cxn modelId="{E8637986-8456-4370-ADB0-3455F03666CA}" type="presOf" srcId="{901583DA-B776-4C2B-84D1-CFED49D68990}" destId="{C284AC7D-1B9C-48BA-9D05-9336BB886CC6}" srcOrd="0" destOrd="3" presId="urn:microsoft.com/office/officeart/2005/8/layout/hProcess4"/>
    <dgm:cxn modelId="{0F36AB8B-E504-41F1-8CE5-DAC414B16396}" type="presOf" srcId="{4C9DA629-FD37-4CFE-A58F-C1AFE7E4F125}" destId="{301A94B9-E884-4695-B497-632CEC7E2744}" srcOrd="1" destOrd="3" presId="urn:microsoft.com/office/officeart/2005/8/layout/hProcess4"/>
    <dgm:cxn modelId="{21ABAD98-9B3A-4127-8E47-E544082F7BCF}" type="presOf" srcId="{3FB23B12-B89E-4659-A3AF-897D1960B850}" destId="{C284AC7D-1B9C-48BA-9D05-9336BB886CC6}" srcOrd="0" destOrd="4" presId="urn:microsoft.com/office/officeart/2005/8/layout/hProcess4"/>
    <dgm:cxn modelId="{A16B109E-2010-4D15-A474-0AA7997FA14F}" srcId="{D7137CC8-9C17-4D0E-8594-84F43F02A616}" destId="{60F50265-74D9-4961-A7C7-09C68A9FD91B}" srcOrd="0" destOrd="0" parTransId="{7D020E79-A330-49C9-85E7-C3A2FF906ECA}" sibTransId="{6B1E3C85-F0C6-4FD3-87D3-44EA4B32760F}"/>
    <dgm:cxn modelId="{CE4CCEA6-3EF0-4123-8C66-AE58B5F97272}" type="presOf" srcId="{418B50C2-CFEA-4582-95A0-58ABB8D24AB5}" destId="{7F5CD17B-AABD-4387-A98D-FFF6DECEE24C}" srcOrd="0" destOrd="2" presId="urn:microsoft.com/office/officeart/2005/8/layout/hProcess4"/>
    <dgm:cxn modelId="{019932AA-A43B-4309-BA34-43A1B47E7667}" type="presOf" srcId="{50BBE42D-78A6-4A1C-970B-794E1A8694EE}" destId="{C284AC7D-1B9C-48BA-9D05-9336BB886CC6}" srcOrd="0" destOrd="2" presId="urn:microsoft.com/office/officeart/2005/8/layout/hProcess4"/>
    <dgm:cxn modelId="{FDD944AB-6C3B-48D5-8465-77198B38D3F7}" type="presOf" srcId="{E40950AA-83E0-4217-88DE-251747BAC2DC}" destId="{7F5CD17B-AABD-4387-A98D-FFF6DECEE24C}" srcOrd="0" destOrd="1" presId="urn:microsoft.com/office/officeart/2005/8/layout/hProcess4"/>
    <dgm:cxn modelId="{38D193B6-0BE6-4051-ACDF-7BBD40933815}" type="presOf" srcId="{C54237CF-CC78-4191-969C-0CBBD9EF5139}" destId="{BE2639C5-9E53-425E-9DB3-3CD3CDECF876}" srcOrd="0" destOrd="0" presId="urn:microsoft.com/office/officeart/2005/8/layout/hProcess4"/>
    <dgm:cxn modelId="{B8DF88B7-124C-4EDE-8113-61C8EF40057C}" type="presOf" srcId="{E40950AA-83E0-4217-88DE-251747BAC2DC}" destId="{301A94B9-E884-4695-B497-632CEC7E2744}" srcOrd="1" destOrd="1" presId="urn:microsoft.com/office/officeart/2005/8/layout/hProcess4"/>
    <dgm:cxn modelId="{E3C2B1BA-0DE9-4F6C-939C-17FAC5BD50F0}" srcId="{6369ABE1-A457-4DF7-AE20-2D8F0C17B752}" destId="{D7137CC8-9C17-4D0E-8594-84F43F02A616}" srcOrd="1" destOrd="0" parTransId="{20D46421-F0B5-4C6A-AC69-974F6E60092F}" sibTransId="{9926A64B-D27E-4B7D-8F4A-A549C91E908C}"/>
    <dgm:cxn modelId="{7014D4C0-C6FD-42BA-B44D-941A12A79821}" srcId="{CFC25E8A-DB88-4401-9BE1-CD784BEA7505}" destId="{C39C3D22-0220-4C16-84F5-76FC55FD44B3}" srcOrd="0" destOrd="0" parTransId="{FC2EB1E1-D1D5-407E-8504-20859CE31780}" sibTransId="{73BF8E4C-EE44-4CF6-B353-D5F60AB6D5BC}"/>
    <dgm:cxn modelId="{53E3D6C6-EE1C-48DE-8921-C5AC1B7CCFEA}" type="presOf" srcId="{60F50265-74D9-4961-A7C7-09C68A9FD91B}" destId="{EBAB5EB5-511A-4091-8215-CEE74D7BFE26}" srcOrd="1" destOrd="0" presId="urn:microsoft.com/office/officeart/2005/8/layout/hProcess4"/>
    <dgm:cxn modelId="{6819C4C7-2415-47F8-B4F3-2452AB2CCC66}" type="presOf" srcId="{CFC25E8A-DB88-4401-9BE1-CD784BEA7505}" destId="{161A3146-7F7F-4F86-9804-E4D9460CD73A}" srcOrd="0" destOrd="0" presId="urn:microsoft.com/office/officeart/2005/8/layout/hProcess4"/>
    <dgm:cxn modelId="{23B8FEC8-E53A-4700-B184-E2C3E7C63419}" type="presOf" srcId="{60F50265-74D9-4961-A7C7-09C68A9FD91B}" destId="{C284AC7D-1B9C-48BA-9D05-9336BB886CC6}" srcOrd="0" destOrd="0" presId="urn:microsoft.com/office/officeart/2005/8/layout/hProcess4"/>
    <dgm:cxn modelId="{A09C10C9-F8B8-48E0-9D33-DA82658874EF}" type="presOf" srcId="{E89052F0-FD0A-480C-A898-72B7CBDF5BD8}" destId="{301A94B9-E884-4695-B497-632CEC7E2744}" srcOrd="1" destOrd="4" presId="urn:microsoft.com/office/officeart/2005/8/layout/hProcess4"/>
    <dgm:cxn modelId="{94405FCD-FC88-4F14-A8DA-6FE9FC509DBD}" type="presOf" srcId="{4F7491B6-908E-439F-A8A3-5EB3EAC98BFC}" destId="{FA530EE4-059F-43D7-9814-435D59C2D7EC}" srcOrd="1" destOrd="2" presId="urn:microsoft.com/office/officeart/2005/8/layout/hProcess4"/>
    <dgm:cxn modelId="{BC2298D1-A623-4E51-B1FC-FDCDB4C6F775}" type="presOf" srcId="{50BBE42D-78A6-4A1C-970B-794E1A8694EE}" destId="{EBAB5EB5-511A-4091-8215-CEE74D7BFE26}" srcOrd="1" destOrd="2" presId="urn:microsoft.com/office/officeart/2005/8/layout/hProcess4"/>
    <dgm:cxn modelId="{BA97C8D4-58D7-4A3D-8294-F8F345423CE4}" srcId="{CFC25E8A-DB88-4401-9BE1-CD784BEA7505}" destId="{E40950AA-83E0-4217-88DE-251747BAC2DC}" srcOrd="1" destOrd="0" parTransId="{2CAAAB2F-ADF1-4737-A05A-F788A776794B}" sibTransId="{99A2C491-29E5-45D2-AC7D-47FB0918669C}"/>
    <dgm:cxn modelId="{E6F8AED9-1BE4-4547-83E1-F7E60384E072}" type="presOf" srcId="{4F7491B6-908E-439F-A8A3-5EB3EAC98BFC}" destId="{BE2639C5-9E53-425E-9DB3-3CD3CDECF876}" srcOrd="0" destOrd="2" presId="urn:microsoft.com/office/officeart/2005/8/layout/hProcess4"/>
    <dgm:cxn modelId="{F4BFD6DE-F0F5-4016-99D5-E7D34014B03E}" type="presOf" srcId="{62A79BB4-D09C-4F75-A241-418FB837C02A}" destId="{FA530EE4-059F-43D7-9814-435D59C2D7EC}" srcOrd="1" destOrd="1" presId="urn:microsoft.com/office/officeart/2005/8/layout/hProcess4"/>
    <dgm:cxn modelId="{5EF75CE3-48EF-49FA-BD4B-6CD2034FF7A6}" type="presOf" srcId="{909BD006-52A7-4FA7-B32E-7EA1FEC87FF3}" destId="{BE2639C5-9E53-425E-9DB3-3CD3CDECF876}" srcOrd="0" destOrd="3" presId="urn:microsoft.com/office/officeart/2005/8/layout/hProcess4"/>
    <dgm:cxn modelId="{45B01EEC-4307-4E8E-83B2-C928922E82B1}" srcId="{CFC25E8A-DB88-4401-9BE1-CD784BEA7505}" destId="{418B50C2-CFEA-4582-95A0-58ABB8D24AB5}" srcOrd="2" destOrd="0" parTransId="{BDC3FE75-DB40-4FE1-9F53-31934034DDE4}" sibTransId="{F5B8C83C-F65F-49B8-ABD1-D44EA7E47771}"/>
    <dgm:cxn modelId="{616DB1EE-B354-4F35-BFB0-EEB5411378E8}" type="presOf" srcId="{7F804268-8575-4FD6-BEB8-884D0B51D6A4}" destId="{EBAB5EB5-511A-4091-8215-CEE74D7BFE26}" srcOrd="1" destOrd="1" presId="urn:microsoft.com/office/officeart/2005/8/layout/hProcess4"/>
    <dgm:cxn modelId="{D1374AEF-1690-450A-9282-A76C69CDAA9D}" srcId="{6369ABE1-A457-4DF7-AE20-2D8F0C17B752}" destId="{CFC25E8A-DB88-4401-9BE1-CD784BEA7505}" srcOrd="0" destOrd="0" parTransId="{51319C52-1B89-4F5D-B7A2-74B5BF2894ED}" sibTransId="{5392A23F-775C-4C96-89E7-D8DBCF67155B}"/>
    <dgm:cxn modelId="{3B469BF0-53DE-4298-B93A-85C0BF09673D}" type="presOf" srcId="{BB3EC4BF-1018-4ED0-8EBC-3E560AB0AFEA}" destId="{C27014D6-47F3-49F6-AE04-C90C08FA18CD}" srcOrd="0" destOrd="0" presId="urn:microsoft.com/office/officeart/2005/8/layout/hProcess4"/>
    <dgm:cxn modelId="{1A3DBDFC-80A6-4555-BAFA-51A8472D6AFB}" srcId="{D7137CC8-9C17-4D0E-8594-84F43F02A616}" destId="{3FB23B12-B89E-4659-A3AF-897D1960B850}" srcOrd="4" destOrd="0" parTransId="{DFEDE192-6FAD-43AB-8B81-9E4EF1B81154}" sibTransId="{095B2588-6AA8-432A-B5AF-B1CBCC2A24D0}"/>
    <dgm:cxn modelId="{8128009B-EAB9-46F6-B2A3-DF899039FC5E}" type="presParOf" srcId="{4EE02849-C376-4355-82AB-9CB5C2330217}" destId="{81F0E10B-D51A-4797-A84A-A27AB481B4F8}" srcOrd="0" destOrd="0" presId="urn:microsoft.com/office/officeart/2005/8/layout/hProcess4"/>
    <dgm:cxn modelId="{7B86906F-2F45-4F24-AD71-B581087E3EDF}" type="presParOf" srcId="{4EE02849-C376-4355-82AB-9CB5C2330217}" destId="{9E4DCFC7-2000-4F43-AD47-FD0B95B8A7FC}" srcOrd="1" destOrd="0" presId="urn:microsoft.com/office/officeart/2005/8/layout/hProcess4"/>
    <dgm:cxn modelId="{3D3545E5-8E49-4F11-9460-389BFF650DCB}" type="presParOf" srcId="{4EE02849-C376-4355-82AB-9CB5C2330217}" destId="{12792D1B-F980-4206-9E42-1C648AD950FC}" srcOrd="2" destOrd="0" presId="urn:microsoft.com/office/officeart/2005/8/layout/hProcess4"/>
    <dgm:cxn modelId="{24925318-1E35-4B2D-9BCD-880DD71AA682}" type="presParOf" srcId="{12792D1B-F980-4206-9E42-1C648AD950FC}" destId="{EA662765-286A-41EA-82D4-D3C521871B01}" srcOrd="0" destOrd="0" presId="urn:microsoft.com/office/officeart/2005/8/layout/hProcess4"/>
    <dgm:cxn modelId="{AC62346E-C181-4187-A7C0-8971ECE35CAE}" type="presParOf" srcId="{EA662765-286A-41EA-82D4-D3C521871B01}" destId="{3E904FA7-85D8-4F55-8D8F-DE8B14334757}" srcOrd="0" destOrd="0" presId="urn:microsoft.com/office/officeart/2005/8/layout/hProcess4"/>
    <dgm:cxn modelId="{9DC0E598-121F-4DA9-BE57-2864E1635A05}" type="presParOf" srcId="{EA662765-286A-41EA-82D4-D3C521871B01}" destId="{7F5CD17B-AABD-4387-A98D-FFF6DECEE24C}" srcOrd="1" destOrd="0" presId="urn:microsoft.com/office/officeart/2005/8/layout/hProcess4"/>
    <dgm:cxn modelId="{1F782FE5-EB9C-4337-B870-3BF425904CC5}" type="presParOf" srcId="{EA662765-286A-41EA-82D4-D3C521871B01}" destId="{301A94B9-E884-4695-B497-632CEC7E2744}" srcOrd="2" destOrd="0" presId="urn:microsoft.com/office/officeart/2005/8/layout/hProcess4"/>
    <dgm:cxn modelId="{E3E7E942-A2D4-4DF9-BA81-B5BEEEF6E22A}" type="presParOf" srcId="{EA662765-286A-41EA-82D4-D3C521871B01}" destId="{161A3146-7F7F-4F86-9804-E4D9460CD73A}" srcOrd="3" destOrd="0" presId="urn:microsoft.com/office/officeart/2005/8/layout/hProcess4"/>
    <dgm:cxn modelId="{CA95C144-B621-43EB-B6ED-DEABFF61DFE0}" type="presParOf" srcId="{EA662765-286A-41EA-82D4-D3C521871B01}" destId="{7308BD01-E3FF-4DC2-BC87-699ADE2BDCF9}" srcOrd="4" destOrd="0" presId="urn:microsoft.com/office/officeart/2005/8/layout/hProcess4"/>
    <dgm:cxn modelId="{1EE18561-C4EA-4FE7-9AD7-279761D9E726}" type="presParOf" srcId="{12792D1B-F980-4206-9E42-1C648AD950FC}" destId="{47F4D448-FFDF-478C-8FD9-FD1749CC4E21}" srcOrd="1" destOrd="0" presId="urn:microsoft.com/office/officeart/2005/8/layout/hProcess4"/>
    <dgm:cxn modelId="{FFD99A1E-20A3-438B-9A8F-1285B93B9963}" type="presParOf" srcId="{12792D1B-F980-4206-9E42-1C648AD950FC}" destId="{8978CFAD-86EE-4858-9AFA-AED5942DA243}" srcOrd="2" destOrd="0" presId="urn:microsoft.com/office/officeart/2005/8/layout/hProcess4"/>
    <dgm:cxn modelId="{551DD9B5-2FB5-4C83-9908-3B6E47AF3593}" type="presParOf" srcId="{8978CFAD-86EE-4858-9AFA-AED5942DA243}" destId="{F9258CB0-FB25-4348-B36F-1FF4F55C7771}" srcOrd="0" destOrd="0" presId="urn:microsoft.com/office/officeart/2005/8/layout/hProcess4"/>
    <dgm:cxn modelId="{4663D61D-9B46-4849-8AD6-8E4FB9097BCF}" type="presParOf" srcId="{8978CFAD-86EE-4858-9AFA-AED5942DA243}" destId="{C284AC7D-1B9C-48BA-9D05-9336BB886CC6}" srcOrd="1" destOrd="0" presId="urn:microsoft.com/office/officeart/2005/8/layout/hProcess4"/>
    <dgm:cxn modelId="{53705DA0-B4B1-48B4-A204-B2E120F5CFC0}" type="presParOf" srcId="{8978CFAD-86EE-4858-9AFA-AED5942DA243}" destId="{EBAB5EB5-511A-4091-8215-CEE74D7BFE26}" srcOrd="2" destOrd="0" presId="urn:microsoft.com/office/officeart/2005/8/layout/hProcess4"/>
    <dgm:cxn modelId="{0902F83C-3A38-409E-84D6-D14A9592C9A6}" type="presParOf" srcId="{8978CFAD-86EE-4858-9AFA-AED5942DA243}" destId="{B4649B7C-8B41-4198-B2F7-70A28CB945CC}" srcOrd="3" destOrd="0" presId="urn:microsoft.com/office/officeart/2005/8/layout/hProcess4"/>
    <dgm:cxn modelId="{D41702B2-87CB-42A6-97D7-B5ACFC84919A}" type="presParOf" srcId="{8978CFAD-86EE-4858-9AFA-AED5942DA243}" destId="{ED26FBBC-4220-473D-AD3B-BBFB5D7A61CC}" srcOrd="4" destOrd="0" presId="urn:microsoft.com/office/officeart/2005/8/layout/hProcess4"/>
    <dgm:cxn modelId="{B6FB03B6-F2CF-4E2D-94B9-6F65435E644B}" type="presParOf" srcId="{12792D1B-F980-4206-9E42-1C648AD950FC}" destId="{A94E8FE5-C9DD-49E6-BEED-E32E36F8FF54}" srcOrd="3" destOrd="0" presId="urn:microsoft.com/office/officeart/2005/8/layout/hProcess4"/>
    <dgm:cxn modelId="{E7D12D41-B753-4566-95D7-6ADE36573EAE}" type="presParOf" srcId="{12792D1B-F980-4206-9E42-1C648AD950FC}" destId="{69D74EB5-435E-4546-823A-42FE93BA73D3}" srcOrd="4" destOrd="0" presId="urn:microsoft.com/office/officeart/2005/8/layout/hProcess4"/>
    <dgm:cxn modelId="{914C1916-9C7C-4B4E-9F63-72CEF9DA62FA}" type="presParOf" srcId="{69D74EB5-435E-4546-823A-42FE93BA73D3}" destId="{A190A431-B71E-4B44-9DB1-E434F90FE23F}" srcOrd="0" destOrd="0" presId="urn:microsoft.com/office/officeart/2005/8/layout/hProcess4"/>
    <dgm:cxn modelId="{4E0F70D1-C04D-4C97-8865-E5D67898EA6D}" type="presParOf" srcId="{69D74EB5-435E-4546-823A-42FE93BA73D3}" destId="{BE2639C5-9E53-425E-9DB3-3CD3CDECF876}" srcOrd="1" destOrd="0" presId="urn:microsoft.com/office/officeart/2005/8/layout/hProcess4"/>
    <dgm:cxn modelId="{0B7A0CB3-8982-4FD5-9DBD-CA492F505217}" type="presParOf" srcId="{69D74EB5-435E-4546-823A-42FE93BA73D3}" destId="{FA530EE4-059F-43D7-9814-435D59C2D7EC}" srcOrd="2" destOrd="0" presId="urn:microsoft.com/office/officeart/2005/8/layout/hProcess4"/>
    <dgm:cxn modelId="{97A383EF-BC7A-4163-876F-12E704FD8412}" type="presParOf" srcId="{69D74EB5-435E-4546-823A-42FE93BA73D3}" destId="{C27014D6-47F3-49F6-AE04-C90C08FA18CD}" srcOrd="3" destOrd="0" presId="urn:microsoft.com/office/officeart/2005/8/layout/hProcess4"/>
    <dgm:cxn modelId="{96DDB2BD-D548-4469-8646-3B80D363D9E4}" type="presParOf" srcId="{69D74EB5-435E-4546-823A-42FE93BA73D3}" destId="{0AEA355A-F500-4EF2-B9F2-D0DD2247EF27}"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0138C-B539-43EF-A292-EC5875C3F3C5}">
      <dsp:nvSpPr>
        <dsp:cNvPr id="0" name=""/>
        <dsp:cNvSpPr/>
      </dsp:nvSpPr>
      <dsp:spPr>
        <a:xfrm>
          <a:off x="-3900117" y="-598868"/>
          <a:ext cx="4648134" cy="4648134"/>
        </a:xfrm>
        <a:prstGeom prst="blockArc">
          <a:avLst>
            <a:gd name="adj1" fmla="val 18900000"/>
            <a:gd name="adj2" fmla="val 2700000"/>
            <a:gd name="adj3" fmla="val 46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7DC53A-309B-49E2-B7C8-575CF6D80187}">
      <dsp:nvSpPr>
        <dsp:cNvPr id="0" name=""/>
        <dsp:cNvSpPr/>
      </dsp:nvSpPr>
      <dsp:spPr>
        <a:xfrm>
          <a:off x="242612" y="156855"/>
          <a:ext cx="7946236" cy="3135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98" tIns="40640" rIns="40640" bIns="4064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0" i="0" kern="1200" dirty="0"/>
            <a:t>Performance reports are analysed manually and in isolation.</a:t>
          </a:r>
          <a:endParaRPr lang="en-IN" sz="1600" kern="1200" dirty="0"/>
        </a:p>
      </dsp:txBody>
      <dsp:txXfrm>
        <a:off x="242612" y="156855"/>
        <a:ext cx="7946236" cy="313572"/>
      </dsp:txXfrm>
    </dsp:sp>
    <dsp:sp modelId="{00590A91-693E-4735-98E6-F73DFF596C68}">
      <dsp:nvSpPr>
        <dsp:cNvPr id="0" name=""/>
        <dsp:cNvSpPr/>
      </dsp:nvSpPr>
      <dsp:spPr>
        <a:xfrm>
          <a:off x="46630" y="117658"/>
          <a:ext cx="391965" cy="39196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5EFE3A-D1E8-4B2D-9505-D2F4322B74F8}">
      <dsp:nvSpPr>
        <dsp:cNvPr id="0" name=""/>
        <dsp:cNvSpPr/>
      </dsp:nvSpPr>
      <dsp:spPr>
        <a:xfrm>
          <a:off x="526580" y="627489"/>
          <a:ext cx="7662269" cy="3135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98" tIns="40640" rIns="40640" bIns="4064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0" i="0" kern="1200" dirty="0"/>
            <a:t>Difficult to identify long-term performance trends across releases.</a:t>
          </a:r>
        </a:p>
      </dsp:txBody>
      <dsp:txXfrm>
        <a:off x="526580" y="627489"/>
        <a:ext cx="7662269" cy="313572"/>
      </dsp:txXfrm>
    </dsp:sp>
    <dsp:sp modelId="{5B132C43-764A-4C93-8557-FDBEC37A7353}">
      <dsp:nvSpPr>
        <dsp:cNvPr id="0" name=""/>
        <dsp:cNvSpPr/>
      </dsp:nvSpPr>
      <dsp:spPr>
        <a:xfrm>
          <a:off x="330598" y="588292"/>
          <a:ext cx="391965" cy="39196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9D4260-E2F2-443F-B48A-89F11F06244F}">
      <dsp:nvSpPr>
        <dsp:cNvPr id="0" name=""/>
        <dsp:cNvSpPr/>
      </dsp:nvSpPr>
      <dsp:spPr>
        <a:xfrm>
          <a:off x="682193" y="1097778"/>
          <a:ext cx="7506656" cy="3135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98" tIns="40640" rIns="40640" bIns="4064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0" i="0" kern="1200" dirty="0"/>
            <a:t>Limited visibility into performance degradation or improvement patterns.</a:t>
          </a:r>
        </a:p>
      </dsp:txBody>
      <dsp:txXfrm>
        <a:off x="682193" y="1097778"/>
        <a:ext cx="7506656" cy="313572"/>
      </dsp:txXfrm>
    </dsp:sp>
    <dsp:sp modelId="{B649A5FA-7004-435F-A5B7-3C6950185CE5}">
      <dsp:nvSpPr>
        <dsp:cNvPr id="0" name=""/>
        <dsp:cNvSpPr/>
      </dsp:nvSpPr>
      <dsp:spPr>
        <a:xfrm>
          <a:off x="486210" y="1058582"/>
          <a:ext cx="391965" cy="39196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02A3C8-3659-4A72-81C3-9607B8C1A6E4}">
      <dsp:nvSpPr>
        <dsp:cNvPr id="0" name=""/>
        <dsp:cNvSpPr/>
      </dsp:nvSpPr>
      <dsp:spPr>
        <a:xfrm>
          <a:off x="731879" y="1568412"/>
          <a:ext cx="7456970" cy="3135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98" tIns="40640" rIns="40640" bIns="4064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0" i="0" kern="1200" dirty="0"/>
            <a:t>Root Cause Analysis (RCA) consumes significant effort and expert time.</a:t>
          </a:r>
        </a:p>
      </dsp:txBody>
      <dsp:txXfrm>
        <a:off x="731879" y="1568412"/>
        <a:ext cx="7456970" cy="313572"/>
      </dsp:txXfrm>
    </dsp:sp>
    <dsp:sp modelId="{7CD7611A-BABD-4127-BCB4-674BE154F513}">
      <dsp:nvSpPr>
        <dsp:cNvPr id="0" name=""/>
        <dsp:cNvSpPr/>
      </dsp:nvSpPr>
      <dsp:spPr>
        <a:xfrm>
          <a:off x="535896" y="1529216"/>
          <a:ext cx="391965" cy="39196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9773B7-624A-465A-AF7E-5DA0B34EBE9B}">
      <dsp:nvSpPr>
        <dsp:cNvPr id="0" name=""/>
        <dsp:cNvSpPr/>
      </dsp:nvSpPr>
      <dsp:spPr>
        <a:xfrm>
          <a:off x="682193" y="2039047"/>
          <a:ext cx="7506656" cy="3135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98" tIns="40640" rIns="40640" bIns="4064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0" i="0" kern="1200"/>
            <a:t>Anomalies often go unnoticed until production impact occurs.</a:t>
          </a:r>
        </a:p>
      </dsp:txBody>
      <dsp:txXfrm>
        <a:off x="682193" y="2039047"/>
        <a:ext cx="7506656" cy="313572"/>
      </dsp:txXfrm>
    </dsp:sp>
    <dsp:sp modelId="{96477F38-5309-4D54-8A25-BED5D40C41DC}">
      <dsp:nvSpPr>
        <dsp:cNvPr id="0" name=""/>
        <dsp:cNvSpPr/>
      </dsp:nvSpPr>
      <dsp:spPr>
        <a:xfrm>
          <a:off x="486210" y="1999850"/>
          <a:ext cx="391965" cy="39196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A3C1F80-2AA9-4C18-BCE9-0D1D44B571AC}">
      <dsp:nvSpPr>
        <dsp:cNvPr id="0" name=""/>
        <dsp:cNvSpPr/>
      </dsp:nvSpPr>
      <dsp:spPr>
        <a:xfrm>
          <a:off x="526580" y="2509336"/>
          <a:ext cx="7662269" cy="3135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98" tIns="40640" rIns="40640" bIns="4064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0" i="0" kern="1200" dirty="0"/>
            <a:t>Go/No-Go decisions rely heavily on manual interpretation.</a:t>
          </a:r>
        </a:p>
      </dsp:txBody>
      <dsp:txXfrm>
        <a:off x="526580" y="2509336"/>
        <a:ext cx="7662269" cy="313572"/>
      </dsp:txXfrm>
    </dsp:sp>
    <dsp:sp modelId="{CA04AF2C-455E-4726-A468-823B796F02BE}">
      <dsp:nvSpPr>
        <dsp:cNvPr id="0" name=""/>
        <dsp:cNvSpPr/>
      </dsp:nvSpPr>
      <dsp:spPr>
        <a:xfrm>
          <a:off x="330598" y="2470139"/>
          <a:ext cx="391965" cy="39196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F41DCA-1684-41B5-9BC0-3CA807112F36}">
      <dsp:nvSpPr>
        <dsp:cNvPr id="0" name=""/>
        <dsp:cNvSpPr/>
      </dsp:nvSpPr>
      <dsp:spPr>
        <a:xfrm>
          <a:off x="242612" y="2979970"/>
          <a:ext cx="7946236" cy="3135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98" tIns="40640" rIns="40640" bIns="4064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0" i="0" kern="1200"/>
            <a:t>Performance knowledge is lost across teams and projects.</a:t>
          </a:r>
        </a:p>
      </dsp:txBody>
      <dsp:txXfrm>
        <a:off x="242612" y="2979970"/>
        <a:ext cx="7946236" cy="313572"/>
      </dsp:txXfrm>
    </dsp:sp>
    <dsp:sp modelId="{C0CFC5AF-5724-46DC-9D56-721E3F99EE61}">
      <dsp:nvSpPr>
        <dsp:cNvPr id="0" name=""/>
        <dsp:cNvSpPr/>
      </dsp:nvSpPr>
      <dsp:spPr>
        <a:xfrm>
          <a:off x="46630" y="2940774"/>
          <a:ext cx="391965" cy="39196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9948F-B62D-4373-816E-084498A0AB23}">
      <dsp:nvSpPr>
        <dsp:cNvPr id="0" name=""/>
        <dsp:cNvSpPr/>
      </dsp:nvSpPr>
      <dsp:spPr>
        <a:xfrm>
          <a:off x="4570" y="452667"/>
          <a:ext cx="1620668" cy="1209794"/>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Performance Engineers</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a:t>QE Leads</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a:t>Test Managers</a:t>
          </a:r>
        </a:p>
      </dsp:txBody>
      <dsp:txXfrm>
        <a:off x="32917" y="481014"/>
        <a:ext cx="1563974" cy="1181447"/>
      </dsp:txXfrm>
    </dsp:sp>
    <dsp:sp modelId="{21B3778E-2F16-4DBE-82C7-629DB5CF307F}">
      <dsp:nvSpPr>
        <dsp:cNvPr id="0" name=""/>
        <dsp:cNvSpPr/>
      </dsp:nvSpPr>
      <dsp:spPr>
        <a:xfrm>
          <a:off x="4570" y="1662462"/>
          <a:ext cx="1620668" cy="52021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i="0" kern="1200"/>
            <a:t>Primary Users</a:t>
          </a:r>
        </a:p>
      </dsp:txBody>
      <dsp:txXfrm>
        <a:off x="4570" y="1662462"/>
        <a:ext cx="1141315" cy="520211"/>
      </dsp:txXfrm>
    </dsp:sp>
    <dsp:sp modelId="{5CA45159-7BC7-4B60-B432-C16B38AEDE76}">
      <dsp:nvSpPr>
        <dsp:cNvPr id="0" name=""/>
        <dsp:cNvSpPr/>
      </dsp:nvSpPr>
      <dsp:spPr>
        <a:xfrm>
          <a:off x="1191732" y="1745093"/>
          <a:ext cx="567233" cy="567233"/>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E7C6A6-8A8D-4095-8365-1611D9E71C02}">
      <dsp:nvSpPr>
        <dsp:cNvPr id="0" name=""/>
        <dsp:cNvSpPr/>
      </dsp:nvSpPr>
      <dsp:spPr>
        <a:xfrm>
          <a:off x="1899494" y="452667"/>
          <a:ext cx="1620668" cy="1209794"/>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Developers</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DevOps Teams</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SRE Teams</a:t>
          </a:r>
        </a:p>
      </dsp:txBody>
      <dsp:txXfrm>
        <a:off x="1927841" y="481014"/>
        <a:ext cx="1563974" cy="1181447"/>
      </dsp:txXfrm>
    </dsp:sp>
    <dsp:sp modelId="{9608BEDD-72E7-422A-B565-C19B8E674DA0}">
      <dsp:nvSpPr>
        <dsp:cNvPr id="0" name=""/>
        <dsp:cNvSpPr/>
      </dsp:nvSpPr>
      <dsp:spPr>
        <a:xfrm>
          <a:off x="1899494" y="1662462"/>
          <a:ext cx="1620668" cy="52021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i="0" kern="1200" dirty="0"/>
            <a:t>Secondary Users</a:t>
          </a:r>
        </a:p>
      </dsp:txBody>
      <dsp:txXfrm>
        <a:off x="1899494" y="1662462"/>
        <a:ext cx="1141315" cy="520211"/>
      </dsp:txXfrm>
    </dsp:sp>
    <dsp:sp modelId="{2A03A292-C697-4EEB-8C40-4040F01D7D4B}">
      <dsp:nvSpPr>
        <dsp:cNvPr id="0" name=""/>
        <dsp:cNvSpPr/>
      </dsp:nvSpPr>
      <dsp:spPr>
        <a:xfrm>
          <a:off x="3086656" y="1745093"/>
          <a:ext cx="567233" cy="567233"/>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C706FE-D777-4650-AF94-F4DD806A6156}">
      <dsp:nvSpPr>
        <dsp:cNvPr id="0" name=""/>
        <dsp:cNvSpPr/>
      </dsp:nvSpPr>
      <dsp:spPr>
        <a:xfrm>
          <a:off x="3794419" y="452667"/>
          <a:ext cx="1620668" cy="1209794"/>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Product Owners</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Delivery Managers</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Program Managers</a:t>
          </a:r>
        </a:p>
      </dsp:txBody>
      <dsp:txXfrm>
        <a:off x="3822766" y="481014"/>
        <a:ext cx="1563974" cy="1181447"/>
      </dsp:txXfrm>
    </dsp:sp>
    <dsp:sp modelId="{FB57D9A1-4324-4066-82AD-41617310A66C}">
      <dsp:nvSpPr>
        <dsp:cNvPr id="0" name=""/>
        <dsp:cNvSpPr/>
      </dsp:nvSpPr>
      <dsp:spPr>
        <a:xfrm>
          <a:off x="3794419" y="1662462"/>
          <a:ext cx="1620668" cy="52021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i="0" kern="1200" dirty="0"/>
            <a:t>Business Stakeholders</a:t>
          </a:r>
        </a:p>
      </dsp:txBody>
      <dsp:txXfrm>
        <a:off x="3794419" y="1662462"/>
        <a:ext cx="1141315" cy="520211"/>
      </dsp:txXfrm>
    </dsp:sp>
    <dsp:sp modelId="{C24FD524-09F9-4211-919D-BD8BF1A3F948}">
      <dsp:nvSpPr>
        <dsp:cNvPr id="0" name=""/>
        <dsp:cNvSpPr/>
      </dsp:nvSpPr>
      <dsp:spPr>
        <a:xfrm>
          <a:off x="4981581" y="1745093"/>
          <a:ext cx="567233" cy="567233"/>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9F97A5-3826-4C95-ABC5-A527C6F70290}">
      <dsp:nvSpPr>
        <dsp:cNvPr id="0" name=""/>
        <dsp:cNvSpPr/>
      </dsp:nvSpPr>
      <dsp:spPr>
        <a:xfrm>
          <a:off x="5689343" y="452667"/>
          <a:ext cx="1620668" cy="1209794"/>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Enterprise Architects</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CIO/CTO Office</a:t>
          </a:r>
        </a:p>
        <a:p>
          <a:pPr marL="114300" lvl="1" indent="-114300" algn="l" defTabSz="666750">
            <a:lnSpc>
              <a:spcPct val="90000"/>
            </a:lnSpc>
            <a:spcBef>
              <a:spcPct val="0"/>
            </a:spcBef>
            <a:spcAft>
              <a:spcPct val="15000"/>
            </a:spcAft>
            <a:buFont typeface="Arial" panose="020B0604020202020204" pitchFamily="34" charset="0"/>
            <a:buChar char="•"/>
          </a:pPr>
          <a:r>
            <a:rPr lang="en-IN" sz="1500" b="0" i="0" kern="1200" dirty="0"/>
            <a:t>Engineering Leadership</a:t>
          </a:r>
        </a:p>
      </dsp:txBody>
      <dsp:txXfrm>
        <a:off x="5717690" y="481014"/>
        <a:ext cx="1563974" cy="1181447"/>
      </dsp:txXfrm>
    </dsp:sp>
    <dsp:sp modelId="{EB7B70B8-4549-448A-A226-44EE2EE143FD}">
      <dsp:nvSpPr>
        <dsp:cNvPr id="0" name=""/>
        <dsp:cNvSpPr/>
      </dsp:nvSpPr>
      <dsp:spPr>
        <a:xfrm>
          <a:off x="5689343" y="1662462"/>
          <a:ext cx="1620668" cy="52021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i="0" kern="1200" dirty="0"/>
            <a:t>Strategic Stakeholders</a:t>
          </a:r>
        </a:p>
      </dsp:txBody>
      <dsp:txXfrm>
        <a:off x="5689343" y="1662462"/>
        <a:ext cx="1141315" cy="520211"/>
      </dsp:txXfrm>
    </dsp:sp>
    <dsp:sp modelId="{70C26EED-6B6A-427D-AB92-3D260A4468BD}">
      <dsp:nvSpPr>
        <dsp:cNvPr id="0" name=""/>
        <dsp:cNvSpPr/>
      </dsp:nvSpPr>
      <dsp:spPr>
        <a:xfrm>
          <a:off x="6876505" y="1745093"/>
          <a:ext cx="567233" cy="567233"/>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094791-4470-442E-B1FD-E7A6CF91A20B}">
      <dsp:nvSpPr>
        <dsp:cNvPr id="0" name=""/>
        <dsp:cNvSpPr/>
      </dsp:nvSpPr>
      <dsp:spPr>
        <a:xfrm>
          <a:off x="0" y="660927"/>
          <a:ext cx="10837333" cy="1578328"/>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250560" numCol="1" spcCol="1270" anchor="ctr" anchorCtr="0">
          <a:noAutofit/>
        </a:bodyPr>
        <a:lstStyle/>
        <a:p>
          <a:pPr marL="0" lvl="0" indent="0" algn="l" defTabSz="800100">
            <a:lnSpc>
              <a:spcPct val="90000"/>
            </a:lnSpc>
            <a:spcBef>
              <a:spcPct val="0"/>
            </a:spcBef>
            <a:spcAft>
              <a:spcPct val="35000"/>
            </a:spcAft>
            <a:buNone/>
          </a:pPr>
          <a:r>
            <a:rPr lang="en-IN" sz="1800" b="1" i="0" kern="1200" dirty="0"/>
            <a:t>Data Collection</a:t>
          </a:r>
          <a:r>
            <a:rPr lang="en-IN" sz="1800" b="0" i="0" kern="1200" dirty="0"/>
            <a:t> </a:t>
          </a:r>
          <a:endParaRPr lang="en-IN" sz="1800" kern="1200" dirty="0"/>
        </a:p>
      </dsp:txBody>
      <dsp:txXfrm>
        <a:off x="0" y="1055509"/>
        <a:ext cx="10442751" cy="789164"/>
      </dsp:txXfrm>
    </dsp:sp>
    <dsp:sp modelId="{A3BC3669-A0E3-4C62-B1F4-56A27F90BA98}">
      <dsp:nvSpPr>
        <dsp:cNvPr id="0" name=""/>
        <dsp:cNvSpPr/>
      </dsp:nvSpPr>
      <dsp:spPr>
        <a:xfrm>
          <a:off x="0" y="1878046"/>
          <a:ext cx="3337898" cy="304044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0" i="0" kern="1200" dirty="0"/>
            <a:t>Performance Test Results </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APM Metrics </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Infrastructure Metrics</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Historical Results</a:t>
          </a:r>
          <a:endParaRPr lang="en-IN" sz="1800" kern="1200" dirty="0"/>
        </a:p>
      </dsp:txBody>
      <dsp:txXfrm>
        <a:off x="0" y="1878046"/>
        <a:ext cx="3337898" cy="3040441"/>
      </dsp:txXfrm>
    </dsp:sp>
    <dsp:sp modelId="{24D1D00B-22F8-4F7D-85D5-C0E57E0151F6}">
      <dsp:nvSpPr>
        <dsp:cNvPr id="0" name=""/>
        <dsp:cNvSpPr/>
      </dsp:nvSpPr>
      <dsp:spPr>
        <a:xfrm>
          <a:off x="3337898" y="1187037"/>
          <a:ext cx="7499434" cy="1578328"/>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250560" numCol="1" spcCol="1270" anchor="ctr" anchorCtr="0">
          <a:noAutofit/>
        </a:bodyPr>
        <a:lstStyle/>
        <a:p>
          <a:pPr marL="0" lvl="0" indent="0" algn="l" defTabSz="800100">
            <a:lnSpc>
              <a:spcPct val="90000"/>
            </a:lnSpc>
            <a:spcBef>
              <a:spcPct val="0"/>
            </a:spcBef>
            <a:spcAft>
              <a:spcPct val="35000"/>
            </a:spcAft>
            <a:buNone/>
          </a:pPr>
          <a:r>
            <a:rPr lang="en-IN" sz="1800" b="1" i="0" kern="1200" dirty="0"/>
            <a:t>AI Intelligence Layer</a:t>
          </a:r>
          <a:endParaRPr lang="en-IN" sz="1800" b="0" i="0" kern="1200" dirty="0"/>
        </a:p>
      </dsp:txBody>
      <dsp:txXfrm>
        <a:off x="3337898" y="1581619"/>
        <a:ext cx="7104852" cy="789164"/>
      </dsp:txXfrm>
    </dsp:sp>
    <dsp:sp modelId="{4B627C88-74CC-4A74-BFD3-C45112D090EE}">
      <dsp:nvSpPr>
        <dsp:cNvPr id="0" name=""/>
        <dsp:cNvSpPr/>
      </dsp:nvSpPr>
      <dsp:spPr>
        <a:xfrm>
          <a:off x="3337898" y="2404156"/>
          <a:ext cx="3337898" cy="304044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0" i="0" kern="1200" dirty="0"/>
            <a:t>Automated Trend Analysis</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Release-over-Release Comparison</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Anomaly Detection</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AI-Powered RCA Identification</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Performance Risk Prediction</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Impact Assessment</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Intelligent Recommendations</a:t>
          </a:r>
        </a:p>
      </dsp:txBody>
      <dsp:txXfrm>
        <a:off x="3337898" y="2404156"/>
        <a:ext cx="3337898" cy="3040441"/>
      </dsp:txXfrm>
    </dsp:sp>
    <dsp:sp modelId="{D1CFCBF2-837C-4D4A-B2CA-33F38EABA1AF}">
      <dsp:nvSpPr>
        <dsp:cNvPr id="0" name=""/>
        <dsp:cNvSpPr/>
      </dsp:nvSpPr>
      <dsp:spPr>
        <a:xfrm>
          <a:off x="6675797" y="1713146"/>
          <a:ext cx="4161535" cy="1578328"/>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250560" numCol="1" spcCol="1270" anchor="ctr" anchorCtr="0">
          <a:noAutofit/>
        </a:bodyPr>
        <a:lstStyle/>
        <a:p>
          <a:pPr marL="0" lvl="0" indent="0" algn="l" defTabSz="800100">
            <a:lnSpc>
              <a:spcPct val="90000"/>
            </a:lnSpc>
            <a:spcBef>
              <a:spcPct val="0"/>
            </a:spcBef>
            <a:spcAft>
              <a:spcPct val="35000"/>
            </a:spcAft>
            <a:buNone/>
          </a:pPr>
          <a:r>
            <a:rPr lang="en-IN" sz="1800" b="1" i="0" kern="1200" dirty="0"/>
            <a:t>Business Insights Dashboard</a:t>
          </a:r>
          <a:endParaRPr lang="en-IN" sz="1800" b="0" i="0" kern="1200" dirty="0"/>
        </a:p>
      </dsp:txBody>
      <dsp:txXfrm>
        <a:off x="6675797" y="2107728"/>
        <a:ext cx="3766953" cy="789164"/>
      </dsp:txXfrm>
    </dsp:sp>
    <dsp:sp modelId="{2D710ECC-78E5-4A82-99A5-F8D8447B867C}">
      <dsp:nvSpPr>
        <dsp:cNvPr id="0" name=""/>
        <dsp:cNvSpPr/>
      </dsp:nvSpPr>
      <dsp:spPr>
        <a:xfrm>
          <a:off x="6675797" y="2930265"/>
          <a:ext cx="3337898" cy="299594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0" i="0" kern="1200" dirty="0"/>
            <a:t>Go / No-Go Recommendation</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Release Readiness Score</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Top Performance Risks</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Functional Areas Requiring Optimization</a:t>
          </a:r>
        </a:p>
        <a:p>
          <a:pPr marL="0" lvl="0" indent="0" algn="l" defTabSz="800100">
            <a:lnSpc>
              <a:spcPct val="90000"/>
            </a:lnSpc>
            <a:spcBef>
              <a:spcPct val="0"/>
            </a:spcBef>
            <a:spcAft>
              <a:spcPct val="35000"/>
            </a:spcAft>
            <a:buFont typeface="Arial" panose="020B0604020202020204" pitchFamily="34" charset="0"/>
            <a:buNone/>
          </a:pPr>
          <a:r>
            <a:rPr lang="en-IN" sz="1800" b="0" i="0" kern="1200" dirty="0"/>
            <a:t>Executive Performance Summary</a:t>
          </a:r>
        </a:p>
      </dsp:txBody>
      <dsp:txXfrm>
        <a:off x="6675797" y="2930265"/>
        <a:ext cx="3337898" cy="29959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CC7FA-E3FF-45FE-BAE2-DE735EEC89AE}">
      <dsp:nvSpPr>
        <dsp:cNvPr id="0" name=""/>
        <dsp:cNvSpPr/>
      </dsp:nvSpPr>
      <dsp:spPr>
        <a:xfrm>
          <a:off x="969741" y="1040829"/>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dirty="0">
              <a:solidFill>
                <a:schemeClr val="tx2"/>
              </a:solidFill>
            </a:rPr>
            <a:t>AI-driven </a:t>
          </a:r>
          <a:r>
            <a:rPr lang="en-IN" sz="1400" b="1" i="0" kern="1200" dirty="0">
              <a:solidFill>
                <a:schemeClr val="tx2"/>
              </a:solidFill>
            </a:rPr>
            <a:t>Go/No-Go </a:t>
          </a:r>
          <a:r>
            <a:rPr lang="en-IN" sz="1400" b="0" i="0" kern="1200" dirty="0">
              <a:solidFill>
                <a:schemeClr val="tx2"/>
              </a:solidFill>
            </a:rPr>
            <a:t>recommendations</a:t>
          </a:r>
        </a:p>
      </dsp:txBody>
      <dsp:txXfrm>
        <a:off x="1260608" y="1040829"/>
        <a:ext cx="1527055" cy="1212554"/>
      </dsp:txXfrm>
    </dsp:sp>
    <dsp:sp modelId="{E1335E38-FD47-4A11-94B1-0A8DB83DDCA2}">
      <dsp:nvSpPr>
        <dsp:cNvPr id="0" name=""/>
        <dsp:cNvSpPr/>
      </dsp:nvSpPr>
      <dsp:spPr>
        <a:xfrm>
          <a:off x="969741" y="2253383"/>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dirty="0">
              <a:solidFill>
                <a:schemeClr val="tx2"/>
              </a:solidFill>
            </a:rPr>
            <a:t>Instant performance health assessment</a:t>
          </a:r>
        </a:p>
      </dsp:txBody>
      <dsp:txXfrm>
        <a:off x="1260608" y="2253383"/>
        <a:ext cx="1527055" cy="1212554"/>
      </dsp:txXfrm>
    </dsp:sp>
    <dsp:sp modelId="{E635D9D0-9B8F-461A-B7E2-90DB9B533C75}">
      <dsp:nvSpPr>
        <dsp:cNvPr id="0" name=""/>
        <dsp:cNvSpPr/>
      </dsp:nvSpPr>
      <dsp:spPr>
        <a:xfrm>
          <a:off x="969741" y="3465938"/>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dirty="0">
              <a:solidFill>
                <a:schemeClr val="tx2"/>
              </a:solidFill>
            </a:rPr>
            <a:t>Reduced dependency on manual analysis</a:t>
          </a:r>
        </a:p>
      </dsp:txBody>
      <dsp:txXfrm>
        <a:off x="1260608" y="3465938"/>
        <a:ext cx="1527055" cy="1212554"/>
      </dsp:txXfrm>
    </dsp:sp>
    <dsp:sp modelId="{1C2C7884-7FEC-4195-B6F6-300DD98E8ED1}">
      <dsp:nvSpPr>
        <dsp:cNvPr id="0" name=""/>
        <dsp:cNvSpPr/>
      </dsp:nvSpPr>
      <dsp:spPr>
        <a:xfrm>
          <a:off x="181" y="556049"/>
          <a:ext cx="1211948" cy="1211948"/>
        </a:xfrm>
        <a:prstGeom prst="ellipse">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IN" sz="1200" b="1" i="0" kern="1200" dirty="0"/>
            <a:t>Faster Decision Making</a:t>
          </a:r>
          <a:endParaRPr lang="en-IN" sz="1200" kern="1200" dirty="0"/>
        </a:p>
      </dsp:txBody>
      <dsp:txXfrm>
        <a:off x="177667" y="733535"/>
        <a:ext cx="856976" cy="856976"/>
      </dsp:txXfrm>
    </dsp:sp>
    <dsp:sp modelId="{16323C79-8372-46C1-8CFB-AE10AD24B97B}">
      <dsp:nvSpPr>
        <dsp:cNvPr id="0" name=""/>
        <dsp:cNvSpPr/>
      </dsp:nvSpPr>
      <dsp:spPr>
        <a:xfrm>
          <a:off x="3999613" y="1040829"/>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Early detection of degradation trends</a:t>
          </a:r>
        </a:p>
      </dsp:txBody>
      <dsp:txXfrm>
        <a:off x="4290480" y="1040829"/>
        <a:ext cx="1527055" cy="1212554"/>
      </dsp:txXfrm>
    </dsp:sp>
    <dsp:sp modelId="{F27D0510-90F8-4009-8EE2-2DCE1115E390}">
      <dsp:nvSpPr>
        <dsp:cNvPr id="0" name=""/>
        <dsp:cNvSpPr/>
      </dsp:nvSpPr>
      <dsp:spPr>
        <a:xfrm>
          <a:off x="3999613" y="2253383"/>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Prevention of performance regressions</a:t>
          </a:r>
        </a:p>
      </dsp:txBody>
      <dsp:txXfrm>
        <a:off x="4290480" y="2253383"/>
        <a:ext cx="1527055" cy="1212554"/>
      </dsp:txXfrm>
    </dsp:sp>
    <dsp:sp modelId="{2BBE4F6A-D7EF-43EF-B637-1169814BC44B}">
      <dsp:nvSpPr>
        <dsp:cNvPr id="0" name=""/>
        <dsp:cNvSpPr/>
      </dsp:nvSpPr>
      <dsp:spPr>
        <a:xfrm>
          <a:off x="3999613" y="3465938"/>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Improved release confidence</a:t>
          </a:r>
        </a:p>
      </dsp:txBody>
      <dsp:txXfrm>
        <a:off x="4290480" y="3465938"/>
        <a:ext cx="1527055" cy="1212554"/>
      </dsp:txXfrm>
    </dsp:sp>
    <dsp:sp modelId="{0BC4ADA4-54ED-4C6F-A928-DED45E383FE8}">
      <dsp:nvSpPr>
        <dsp:cNvPr id="0" name=""/>
        <dsp:cNvSpPr/>
      </dsp:nvSpPr>
      <dsp:spPr>
        <a:xfrm>
          <a:off x="3030054" y="556049"/>
          <a:ext cx="1211948" cy="1211948"/>
        </a:xfrm>
        <a:prstGeom prst="ellipse">
          <a:avLst/>
        </a:prstGeom>
        <a:solidFill>
          <a:schemeClr val="accent1">
            <a:shade val="80000"/>
            <a:hueOff val="159811"/>
            <a:satOff val="-19049"/>
            <a:lumOff val="118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IN" sz="1200" b="1" i="0" kern="1200"/>
            <a:t>Improved Quality</a:t>
          </a:r>
        </a:p>
      </dsp:txBody>
      <dsp:txXfrm>
        <a:off x="3207540" y="733535"/>
        <a:ext cx="856976" cy="856976"/>
      </dsp:txXfrm>
    </dsp:sp>
    <dsp:sp modelId="{B0020B34-164F-48D1-A967-9C519C800FE0}">
      <dsp:nvSpPr>
        <dsp:cNvPr id="0" name=""/>
        <dsp:cNvSpPr/>
      </dsp:nvSpPr>
      <dsp:spPr>
        <a:xfrm>
          <a:off x="7029485" y="1040829"/>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60-70% reduction in result analysis effort</a:t>
          </a:r>
        </a:p>
      </dsp:txBody>
      <dsp:txXfrm>
        <a:off x="7320353" y="1040829"/>
        <a:ext cx="1527055" cy="1212554"/>
      </dsp:txXfrm>
    </dsp:sp>
    <dsp:sp modelId="{3182EE0B-A67F-4CF7-B218-12758FCE203F}">
      <dsp:nvSpPr>
        <dsp:cNvPr id="0" name=""/>
        <dsp:cNvSpPr/>
      </dsp:nvSpPr>
      <dsp:spPr>
        <a:xfrm>
          <a:off x="7029485" y="2253383"/>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Faster RCA identification</a:t>
          </a:r>
        </a:p>
      </dsp:txBody>
      <dsp:txXfrm>
        <a:off x="7320353" y="2253383"/>
        <a:ext cx="1527055" cy="1212554"/>
      </dsp:txXfrm>
    </dsp:sp>
    <dsp:sp modelId="{3B7E0E1C-F350-4E0A-9911-50DD90B0F221}">
      <dsp:nvSpPr>
        <dsp:cNvPr id="0" name=""/>
        <dsp:cNvSpPr/>
      </dsp:nvSpPr>
      <dsp:spPr>
        <a:xfrm>
          <a:off x="7029485" y="3465938"/>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Reduced performance engineering cycle time</a:t>
          </a:r>
        </a:p>
      </dsp:txBody>
      <dsp:txXfrm>
        <a:off x="7320353" y="3465938"/>
        <a:ext cx="1527055" cy="1212554"/>
      </dsp:txXfrm>
    </dsp:sp>
    <dsp:sp modelId="{F3221407-3AF1-49FF-902B-8C2325C5CC42}">
      <dsp:nvSpPr>
        <dsp:cNvPr id="0" name=""/>
        <dsp:cNvSpPr/>
      </dsp:nvSpPr>
      <dsp:spPr>
        <a:xfrm>
          <a:off x="6059926" y="556049"/>
          <a:ext cx="1211948" cy="1211948"/>
        </a:xfrm>
        <a:prstGeom prst="ellipse">
          <a:avLst/>
        </a:prstGeom>
        <a:solidFill>
          <a:schemeClr val="accent1">
            <a:shade val="80000"/>
            <a:hueOff val="319622"/>
            <a:satOff val="-38099"/>
            <a:lumOff val="237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IN" sz="1200" b="1" i="0" kern="1200" dirty="0"/>
            <a:t>Reduced Cost &amp; Effort</a:t>
          </a:r>
        </a:p>
      </dsp:txBody>
      <dsp:txXfrm>
        <a:off x="6237412" y="733535"/>
        <a:ext cx="856976" cy="856976"/>
      </dsp:txXfrm>
    </dsp:sp>
    <dsp:sp modelId="{9961CCBF-CC8A-452D-81F3-9EF8B707CFC2}">
      <dsp:nvSpPr>
        <dsp:cNvPr id="0" name=""/>
        <dsp:cNvSpPr/>
      </dsp:nvSpPr>
      <dsp:spPr>
        <a:xfrm>
          <a:off x="10059357" y="1040829"/>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Improved application stability</a:t>
          </a:r>
        </a:p>
      </dsp:txBody>
      <dsp:txXfrm>
        <a:off x="10350225" y="1040829"/>
        <a:ext cx="1527055" cy="1212554"/>
      </dsp:txXfrm>
    </dsp:sp>
    <dsp:sp modelId="{18544802-59B8-40AF-BBF9-5EB1C7860167}">
      <dsp:nvSpPr>
        <dsp:cNvPr id="0" name=""/>
        <dsp:cNvSpPr/>
      </dsp:nvSpPr>
      <dsp:spPr>
        <a:xfrm>
          <a:off x="10059357" y="2253383"/>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Faster release velocity</a:t>
          </a:r>
        </a:p>
      </dsp:txBody>
      <dsp:txXfrm>
        <a:off x="10350225" y="2253383"/>
        <a:ext cx="1527055" cy="1212554"/>
      </dsp:txXfrm>
    </dsp:sp>
    <dsp:sp modelId="{68101FDE-9CDF-45D8-AD71-320CE8777CFE}">
      <dsp:nvSpPr>
        <dsp:cNvPr id="0" name=""/>
        <dsp:cNvSpPr/>
      </dsp:nvSpPr>
      <dsp:spPr>
        <a:xfrm>
          <a:off x="10059357" y="3465938"/>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Reduced production incidents</a:t>
          </a:r>
        </a:p>
      </dsp:txBody>
      <dsp:txXfrm>
        <a:off x="10350225" y="3465938"/>
        <a:ext cx="1527055" cy="1212554"/>
      </dsp:txXfrm>
    </dsp:sp>
    <dsp:sp modelId="{1B9A8790-48D4-4EEF-9325-CE631A420D03}">
      <dsp:nvSpPr>
        <dsp:cNvPr id="0" name=""/>
        <dsp:cNvSpPr/>
      </dsp:nvSpPr>
      <dsp:spPr>
        <a:xfrm>
          <a:off x="10059357" y="4678493"/>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dirty="0">
              <a:solidFill>
                <a:schemeClr val="tx2"/>
              </a:solidFill>
            </a:rPr>
            <a:t>Enhanced customer experience</a:t>
          </a:r>
        </a:p>
      </dsp:txBody>
      <dsp:txXfrm>
        <a:off x="10350225" y="4678493"/>
        <a:ext cx="1527055" cy="1212554"/>
      </dsp:txXfrm>
    </dsp:sp>
    <dsp:sp modelId="{8E8177F1-8E8C-4805-BAB0-EF11571798CB}">
      <dsp:nvSpPr>
        <dsp:cNvPr id="0" name=""/>
        <dsp:cNvSpPr/>
      </dsp:nvSpPr>
      <dsp:spPr>
        <a:xfrm>
          <a:off x="9089798" y="556049"/>
          <a:ext cx="1211948" cy="1211948"/>
        </a:xfrm>
        <a:prstGeom prst="ellipse">
          <a:avLst/>
        </a:prstGeom>
        <a:solidFill>
          <a:schemeClr val="accent1">
            <a:shade val="80000"/>
            <a:hueOff val="479432"/>
            <a:satOff val="-57148"/>
            <a:lumOff val="356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IN" sz="1200" b="1" i="0" kern="1200"/>
            <a:t>Better Business Outcomes</a:t>
          </a:r>
        </a:p>
      </dsp:txBody>
      <dsp:txXfrm>
        <a:off x="9267284" y="733535"/>
        <a:ext cx="856976" cy="856976"/>
      </dsp:txXfrm>
    </dsp:sp>
    <dsp:sp modelId="{6554BE80-F282-4637-A786-1C7A8A380D0D}">
      <dsp:nvSpPr>
        <dsp:cNvPr id="0" name=""/>
        <dsp:cNvSpPr/>
      </dsp:nvSpPr>
      <dsp:spPr>
        <a:xfrm>
          <a:off x="13089229" y="1040829"/>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Release Readiness Score</a:t>
          </a:r>
        </a:p>
      </dsp:txBody>
      <dsp:txXfrm>
        <a:off x="13380097" y="1040829"/>
        <a:ext cx="1527055" cy="1212554"/>
      </dsp:txXfrm>
    </dsp:sp>
    <dsp:sp modelId="{E2C84914-2EF8-4914-A591-B1F0BD329B3E}">
      <dsp:nvSpPr>
        <dsp:cNvPr id="0" name=""/>
        <dsp:cNvSpPr/>
      </dsp:nvSpPr>
      <dsp:spPr>
        <a:xfrm>
          <a:off x="13089229" y="2253383"/>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Performance Risk Heat Map</a:t>
          </a:r>
        </a:p>
      </dsp:txBody>
      <dsp:txXfrm>
        <a:off x="13380097" y="2253383"/>
        <a:ext cx="1527055" cy="1212554"/>
      </dsp:txXfrm>
    </dsp:sp>
    <dsp:sp modelId="{56E0B1F6-5225-4A20-8AD9-048A368F56D7}">
      <dsp:nvSpPr>
        <dsp:cNvPr id="0" name=""/>
        <dsp:cNvSpPr/>
      </dsp:nvSpPr>
      <dsp:spPr>
        <a:xfrm>
          <a:off x="13089229" y="3465938"/>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Capacity Growth Trends</a:t>
          </a:r>
        </a:p>
      </dsp:txBody>
      <dsp:txXfrm>
        <a:off x="13380097" y="3465938"/>
        <a:ext cx="1527055" cy="1212554"/>
      </dsp:txXfrm>
    </dsp:sp>
    <dsp:sp modelId="{551A434D-32CB-40ED-8232-D02062185DEF}">
      <dsp:nvSpPr>
        <dsp:cNvPr id="0" name=""/>
        <dsp:cNvSpPr/>
      </dsp:nvSpPr>
      <dsp:spPr>
        <a:xfrm>
          <a:off x="13089229" y="4678493"/>
          <a:ext cx="1817923" cy="1212554"/>
        </a:xfrm>
        <a:prstGeom prst="rect">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i="0" kern="1200">
              <a:solidFill>
                <a:schemeClr val="tx2"/>
              </a:solidFill>
            </a:rPr>
            <a:t>Business Impact Prediction</a:t>
          </a:r>
        </a:p>
      </dsp:txBody>
      <dsp:txXfrm>
        <a:off x="13380097" y="4678493"/>
        <a:ext cx="1527055" cy="1212554"/>
      </dsp:txXfrm>
    </dsp:sp>
    <dsp:sp modelId="{4793385C-A928-451A-A741-493889EFC322}">
      <dsp:nvSpPr>
        <dsp:cNvPr id="0" name=""/>
        <dsp:cNvSpPr/>
      </dsp:nvSpPr>
      <dsp:spPr>
        <a:xfrm>
          <a:off x="12119670" y="556049"/>
          <a:ext cx="1211948" cy="1211948"/>
        </a:xfrm>
        <a:prstGeom prst="ellipse">
          <a:avLst/>
        </a:prstGeom>
        <a:solidFill>
          <a:schemeClr val="accent1">
            <a:shade val="80000"/>
            <a:hueOff val="639243"/>
            <a:satOff val="-76198"/>
            <a:lumOff val="475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IN" sz="1200" b="1" i="0" kern="1200"/>
            <a:t>Executive Insights</a:t>
          </a:r>
        </a:p>
      </dsp:txBody>
      <dsp:txXfrm>
        <a:off x="12297156" y="733535"/>
        <a:ext cx="856976" cy="8569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CD17B-AABD-4387-A98D-FFF6DECEE24C}">
      <dsp:nvSpPr>
        <dsp:cNvPr id="0" name=""/>
        <dsp:cNvSpPr/>
      </dsp:nvSpPr>
      <dsp:spPr>
        <a:xfrm>
          <a:off x="767583" y="1058274"/>
          <a:ext cx="2465529" cy="20335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JMeter/LR Report Ingestion</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Centralized Test Results Repository</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Trend Visualization Dashboard</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Basic AI Recommendations</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Release-over-Release Comparison</a:t>
          </a:r>
        </a:p>
      </dsp:txBody>
      <dsp:txXfrm>
        <a:off x="814381" y="1105072"/>
        <a:ext cx="2371933" cy="1504190"/>
      </dsp:txXfrm>
    </dsp:sp>
    <dsp:sp modelId="{47F4D448-FFDF-478C-8FD9-FD1749CC4E21}">
      <dsp:nvSpPr>
        <dsp:cNvPr id="0" name=""/>
        <dsp:cNvSpPr/>
      </dsp:nvSpPr>
      <dsp:spPr>
        <a:xfrm>
          <a:off x="2112778" y="1397616"/>
          <a:ext cx="2933207" cy="2933207"/>
        </a:xfrm>
        <a:prstGeom prst="leftCircularArrow">
          <a:avLst>
            <a:gd name="adj1" fmla="val 3879"/>
            <a:gd name="adj2" fmla="val 485751"/>
            <a:gd name="adj3" fmla="val 2261261"/>
            <a:gd name="adj4" fmla="val 9024489"/>
            <a:gd name="adj5" fmla="val 452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61A3146-7F7F-4F86-9804-E4D9460CD73A}">
      <dsp:nvSpPr>
        <dsp:cNvPr id="0" name=""/>
        <dsp:cNvSpPr/>
      </dsp:nvSpPr>
      <dsp:spPr>
        <a:xfrm>
          <a:off x="1315478" y="2656060"/>
          <a:ext cx="2191582" cy="8715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1" i="0" kern="1200" dirty="0"/>
            <a:t>Phase 1: Foundation MVP</a:t>
          </a:r>
          <a:endParaRPr lang="en-IN" sz="1800" kern="1200" dirty="0"/>
        </a:p>
      </dsp:txBody>
      <dsp:txXfrm>
        <a:off x="1341004" y="2681586"/>
        <a:ext cx="2140530" cy="820467"/>
      </dsp:txXfrm>
    </dsp:sp>
    <dsp:sp modelId="{C284AC7D-1B9C-48BA-9D05-9336BB886CC6}">
      <dsp:nvSpPr>
        <dsp:cNvPr id="0" name=""/>
        <dsp:cNvSpPr/>
      </dsp:nvSpPr>
      <dsp:spPr>
        <a:xfrm>
          <a:off x="4048927" y="1058274"/>
          <a:ext cx="2465529" cy="20335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Automated RCA Generation</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a:t>Performance Anomaly Detection</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Release Risk Prediction</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a:t>Intelligent Alerting</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a:t>Capacity Trend Analysis</a:t>
          </a:r>
        </a:p>
      </dsp:txBody>
      <dsp:txXfrm>
        <a:off x="4095725" y="1540832"/>
        <a:ext cx="2371933" cy="1504190"/>
      </dsp:txXfrm>
    </dsp:sp>
    <dsp:sp modelId="{A94E8FE5-C9DD-49E6-BEED-E32E36F8FF54}">
      <dsp:nvSpPr>
        <dsp:cNvPr id="0" name=""/>
        <dsp:cNvSpPr/>
      </dsp:nvSpPr>
      <dsp:spPr>
        <a:xfrm>
          <a:off x="5373576" y="-260463"/>
          <a:ext cx="3248247" cy="3248247"/>
        </a:xfrm>
        <a:prstGeom prst="circularArrow">
          <a:avLst>
            <a:gd name="adj1" fmla="val 3503"/>
            <a:gd name="adj2" fmla="val 434697"/>
            <a:gd name="adj3" fmla="val 19389792"/>
            <a:gd name="adj4" fmla="val 12575511"/>
            <a:gd name="adj5" fmla="val 408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4649B7C-8B41-4198-B2F7-70A28CB945CC}">
      <dsp:nvSpPr>
        <dsp:cNvPr id="0" name=""/>
        <dsp:cNvSpPr/>
      </dsp:nvSpPr>
      <dsp:spPr>
        <a:xfrm>
          <a:off x="4596823" y="622514"/>
          <a:ext cx="2191582" cy="8715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1" i="0" kern="1200" dirty="0"/>
            <a:t>Phase 2: Predictive Intelligence</a:t>
          </a:r>
        </a:p>
      </dsp:txBody>
      <dsp:txXfrm>
        <a:off x="4622349" y="648040"/>
        <a:ext cx="2140530" cy="820467"/>
      </dsp:txXfrm>
    </dsp:sp>
    <dsp:sp modelId="{BE2639C5-9E53-425E-9DB3-3CD3CDECF876}">
      <dsp:nvSpPr>
        <dsp:cNvPr id="0" name=""/>
        <dsp:cNvSpPr/>
      </dsp:nvSpPr>
      <dsp:spPr>
        <a:xfrm>
          <a:off x="7330272" y="1058274"/>
          <a:ext cx="2465529" cy="20335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Self-Learning Intelligence Engine</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a:t>Cross-Project Benchmarking</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a:t>Recommendation Learning</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dirty="0"/>
            <a:t>Autonomous Optimization Suggestions</a:t>
          </a:r>
        </a:p>
        <a:p>
          <a:pPr marL="114300" lvl="1" indent="-114300" algn="l" defTabSz="533400">
            <a:lnSpc>
              <a:spcPct val="90000"/>
            </a:lnSpc>
            <a:spcBef>
              <a:spcPct val="0"/>
            </a:spcBef>
            <a:spcAft>
              <a:spcPct val="15000"/>
            </a:spcAft>
            <a:buFont typeface="Arial" panose="020B0604020202020204" pitchFamily="34" charset="0"/>
            <a:buChar char="•"/>
          </a:pPr>
          <a:r>
            <a:rPr lang="en-IN" sz="1200" b="0" i="0" kern="1200"/>
            <a:t>Continuous Performance Governance</a:t>
          </a:r>
        </a:p>
      </dsp:txBody>
      <dsp:txXfrm>
        <a:off x="7377070" y="1105072"/>
        <a:ext cx="2371933" cy="1504190"/>
      </dsp:txXfrm>
    </dsp:sp>
    <dsp:sp modelId="{C27014D6-47F3-49F6-AE04-C90C08FA18CD}">
      <dsp:nvSpPr>
        <dsp:cNvPr id="0" name=""/>
        <dsp:cNvSpPr/>
      </dsp:nvSpPr>
      <dsp:spPr>
        <a:xfrm>
          <a:off x="7878167" y="2656060"/>
          <a:ext cx="2191582" cy="8715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1" i="0" kern="1200" dirty="0"/>
            <a:t>Phase 3: Future Road Map - Long Term</a:t>
          </a:r>
          <a:endParaRPr lang="en-IN" sz="1800" b="0" i="0" kern="1200" dirty="0"/>
        </a:p>
      </dsp:txBody>
      <dsp:txXfrm>
        <a:off x="7903693" y="2681586"/>
        <a:ext cx="2140530" cy="82046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949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facebook.com/coforge.company" TargetMode="External"/><Relationship Id="rId7" Type="http://schemas.openxmlformats.org/officeDocument/2006/relationships/hyperlink" Target="https://www.youtube.com/channel/UC-9Vk052THg8iIOJQQNUkqQ" TargetMode="External"/><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hyperlink" Target="https://www.linkedin.com/company/coforge-tech/" TargetMode="External"/><Relationship Id="rId4" Type="http://schemas.openxmlformats.org/officeDocument/2006/relationships/image" Target="../media/image3.png"/><Relationship Id="rId9"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facebook.com/coforge.company" TargetMode="External"/><Relationship Id="rId7" Type="http://schemas.openxmlformats.org/officeDocument/2006/relationships/hyperlink" Target="https://twitter.com/Coforge_Tech" TargetMode="External"/><Relationship Id="rId2" Type="http://schemas.openxmlformats.org/officeDocument/2006/relationships/image" Target="../media/image7.sv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svg"/><Relationship Id="rId5" Type="http://schemas.openxmlformats.org/officeDocument/2006/relationships/hyperlink" Target="https://www.linkedin.com/company/coforge-tech/" TargetMode="External"/><Relationship Id="rId10"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hyperlink" Target="https://www.youtube.com/channel/UC-9Vk052THg8iIOJQQNUkqQ" TargetMode="Externa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D_Title_Slide">
    <p:bg>
      <p:bgPr>
        <a:solidFill>
          <a:srgbClr val="082340"/>
        </a:solidFill>
        <a:effectLst/>
      </p:bgPr>
    </p:bg>
    <p:spTree>
      <p:nvGrpSpPr>
        <p:cNvPr id="1" name=""/>
        <p:cNvGrpSpPr/>
        <p:nvPr/>
      </p:nvGrpSpPr>
      <p:grpSpPr>
        <a:xfrm>
          <a:off x="0" y="0"/>
          <a:ext cx="0" cy="0"/>
          <a:chOff x="0" y="0"/>
          <a:chExt cx="0" cy="0"/>
        </a:xfrm>
      </p:grpSpPr>
      <p:pic>
        <p:nvPicPr>
          <p:cNvPr id="24" name="Picture 23" descr="A person and person standing back to back&#10;&#10;AI-generated content may be incorrect.">
            <a:extLst>
              <a:ext uri="{FF2B5EF4-FFF2-40B4-BE49-F238E27FC236}">
                <a16:creationId xmlns:a16="http://schemas.microsoft.com/office/drawing/2014/main" id="{2AAEC37B-C153-9CF7-CB10-75BE0A1B8592}"/>
              </a:ext>
            </a:extLst>
          </p:cNvPr>
          <p:cNvPicPr>
            <a:picLocks noChangeAspect="1"/>
          </p:cNvPicPr>
          <p:nvPr userDrawn="1"/>
        </p:nvPicPr>
        <p:blipFill>
          <a:blip r:embed="rId2">
            <a:extLst>
              <a:ext uri="{28A0092B-C50C-407E-A947-70E740481C1C}">
                <a14:useLocalDpi xmlns:a14="http://schemas.microsoft.com/office/drawing/2010/main" val="0"/>
              </a:ext>
            </a:extLst>
          </a:blip>
          <a:srcRect l="18551" r="16675"/>
          <a:stretch/>
        </p:blipFill>
        <p:spPr>
          <a:xfrm>
            <a:off x="7381372" y="0"/>
            <a:ext cx="8884347" cy="9144000"/>
          </a:xfrm>
          <a:prstGeom prst="rect">
            <a:avLst/>
          </a:prstGeom>
        </p:spPr>
      </p:pic>
      <p:sp>
        <p:nvSpPr>
          <p:cNvPr id="8" name="Title 1">
            <a:extLst>
              <a:ext uri="{FF2B5EF4-FFF2-40B4-BE49-F238E27FC236}">
                <a16:creationId xmlns:a16="http://schemas.microsoft.com/office/drawing/2014/main" id="{CEF71A84-576E-C4EB-18CB-859FAD5F7ECF}"/>
              </a:ext>
            </a:extLst>
          </p:cNvPr>
          <p:cNvSpPr>
            <a:spLocks noGrp="1"/>
          </p:cNvSpPr>
          <p:nvPr>
            <p:ph type="title" hasCustomPrompt="1"/>
          </p:nvPr>
        </p:nvSpPr>
        <p:spPr>
          <a:xfrm>
            <a:off x="391405" y="3318524"/>
            <a:ext cx="9531751" cy="1645576"/>
          </a:xfrm>
        </p:spPr>
        <p:txBody>
          <a:bodyPr>
            <a:noAutofit/>
          </a:bodyPr>
          <a:lstStyle>
            <a:lvl1pPr>
              <a:defRPr sz="8000" b="1">
                <a:solidFill>
                  <a:schemeClr val="accent2"/>
                </a:solidFill>
              </a:defRPr>
            </a:lvl1pPr>
          </a:lstStyle>
          <a:p>
            <a:r>
              <a:rPr lang="en-US"/>
              <a:t>Title</a:t>
            </a:r>
            <a:endParaRPr lang="en-IN"/>
          </a:p>
        </p:txBody>
      </p:sp>
      <p:pic>
        <p:nvPicPr>
          <p:cNvPr id="10" name="Graphic 9">
            <a:extLst>
              <a:ext uri="{FF2B5EF4-FFF2-40B4-BE49-F238E27FC236}">
                <a16:creationId xmlns:a16="http://schemas.microsoft.com/office/drawing/2014/main" id="{F5DDCEDB-866C-27E2-FF3E-0870C048C4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405" y="8537708"/>
            <a:ext cx="15504000" cy="34605"/>
          </a:xfrm>
          <a:prstGeom prst="rect">
            <a:avLst/>
          </a:prstGeom>
        </p:spPr>
      </p:pic>
      <p:grpSp>
        <p:nvGrpSpPr>
          <p:cNvPr id="11" name="Group 10">
            <a:extLst>
              <a:ext uri="{FF2B5EF4-FFF2-40B4-BE49-F238E27FC236}">
                <a16:creationId xmlns:a16="http://schemas.microsoft.com/office/drawing/2014/main" id="{43B80327-1D0A-105F-08E8-57458D90D13D}"/>
              </a:ext>
            </a:extLst>
          </p:cNvPr>
          <p:cNvGrpSpPr>
            <a:grpSpLocks noChangeAspect="1"/>
          </p:cNvGrpSpPr>
          <p:nvPr/>
        </p:nvGrpSpPr>
        <p:grpSpPr>
          <a:xfrm>
            <a:off x="391406" y="809320"/>
            <a:ext cx="2925949" cy="649985"/>
            <a:chOff x="10797898" y="6235376"/>
            <a:chExt cx="930940" cy="206804"/>
          </a:xfrm>
        </p:grpSpPr>
        <p:sp>
          <p:nvSpPr>
            <p:cNvPr id="12" name="Freeform: Shape 11">
              <a:extLst>
                <a:ext uri="{FF2B5EF4-FFF2-40B4-BE49-F238E27FC236}">
                  <a16:creationId xmlns:a16="http://schemas.microsoft.com/office/drawing/2014/main" id="{7247822C-8FC4-A887-759C-17711D99E1E9}"/>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2400"/>
            </a:p>
          </p:txBody>
        </p:sp>
        <p:sp>
          <p:nvSpPr>
            <p:cNvPr id="13" name="Freeform: Shape 12">
              <a:extLst>
                <a:ext uri="{FF2B5EF4-FFF2-40B4-BE49-F238E27FC236}">
                  <a16:creationId xmlns:a16="http://schemas.microsoft.com/office/drawing/2014/main" id="{0858CE96-D121-617B-12F9-04187952CA96}"/>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chemeClr val="bg1"/>
            </a:solidFill>
            <a:ln w="12614" cap="flat">
              <a:noFill/>
              <a:prstDash val="solid"/>
              <a:miter/>
            </a:ln>
          </p:spPr>
          <p:txBody>
            <a:bodyPr rtlCol="0" anchor="ctr"/>
            <a:lstStyle/>
            <a:p>
              <a:endParaRPr lang="en-IN" sz="2400"/>
            </a:p>
          </p:txBody>
        </p:sp>
        <p:sp>
          <p:nvSpPr>
            <p:cNvPr id="14" name="Freeform: Shape 13">
              <a:extLst>
                <a:ext uri="{FF2B5EF4-FFF2-40B4-BE49-F238E27FC236}">
                  <a16:creationId xmlns:a16="http://schemas.microsoft.com/office/drawing/2014/main" id="{F7436A88-1027-4425-440A-3E531CCB55B8}"/>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chemeClr val="bg1"/>
            </a:solidFill>
            <a:ln w="12614" cap="flat">
              <a:noFill/>
              <a:prstDash val="solid"/>
              <a:miter/>
            </a:ln>
          </p:spPr>
          <p:txBody>
            <a:bodyPr rtlCol="0" anchor="ctr"/>
            <a:lstStyle/>
            <a:p>
              <a:endParaRPr lang="en-IN" sz="2400"/>
            </a:p>
          </p:txBody>
        </p:sp>
        <p:sp>
          <p:nvSpPr>
            <p:cNvPr id="15" name="Freeform: Shape 14">
              <a:extLst>
                <a:ext uri="{FF2B5EF4-FFF2-40B4-BE49-F238E27FC236}">
                  <a16:creationId xmlns:a16="http://schemas.microsoft.com/office/drawing/2014/main" id="{018E97DF-212C-386E-F3A1-D59BBEA884BA}"/>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chemeClr val="bg1"/>
            </a:solidFill>
            <a:ln w="12614" cap="flat">
              <a:noFill/>
              <a:prstDash val="solid"/>
              <a:miter/>
            </a:ln>
          </p:spPr>
          <p:txBody>
            <a:bodyPr rtlCol="0" anchor="ctr"/>
            <a:lstStyle/>
            <a:p>
              <a:endParaRPr lang="en-IN" sz="2400"/>
            </a:p>
          </p:txBody>
        </p:sp>
        <p:sp>
          <p:nvSpPr>
            <p:cNvPr id="16" name="Freeform: Shape 15">
              <a:extLst>
                <a:ext uri="{FF2B5EF4-FFF2-40B4-BE49-F238E27FC236}">
                  <a16:creationId xmlns:a16="http://schemas.microsoft.com/office/drawing/2014/main" id="{3A2DBAA6-E14F-76F8-8577-BC169D1F1A8E}"/>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chemeClr val="bg1"/>
            </a:solidFill>
            <a:ln w="12614" cap="flat">
              <a:noFill/>
              <a:prstDash val="solid"/>
              <a:miter/>
            </a:ln>
          </p:spPr>
          <p:txBody>
            <a:bodyPr rtlCol="0" anchor="ctr"/>
            <a:lstStyle/>
            <a:p>
              <a:endParaRPr lang="en-IN" sz="2400"/>
            </a:p>
          </p:txBody>
        </p:sp>
        <p:sp>
          <p:nvSpPr>
            <p:cNvPr id="17" name="Freeform: Shape 16">
              <a:extLst>
                <a:ext uri="{FF2B5EF4-FFF2-40B4-BE49-F238E27FC236}">
                  <a16:creationId xmlns:a16="http://schemas.microsoft.com/office/drawing/2014/main" id="{BE9C64C1-59E5-EA69-3C7E-7AA365537F02}"/>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chemeClr val="bg1"/>
            </a:solidFill>
            <a:ln w="12614" cap="flat">
              <a:noFill/>
              <a:prstDash val="solid"/>
              <a:miter/>
            </a:ln>
          </p:spPr>
          <p:txBody>
            <a:bodyPr rtlCol="0" anchor="ctr"/>
            <a:lstStyle/>
            <a:p>
              <a:endParaRPr lang="en-IN" sz="2400"/>
            </a:p>
          </p:txBody>
        </p:sp>
        <p:sp>
          <p:nvSpPr>
            <p:cNvPr id="18" name="Freeform: Shape 17">
              <a:extLst>
                <a:ext uri="{FF2B5EF4-FFF2-40B4-BE49-F238E27FC236}">
                  <a16:creationId xmlns:a16="http://schemas.microsoft.com/office/drawing/2014/main" id="{1E6C1AD8-29BE-203C-BE54-A8E56B931647}"/>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2400"/>
            </a:p>
          </p:txBody>
        </p:sp>
        <p:sp>
          <p:nvSpPr>
            <p:cNvPr id="19" name="Freeform: Shape 18">
              <a:extLst>
                <a:ext uri="{FF2B5EF4-FFF2-40B4-BE49-F238E27FC236}">
                  <a16:creationId xmlns:a16="http://schemas.microsoft.com/office/drawing/2014/main" id="{E1D7EE3D-94D7-10EF-0607-AE5229E0A98F}"/>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chemeClr val="bg1"/>
            </a:solidFill>
            <a:ln w="12614" cap="flat">
              <a:noFill/>
              <a:prstDash val="solid"/>
              <a:miter/>
            </a:ln>
          </p:spPr>
          <p:txBody>
            <a:bodyPr rtlCol="0" anchor="ctr"/>
            <a:lstStyle/>
            <a:p>
              <a:endParaRPr lang="en-IN" sz="2400"/>
            </a:p>
          </p:txBody>
        </p:sp>
      </p:grpSp>
      <p:sp>
        <p:nvSpPr>
          <p:cNvPr id="20" name="Text Placeholder 19">
            <a:extLst>
              <a:ext uri="{FF2B5EF4-FFF2-40B4-BE49-F238E27FC236}">
                <a16:creationId xmlns:a16="http://schemas.microsoft.com/office/drawing/2014/main" id="{8CA2DA4E-4F1C-11D3-9EC5-D14223B10926}"/>
              </a:ext>
            </a:extLst>
          </p:cNvPr>
          <p:cNvSpPr>
            <a:spLocks noGrp="1"/>
          </p:cNvSpPr>
          <p:nvPr>
            <p:ph type="body" sz="quarter" idx="12" hasCustomPrompt="1"/>
          </p:nvPr>
        </p:nvSpPr>
        <p:spPr>
          <a:xfrm>
            <a:off x="391584" y="5126567"/>
            <a:ext cx="9531552" cy="1873251"/>
          </a:xfrm>
          <a:noFill/>
        </p:spPr>
        <p:txBody>
          <a:bodyPr>
            <a:normAutofit/>
          </a:bodyPr>
          <a:lstStyle>
            <a:lvl1pPr marL="0" indent="0">
              <a:buFontTx/>
              <a:buNone/>
              <a:defRPr sz="3733" b="1">
                <a:solidFill>
                  <a:schemeClr val="bg1"/>
                </a:solidFill>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Sub-title</a:t>
            </a:r>
          </a:p>
        </p:txBody>
      </p:sp>
      <p:grpSp>
        <p:nvGrpSpPr>
          <p:cNvPr id="4" name="Group 3">
            <a:extLst>
              <a:ext uri="{FF2B5EF4-FFF2-40B4-BE49-F238E27FC236}">
                <a16:creationId xmlns:a16="http://schemas.microsoft.com/office/drawing/2014/main" id="{B27637C9-F5C8-870C-4B2D-46D06A803BB9}"/>
              </a:ext>
            </a:extLst>
          </p:cNvPr>
          <p:cNvGrpSpPr/>
          <p:nvPr/>
        </p:nvGrpSpPr>
        <p:grpSpPr>
          <a:xfrm>
            <a:off x="16357280" y="40571"/>
            <a:ext cx="1803721" cy="2568517"/>
            <a:chOff x="12267959" y="30428"/>
            <a:chExt cx="1352791" cy="1926388"/>
          </a:xfrm>
        </p:grpSpPr>
        <p:sp>
          <p:nvSpPr>
            <p:cNvPr id="5" name="TextBox 4">
              <a:extLst>
                <a:ext uri="{FF2B5EF4-FFF2-40B4-BE49-F238E27FC236}">
                  <a16:creationId xmlns:a16="http://schemas.microsoft.com/office/drawing/2014/main" id="{4A60CCAD-DBB2-209E-8A5D-CA187560C34B}"/>
                </a:ext>
              </a:extLst>
            </p:cNvPr>
            <p:cNvSpPr txBox="1"/>
            <p:nvPr/>
          </p:nvSpPr>
          <p:spPr>
            <a:xfrm>
              <a:off x="12267959" y="30428"/>
              <a:ext cx="1352791" cy="1926388"/>
            </a:xfrm>
            <a:prstGeom prst="rect">
              <a:avLst/>
            </a:prstGeom>
            <a:noFill/>
            <a:ln>
              <a:solidFill>
                <a:schemeClr val="tx2"/>
              </a:solidFill>
            </a:ln>
          </p:spPr>
          <p:txBody>
            <a:bodyPr wrap="square" rtlCol="0">
              <a:noAutofit/>
            </a:bodyPr>
            <a:lstStyle/>
            <a:p>
              <a:r>
                <a:rPr lang="en-IN" sz="1600"/>
                <a:t>To color fill any shapes including text boxes, pick any of the below colors using “Eyedropper”.</a:t>
              </a:r>
            </a:p>
          </p:txBody>
        </p:sp>
        <p:sp>
          <p:nvSpPr>
            <p:cNvPr id="6" name="Rectangle 5">
              <a:extLst>
                <a:ext uri="{FF2B5EF4-FFF2-40B4-BE49-F238E27FC236}">
                  <a16:creationId xmlns:a16="http://schemas.microsoft.com/office/drawing/2014/main" id="{78F28F8D-0976-4FB3-F98E-BD5506167FC2}"/>
                </a:ext>
              </a:extLst>
            </p:cNvPr>
            <p:cNvSpPr/>
            <p:nvPr/>
          </p:nvSpPr>
          <p:spPr>
            <a:xfrm>
              <a:off x="12326112" y="1364169"/>
              <a:ext cx="246888" cy="2468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9" name="Rectangle 8">
              <a:extLst>
                <a:ext uri="{FF2B5EF4-FFF2-40B4-BE49-F238E27FC236}">
                  <a16:creationId xmlns:a16="http://schemas.microsoft.com/office/drawing/2014/main" id="{DC7222AE-4095-E8A7-DD0E-B697F960E8E9}"/>
                </a:ext>
              </a:extLst>
            </p:cNvPr>
            <p:cNvSpPr/>
            <p:nvPr/>
          </p:nvSpPr>
          <p:spPr>
            <a:xfrm>
              <a:off x="12627864" y="1364169"/>
              <a:ext cx="246888" cy="24688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1" name="Rectangle 20">
              <a:extLst>
                <a:ext uri="{FF2B5EF4-FFF2-40B4-BE49-F238E27FC236}">
                  <a16:creationId xmlns:a16="http://schemas.microsoft.com/office/drawing/2014/main" id="{F8A8CF3D-0CD8-1CB6-DB1E-E55B1970DD64}"/>
                </a:ext>
              </a:extLst>
            </p:cNvPr>
            <p:cNvSpPr/>
            <p:nvPr/>
          </p:nvSpPr>
          <p:spPr>
            <a:xfrm>
              <a:off x="12627864" y="1657350"/>
              <a:ext cx="246888" cy="24688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2" name="Rectangle 21">
              <a:extLst>
                <a:ext uri="{FF2B5EF4-FFF2-40B4-BE49-F238E27FC236}">
                  <a16:creationId xmlns:a16="http://schemas.microsoft.com/office/drawing/2014/main" id="{3D422AF2-094F-9FE2-A35F-ED2CF0F19D5F}"/>
                </a:ext>
              </a:extLst>
            </p:cNvPr>
            <p:cNvSpPr/>
            <p:nvPr/>
          </p:nvSpPr>
          <p:spPr>
            <a:xfrm>
              <a:off x="12326112" y="1657350"/>
              <a:ext cx="246888" cy="24688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grpSp>
      <p:cxnSp>
        <p:nvCxnSpPr>
          <p:cNvPr id="7" name="Straight Connector 6">
            <a:extLst>
              <a:ext uri="{FF2B5EF4-FFF2-40B4-BE49-F238E27FC236}">
                <a16:creationId xmlns:a16="http://schemas.microsoft.com/office/drawing/2014/main" id="{205D8E4D-53ED-FF1A-72B5-D8644A7001BA}"/>
              </a:ext>
            </a:extLst>
          </p:cNvPr>
          <p:cNvCxnSpPr>
            <a:cxnSpLocks/>
          </p:cNvCxnSpPr>
          <p:nvPr userDrawn="1"/>
        </p:nvCxnSpPr>
        <p:spPr>
          <a:xfrm>
            <a:off x="3736636" y="777240"/>
            <a:ext cx="0" cy="6400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CCBB6702-66C9-AE3E-0446-DAA8ECD283BD}"/>
              </a:ext>
            </a:extLst>
          </p:cNvPr>
          <p:cNvSpPr>
            <a:spLocks noGrp="1"/>
          </p:cNvSpPr>
          <p:nvPr>
            <p:ph type="pic" sz="quarter" idx="13" hasCustomPrompt="1"/>
          </p:nvPr>
        </p:nvSpPr>
        <p:spPr>
          <a:xfrm>
            <a:off x="4309533" y="639394"/>
            <a:ext cx="2793016" cy="1019869"/>
          </a:xfrm>
        </p:spPr>
        <p:txBody>
          <a:bodyPr/>
          <a:lstStyle>
            <a:lvl1pPr>
              <a:defRPr/>
            </a:lvl1pPr>
          </a:lstStyle>
          <a:p>
            <a:r>
              <a:rPr lang="en-IN"/>
              <a:t>Partner Logo</a:t>
            </a:r>
          </a:p>
        </p:txBody>
      </p:sp>
      <p:sp>
        <p:nvSpPr>
          <p:cNvPr id="33" name="Freeform: Shape 32">
            <a:extLst>
              <a:ext uri="{FF2B5EF4-FFF2-40B4-BE49-F238E27FC236}">
                <a16:creationId xmlns:a16="http://schemas.microsoft.com/office/drawing/2014/main" id="{231DBEF9-628D-CB23-E8A2-347B95D43D3B}"/>
              </a:ext>
            </a:extLst>
          </p:cNvPr>
          <p:cNvSpPr/>
          <p:nvPr userDrawn="1"/>
        </p:nvSpPr>
        <p:spPr>
          <a:xfrm>
            <a:off x="7381372" y="0"/>
            <a:ext cx="8856720" cy="9144000"/>
          </a:xfrm>
          <a:custGeom>
            <a:avLst/>
            <a:gdLst>
              <a:gd name="connsiteX0" fmla="*/ 0 w 6642540"/>
              <a:gd name="connsiteY0" fmla="*/ 0 h 6858000"/>
              <a:gd name="connsiteX1" fmla="*/ 6642540 w 6642540"/>
              <a:gd name="connsiteY1" fmla="*/ 0 h 6858000"/>
              <a:gd name="connsiteX2" fmla="*/ 6642540 w 6642540"/>
              <a:gd name="connsiteY2" fmla="*/ 6858000 h 6858000"/>
              <a:gd name="connsiteX3" fmla="*/ 0 w 6642540"/>
              <a:gd name="connsiteY3" fmla="*/ 6858000 h 6858000"/>
              <a:gd name="connsiteX4" fmla="*/ 0 w 6642540"/>
              <a:gd name="connsiteY4" fmla="*/ 4659633 h 6858000"/>
              <a:gd name="connsiteX5" fmla="*/ 892 w 6642540"/>
              <a:gd name="connsiteY5" fmla="*/ 4659633 h 6858000"/>
              <a:gd name="connsiteX6" fmla="*/ 1186881 w 6642540"/>
              <a:gd name="connsiteY6" fmla="*/ 3569059 h 6858000"/>
              <a:gd name="connsiteX7" fmla="*/ 123164 w 6642540"/>
              <a:gd name="connsiteY7" fmla="*/ 2483737 h 6858000"/>
              <a:gd name="connsiteX8" fmla="*/ 0 w 6642540"/>
              <a:gd name="connsiteY8" fmla="*/ 2478654 h 6858000"/>
              <a:gd name="connsiteX9" fmla="*/ 0 w 664254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42540" h="6858000">
                <a:moveTo>
                  <a:pt x="0" y="0"/>
                </a:moveTo>
                <a:lnTo>
                  <a:pt x="6642540" y="0"/>
                </a:lnTo>
                <a:lnTo>
                  <a:pt x="6642540" y="6858000"/>
                </a:lnTo>
                <a:lnTo>
                  <a:pt x="0" y="6858000"/>
                </a:lnTo>
                <a:lnTo>
                  <a:pt x="0" y="4659633"/>
                </a:lnTo>
                <a:lnTo>
                  <a:pt x="892" y="4659633"/>
                </a:lnTo>
                <a:cubicBezTo>
                  <a:pt x="689303" y="4659633"/>
                  <a:pt x="1186881" y="4207500"/>
                  <a:pt x="1186881" y="3569059"/>
                </a:cubicBezTo>
                <a:cubicBezTo>
                  <a:pt x="1186881" y="2970539"/>
                  <a:pt x="745563" y="2535748"/>
                  <a:pt x="123164" y="2483737"/>
                </a:cubicBezTo>
                <a:lnTo>
                  <a:pt x="0" y="2478654"/>
                </a:lnTo>
                <a:lnTo>
                  <a:pt x="0" y="0"/>
                </a:lnTo>
                <a:close/>
              </a:path>
            </a:pathLst>
          </a:custGeom>
          <a:solidFill>
            <a:srgbClr val="082340">
              <a:alpha val="28000"/>
            </a:srgbClr>
          </a:solidFill>
          <a:ln w="12614" cap="flat">
            <a:noFill/>
            <a:prstDash val="solid"/>
            <a:miter/>
          </a:ln>
        </p:spPr>
        <p:txBody>
          <a:bodyPr wrap="square" rtlCol="0" anchor="ctr">
            <a:noAutofit/>
          </a:bodyPr>
          <a:lstStyle/>
          <a:p>
            <a:endParaRPr lang="en-IN" sz="2400"/>
          </a:p>
        </p:txBody>
      </p:sp>
      <p:sp>
        <p:nvSpPr>
          <p:cNvPr id="32" name="Freeform: Shape 31">
            <a:extLst>
              <a:ext uri="{FF2B5EF4-FFF2-40B4-BE49-F238E27FC236}">
                <a16:creationId xmlns:a16="http://schemas.microsoft.com/office/drawing/2014/main" id="{D2CB1328-6D17-9C5D-DB13-BDF6448FA2CD}"/>
              </a:ext>
            </a:extLst>
          </p:cNvPr>
          <p:cNvSpPr/>
          <p:nvPr userDrawn="1"/>
        </p:nvSpPr>
        <p:spPr>
          <a:xfrm>
            <a:off x="7376503" y="3304671"/>
            <a:ext cx="4871" cy="672952"/>
          </a:xfrm>
          <a:custGeom>
            <a:avLst/>
            <a:gdLst>
              <a:gd name="connsiteX0" fmla="*/ 0 w 3653"/>
              <a:gd name="connsiteY0" fmla="*/ 0 h 504714"/>
              <a:gd name="connsiteX1" fmla="*/ 3653 w 3653"/>
              <a:gd name="connsiteY1" fmla="*/ 151 h 504714"/>
              <a:gd name="connsiteX2" fmla="*/ 3653 w 3653"/>
              <a:gd name="connsiteY2" fmla="*/ 504714 h 504714"/>
              <a:gd name="connsiteX3" fmla="*/ 0 w 3653"/>
              <a:gd name="connsiteY3" fmla="*/ 504387 h 504714"/>
              <a:gd name="connsiteX4" fmla="*/ 0 w 3653"/>
              <a:gd name="connsiteY4" fmla="*/ 0 h 504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 h="504714">
                <a:moveTo>
                  <a:pt x="0" y="0"/>
                </a:moveTo>
                <a:lnTo>
                  <a:pt x="3653" y="151"/>
                </a:lnTo>
                <a:lnTo>
                  <a:pt x="3653" y="504714"/>
                </a:lnTo>
                <a:lnTo>
                  <a:pt x="0" y="504387"/>
                </a:lnTo>
                <a:lnTo>
                  <a:pt x="0" y="0"/>
                </a:lnTo>
                <a:close/>
              </a:path>
            </a:pathLst>
          </a:custGeom>
          <a:solidFill>
            <a:schemeClr val="bg1"/>
          </a:solidFill>
          <a:ln w="12614" cap="flat">
            <a:noFill/>
            <a:prstDash val="solid"/>
            <a:miter/>
          </a:ln>
        </p:spPr>
        <p:txBody>
          <a:bodyPr wrap="square" rtlCol="0" anchor="ctr">
            <a:noAutofit/>
          </a:bodyPr>
          <a:lstStyle/>
          <a:p>
            <a:endParaRPr lang="en-IN" sz="2400"/>
          </a:p>
        </p:txBody>
      </p:sp>
      <p:sp>
        <p:nvSpPr>
          <p:cNvPr id="31" name="Freeform: Shape 30">
            <a:extLst>
              <a:ext uri="{FF2B5EF4-FFF2-40B4-BE49-F238E27FC236}">
                <a16:creationId xmlns:a16="http://schemas.microsoft.com/office/drawing/2014/main" id="{D6D7C517-28A6-FD34-BB30-EE31380AC710}"/>
              </a:ext>
            </a:extLst>
          </p:cNvPr>
          <p:cNvSpPr/>
          <p:nvPr userDrawn="1"/>
        </p:nvSpPr>
        <p:spPr>
          <a:xfrm>
            <a:off x="7381374" y="3977625"/>
            <a:ext cx="734297" cy="1562271"/>
          </a:xfrm>
          <a:custGeom>
            <a:avLst/>
            <a:gdLst>
              <a:gd name="connsiteX0" fmla="*/ 0 w 550723"/>
              <a:gd name="connsiteY0" fmla="*/ 0 h 1171703"/>
              <a:gd name="connsiteX1" fmla="*/ 110187 w 550723"/>
              <a:gd name="connsiteY1" fmla="*/ 9857 h 1171703"/>
              <a:gd name="connsiteX2" fmla="*/ 550723 w 550723"/>
              <a:gd name="connsiteY2" fmla="*/ 585842 h 1171703"/>
              <a:gd name="connsiteX3" fmla="*/ 110187 w 550723"/>
              <a:gd name="connsiteY3" fmla="*/ 1161846 h 1171703"/>
              <a:gd name="connsiteX4" fmla="*/ 0 w 550723"/>
              <a:gd name="connsiteY4" fmla="*/ 1171703 h 1171703"/>
              <a:gd name="connsiteX5" fmla="*/ 0 w 550723"/>
              <a:gd name="connsiteY5" fmla="*/ 0 h 1171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0723" h="1171703">
                <a:moveTo>
                  <a:pt x="0" y="0"/>
                </a:moveTo>
                <a:lnTo>
                  <a:pt x="110187" y="9857"/>
                </a:lnTo>
                <a:cubicBezTo>
                  <a:pt x="366329" y="57040"/>
                  <a:pt x="550723" y="265778"/>
                  <a:pt x="550723" y="585842"/>
                </a:cubicBezTo>
                <a:cubicBezTo>
                  <a:pt x="550723" y="905922"/>
                  <a:pt x="366329" y="1114662"/>
                  <a:pt x="110187" y="1161846"/>
                </a:cubicBezTo>
                <a:lnTo>
                  <a:pt x="0" y="1171703"/>
                </a:lnTo>
                <a:lnTo>
                  <a:pt x="0" y="0"/>
                </a:lnTo>
                <a:close/>
              </a:path>
            </a:pathLst>
          </a:custGeom>
          <a:solidFill>
            <a:srgbClr val="082340">
              <a:alpha val="28000"/>
            </a:srgbClr>
          </a:solidFill>
          <a:ln w="12614" cap="flat">
            <a:noFill/>
            <a:prstDash val="solid"/>
            <a:miter/>
          </a:ln>
        </p:spPr>
        <p:txBody>
          <a:bodyPr wrap="square" rtlCol="0" anchor="ctr">
            <a:noAutofit/>
          </a:bodyPr>
          <a:lstStyle/>
          <a:p>
            <a:pPr lvl="0"/>
            <a:endParaRPr lang="en-IN" sz="2400"/>
          </a:p>
        </p:txBody>
      </p:sp>
      <p:sp>
        <p:nvSpPr>
          <p:cNvPr id="30" name="Freeform: Shape 29">
            <a:extLst>
              <a:ext uri="{FF2B5EF4-FFF2-40B4-BE49-F238E27FC236}">
                <a16:creationId xmlns:a16="http://schemas.microsoft.com/office/drawing/2014/main" id="{9DD93596-43BD-DBBE-22E7-D4162E57E083}"/>
              </a:ext>
            </a:extLst>
          </p:cNvPr>
          <p:cNvSpPr/>
          <p:nvPr userDrawn="1"/>
        </p:nvSpPr>
        <p:spPr>
          <a:xfrm>
            <a:off x="7376503" y="5539895"/>
            <a:ext cx="4871" cy="672951"/>
          </a:xfrm>
          <a:custGeom>
            <a:avLst/>
            <a:gdLst>
              <a:gd name="connsiteX0" fmla="*/ 3653 w 3653"/>
              <a:gd name="connsiteY0" fmla="*/ 0 h 504713"/>
              <a:gd name="connsiteX1" fmla="*/ 3653 w 3653"/>
              <a:gd name="connsiteY1" fmla="*/ 504713 h 504713"/>
              <a:gd name="connsiteX2" fmla="*/ 0 w 3653"/>
              <a:gd name="connsiteY2" fmla="*/ 504713 h 504713"/>
              <a:gd name="connsiteX3" fmla="*/ 0 w 3653"/>
              <a:gd name="connsiteY3" fmla="*/ 327 h 504713"/>
              <a:gd name="connsiteX4" fmla="*/ 3653 w 3653"/>
              <a:gd name="connsiteY4" fmla="*/ 0 h 504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 h="504713">
                <a:moveTo>
                  <a:pt x="3653" y="0"/>
                </a:moveTo>
                <a:lnTo>
                  <a:pt x="3653" y="504713"/>
                </a:lnTo>
                <a:lnTo>
                  <a:pt x="0" y="504713"/>
                </a:lnTo>
                <a:lnTo>
                  <a:pt x="0" y="327"/>
                </a:lnTo>
                <a:lnTo>
                  <a:pt x="3653" y="0"/>
                </a:lnTo>
                <a:close/>
              </a:path>
            </a:pathLst>
          </a:custGeom>
          <a:solidFill>
            <a:schemeClr val="bg1"/>
          </a:solidFill>
          <a:ln w="12614" cap="flat">
            <a:noFill/>
            <a:prstDash val="solid"/>
            <a:miter/>
          </a:ln>
        </p:spPr>
        <p:txBody>
          <a:bodyPr wrap="square" rtlCol="0" anchor="ctr">
            <a:noAutofit/>
          </a:bodyPr>
          <a:lstStyle/>
          <a:p>
            <a:endParaRPr lang="en-IN" sz="2400"/>
          </a:p>
        </p:txBody>
      </p:sp>
    </p:spTree>
    <p:extLst>
      <p:ext uri="{BB962C8B-B14F-4D97-AF65-F5344CB8AC3E}">
        <p14:creationId xmlns:p14="http://schemas.microsoft.com/office/powerpoint/2010/main" val="4278693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6F9C-E886-F8AA-2FCD-4147CD1AA9A5}"/>
              </a:ext>
            </a:extLst>
          </p:cNvPr>
          <p:cNvSpPr>
            <a:spLocks noGrp="1"/>
          </p:cNvSpPr>
          <p:nvPr>
            <p:ph type="title"/>
          </p:nvPr>
        </p:nvSpPr>
        <p:spPr/>
        <p:txBody>
          <a:bodyPr/>
          <a:lstStyle>
            <a:lvl1pPr>
              <a:defRPr>
                <a:solidFill>
                  <a:srgbClr val="082340"/>
                </a:solidFill>
              </a:defRPr>
            </a:lvl1pPr>
          </a:lstStyle>
          <a:p>
            <a:r>
              <a:rPr lang="en-US"/>
              <a:t>Click to edit Master title style</a:t>
            </a:r>
            <a:endParaRPr lang="en-IN"/>
          </a:p>
        </p:txBody>
      </p:sp>
      <p:grpSp>
        <p:nvGrpSpPr>
          <p:cNvPr id="3" name="Logo">
            <a:extLst>
              <a:ext uri="{FF2B5EF4-FFF2-40B4-BE49-F238E27FC236}">
                <a16:creationId xmlns:a16="http://schemas.microsoft.com/office/drawing/2014/main" id="{6DD5877F-1928-1A5B-4F63-57EA7B550706}"/>
              </a:ext>
            </a:extLst>
          </p:cNvPr>
          <p:cNvGrpSpPr/>
          <p:nvPr userDrawn="1"/>
        </p:nvGrpSpPr>
        <p:grpSpPr>
          <a:xfrm>
            <a:off x="14850408" y="8741258"/>
            <a:ext cx="1044997" cy="232141"/>
            <a:chOff x="10797898" y="6235376"/>
            <a:chExt cx="930940" cy="206804"/>
          </a:xfrm>
        </p:grpSpPr>
        <p:sp>
          <p:nvSpPr>
            <p:cNvPr id="4" name="Freeform: Shape 3">
              <a:extLst>
                <a:ext uri="{FF2B5EF4-FFF2-40B4-BE49-F238E27FC236}">
                  <a16:creationId xmlns:a16="http://schemas.microsoft.com/office/drawing/2014/main" id="{84CBF3E8-82AF-B894-3820-8F693BB27E10}"/>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2400"/>
            </a:p>
          </p:txBody>
        </p:sp>
        <p:sp>
          <p:nvSpPr>
            <p:cNvPr id="5" name="Freeform: Shape 4">
              <a:extLst>
                <a:ext uri="{FF2B5EF4-FFF2-40B4-BE49-F238E27FC236}">
                  <a16:creationId xmlns:a16="http://schemas.microsoft.com/office/drawing/2014/main" id="{A2912847-5B82-1B70-52AF-421B4B3A3BB2}"/>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rgbClr val="092340"/>
            </a:solidFill>
            <a:ln w="12614" cap="flat">
              <a:noFill/>
              <a:prstDash val="solid"/>
              <a:miter/>
            </a:ln>
          </p:spPr>
          <p:txBody>
            <a:bodyPr rtlCol="0" anchor="ctr"/>
            <a:lstStyle/>
            <a:p>
              <a:endParaRPr lang="en-IN" sz="2400"/>
            </a:p>
          </p:txBody>
        </p:sp>
        <p:sp>
          <p:nvSpPr>
            <p:cNvPr id="6" name="Freeform: Shape 5">
              <a:extLst>
                <a:ext uri="{FF2B5EF4-FFF2-40B4-BE49-F238E27FC236}">
                  <a16:creationId xmlns:a16="http://schemas.microsoft.com/office/drawing/2014/main" id="{77C19712-530B-5888-324F-7969D6664E91}"/>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rgbClr val="092340"/>
            </a:solidFill>
            <a:ln w="12614" cap="flat">
              <a:noFill/>
              <a:prstDash val="solid"/>
              <a:miter/>
            </a:ln>
          </p:spPr>
          <p:txBody>
            <a:bodyPr rtlCol="0" anchor="ctr"/>
            <a:lstStyle/>
            <a:p>
              <a:endParaRPr lang="en-IN" sz="2400"/>
            </a:p>
          </p:txBody>
        </p:sp>
        <p:sp>
          <p:nvSpPr>
            <p:cNvPr id="7" name="Freeform: Shape 6">
              <a:extLst>
                <a:ext uri="{FF2B5EF4-FFF2-40B4-BE49-F238E27FC236}">
                  <a16:creationId xmlns:a16="http://schemas.microsoft.com/office/drawing/2014/main" id="{5A69DE6E-860E-20F6-FAA8-7122F07B7BA9}"/>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rgbClr val="092340"/>
            </a:solidFill>
            <a:ln w="12614" cap="flat">
              <a:noFill/>
              <a:prstDash val="solid"/>
              <a:miter/>
            </a:ln>
          </p:spPr>
          <p:txBody>
            <a:bodyPr rtlCol="0" anchor="ctr"/>
            <a:lstStyle/>
            <a:p>
              <a:endParaRPr lang="en-IN" sz="2400"/>
            </a:p>
          </p:txBody>
        </p:sp>
        <p:sp>
          <p:nvSpPr>
            <p:cNvPr id="8" name="Freeform: Shape 7">
              <a:extLst>
                <a:ext uri="{FF2B5EF4-FFF2-40B4-BE49-F238E27FC236}">
                  <a16:creationId xmlns:a16="http://schemas.microsoft.com/office/drawing/2014/main" id="{ACD63CA7-4E47-263A-470B-AAE7C107636B}"/>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rgbClr val="092340"/>
            </a:solidFill>
            <a:ln w="12614" cap="flat">
              <a:noFill/>
              <a:prstDash val="solid"/>
              <a:miter/>
            </a:ln>
          </p:spPr>
          <p:txBody>
            <a:bodyPr rtlCol="0" anchor="ctr"/>
            <a:lstStyle/>
            <a:p>
              <a:endParaRPr lang="en-IN" sz="2400"/>
            </a:p>
          </p:txBody>
        </p:sp>
        <p:sp>
          <p:nvSpPr>
            <p:cNvPr id="9" name="Freeform: Shape 8">
              <a:extLst>
                <a:ext uri="{FF2B5EF4-FFF2-40B4-BE49-F238E27FC236}">
                  <a16:creationId xmlns:a16="http://schemas.microsoft.com/office/drawing/2014/main" id="{4EC49D8B-D84D-D9A6-EF13-B2410B8F4D9D}"/>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rgbClr val="092340"/>
            </a:solidFill>
            <a:ln w="12614" cap="flat">
              <a:noFill/>
              <a:prstDash val="solid"/>
              <a:miter/>
            </a:ln>
          </p:spPr>
          <p:txBody>
            <a:bodyPr rtlCol="0" anchor="ctr"/>
            <a:lstStyle/>
            <a:p>
              <a:endParaRPr lang="en-IN" sz="2400"/>
            </a:p>
          </p:txBody>
        </p:sp>
        <p:sp>
          <p:nvSpPr>
            <p:cNvPr id="10" name="Freeform: Shape 9">
              <a:extLst>
                <a:ext uri="{FF2B5EF4-FFF2-40B4-BE49-F238E27FC236}">
                  <a16:creationId xmlns:a16="http://schemas.microsoft.com/office/drawing/2014/main" id="{FD4F1836-A38C-59A8-D99E-6E8FF49211AD}"/>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2400"/>
            </a:p>
          </p:txBody>
        </p:sp>
        <p:sp>
          <p:nvSpPr>
            <p:cNvPr id="11" name="Freeform: Shape 10">
              <a:extLst>
                <a:ext uri="{FF2B5EF4-FFF2-40B4-BE49-F238E27FC236}">
                  <a16:creationId xmlns:a16="http://schemas.microsoft.com/office/drawing/2014/main" id="{AA355FDC-E69C-89E1-B6A2-51C731804036}"/>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rgbClr val="092340"/>
            </a:solidFill>
            <a:ln w="12614" cap="flat">
              <a:noFill/>
              <a:prstDash val="solid"/>
              <a:miter/>
            </a:ln>
          </p:spPr>
          <p:txBody>
            <a:bodyPr rtlCol="0" anchor="ctr"/>
            <a:lstStyle/>
            <a:p>
              <a:endParaRPr lang="en-IN" sz="2400"/>
            </a:p>
          </p:txBody>
        </p:sp>
      </p:grpSp>
      <p:pic>
        <p:nvPicPr>
          <p:cNvPr id="12" name="Graphic 11">
            <a:extLst>
              <a:ext uri="{FF2B5EF4-FFF2-40B4-BE49-F238E27FC236}">
                <a16:creationId xmlns:a16="http://schemas.microsoft.com/office/drawing/2014/main" id="{A2079DCF-7BD9-C233-7A72-D340F7FFF26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1405" y="8537708"/>
            <a:ext cx="15504000" cy="34605"/>
          </a:xfrm>
          <a:prstGeom prst="rect">
            <a:avLst/>
          </a:prstGeom>
        </p:spPr>
      </p:pic>
      <p:cxnSp>
        <p:nvCxnSpPr>
          <p:cNvPr id="13" name="Straight Connector 12">
            <a:extLst>
              <a:ext uri="{FF2B5EF4-FFF2-40B4-BE49-F238E27FC236}">
                <a16:creationId xmlns:a16="http://schemas.microsoft.com/office/drawing/2014/main" id="{2566BE96-81D1-988B-2712-C01AEB893385}"/>
              </a:ext>
            </a:extLst>
          </p:cNvPr>
          <p:cNvCxnSpPr/>
          <p:nvPr userDrawn="1"/>
        </p:nvCxnSpPr>
        <p:spPr>
          <a:xfrm>
            <a:off x="808731" y="8700533"/>
            <a:ext cx="0" cy="288000"/>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9C887FBF-32D3-6E9D-8A84-376F92243577}"/>
              </a:ext>
            </a:extLst>
          </p:cNvPr>
          <p:cNvSpPr txBox="1">
            <a:spLocks/>
          </p:cNvSpPr>
          <p:nvPr userDrawn="1"/>
        </p:nvSpPr>
        <p:spPr>
          <a:xfrm>
            <a:off x="996008" y="8614742"/>
            <a:ext cx="5486400"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defTabSz="1219170" rtl="0" eaLnBrk="1" latinLnBrk="0" hangingPunct="1"/>
            <a:r>
              <a:rPr lang="en-IN" sz="1333" kern="1200">
                <a:solidFill>
                  <a:schemeClr val="tx1"/>
                </a:solidFill>
                <a:latin typeface="+mj-lt"/>
                <a:ea typeface="+mn-ea"/>
                <a:cs typeface="+mn-cs"/>
              </a:rPr>
              <a:t>© Coforge,          | Confidential</a:t>
            </a:r>
          </a:p>
        </p:txBody>
      </p:sp>
      <p:sp>
        <p:nvSpPr>
          <p:cNvPr id="15" name="Footer Placeholder 4">
            <a:extLst>
              <a:ext uri="{FF2B5EF4-FFF2-40B4-BE49-F238E27FC236}">
                <a16:creationId xmlns:a16="http://schemas.microsoft.com/office/drawing/2014/main" id="{FBFB0C1A-6D43-480A-6FA8-24B136DB26A6}"/>
              </a:ext>
            </a:extLst>
          </p:cNvPr>
          <p:cNvSpPr txBox="1">
            <a:spLocks/>
          </p:cNvSpPr>
          <p:nvPr userDrawn="1"/>
        </p:nvSpPr>
        <p:spPr>
          <a:xfrm>
            <a:off x="266955" y="8598358"/>
            <a:ext cx="547888"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867" b="1" kern="1200" smtClean="0">
                <a:solidFill>
                  <a:schemeClr val="tx1"/>
                </a:solidFill>
                <a:latin typeface="+mj-lt"/>
                <a:ea typeface="+mn-ea"/>
                <a:cs typeface="+mn-cs"/>
              </a:rPr>
              <a:pPr algn="r"/>
              <a:t>‹#›</a:t>
            </a:fld>
            <a:endParaRPr lang="en-IN" sz="1867" b="1" kern="1200">
              <a:solidFill>
                <a:schemeClr val="tx1"/>
              </a:solidFill>
              <a:latin typeface="+mj-lt"/>
              <a:ea typeface="+mn-ea"/>
              <a:cs typeface="+mn-cs"/>
            </a:endParaRPr>
          </a:p>
        </p:txBody>
      </p:sp>
      <p:sp>
        <p:nvSpPr>
          <p:cNvPr id="16" name="TextBox 15">
            <a:extLst>
              <a:ext uri="{FF2B5EF4-FFF2-40B4-BE49-F238E27FC236}">
                <a16:creationId xmlns:a16="http://schemas.microsoft.com/office/drawing/2014/main" id="{299111A2-2B2E-F2D3-AF5F-E23CE316EB88}"/>
              </a:ext>
            </a:extLst>
          </p:cNvPr>
          <p:cNvSpPr txBox="1"/>
          <p:nvPr userDrawn="1"/>
        </p:nvSpPr>
        <p:spPr>
          <a:xfrm>
            <a:off x="1888358" y="8700534"/>
            <a:ext cx="472047" cy="328295"/>
          </a:xfrm>
          <a:prstGeom prst="rect">
            <a:avLst/>
          </a:prstGeom>
          <a:noFill/>
        </p:spPr>
        <p:txBody>
          <a:bodyPr wrap="square" lIns="0" rIns="0" rtlCol="0">
            <a:noAutofit/>
          </a:bodyPr>
          <a:lstStyle/>
          <a:p>
            <a:fld id="{57FC2BA8-9C58-4A6C-A3F7-A68CE0E64ABF}" type="datetimeyyyy">
              <a:rPr lang="en-IN" sz="1333" kern="1200" smtClean="0">
                <a:solidFill>
                  <a:schemeClr val="tx1"/>
                </a:solidFill>
                <a:latin typeface="+mj-lt"/>
                <a:ea typeface="+mn-ea"/>
                <a:cs typeface="+mn-cs"/>
              </a:rPr>
              <a:t>2026</a:t>
            </a:fld>
            <a:endParaRPr lang="en-IN" sz="1333" kern="1200">
              <a:solidFill>
                <a:schemeClr val="tx1"/>
              </a:solidFill>
              <a:latin typeface="+mj-lt"/>
              <a:ea typeface="+mn-ea"/>
              <a:cs typeface="+mn-cs"/>
            </a:endParaRPr>
          </a:p>
        </p:txBody>
      </p:sp>
    </p:spTree>
    <p:extLst>
      <p:ext uri="{BB962C8B-B14F-4D97-AF65-F5344CB8AC3E}">
        <p14:creationId xmlns:p14="http://schemas.microsoft.com/office/powerpoint/2010/main" val="3509796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t's engag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F71A84-576E-C4EB-18CB-859FAD5F7ECF}"/>
              </a:ext>
            </a:extLst>
          </p:cNvPr>
          <p:cNvSpPr>
            <a:spLocks noGrp="1"/>
          </p:cNvSpPr>
          <p:nvPr>
            <p:ph type="title" hasCustomPrompt="1"/>
          </p:nvPr>
        </p:nvSpPr>
        <p:spPr>
          <a:xfrm>
            <a:off x="391405" y="3318524"/>
            <a:ext cx="9531751" cy="1645576"/>
          </a:xfrm>
        </p:spPr>
        <p:txBody>
          <a:bodyPr>
            <a:noAutofit/>
          </a:bodyPr>
          <a:lstStyle>
            <a:lvl1pPr>
              <a:defRPr sz="7200" b="1">
                <a:solidFill>
                  <a:schemeClr val="accent2"/>
                </a:solidFill>
              </a:defRPr>
            </a:lvl1pPr>
          </a:lstStyle>
          <a:p>
            <a:r>
              <a:rPr lang="en-US"/>
              <a:t>Let’s engage</a:t>
            </a:r>
            <a:endParaRPr lang="en-IN"/>
          </a:p>
        </p:txBody>
      </p:sp>
      <p:pic>
        <p:nvPicPr>
          <p:cNvPr id="10" name="Graphic 9">
            <a:extLst>
              <a:ext uri="{FF2B5EF4-FFF2-40B4-BE49-F238E27FC236}">
                <a16:creationId xmlns:a16="http://schemas.microsoft.com/office/drawing/2014/main" id="{F5DDCEDB-866C-27E2-FF3E-0870C048C4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1405" y="8537708"/>
            <a:ext cx="15504000" cy="34605"/>
          </a:xfrm>
          <a:prstGeom prst="rect">
            <a:avLst/>
          </a:prstGeom>
        </p:spPr>
      </p:pic>
      <p:sp>
        <p:nvSpPr>
          <p:cNvPr id="20" name="Text Placeholder 19">
            <a:extLst>
              <a:ext uri="{FF2B5EF4-FFF2-40B4-BE49-F238E27FC236}">
                <a16:creationId xmlns:a16="http://schemas.microsoft.com/office/drawing/2014/main" id="{8CA2DA4E-4F1C-11D3-9EC5-D14223B10926}"/>
              </a:ext>
            </a:extLst>
          </p:cNvPr>
          <p:cNvSpPr>
            <a:spLocks noGrp="1"/>
          </p:cNvSpPr>
          <p:nvPr>
            <p:ph type="body" sz="quarter" idx="12" hasCustomPrompt="1"/>
          </p:nvPr>
        </p:nvSpPr>
        <p:spPr>
          <a:xfrm>
            <a:off x="391584" y="5126567"/>
            <a:ext cx="9531552" cy="1873251"/>
          </a:xfrm>
          <a:noFill/>
        </p:spPr>
        <p:txBody>
          <a:bodyPr>
            <a:normAutofit/>
          </a:bodyPr>
          <a:lstStyle>
            <a:lvl1pPr marL="0" indent="0">
              <a:buFontTx/>
              <a:buNone/>
              <a:defRPr sz="3200" b="1">
                <a:solidFill>
                  <a:schemeClr val="bg1"/>
                </a:solidFill>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Sub-title</a:t>
            </a:r>
          </a:p>
        </p:txBody>
      </p:sp>
      <p:pic>
        <p:nvPicPr>
          <p:cNvPr id="2" name="Graphic 1">
            <a:extLst>
              <a:ext uri="{FF2B5EF4-FFF2-40B4-BE49-F238E27FC236}">
                <a16:creationId xmlns:a16="http://schemas.microsoft.com/office/drawing/2014/main" id="{3E8E8F3E-734B-E397-274B-B222320305C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1405" y="8537708"/>
            <a:ext cx="15504000" cy="34605"/>
          </a:xfrm>
          <a:prstGeom prst="rect">
            <a:avLst/>
          </a:prstGeom>
        </p:spPr>
      </p:pic>
      <p:sp>
        <p:nvSpPr>
          <p:cNvPr id="6" name="Footer Placeholder 4">
            <a:extLst>
              <a:ext uri="{FF2B5EF4-FFF2-40B4-BE49-F238E27FC236}">
                <a16:creationId xmlns:a16="http://schemas.microsoft.com/office/drawing/2014/main" id="{06CC36AC-0E90-2A81-88D9-DA4262BCBDBD}"/>
              </a:ext>
            </a:extLst>
          </p:cNvPr>
          <p:cNvSpPr txBox="1">
            <a:spLocks/>
          </p:cNvSpPr>
          <p:nvPr userDrawn="1"/>
        </p:nvSpPr>
        <p:spPr>
          <a:xfrm>
            <a:off x="996008" y="8614743"/>
            <a:ext cx="5486400" cy="486832"/>
          </a:xfrm>
          <a:prstGeom prst="rect">
            <a:avLst/>
          </a:prstGeom>
        </p:spPr>
        <p:txBody>
          <a:bodyPr vert="horz" lIns="0" tIns="60148" rIns="120296" bIns="60148"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15">
                <a:solidFill>
                  <a:schemeClr val="bg1"/>
                </a:solidFill>
              </a:rPr>
              <a:t>© Coforge, 2025 | Confidential</a:t>
            </a:r>
          </a:p>
        </p:txBody>
      </p:sp>
      <p:grpSp>
        <p:nvGrpSpPr>
          <p:cNvPr id="24" name="Group 7">
            <a:extLst>
              <a:ext uri="{FF2B5EF4-FFF2-40B4-BE49-F238E27FC236}">
                <a16:creationId xmlns:a16="http://schemas.microsoft.com/office/drawing/2014/main" id="{BAF2E321-05C3-BB3C-CC9C-653AC9AF0444}"/>
              </a:ext>
            </a:extLst>
          </p:cNvPr>
          <p:cNvGrpSpPr/>
          <p:nvPr userDrawn="1"/>
        </p:nvGrpSpPr>
        <p:grpSpPr>
          <a:xfrm>
            <a:off x="391404" y="811946"/>
            <a:ext cx="2583211" cy="573853"/>
            <a:chOff x="0" y="0"/>
            <a:chExt cx="1187017" cy="263692"/>
          </a:xfrm>
        </p:grpSpPr>
        <p:sp>
          <p:nvSpPr>
            <p:cNvPr id="25" name="Freeform: Shape 8">
              <a:extLst>
                <a:ext uri="{FF2B5EF4-FFF2-40B4-BE49-F238E27FC236}">
                  <a16:creationId xmlns:a16="http://schemas.microsoft.com/office/drawing/2014/main" id="{E1286CBC-EEE7-8CB9-558A-0EC182A5948F}"/>
                </a:ext>
              </a:extLst>
            </p:cNvPr>
            <p:cNvSpPr/>
            <p:nvPr/>
          </p:nvSpPr>
          <p:spPr>
            <a:xfrm>
              <a:off x="-1" y="7256"/>
              <a:ext cx="191117" cy="202085"/>
            </a:xfrm>
            <a:custGeom>
              <a:avLst/>
              <a:gdLst/>
              <a:ahLst/>
              <a:cxnLst>
                <a:cxn ang="0">
                  <a:pos x="wd2" y="hd2"/>
                </a:cxn>
                <a:cxn ang="5400000">
                  <a:pos x="wd2" y="hd2"/>
                </a:cxn>
                <a:cxn ang="10800000">
                  <a:pos x="wd2" y="hd2"/>
                </a:cxn>
                <a:cxn ang="16200000">
                  <a:pos x="wd2" y="hd2"/>
                </a:cxn>
              </a:cxnLst>
              <a:rect l="0" t="0" r="r" b="b"/>
              <a:pathLst>
                <a:path w="21600" h="21583" extrusionOk="0">
                  <a:moveTo>
                    <a:pt x="0" y="10800"/>
                  </a:moveTo>
                  <a:cubicBezTo>
                    <a:pt x="0" y="4513"/>
                    <a:pt x="5231" y="0"/>
                    <a:pt x="12286" y="0"/>
                  </a:cubicBezTo>
                  <a:cubicBezTo>
                    <a:pt x="16205" y="0"/>
                    <a:pt x="19467" y="1309"/>
                    <a:pt x="21600" y="3703"/>
                  </a:cubicBezTo>
                  <a:lnTo>
                    <a:pt x="18228" y="6563"/>
                  </a:lnTo>
                  <a:cubicBezTo>
                    <a:pt x="16715" y="4961"/>
                    <a:pt x="14801" y="4117"/>
                    <a:pt x="12541" y="4117"/>
                  </a:cubicBezTo>
                  <a:cubicBezTo>
                    <a:pt x="8312" y="4117"/>
                    <a:pt x="5286" y="6856"/>
                    <a:pt x="5286" y="10800"/>
                  </a:cubicBezTo>
                  <a:cubicBezTo>
                    <a:pt x="5286" y="14744"/>
                    <a:pt x="8294" y="17483"/>
                    <a:pt x="12541" y="17483"/>
                  </a:cubicBezTo>
                  <a:cubicBezTo>
                    <a:pt x="14801" y="17483"/>
                    <a:pt x="16715" y="16639"/>
                    <a:pt x="18228" y="15003"/>
                  </a:cubicBezTo>
                  <a:lnTo>
                    <a:pt x="21600" y="17862"/>
                  </a:lnTo>
                  <a:cubicBezTo>
                    <a:pt x="19467" y="20274"/>
                    <a:pt x="16205" y="21583"/>
                    <a:pt x="12249" y="21583"/>
                  </a:cubicBezTo>
                  <a:cubicBezTo>
                    <a:pt x="5231" y="21600"/>
                    <a:pt x="0" y="17087"/>
                    <a:pt x="0" y="10800"/>
                  </a:cubicBezTo>
                </a:path>
              </a:pathLst>
            </a:custGeom>
            <a:solidFill>
              <a:schemeClr val="accent2"/>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sp>
          <p:nvSpPr>
            <p:cNvPr id="26" name="Freeform: Shape 9">
              <a:extLst>
                <a:ext uri="{FF2B5EF4-FFF2-40B4-BE49-F238E27FC236}">
                  <a16:creationId xmlns:a16="http://schemas.microsoft.com/office/drawing/2014/main" id="{52DF1770-9A69-3525-026D-F30C3F7C456A}"/>
                </a:ext>
              </a:extLst>
            </p:cNvPr>
            <p:cNvSpPr/>
            <p:nvPr/>
          </p:nvSpPr>
          <p:spPr>
            <a:xfrm>
              <a:off x="399971" y="-1"/>
              <a:ext cx="117252" cy="209505"/>
            </a:xfrm>
            <a:custGeom>
              <a:avLst/>
              <a:gdLst/>
              <a:ahLst/>
              <a:cxnLst>
                <a:cxn ang="0">
                  <a:pos x="wd2" y="hd2"/>
                </a:cxn>
                <a:cxn ang="5400000">
                  <a:pos x="wd2" y="hd2"/>
                </a:cxn>
                <a:cxn ang="10800000">
                  <a:pos x="wd2" y="hd2"/>
                </a:cxn>
                <a:cxn ang="16200000">
                  <a:pos x="wd2" y="hd2"/>
                </a:cxn>
              </a:cxnLst>
              <a:rect l="0" t="0" r="r" b="b"/>
              <a:pathLst>
                <a:path w="21600" h="21600" extrusionOk="0">
                  <a:moveTo>
                    <a:pt x="12479" y="6452"/>
                  </a:moveTo>
                  <a:lnTo>
                    <a:pt x="19758" y="6452"/>
                  </a:lnTo>
                  <a:lnTo>
                    <a:pt x="19758" y="9910"/>
                  </a:lnTo>
                  <a:lnTo>
                    <a:pt x="12687" y="9910"/>
                  </a:lnTo>
                  <a:lnTo>
                    <a:pt x="12597" y="21600"/>
                  </a:lnTo>
                  <a:lnTo>
                    <a:pt x="4368" y="21600"/>
                  </a:lnTo>
                  <a:lnTo>
                    <a:pt x="4457" y="9910"/>
                  </a:lnTo>
                  <a:lnTo>
                    <a:pt x="0" y="9910"/>
                  </a:lnTo>
                  <a:lnTo>
                    <a:pt x="0" y="6452"/>
                  </a:lnTo>
                  <a:lnTo>
                    <a:pt x="4457" y="6452"/>
                  </a:lnTo>
                  <a:lnTo>
                    <a:pt x="4457" y="5753"/>
                  </a:lnTo>
                  <a:cubicBezTo>
                    <a:pt x="4457" y="2278"/>
                    <a:pt x="8289" y="0"/>
                    <a:pt x="15331" y="0"/>
                  </a:cubicBezTo>
                  <a:cubicBezTo>
                    <a:pt x="17648" y="0"/>
                    <a:pt x="20085" y="266"/>
                    <a:pt x="21600" y="831"/>
                  </a:cubicBezTo>
                  <a:lnTo>
                    <a:pt x="19431" y="4091"/>
                  </a:lnTo>
                  <a:cubicBezTo>
                    <a:pt x="18540" y="3741"/>
                    <a:pt x="17381" y="3542"/>
                    <a:pt x="16103" y="3542"/>
                  </a:cubicBezTo>
                  <a:cubicBezTo>
                    <a:pt x="13667" y="3542"/>
                    <a:pt x="12449" y="4257"/>
                    <a:pt x="12449" y="5787"/>
                  </a:cubicBezTo>
                  <a:lnTo>
                    <a:pt x="12449" y="6452"/>
                  </a:lnTo>
                  <a:close/>
                </a:path>
              </a:pathLst>
            </a:custGeom>
            <a:solidFill>
              <a:srgbClr val="FFFFFF"/>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sp>
          <p:nvSpPr>
            <p:cNvPr id="37" name="Freeform: Shape 10">
              <a:extLst>
                <a:ext uri="{FF2B5EF4-FFF2-40B4-BE49-F238E27FC236}">
                  <a16:creationId xmlns:a16="http://schemas.microsoft.com/office/drawing/2014/main" id="{43B23935-59D0-9C6D-032E-59C8F5E0C50E}"/>
                </a:ext>
              </a:extLst>
            </p:cNvPr>
            <p:cNvSpPr/>
            <p:nvPr/>
          </p:nvSpPr>
          <p:spPr>
            <a:xfrm>
              <a:off x="516092" y="54672"/>
              <a:ext cx="169023" cy="15483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478"/>
                    <a:pt x="4576" y="0"/>
                    <a:pt x="10821" y="0"/>
                  </a:cubicBezTo>
                  <a:cubicBezTo>
                    <a:pt x="17066" y="0"/>
                    <a:pt x="21600" y="4478"/>
                    <a:pt x="21600" y="10800"/>
                  </a:cubicBezTo>
                  <a:cubicBezTo>
                    <a:pt x="21600" y="17122"/>
                    <a:pt x="17004" y="21600"/>
                    <a:pt x="10759" y="21600"/>
                  </a:cubicBezTo>
                  <a:cubicBezTo>
                    <a:pt x="4514" y="21600"/>
                    <a:pt x="0" y="17122"/>
                    <a:pt x="0" y="10800"/>
                  </a:cubicBezTo>
                  <a:moveTo>
                    <a:pt x="15829" y="10800"/>
                  </a:moveTo>
                  <a:cubicBezTo>
                    <a:pt x="15829" y="7177"/>
                    <a:pt x="13665" y="4995"/>
                    <a:pt x="10821" y="4995"/>
                  </a:cubicBezTo>
                  <a:cubicBezTo>
                    <a:pt x="7976" y="4995"/>
                    <a:pt x="5771" y="7177"/>
                    <a:pt x="5771" y="10800"/>
                  </a:cubicBezTo>
                  <a:cubicBezTo>
                    <a:pt x="5771" y="14423"/>
                    <a:pt x="7956" y="16605"/>
                    <a:pt x="10821" y="16605"/>
                  </a:cubicBezTo>
                  <a:cubicBezTo>
                    <a:pt x="13685" y="16605"/>
                    <a:pt x="15829" y="14423"/>
                    <a:pt x="15829" y="10800"/>
                  </a:cubicBezTo>
                </a:path>
              </a:pathLst>
            </a:custGeom>
            <a:solidFill>
              <a:srgbClr val="FFFFFF"/>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sp>
          <p:nvSpPr>
            <p:cNvPr id="38" name="Freeform: Shape 11">
              <a:extLst>
                <a:ext uri="{FF2B5EF4-FFF2-40B4-BE49-F238E27FC236}">
                  <a16:creationId xmlns:a16="http://schemas.microsoft.com/office/drawing/2014/main" id="{93CF9E8F-D7F1-F149-0055-B39E14B025D0}"/>
                </a:ext>
              </a:extLst>
            </p:cNvPr>
            <p:cNvSpPr/>
            <p:nvPr/>
          </p:nvSpPr>
          <p:spPr>
            <a:xfrm>
              <a:off x="714467" y="54672"/>
              <a:ext cx="97575" cy="15483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5692"/>
                  </a:lnTo>
                  <a:cubicBezTo>
                    <a:pt x="20779" y="5647"/>
                    <a:pt x="20136" y="5602"/>
                    <a:pt x="19351" y="5602"/>
                  </a:cubicBezTo>
                  <a:cubicBezTo>
                    <a:pt x="13817" y="5602"/>
                    <a:pt x="10140" y="7470"/>
                    <a:pt x="10140" y="11542"/>
                  </a:cubicBezTo>
                  <a:lnTo>
                    <a:pt x="10033" y="21600"/>
                  </a:lnTo>
                  <a:lnTo>
                    <a:pt x="0" y="21600"/>
                  </a:lnTo>
                  <a:lnTo>
                    <a:pt x="0" y="315"/>
                  </a:lnTo>
                  <a:lnTo>
                    <a:pt x="9675" y="315"/>
                  </a:lnTo>
                  <a:lnTo>
                    <a:pt x="9675" y="3128"/>
                  </a:lnTo>
                  <a:cubicBezTo>
                    <a:pt x="12103" y="1080"/>
                    <a:pt x="16245" y="0"/>
                    <a:pt x="21564" y="0"/>
                  </a:cubicBezTo>
                </a:path>
              </a:pathLst>
            </a:custGeom>
            <a:solidFill>
              <a:srgbClr val="FFFFFF"/>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sp>
          <p:nvSpPr>
            <p:cNvPr id="39" name="Freeform: Shape 12">
              <a:extLst>
                <a:ext uri="{FF2B5EF4-FFF2-40B4-BE49-F238E27FC236}">
                  <a16:creationId xmlns:a16="http://schemas.microsoft.com/office/drawing/2014/main" id="{FCF3B55C-6B2A-57D6-14CA-E8750DB8238C}"/>
                </a:ext>
              </a:extLst>
            </p:cNvPr>
            <p:cNvSpPr/>
            <p:nvPr/>
          </p:nvSpPr>
          <p:spPr>
            <a:xfrm>
              <a:off x="824136" y="54834"/>
              <a:ext cx="170474" cy="208859"/>
            </a:xfrm>
            <a:custGeom>
              <a:avLst/>
              <a:gdLst/>
              <a:ahLst/>
              <a:cxnLst>
                <a:cxn ang="0">
                  <a:pos x="wd2" y="hd2"/>
                </a:cxn>
                <a:cxn ang="5400000">
                  <a:pos x="wd2" y="hd2"/>
                </a:cxn>
                <a:cxn ang="10800000">
                  <a:pos x="wd2" y="hd2"/>
                </a:cxn>
                <a:cxn ang="16200000">
                  <a:pos x="wd2" y="hd2"/>
                </a:cxn>
              </a:cxnLst>
              <a:rect l="0" t="0" r="r" b="b"/>
              <a:pathLst>
                <a:path w="21600" h="21600" extrusionOk="0">
                  <a:moveTo>
                    <a:pt x="21600" y="217"/>
                  </a:moveTo>
                  <a:lnTo>
                    <a:pt x="21600" y="13160"/>
                  </a:lnTo>
                  <a:cubicBezTo>
                    <a:pt x="21600" y="18931"/>
                    <a:pt x="17636" y="21600"/>
                    <a:pt x="10585" y="21600"/>
                  </a:cubicBezTo>
                  <a:cubicBezTo>
                    <a:pt x="6887" y="21600"/>
                    <a:pt x="3290" y="20883"/>
                    <a:pt x="1001" y="19465"/>
                  </a:cubicBezTo>
                  <a:lnTo>
                    <a:pt x="3249" y="16229"/>
                  </a:lnTo>
                  <a:cubicBezTo>
                    <a:pt x="4925" y="17297"/>
                    <a:pt x="7643" y="17997"/>
                    <a:pt x="10136" y="17997"/>
                  </a:cubicBezTo>
                  <a:cubicBezTo>
                    <a:pt x="14121" y="17997"/>
                    <a:pt x="15919" y="16546"/>
                    <a:pt x="15919" y="13744"/>
                  </a:cubicBezTo>
                  <a:lnTo>
                    <a:pt x="15919" y="13077"/>
                  </a:lnTo>
                  <a:cubicBezTo>
                    <a:pt x="14427" y="14378"/>
                    <a:pt x="12302" y="15012"/>
                    <a:pt x="9748" y="15012"/>
                  </a:cubicBezTo>
                  <a:cubicBezTo>
                    <a:pt x="4353" y="15012"/>
                    <a:pt x="0" y="12043"/>
                    <a:pt x="0" y="7506"/>
                  </a:cubicBezTo>
                  <a:cubicBezTo>
                    <a:pt x="0" y="2969"/>
                    <a:pt x="4353" y="0"/>
                    <a:pt x="9748" y="0"/>
                  </a:cubicBezTo>
                  <a:cubicBezTo>
                    <a:pt x="12466" y="0"/>
                    <a:pt x="14713" y="717"/>
                    <a:pt x="16205" y="2218"/>
                  </a:cubicBezTo>
                  <a:lnTo>
                    <a:pt x="16205" y="234"/>
                  </a:lnTo>
                  <a:lnTo>
                    <a:pt x="21580" y="234"/>
                  </a:lnTo>
                  <a:close/>
                  <a:moveTo>
                    <a:pt x="16021" y="7489"/>
                  </a:moveTo>
                  <a:cubicBezTo>
                    <a:pt x="16021" y="5204"/>
                    <a:pt x="13875" y="3669"/>
                    <a:pt x="10912" y="3669"/>
                  </a:cubicBezTo>
                  <a:cubicBezTo>
                    <a:pt x="7949" y="3669"/>
                    <a:pt x="5763" y="5204"/>
                    <a:pt x="5763" y="7489"/>
                  </a:cubicBezTo>
                  <a:cubicBezTo>
                    <a:pt x="5763" y="9774"/>
                    <a:pt x="7949" y="11309"/>
                    <a:pt x="10912" y="11309"/>
                  </a:cubicBezTo>
                  <a:cubicBezTo>
                    <a:pt x="13875" y="11309"/>
                    <a:pt x="16021" y="9774"/>
                    <a:pt x="16021" y="7489"/>
                  </a:cubicBezTo>
                </a:path>
              </a:pathLst>
            </a:custGeom>
            <a:solidFill>
              <a:srgbClr val="FFFFFF"/>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sp>
          <p:nvSpPr>
            <p:cNvPr id="40" name="Freeform: Shape 13">
              <a:extLst>
                <a:ext uri="{FF2B5EF4-FFF2-40B4-BE49-F238E27FC236}">
                  <a16:creationId xmlns:a16="http://schemas.microsoft.com/office/drawing/2014/main" id="{F67A5A99-242C-95DF-DDB4-F46DE509EB54}"/>
                </a:ext>
              </a:extLst>
            </p:cNvPr>
            <p:cNvSpPr/>
            <p:nvPr/>
          </p:nvSpPr>
          <p:spPr>
            <a:xfrm>
              <a:off x="1024768" y="54672"/>
              <a:ext cx="162249" cy="154831"/>
            </a:xfrm>
            <a:custGeom>
              <a:avLst/>
              <a:gdLst/>
              <a:ahLst/>
              <a:cxnLst>
                <a:cxn ang="0">
                  <a:pos x="wd2" y="hd2"/>
                </a:cxn>
                <a:cxn ang="5400000">
                  <a:pos x="wd2" y="hd2"/>
                </a:cxn>
                <a:cxn ang="10800000">
                  <a:pos x="wd2" y="hd2"/>
                </a:cxn>
                <a:cxn ang="16200000">
                  <a:pos x="wd2" y="hd2"/>
                </a:cxn>
              </a:cxnLst>
              <a:rect l="0" t="0" r="r" b="b"/>
              <a:pathLst>
                <a:path w="21600" h="21600" extrusionOk="0">
                  <a:moveTo>
                    <a:pt x="21493" y="12510"/>
                  </a:moveTo>
                  <a:lnTo>
                    <a:pt x="5991" y="12510"/>
                  </a:lnTo>
                  <a:cubicBezTo>
                    <a:pt x="6570" y="15120"/>
                    <a:pt x="8739" y="16717"/>
                    <a:pt x="11852" y="16717"/>
                  </a:cubicBezTo>
                  <a:cubicBezTo>
                    <a:pt x="14021" y="16717"/>
                    <a:pt x="15588" y="16065"/>
                    <a:pt x="17005" y="14693"/>
                  </a:cubicBezTo>
                  <a:lnTo>
                    <a:pt x="20162" y="18202"/>
                  </a:lnTo>
                  <a:cubicBezTo>
                    <a:pt x="18251" y="20430"/>
                    <a:pt x="15330" y="21600"/>
                    <a:pt x="11637" y="21600"/>
                  </a:cubicBezTo>
                  <a:cubicBezTo>
                    <a:pt x="4552" y="21600"/>
                    <a:pt x="0" y="17032"/>
                    <a:pt x="0" y="10800"/>
                  </a:cubicBezTo>
                  <a:cubicBezTo>
                    <a:pt x="0" y="4568"/>
                    <a:pt x="4681" y="0"/>
                    <a:pt x="10929" y="0"/>
                  </a:cubicBezTo>
                  <a:cubicBezTo>
                    <a:pt x="17177" y="0"/>
                    <a:pt x="21600" y="4140"/>
                    <a:pt x="21600" y="10868"/>
                  </a:cubicBezTo>
                  <a:cubicBezTo>
                    <a:pt x="21600" y="11340"/>
                    <a:pt x="21514" y="11992"/>
                    <a:pt x="21493" y="12510"/>
                  </a:cubicBezTo>
                  <a:moveTo>
                    <a:pt x="5905" y="8955"/>
                  </a:moveTo>
                  <a:lnTo>
                    <a:pt x="15996" y="8955"/>
                  </a:lnTo>
                  <a:cubicBezTo>
                    <a:pt x="15567" y="6300"/>
                    <a:pt x="13634" y="4590"/>
                    <a:pt x="10972" y="4590"/>
                  </a:cubicBezTo>
                  <a:cubicBezTo>
                    <a:pt x="8309" y="4590"/>
                    <a:pt x="6334" y="6255"/>
                    <a:pt x="5905" y="8955"/>
                  </a:cubicBezTo>
                </a:path>
              </a:pathLst>
            </a:custGeom>
            <a:solidFill>
              <a:srgbClr val="FFFFFF"/>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sp>
          <p:nvSpPr>
            <p:cNvPr id="41" name="Freeform: Shape 14">
              <a:extLst>
                <a:ext uri="{FF2B5EF4-FFF2-40B4-BE49-F238E27FC236}">
                  <a16:creationId xmlns:a16="http://schemas.microsoft.com/office/drawing/2014/main" id="{4EEECBF9-E364-95C2-4B16-837C500D146A}"/>
                </a:ext>
              </a:extLst>
            </p:cNvPr>
            <p:cNvSpPr/>
            <p:nvPr/>
          </p:nvSpPr>
          <p:spPr>
            <a:xfrm>
              <a:off x="213856" y="54672"/>
              <a:ext cx="84512" cy="154831"/>
            </a:xfrm>
            <a:custGeom>
              <a:avLst/>
              <a:gdLst/>
              <a:ahLst/>
              <a:cxnLst>
                <a:cxn ang="0">
                  <a:pos x="wd2" y="hd2"/>
                </a:cxn>
                <a:cxn ang="5400000">
                  <a:pos x="wd2" y="hd2"/>
                </a:cxn>
                <a:cxn ang="10800000">
                  <a:pos x="wd2" y="hd2"/>
                </a:cxn>
                <a:cxn ang="16200000">
                  <a:pos x="wd2" y="hd2"/>
                </a:cxn>
              </a:cxnLst>
              <a:rect l="0" t="0" r="r" b="b"/>
              <a:pathLst>
                <a:path w="21600" h="21600" extrusionOk="0">
                  <a:moveTo>
                    <a:pt x="21600" y="16605"/>
                  </a:moveTo>
                  <a:cubicBezTo>
                    <a:pt x="15912" y="16605"/>
                    <a:pt x="11542" y="14423"/>
                    <a:pt x="11542" y="10800"/>
                  </a:cubicBezTo>
                  <a:cubicBezTo>
                    <a:pt x="11542" y="7177"/>
                    <a:pt x="15912" y="4995"/>
                    <a:pt x="21600" y="4995"/>
                  </a:cubicBezTo>
                  <a:lnTo>
                    <a:pt x="21600" y="0"/>
                  </a:lnTo>
                  <a:cubicBezTo>
                    <a:pt x="9110" y="0"/>
                    <a:pt x="0" y="4478"/>
                    <a:pt x="0" y="10800"/>
                  </a:cubicBezTo>
                  <a:cubicBezTo>
                    <a:pt x="0" y="17122"/>
                    <a:pt x="9028" y="21600"/>
                    <a:pt x="21518" y="21600"/>
                  </a:cubicBezTo>
                  <a:cubicBezTo>
                    <a:pt x="21518" y="21600"/>
                    <a:pt x="21559" y="21600"/>
                    <a:pt x="21600" y="21600"/>
                  </a:cubicBezTo>
                  <a:lnTo>
                    <a:pt x="21600" y="16605"/>
                  </a:lnTo>
                  <a:close/>
                </a:path>
              </a:pathLst>
            </a:custGeom>
            <a:solidFill>
              <a:schemeClr val="accent2"/>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sp>
          <p:nvSpPr>
            <p:cNvPr id="42" name="Freeform: Shape 15">
              <a:extLst>
                <a:ext uri="{FF2B5EF4-FFF2-40B4-BE49-F238E27FC236}">
                  <a16:creationId xmlns:a16="http://schemas.microsoft.com/office/drawing/2014/main" id="{513FC3CC-B4C7-B1C9-93D0-B49D30230D0D}"/>
                </a:ext>
              </a:extLst>
            </p:cNvPr>
            <p:cNvSpPr/>
            <p:nvPr/>
          </p:nvSpPr>
          <p:spPr>
            <a:xfrm>
              <a:off x="298366" y="54672"/>
              <a:ext cx="84512" cy="154831"/>
            </a:xfrm>
            <a:custGeom>
              <a:avLst/>
              <a:gdLst/>
              <a:ahLst/>
              <a:cxnLst>
                <a:cxn ang="0">
                  <a:pos x="wd2" y="hd2"/>
                </a:cxn>
                <a:cxn ang="5400000">
                  <a:pos x="wd2" y="hd2"/>
                </a:cxn>
                <a:cxn ang="10800000">
                  <a:pos x="wd2" y="hd2"/>
                </a:cxn>
                <a:cxn ang="16200000">
                  <a:pos x="wd2" y="hd2"/>
                </a:cxn>
              </a:cxnLst>
              <a:rect l="0" t="0" r="r" b="b"/>
              <a:pathLst>
                <a:path w="21600" h="21600" extrusionOk="0">
                  <a:moveTo>
                    <a:pt x="0" y="16605"/>
                  </a:moveTo>
                  <a:cubicBezTo>
                    <a:pt x="5688" y="16605"/>
                    <a:pt x="10058" y="14423"/>
                    <a:pt x="10058" y="10800"/>
                  </a:cubicBezTo>
                  <a:cubicBezTo>
                    <a:pt x="10058" y="7177"/>
                    <a:pt x="5688" y="4995"/>
                    <a:pt x="0" y="4995"/>
                  </a:cubicBezTo>
                  <a:lnTo>
                    <a:pt x="0" y="0"/>
                  </a:lnTo>
                  <a:cubicBezTo>
                    <a:pt x="12490" y="0"/>
                    <a:pt x="21600" y="4478"/>
                    <a:pt x="21600" y="10800"/>
                  </a:cubicBezTo>
                  <a:cubicBezTo>
                    <a:pt x="21600" y="17122"/>
                    <a:pt x="12572" y="21600"/>
                    <a:pt x="82" y="21600"/>
                  </a:cubicBezTo>
                  <a:cubicBezTo>
                    <a:pt x="82" y="21600"/>
                    <a:pt x="41" y="21600"/>
                    <a:pt x="0" y="21600"/>
                  </a:cubicBezTo>
                  <a:lnTo>
                    <a:pt x="0" y="16605"/>
                  </a:lnTo>
                  <a:close/>
                </a:path>
              </a:pathLst>
            </a:custGeom>
            <a:solidFill>
              <a:srgbClr val="FFFFFF"/>
            </a:solidFill>
            <a:ln w="12700" cap="flat">
              <a:noFill/>
              <a:miter lim="400000"/>
            </a:ln>
            <a:effectLst/>
          </p:spPr>
          <p:txBody>
            <a:bodyPr wrap="square" lIns="45719" tIns="45719" rIns="45719" bIns="45719" numCol="1" anchor="ctr">
              <a:noAutofit/>
            </a:bodyPr>
            <a:lstStyle/>
            <a:p>
              <a:pPr>
                <a:defRPr sz="1800">
                  <a:solidFill>
                    <a:srgbClr val="000000"/>
                  </a:solidFill>
                </a:defRPr>
              </a:pPr>
              <a:endParaRPr sz="2400"/>
            </a:p>
          </p:txBody>
        </p:sp>
      </p:grpSp>
      <p:grpSp>
        <p:nvGrpSpPr>
          <p:cNvPr id="53" name="Group 52">
            <a:extLst>
              <a:ext uri="{FF2B5EF4-FFF2-40B4-BE49-F238E27FC236}">
                <a16:creationId xmlns:a16="http://schemas.microsoft.com/office/drawing/2014/main" id="{45A2EC63-07C6-D51F-3FB2-AF33B28209C0}"/>
              </a:ext>
            </a:extLst>
          </p:cNvPr>
          <p:cNvGrpSpPr/>
          <p:nvPr userDrawn="1"/>
        </p:nvGrpSpPr>
        <p:grpSpPr>
          <a:xfrm>
            <a:off x="391401" y="7377693"/>
            <a:ext cx="2824536" cy="588327"/>
            <a:chOff x="2529798" y="5429985"/>
            <a:chExt cx="2614270" cy="544530"/>
          </a:xfrm>
        </p:grpSpPr>
        <p:pic>
          <p:nvPicPr>
            <p:cNvPr id="48" name="Picture 47" descr="Icon&#10;&#10;Description automatically generated">
              <a:hlinkClick r:id="rId3"/>
              <a:extLst>
                <a:ext uri="{FF2B5EF4-FFF2-40B4-BE49-F238E27FC236}">
                  <a16:creationId xmlns:a16="http://schemas.microsoft.com/office/drawing/2014/main" id="{E9036238-AE95-2A91-3ACD-C227E65A4E81}"/>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2529798" y="5429985"/>
              <a:ext cx="564524" cy="544530"/>
            </a:xfrm>
            <a:prstGeom prst="rect">
              <a:avLst/>
            </a:prstGeom>
          </p:spPr>
        </p:pic>
        <p:pic>
          <p:nvPicPr>
            <p:cNvPr id="49" name="Picture 48" descr="Icon&#10;&#10;Description automatically generated">
              <a:hlinkClick r:id="rId5"/>
              <a:extLst>
                <a:ext uri="{FF2B5EF4-FFF2-40B4-BE49-F238E27FC236}">
                  <a16:creationId xmlns:a16="http://schemas.microsoft.com/office/drawing/2014/main" id="{2AA2AA2D-D7A8-C087-1B96-535B4D88DFFD}"/>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3190006" y="5429985"/>
              <a:ext cx="564524" cy="544530"/>
            </a:xfrm>
            <a:prstGeom prst="rect">
              <a:avLst/>
            </a:prstGeom>
          </p:spPr>
        </p:pic>
        <p:pic>
          <p:nvPicPr>
            <p:cNvPr id="50" name="Picture 49" descr="Logo, icon&#10;&#10;Description automatically generated">
              <a:hlinkClick r:id="rId7"/>
              <a:extLst>
                <a:ext uri="{FF2B5EF4-FFF2-40B4-BE49-F238E27FC236}">
                  <a16:creationId xmlns:a16="http://schemas.microsoft.com/office/drawing/2014/main" id="{F116CF87-44D7-88E2-5A2D-AC5ECB89BF8B}"/>
                </a:ext>
              </a:extLst>
            </p:cNvPr>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a:xfrm>
              <a:off x="4579544" y="5429985"/>
              <a:ext cx="564524" cy="544530"/>
            </a:xfrm>
            <a:prstGeom prst="rect">
              <a:avLst/>
            </a:prstGeom>
          </p:spPr>
        </p:pic>
        <p:pic>
          <p:nvPicPr>
            <p:cNvPr id="51" name="Graphic 50">
              <a:extLst>
                <a:ext uri="{FF2B5EF4-FFF2-40B4-BE49-F238E27FC236}">
                  <a16:creationId xmlns:a16="http://schemas.microsoft.com/office/drawing/2014/main" id="{6435EE55-F1E9-B3F1-C7EF-C58224BE67C1}"/>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070837" y="5594114"/>
              <a:ext cx="219733" cy="219733"/>
            </a:xfrm>
            <a:prstGeom prst="rect">
              <a:avLst/>
            </a:prstGeom>
          </p:spPr>
        </p:pic>
        <p:sp>
          <p:nvSpPr>
            <p:cNvPr id="52" name="Oval 51">
              <a:extLst>
                <a:ext uri="{FF2B5EF4-FFF2-40B4-BE49-F238E27FC236}">
                  <a16:creationId xmlns:a16="http://schemas.microsoft.com/office/drawing/2014/main" id="{410DC871-CFC0-EC18-56C7-9E3E896605AB}"/>
                </a:ext>
              </a:extLst>
            </p:cNvPr>
            <p:cNvSpPr/>
            <p:nvPr userDrawn="1"/>
          </p:nvSpPr>
          <p:spPr>
            <a:xfrm>
              <a:off x="3934900" y="5458177"/>
              <a:ext cx="491606" cy="491606"/>
            </a:xfrm>
            <a:prstGeom prst="ellipse">
              <a:avLst/>
            </a:pr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grpSp>
    </p:spTree>
    <p:extLst>
      <p:ext uri="{BB962C8B-B14F-4D97-AF65-F5344CB8AC3E}">
        <p14:creationId xmlns:p14="http://schemas.microsoft.com/office/powerpoint/2010/main" val="1609101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2_Let's engage">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99445BD-02AF-5A42-6EF2-81DEEBD441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 y="-2403"/>
            <a:ext cx="10196545" cy="9146403"/>
          </a:xfrm>
          <a:prstGeom prst="rect">
            <a:avLst/>
          </a:prstGeom>
        </p:spPr>
      </p:pic>
      <p:sp>
        <p:nvSpPr>
          <p:cNvPr id="8" name="Title 1">
            <a:extLst>
              <a:ext uri="{FF2B5EF4-FFF2-40B4-BE49-F238E27FC236}">
                <a16:creationId xmlns:a16="http://schemas.microsoft.com/office/drawing/2014/main" id="{CEF71A84-576E-C4EB-18CB-859FAD5F7ECF}"/>
              </a:ext>
            </a:extLst>
          </p:cNvPr>
          <p:cNvSpPr>
            <a:spLocks noGrp="1"/>
          </p:cNvSpPr>
          <p:nvPr>
            <p:ph type="title" hasCustomPrompt="1"/>
          </p:nvPr>
        </p:nvSpPr>
        <p:spPr>
          <a:xfrm>
            <a:off x="391406" y="3318524"/>
            <a:ext cx="9531751" cy="1645576"/>
          </a:xfrm>
        </p:spPr>
        <p:txBody>
          <a:bodyPr>
            <a:noAutofit/>
          </a:bodyPr>
          <a:lstStyle>
            <a:lvl1pPr>
              <a:defRPr sz="7200" b="1">
                <a:solidFill>
                  <a:schemeClr val="accent2"/>
                </a:solidFill>
              </a:defRPr>
            </a:lvl1pPr>
          </a:lstStyle>
          <a:p>
            <a:r>
              <a:rPr lang="en-US"/>
              <a:t>Let’s engage</a:t>
            </a:r>
            <a:endParaRPr lang="en-IN"/>
          </a:p>
        </p:txBody>
      </p:sp>
      <p:sp>
        <p:nvSpPr>
          <p:cNvPr id="20" name="Text Placeholder 19">
            <a:extLst>
              <a:ext uri="{FF2B5EF4-FFF2-40B4-BE49-F238E27FC236}">
                <a16:creationId xmlns:a16="http://schemas.microsoft.com/office/drawing/2014/main" id="{8CA2DA4E-4F1C-11D3-9EC5-D14223B10926}"/>
              </a:ext>
            </a:extLst>
          </p:cNvPr>
          <p:cNvSpPr>
            <a:spLocks noGrp="1"/>
          </p:cNvSpPr>
          <p:nvPr>
            <p:ph type="body" sz="quarter" idx="12" hasCustomPrompt="1"/>
          </p:nvPr>
        </p:nvSpPr>
        <p:spPr>
          <a:xfrm>
            <a:off x="391584" y="5126568"/>
            <a:ext cx="9531552" cy="1873251"/>
          </a:xfrm>
          <a:noFill/>
        </p:spPr>
        <p:txBody>
          <a:bodyPr>
            <a:normAutofit/>
          </a:bodyPr>
          <a:lstStyle>
            <a:lvl1pPr marL="0" indent="0">
              <a:buFontTx/>
              <a:buNone/>
              <a:defRPr sz="3200" b="1">
                <a:solidFill>
                  <a:schemeClr val="bg1"/>
                </a:solidFill>
              </a:defRPr>
            </a:lvl1pPr>
            <a:lvl2pPr marL="609570" indent="0">
              <a:buFontTx/>
              <a:buNone/>
              <a:defRPr/>
            </a:lvl2pPr>
            <a:lvl3pPr marL="1219140" indent="0">
              <a:buFontTx/>
              <a:buNone/>
              <a:defRPr/>
            </a:lvl3pPr>
            <a:lvl4pPr marL="1828709" indent="0">
              <a:buFontTx/>
              <a:buNone/>
              <a:defRPr/>
            </a:lvl4pPr>
            <a:lvl5pPr marL="2438278" indent="0">
              <a:buFontTx/>
              <a:buNone/>
              <a:defRPr/>
            </a:lvl5pPr>
          </a:lstStyle>
          <a:p>
            <a:pPr lvl="0"/>
            <a:r>
              <a:rPr lang="en-US"/>
              <a:t>Sub-title</a:t>
            </a:r>
          </a:p>
        </p:txBody>
      </p:sp>
      <p:pic>
        <p:nvPicPr>
          <p:cNvPr id="3" name="Picture 2" descr="Icon&#10;&#10;Description automatically generated">
            <a:hlinkClick r:id="rId3"/>
            <a:extLst>
              <a:ext uri="{FF2B5EF4-FFF2-40B4-BE49-F238E27FC236}">
                <a16:creationId xmlns:a16="http://schemas.microsoft.com/office/drawing/2014/main" id="{9936B5B3-40BF-0C16-70E6-087203FB5305}"/>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91406" y="7401498"/>
            <a:ext cx="564524" cy="564524"/>
          </a:xfrm>
          <a:prstGeom prst="rect">
            <a:avLst/>
          </a:prstGeom>
        </p:spPr>
      </p:pic>
      <p:pic>
        <p:nvPicPr>
          <p:cNvPr id="5" name="Picture 4" descr="Icon&#10;&#10;Description automatically generated">
            <a:hlinkClick r:id="rId5"/>
            <a:extLst>
              <a:ext uri="{FF2B5EF4-FFF2-40B4-BE49-F238E27FC236}">
                <a16:creationId xmlns:a16="http://schemas.microsoft.com/office/drawing/2014/main" id="{ABFF64A9-FB23-A4A7-2000-64FB9B71E380}"/>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051614" y="7401498"/>
            <a:ext cx="564524" cy="564524"/>
          </a:xfrm>
          <a:prstGeom prst="rect">
            <a:avLst/>
          </a:prstGeom>
        </p:spPr>
      </p:pic>
      <p:pic>
        <p:nvPicPr>
          <p:cNvPr id="9" name="Picture 8">
            <a:hlinkClick r:id="rId7"/>
            <a:extLst>
              <a:ext uri="{FF2B5EF4-FFF2-40B4-BE49-F238E27FC236}">
                <a16:creationId xmlns:a16="http://schemas.microsoft.com/office/drawing/2014/main" id="{4783935F-109B-7213-19BA-9CC4204F3DF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726434" y="7401498"/>
            <a:ext cx="564524" cy="564524"/>
          </a:xfrm>
          <a:prstGeom prst="rect">
            <a:avLst/>
          </a:prstGeom>
        </p:spPr>
      </p:pic>
      <p:pic>
        <p:nvPicPr>
          <p:cNvPr id="22" name="Picture 21" descr="Logo, icon&#10;&#10;Description automatically generated">
            <a:hlinkClick r:id="rId9"/>
            <a:extLst>
              <a:ext uri="{FF2B5EF4-FFF2-40B4-BE49-F238E27FC236}">
                <a16:creationId xmlns:a16="http://schemas.microsoft.com/office/drawing/2014/main" id="{7F0FE466-7DF0-C851-893A-9F92FFA4DFE7}"/>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2441151" y="7401498"/>
            <a:ext cx="564524" cy="564524"/>
          </a:xfrm>
          <a:prstGeom prst="rect">
            <a:avLst/>
          </a:prstGeom>
        </p:spPr>
      </p:pic>
      <p:pic>
        <p:nvPicPr>
          <p:cNvPr id="21" name="Graphic 20">
            <a:extLst>
              <a:ext uri="{FF2B5EF4-FFF2-40B4-BE49-F238E27FC236}">
                <a16:creationId xmlns:a16="http://schemas.microsoft.com/office/drawing/2014/main" id="{C0E2DFA2-6ED6-5180-48CF-8FF5BD139B4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1405" y="8537708"/>
            <a:ext cx="15504000" cy="34605"/>
          </a:xfrm>
          <a:prstGeom prst="rect">
            <a:avLst/>
          </a:prstGeom>
        </p:spPr>
      </p:pic>
      <p:grpSp>
        <p:nvGrpSpPr>
          <p:cNvPr id="23" name="Group 22">
            <a:extLst>
              <a:ext uri="{FF2B5EF4-FFF2-40B4-BE49-F238E27FC236}">
                <a16:creationId xmlns:a16="http://schemas.microsoft.com/office/drawing/2014/main" id="{57D438E7-1D8E-FB27-F4B2-C6343A61DA22}"/>
              </a:ext>
            </a:extLst>
          </p:cNvPr>
          <p:cNvGrpSpPr>
            <a:grpSpLocks noChangeAspect="1"/>
          </p:cNvGrpSpPr>
          <p:nvPr/>
        </p:nvGrpSpPr>
        <p:grpSpPr>
          <a:xfrm>
            <a:off x="391405" y="766212"/>
            <a:ext cx="3120000" cy="693093"/>
            <a:chOff x="10797898" y="6235376"/>
            <a:chExt cx="930940" cy="206804"/>
          </a:xfrm>
        </p:grpSpPr>
        <p:sp>
          <p:nvSpPr>
            <p:cNvPr id="27" name="Freeform: Shape 26">
              <a:extLst>
                <a:ext uri="{FF2B5EF4-FFF2-40B4-BE49-F238E27FC236}">
                  <a16:creationId xmlns:a16="http://schemas.microsoft.com/office/drawing/2014/main" id="{C23E7219-CED5-8E40-011F-BBF371E5C6D7}"/>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2400" dirty="0">
                <a:latin typeface="Tahoma" panose="020B0604030504040204" pitchFamily="34" charset="0"/>
              </a:endParaRPr>
            </a:p>
          </p:txBody>
        </p:sp>
        <p:sp>
          <p:nvSpPr>
            <p:cNvPr id="28" name="Freeform: Shape 27">
              <a:extLst>
                <a:ext uri="{FF2B5EF4-FFF2-40B4-BE49-F238E27FC236}">
                  <a16:creationId xmlns:a16="http://schemas.microsoft.com/office/drawing/2014/main" id="{48F92D48-5A0A-A4DE-3B16-698ED06A3B7F}"/>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chemeClr val="bg1"/>
            </a:solidFill>
            <a:ln w="12614" cap="flat">
              <a:noFill/>
              <a:prstDash val="solid"/>
              <a:miter/>
            </a:ln>
          </p:spPr>
          <p:txBody>
            <a:bodyPr rtlCol="0" anchor="ctr"/>
            <a:lstStyle/>
            <a:p>
              <a:endParaRPr lang="en-IN" sz="2400" dirty="0">
                <a:latin typeface="Tahoma" panose="020B0604030504040204" pitchFamily="34" charset="0"/>
              </a:endParaRPr>
            </a:p>
          </p:txBody>
        </p:sp>
        <p:sp>
          <p:nvSpPr>
            <p:cNvPr id="29" name="Freeform: Shape 28">
              <a:extLst>
                <a:ext uri="{FF2B5EF4-FFF2-40B4-BE49-F238E27FC236}">
                  <a16:creationId xmlns:a16="http://schemas.microsoft.com/office/drawing/2014/main" id="{B78364ED-CDCB-506D-E056-F0A009D79689}"/>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chemeClr val="bg1"/>
            </a:solidFill>
            <a:ln w="12614" cap="flat">
              <a:noFill/>
              <a:prstDash val="solid"/>
              <a:miter/>
            </a:ln>
          </p:spPr>
          <p:txBody>
            <a:bodyPr rtlCol="0" anchor="ctr"/>
            <a:lstStyle/>
            <a:p>
              <a:endParaRPr lang="en-IN" sz="2400" dirty="0">
                <a:latin typeface="Tahoma" panose="020B0604030504040204" pitchFamily="34" charset="0"/>
              </a:endParaRPr>
            </a:p>
          </p:txBody>
        </p:sp>
        <p:sp>
          <p:nvSpPr>
            <p:cNvPr id="30" name="Freeform: Shape 29">
              <a:extLst>
                <a:ext uri="{FF2B5EF4-FFF2-40B4-BE49-F238E27FC236}">
                  <a16:creationId xmlns:a16="http://schemas.microsoft.com/office/drawing/2014/main" id="{09002D2B-7D8F-CE1D-099A-F21826858985}"/>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chemeClr val="bg1"/>
            </a:solidFill>
            <a:ln w="12614" cap="flat">
              <a:noFill/>
              <a:prstDash val="solid"/>
              <a:miter/>
            </a:ln>
          </p:spPr>
          <p:txBody>
            <a:bodyPr rtlCol="0" anchor="ctr"/>
            <a:lstStyle/>
            <a:p>
              <a:endParaRPr lang="en-IN" sz="2400" dirty="0">
                <a:latin typeface="Tahoma" panose="020B0604030504040204" pitchFamily="34" charset="0"/>
              </a:endParaRPr>
            </a:p>
          </p:txBody>
        </p:sp>
        <p:sp>
          <p:nvSpPr>
            <p:cNvPr id="31" name="Freeform: Shape 30">
              <a:extLst>
                <a:ext uri="{FF2B5EF4-FFF2-40B4-BE49-F238E27FC236}">
                  <a16:creationId xmlns:a16="http://schemas.microsoft.com/office/drawing/2014/main" id="{A9560BE7-80B6-0BD2-11D1-2EE6DD9AF0C7}"/>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chemeClr val="bg1"/>
            </a:solidFill>
            <a:ln w="12614" cap="flat">
              <a:noFill/>
              <a:prstDash val="solid"/>
              <a:miter/>
            </a:ln>
          </p:spPr>
          <p:txBody>
            <a:bodyPr rtlCol="0" anchor="ctr"/>
            <a:lstStyle/>
            <a:p>
              <a:endParaRPr lang="en-IN" sz="2400" dirty="0">
                <a:latin typeface="Tahoma" panose="020B0604030504040204" pitchFamily="34" charset="0"/>
              </a:endParaRPr>
            </a:p>
          </p:txBody>
        </p:sp>
        <p:sp>
          <p:nvSpPr>
            <p:cNvPr id="32" name="Freeform: Shape 31">
              <a:extLst>
                <a:ext uri="{FF2B5EF4-FFF2-40B4-BE49-F238E27FC236}">
                  <a16:creationId xmlns:a16="http://schemas.microsoft.com/office/drawing/2014/main" id="{32E805A9-5B66-C427-2ABD-024CEA9170EE}"/>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chemeClr val="bg1"/>
            </a:solidFill>
            <a:ln w="12614" cap="flat">
              <a:noFill/>
              <a:prstDash val="solid"/>
              <a:miter/>
            </a:ln>
          </p:spPr>
          <p:txBody>
            <a:bodyPr rtlCol="0" anchor="ctr"/>
            <a:lstStyle/>
            <a:p>
              <a:endParaRPr lang="en-IN" sz="2400" dirty="0">
                <a:latin typeface="Tahoma" panose="020B0604030504040204" pitchFamily="34" charset="0"/>
              </a:endParaRPr>
            </a:p>
          </p:txBody>
        </p:sp>
        <p:sp>
          <p:nvSpPr>
            <p:cNvPr id="33" name="Freeform: Shape 32">
              <a:extLst>
                <a:ext uri="{FF2B5EF4-FFF2-40B4-BE49-F238E27FC236}">
                  <a16:creationId xmlns:a16="http://schemas.microsoft.com/office/drawing/2014/main" id="{A7D1FEEA-BB92-7CE7-88DA-D7A243F3C2B1}"/>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2400" dirty="0">
                <a:latin typeface="Tahoma" panose="020B0604030504040204" pitchFamily="34" charset="0"/>
              </a:endParaRPr>
            </a:p>
          </p:txBody>
        </p:sp>
        <p:sp>
          <p:nvSpPr>
            <p:cNvPr id="34" name="Freeform: Shape 33">
              <a:extLst>
                <a:ext uri="{FF2B5EF4-FFF2-40B4-BE49-F238E27FC236}">
                  <a16:creationId xmlns:a16="http://schemas.microsoft.com/office/drawing/2014/main" id="{5E06E8E6-6968-17C6-F21F-425D99596C3E}"/>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chemeClr val="bg1"/>
            </a:solidFill>
            <a:ln w="12614" cap="flat">
              <a:noFill/>
              <a:prstDash val="solid"/>
              <a:miter/>
            </a:ln>
          </p:spPr>
          <p:txBody>
            <a:bodyPr rtlCol="0" anchor="ctr"/>
            <a:lstStyle/>
            <a:p>
              <a:endParaRPr lang="en-IN" sz="2400" dirty="0">
                <a:latin typeface="Tahoma" panose="020B0604030504040204" pitchFamily="34" charset="0"/>
              </a:endParaRPr>
            </a:p>
          </p:txBody>
        </p:sp>
      </p:grpSp>
      <p:cxnSp>
        <p:nvCxnSpPr>
          <p:cNvPr id="2" name="Straight Connector 1">
            <a:extLst>
              <a:ext uri="{FF2B5EF4-FFF2-40B4-BE49-F238E27FC236}">
                <a16:creationId xmlns:a16="http://schemas.microsoft.com/office/drawing/2014/main" id="{73D46C6C-21FB-02DB-8024-6B0F03C50566}"/>
              </a:ext>
            </a:extLst>
          </p:cNvPr>
          <p:cNvCxnSpPr/>
          <p:nvPr/>
        </p:nvCxnSpPr>
        <p:spPr>
          <a:xfrm>
            <a:off x="808731" y="8700533"/>
            <a:ext cx="0" cy="28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746C2405-5922-9B77-A697-23B8C758016A}"/>
              </a:ext>
            </a:extLst>
          </p:cNvPr>
          <p:cNvSpPr txBox="1">
            <a:spLocks/>
          </p:cNvSpPr>
          <p:nvPr/>
        </p:nvSpPr>
        <p:spPr>
          <a:xfrm>
            <a:off x="996008" y="8614744"/>
            <a:ext cx="5486400"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33" dirty="0">
                <a:solidFill>
                  <a:schemeClr val="bg1"/>
                </a:solidFill>
                <a:latin typeface="+mj-lt"/>
              </a:rPr>
              <a:t>© Coforge,          | Confidential</a:t>
            </a:r>
          </a:p>
        </p:txBody>
      </p:sp>
      <p:sp>
        <p:nvSpPr>
          <p:cNvPr id="12" name="Footer Placeholder 4">
            <a:extLst>
              <a:ext uri="{FF2B5EF4-FFF2-40B4-BE49-F238E27FC236}">
                <a16:creationId xmlns:a16="http://schemas.microsoft.com/office/drawing/2014/main" id="{68E7BC82-316E-6C1A-E465-C813511F31A4}"/>
              </a:ext>
            </a:extLst>
          </p:cNvPr>
          <p:cNvSpPr txBox="1">
            <a:spLocks/>
          </p:cNvSpPr>
          <p:nvPr/>
        </p:nvSpPr>
        <p:spPr>
          <a:xfrm>
            <a:off x="266955" y="8598360"/>
            <a:ext cx="547888"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867" b="1" smtClean="0">
                <a:solidFill>
                  <a:schemeClr val="bg1"/>
                </a:solidFill>
                <a:latin typeface="+mj-lt"/>
              </a:rPr>
              <a:pPr algn="r"/>
              <a:t>‹#›</a:t>
            </a:fld>
            <a:endParaRPr lang="en-IN" sz="1867" b="1" dirty="0">
              <a:solidFill>
                <a:schemeClr val="bg1"/>
              </a:solidFill>
              <a:latin typeface="+mj-lt"/>
            </a:endParaRPr>
          </a:p>
        </p:txBody>
      </p:sp>
      <p:sp>
        <p:nvSpPr>
          <p:cNvPr id="13" name="TextBox 12">
            <a:extLst>
              <a:ext uri="{FF2B5EF4-FFF2-40B4-BE49-F238E27FC236}">
                <a16:creationId xmlns:a16="http://schemas.microsoft.com/office/drawing/2014/main" id="{F3EC9774-DCC6-A4D8-8F32-ACD871A7B36D}"/>
              </a:ext>
            </a:extLst>
          </p:cNvPr>
          <p:cNvSpPr txBox="1"/>
          <p:nvPr/>
        </p:nvSpPr>
        <p:spPr>
          <a:xfrm>
            <a:off x="1888359" y="8700535"/>
            <a:ext cx="472047" cy="328295"/>
          </a:xfrm>
          <a:prstGeom prst="rect">
            <a:avLst/>
          </a:prstGeom>
          <a:noFill/>
        </p:spPr>
        <p:txBody>
          <a:bodyPr wrap="square" lIns="0" rIns="0" rtlCol="0">
            <a:noAutofit/>
          </a:bodyPr>
          <a:lstStyle/>
          <a:p>
            <a:fld id="{57FC2BA8-9C58-4A6C-A3F7-A68CE0E64ABF}" type="datetimeyyyy">
              <a:rPr lang="en-IN" sz="1333" smtClean="0">
                <a:solidFill>
                  <a:schemeClr val="bg1"/>
                </a:solidFill>
                <a:latin typeface="+mj-lt"/>
              </a:rPr>
              <a:t>2026</a:t>
            </a:fld>
            <a:endParaRPr lang="en-IN" sz="2400" dirty="0">
              <a:solidFill>
                <a:schemeClr val="bg1"/>
              </a:solidFill>
              <a:latin typeface="+mj-lt"/>
            </a:endParaRPr>
          </a:p>
        </p:txBody>
      </p:sp>
    </p:spTree>
    <p:extLst>
      <p:ext uri="{BB962C8B-B14F-4D97-AF65-F5344CB8AC3E}">
        <p14:creationId xmlns:p14="http://schemas.microsoft.com/office/powerpoint/2010/main" val="2219784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6F9C-E886-F8AA-2FCD-4147CD1AA9A5}"/>
              </a:ext>
            </a:extLst>
          </p:cNvPr>
          <p:cNvSpPr>
            <a:spLocks noGrp="1"/>
          </p:cNvSpPr>
          <p:nvPr>
            <p:ph type="title"/>
          </p:nvPr>
        </p:nvSpPr>
        <p:spPr/>
        <p:txBody>
          <a:bodyPr/>
          <a:lstStyle>
            <a:lvl1pPr>
              <a:defRPr>
                <a:solidFill>
                  <a:srgbClr val="082340"/>
                </a:solidFill>
              </a:defRPr>
            </a:lvl1pPr>
          </a:lstStyle>
          <a:p>
            <a:r>
              <a:rPr lang="en-US"/>
              <a:t>Click to edit Master title style</a:t>
            </a:r>
            <a:endParaRPr lang="en-IN"/>
          </a:p>
        </p:txBody>
      </p:sp>
      <p:grpSp>
        <p:nvGrpSpPr>
          <p:cNvPr id="3" name="Logo">
            <a:extLst>
              <a:ext uri="{FF2B5EF4-FFF2-40B4-BE49-F238E27FC236}">
                <a16:creationId xmlns:a16="http://schemas.microsoft.com/office/drawing/2014/main" id="{6DD5877F-1928-1A5B-4F63-57EA7B550706}"/>
              </a:ext>
            </a:extLst>
          </p:cNvPr>
          <p:cNvGrpSpPr/>
          <p:nvPr userDrawn="1"/>
        </p:nvGrpSpPr>
        <p:grpSpPr>
          <a:xfrm>
            <a:off x="14850408" y="8741258"/>
            <a:ext cx="1044997" cy="232141"/>
            <a:chOff x="10797898" y="6235376"/>
            <a:chExt cx="930940" cy="206804"/>
          </a:xfrm>
        </p:grpSpPr>
        <p:sp>
          <p:nvSpPr>
            <p:cNvPr id="4" name="Freeform: Shape 3">
              <a:extLst>
                <a:ext uri="{FF2B5EF4-FFF2-40B4-BE49-F238E27FC236}">
                  <a16:creationId xmlns:a16="http://schemas.microsoft.com/office/drawing/2014/main" id="{84CBF3E8-82AF-B894-3820-8F693BB27E10}"/>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2400" dirty="0"/>
            </a:p>
          </p:txBody>
        </p:sp>
        <p:sp>
          <p:nvSpPr>
            <p:cNvPr id="5" name="Freeform: Shape 4">
              <a:extLst>
                <a:ext uri="{FF2B5EF4-FFF2-40B4-BE49-F238E27FC236}">
                  <a16:creationId xmlns:a16="http://schemas.microsoft.com/office/drawing/2014/main" id="{A2912847-5B82-1B70-52AF-421B4B3A3BB2}"/>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rgbClr val="092340"/>
            </a:solidFill>
            <a:ln w="12614" cap="flat">
              <a:noFill/>
              <a:prstDash val="solid"/>
              <a:miter/>
            </a:ln>
          </p:spPr>
          <p:txBody>
            <a:bodyPr rtlCol="0" anchor="ctr"/>
            <a:lstStyle/>
            <a:p>
              <a:endParaRPr lang="en-IN" sz="2400" dirty="0"/>
            </a:p>
          </p:txBody>
        </p:sp>
        <p:sp>
          <p:nvSpPr>
            <p:cNvPr id="6" name="Freeform: Shape 5">
              <a:extLst>
                <a:ext uri="{FF2B5EF4-FFF2-40B4-BE49-F238E27FC236}">
                  <a16:creationId xmlns:a16="http://schemas.microsoft.com/office/drawing/2014/main" id="{77C19712-530B-5888-324F-7969D6664E91}"/>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rgbClr val="092340"/>
            </a:solidFill>
            <a:ln w="12614" cap="flat">
              <a:noFill/>
              <a:prstDash val="solid"/>
              <a:miter/>
            </a:ln>
          </p:spPr>
          <p:txBody>
            <a:bodyPr rtlCol="0" anchor="ctr"/>
            <a:lstStyle/>
            <a:p>
              <a:endParaRPr lang="en-IN" sz="2400" dirty="0"/>
            </a:p>
          </p:txBody>
        </p:sp>
        <p:sp>
          <p:nvSpPr>
            <p:cNvPr id="7" name="Freeform: Shape 6">
              <a:extLst>
                <a:ext uri="{FF2B5EF4-FFF2-40B4-BE49-F238E27FC236}">
                  <a16:creationId xmlns:a16="http://schemas.microsoft.com/office/drawing/2014/main" id="{5A69DE6E-860E-20F6-FAA8-7122F07B7BA9}"/>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rgbClr val="092340"/>
            </a:solidFill>
            <a:ln w="12614" cap="flat">
              <a:noFill/>
              <a:prstDash val="solid"/>
              <a:miter/>
            </a:ln>
          </p:spPr>
          <p:txBody>
            <a:bodyPr rtlCol="0" anchor="ctr"/>
            <a:lstStyle/>
            <a:p>
              <a:endParaRPr lang="en-IN" sz="2400" dirty="0"/>
            </a:p>
          </p:txBody>
        </p:sp>
        <p:sp>
          <p:nvSpPr>
            <p:cNvPr id="8" name="Freeform: Shape 7">
              <a:extLst>
                <a:ext uri="{FF2B5EF4-FFF2-40B4-BE49-F238E27FC236}">
                  <a16:creationId xmlns:a16="http://schemas.microsoft.com/office/drawing/2014/main" id="{ACD63CA7-4E47-263A-470B-AAE7C107636B}"/>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rgbClr val="092340"/>
            </a:solidFill>
            <a:ln w="12614" cap="flat">
              <a:noFill/>
              <a:prstDash val="solid"/>
              <a:miter/>
            </a:ln>
          </p:spPr>
          <p:txBody>
            <a:bodyPr rtlCol="0" anchor="ctr"/>
            <a:lstStyle/>
            <a:p>
              <a:endParaRPr lang="en-IN" sz="2400" dirty="0"/>
            </a:p>
          </p:txBody>
        </p:sp>
        <p:sp>
          <p:nvSpPr>
            <p:cNvPr id="9" name="Freeform: Shape 8">
              <a:extLst>
                <a:ext uri="{FF2B5EF4-FFF2-40B4-BE49-F238E27FC236}">
                  <a16:creationId xmlns:a16="http://schemas.microsoft.com/office/drawing/2014/main" id="{4EC49D8B-D84D-D9A6-EF13-B2410B8F4D9D}"/>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rgbClr val="092340"/>
            </a:solidFill>
            <a:ln w="12614" cap="flat">
              <a:noFill/>
              <a:prstDash val="solid"/>
              <a:miter/>
            </a:ln>
          </p:spPr>
          <p:txBody>
            <a:bodyPr rtlCol="0" anchor="ctr"/>
            <a:lstStyle/>
            <a:p>
              <a:endParaRPr lang="en-IN" sz="2400" dirty="0"/>
            </a:p>
          </p:txBody>
        </p:sp>
        <p:sp>
          <p:nvSpPr>
            <p:cNvPr id="10" name="Freeform: Shape 9">
              <a:extLst>
                <a:ext uri="{FF2B5EF4-FFF2-40B4-BE49-F238E27FC236}">
                  <a16:creationId xmlns:a16="http://schemas.microsoft.com/office/drawing/2014/main" id="{FD4F1836-A38C-59A8-D99E-6E8FF49211AD}"/>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2400" dirty="0"/>
            </a:p>
          </p:txBody>
        </p:sp>
        <p:sp>
          <p:nvSpPr>
            <p:cNvPr id="11" name="Freeform: Shape 10">
              <a:extLst>
                <a:ext uri="{FF2B5EF4-FFF2-40B4-BE49-F238E27FC236}">
                  <a16:creationId xmlns:a16="http://schemas.microsoft.com/office/drawing/2014/main" id="{AA355FDC-E69C-89E1-B6A2-51C731804036}"/>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rgbClr val="092340"/>
            </a:solidFill>
            <a:ln w="12614" cap="flat">
              <a:noFill/>
              <a:prstDash val="solid"/>
              <a:miter/>
            </a:ln>
          </p:spPr>
          <p:txBody>
            <a:bodyPr rtlCol="0" anchor="ctr"/>
            <a:lstStyle/>
            <a:p>
              <a:endParaRPr lang="en-IN" sz="2400" dirty="0"/>
            </a:p>
          </p:txBody>
        </p:sp>
      </p:grpSp>
      <p:pic>
        <p:nvPicPr>
          <p:cNvPr id="12" name="Graphic 11">
            <a:extLst>
              <a:ext uri="{FF2B5EF4-FFF2-40B4-BE49-F238E27FC236}">
                <a16:creationId xmlns:a16="http://schemas.microsoft.com/office/drawing/2014/main" id="{A2079DCF-7BD9-C233-7A72-D340F7FFF26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1405" y="8537708"/>
            <a:ext cx="15504000" cy="34605"/>
          </a:xfrm>
          <a:prstGeom prst="rect">
            <a:avLst/>
          </a:prstGeom>
        </p:spPr>
      </p:pic>
      <p:cxnSp>
        <p:nvCxnSpPr>
          <p:cNvPr id="13" name="Straight Connector 12">
            <a:extLst>
              <a:ext uri="{FF2B5EF4-FFF2-40B4-BE49-F238E27FC236}">
                <a16:creationId xmlns:a16="http://schemas.microsoft.com/office/drawing/2014/main" id="{2566BE96-81D1-988B-2712-C01AEB893385}"/>
              </a:ext>
            </a:extLst>
          </p:cNvPr>
          <p:cNvCxnSpPr/>
          <p:nvPr userDrawn="1"/>
        </p:nvCxnSpPr>
        <p:spPr>
          <a:xfrm>
            <a:off x="808731" y="8700533"/>
            <a:ext cx="0" cy="288000"/>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9C887FBF-32D3-6E9D-8A84-376F92243577}"/>
              </a:ext>
            </a:extLst>
          </p:cNvPr>
          <p:cNvSpPr txBox="1">
            <a:spLocks/>
          </p:cNvSpPr>
          <p:nvPr userDrawn="1"/>
        </p:nvSpPr>
        <p:spPr>
          <a:xfrm>
            <a:off x="996008" y="8614742"/>
            <a:ext cx="5486400"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defTabSz="1219170" rtl="0" eaLnBrk="1" latinLnBrk="0" hangingPunct="1"/>
            <a:r>
              <a:rPr lang="en-IN" sz="1333" kern="1200" dirty="0">
                <a:solidFill>
                  <a:schemeClr val="tx1"/>
                </a:solidFill>
                <a:latin typeface="+mj-lt"/>
                <a:ea typeface="+mn-ea"/>
                <a:cs typeface="+mn-cs"/>
              </a:rPr>
              <a:t>© Coforge,          | Confidential</a:t>
            </a:r>
          </a:p>
        </p:txBody>
      </p:sp>
      <p:sp>
        <p:nvSpPr>
          <p:cNvPr id="15" name="Footer Placeholder 4">
            <a:extLst>
              <a:ext uri="{FF2B5EF4-FFF2-40B4-BE49-F238E27FC236}">
                <a16:creationId xmlns:a16="http://schemas.microsoft.com/office/drawing/2014/main" id="{FBFB0C1A-6D43-480A-6FA8-24B136DB26A6}"/>
              </a:ext>
            </a:extLst>
          </p:cNvPr>
          <p:cNvSpPr txBox="1">
            <a:spLocks/>
          </p:cNvSpPr>
          <p:nvPr userDrawn="1"/>
        </p:nvSpPr>
        <p:spPr>
          <a:xfrm>
            <a:off x="266955" y="8598358"/>
            <a:ext cx="547888"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867" b="1" kern="1200" smtClean="0">
                <a:solidFill>
                  <a:schemeClr val="tx1"/>
                </a:solidFill>
                <a:latin typeface="+mj-lt"/>
                <a:ea typeface="+mn-ea"/>
                <a:cs typeface="+mn-cs"/>
              </a:rPr>
              <a:pPr algn="r"/>
              <a:t>‹#›</a:t>
            </a:fld>
            <a:endParaRPr lang="en-IN" sz="1867" b="1" kern="1200" dirty="0">
              <a:solidFill>
                <a:schemeClr val="tx1"/>
              </a:solidFill>
              <a:latin typeface="+mj-lt"/>
              <a:ea typeface="+mn-ea"/>
              <a:cs typeface="+mn-cs"/>
            </a:endParaRPr>
          </a:p>
        </p:txBody>
      </p:sp>
      <p:sp>
        <p:nvSpPr>
          <p:cNvPr id="16" name="TextBox 15">
            <a:extLst>
              <a:ext uri="{FF2B5EF4-FFF2-40B4-BE49-F238E27FC236}">
                <a16:creationId xmlns:a16="http://schemas.microsoft.com/office/drawing/2014/main" id="{299111A2-2B2E-F2D3-AF5F-E23CE316EB88}"/>
              </a:ext>
            </a:extLst>
          </p:cNvPr>
          <p:cNvSpPr txBox="1"/>
          <p:nvPr userDrawn="1"/>
        </p:nvSpPr>
        <p:spPr>
          <a:xfrm>
            <a:off x="1888358" y="8700534"/>
            <a:ext cx="472047" cy="328295"/>
          </a:xfrm>
          <a:prstGeom prst="rect">
            <a:avLst/>
          </a:prstGeom>
          <a:noFill/>
        </p:spPr>
        <p:txBody>
          <a:bodyPr wrap="square" lIns="0" rIns="0" rtlCol="0">
            <a:noAutofit/>
          </a:bodyPr>
          <a:lstStyle/>
          <a:p>
            <a:fld id="{57FC2BA8-9C58-4A6C-A3F7-A68CE0E64ABF}" type="datetimeyyyy">
              <a:rPr lang="en-IN" sz="1333" kern="1200" smtClean="0">
                <a:solidFill>
                  <a:schemeClr val="tx1"/>
                </a:solidFill>
                <a:latin typeface="+mj-lt"/>
                <a:ea typeface="+mn-ea"/>
                <a:cs typeface="+mn-cs"/>
              </a:rPr>
              <a:t>2026</a:t>
            </a:fld>
            <a:endParaRPr lang="en-IN" sz="1333" kern="1200" dirty="0">
              <a:solidFill>
                <a:schemeClr val="tx1"/>
              </a:solidFill>
              <a:latin typeface="+mj-lt"/>
              <a:ea typeface="+mn-ea"/>
              <a:cs typeface="+mn-cs"/>
            </a:endParaRPr>
          </a:p>
        </p:txBody>
      </p:sp>
    </p:spTree>
    <p:extLst>
      <p:ext uri="{BB962C8B-B14F-4D97-AF65-F5344CB8AC3E}">
        <p14:creationId xmlns:p14="http://schemas.microsoft.com/office/powerpoint/2010/main" val="319870834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340"/>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2BA627A-B28C-789C-990E-3B1F53F80026}"/>
              </a:ext>
            </a:extLst>
          </p:cNvPr>
          <p:cNvSpPr>
            <a:spLocks noGrp="1"/>
          </p:cNvSpPr>
          <p:nvPr>
            <p:ph type="title"/>
          </p:nvPr>
        </p:nvSpPr>
        <p:spPr>
          <a:xfrm>
            <a:off x="391406" y="206400"/>
            <a:ext cx="15503999" cy="1260685"/>
          </a:xfrm>
          <a:prstGeom prst="rect">
            <a:avLst/>
          </a:prstGeom>
        </p:spPr>
        <p:txBody>
          <a:bodyPr vert="horz" lIns="0" tIns="45720" rIns="91440" bIns="45720" rtlCol="0" anchor="ctr">
            <a:normAutofit/>
          </a:bodyPr>
          <a:lstStyle/>
          <a:p>
            <a:r>
              <a:rPr lang="en-US"/>
              <a:t>Click to edit Master title style</a:t>
            </a:r>
            <a:endParaRPr lang="en-IN"/>
          </a:p>
        </p:txBody>
      </p:sp>
      <p:sp>
        <p:nvSpPr>
          <p:cNvPr id="8" name="Text Placeholder 2">
            <a:extLst>
              <a:ext uri="{FF2B5EF4-FFF2-40B4-BE49-F238E27FC236}">
                <a16:creationId xmlns:a16="http://schemas.microsoft.com/office/drawing/2014/main" id="{2138C0DF-603C-2744-FED7-92DBFA303FEA}"/>
              </a:ext>
            </a:extLst>
          </p:cNvPr>
          <p:cNvSpPr>
            <a:spLocks noGrp="1"/>
          </p:cNvSpPr>
          <p:nvPr>
            <p:ph type="body" idx="1"/>
          </p:nvPr>
        </p:nvSpPr>
        <p:spPr>
          <a:xfrm>
            <a:off x="391406" y="1818893"/>
            <a:ext cx="15503999" cy="6501599"/>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2" name="Graphic 1">
            <a:extLst>
              <a:ext uri="{FF2B5EF4-FFF2-40B4-BE49-F238E27FC236}">
                <a16:creationId xmlns:a16="http://schemas.microsoft.com/office/drawing/2014/main" id="{C72F4EE0-47B6-F2AC-A92D-B4B8BB91C3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1405" y="8537708"/>
            <a:ext cx="15504000" cy="34605"/>
          </a:xfrm>
          <a:prstGeom prst="rect">
            <a:avLst/>
          </a:prstGeom>
        </p:spPr>
      </p:pic>
      <p:grpSp>
        <p:nvGrpSpPr>
          <p:cNvPr id="10" name="Group 9">
            <a:extLst>
              <a:ext uri="{FF2B5EF4-FFF2-40B4-BE49-F238E27FC236}">
                <a16:creationId xmlns:a16="http://schemas.microsoft.com/office/drawing/2014/main" id="{E113D18F-E541-3AC4-E3E9-6EDDF913793A}"/>
              </a:ext>
            </a:extLst>
          </p:cNvPr>
          <p:cNvGrpSpPr/>
          <p:nvPr/>
        </p:nvGrpSpPr>
        <p:grpSpPr>
          <a:xfrm>
            <a:off x="16357280" y="40571"/>
            <a:ext cx="1803721" cy="2568517"/>
            <a:chOff x="12267959" y="30428"/>
            <a:chExt cx="1352791" cy="1926388"/>
          </a:xfrm>
        </p:grpSpPr>
        <p:sp>
          <p:nvSpPr>
            <p:cNvPr id="20" name="TextBox 19">
              <a:extLst>
                <a:ext uri="{FF2B5EF4-FFF2-40B4-BE49-F238E27FC236}">
                  <a16:creationId xmlns:a16="http://schemas.microsoft.com/office/drawing/2014/main" id="{A8D4105A-CDE7-74A0-ADA6-4E4A0A7135FD}"/>
                </a:ext>
              </a:extLst>
            </p:cNvPr>
            <p:cNvSpPr txBox="1"/>
            <p:nvPr/>
          </p:nvSpPr>
          <p:spPr>
            <a:xfrm>
              <a:off x="12267959" y="30428"/>
              <a:ext cx="1352791" cy="1926388"/>
            </a:xfrm>
            <a:prstGeom prst="rect">
              <a:avLst/>
            </a:prstGeom>
            <a:noFill/>
            <a:ln>
              <a:solidFill>
                <a:schemeClr val="tx2"/>
              </a:solidFill>
            </a:ln>
          </p:spPr>
          <p:txBody>
            <a:bodyPr wrap="square" rtlCol="0">
              <a:noAutofit/>
            </a:bodyPr>
            <a:lstStyle/>
            <a:p>
              <a:r>
                <a:rPr lang="en-IN" sz="1600"/>
                <a:t>To color fill any shapes including text boxes, pick any of the below colors using “Eyedropper”.</a:t>
              </a:r>
            </a:p>
          </p:txBody>
        </p:sp>
        <p:sp>
          <p:nvSpPr>
            <p:cNvPr id="21" name="Rectangle 20">
              <a:extLst>
                <a:ext uri="{FF2B5EF4-FFF2-40B4-BE49-F238E27FC236}">
                  <a16:creationId xmlns:a16="http://schemas.microsoft.com/office/drawing/2014/main" id="{0CA14573-24DF-33D3-7EC8-5AEE8E36DCF5}"/>
                </a:ext>
              </a:extLst>
            </p:cNvPr>
            <p:cNvSpPr/>
            <p:nvPr/>
          </p:nvSpPr>
          <p:spPr>
            <a:xfrm>
              <a:off x="12326112" y="1364169"/>
              <a:ext cx="246888" cy="2468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2" name="Rectangle 21">
              <a:extLst>
                <a:ext uri="{FF2B5EF4-FFF2-40B4-BE49-F238E27FC236}">
                  <a16:creationId xmlns:a16="http://schemas.microsoft.com/office/drawing/2014/main" id="{C7C36C9E-0D1B-F2F2-AF72-11829994B38A}"/>
                </a:ext>
              </a:extLst>
            </p:cNvPr>
            <p:cNvSpPr/>
            <p:nvPr/>
          </p:nvSpPr>
          <p:spPr>
            <a:xfrm>
              <a:off x="12627864" y="1364169"/>
              <a:ext cx="246888" cy="24688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3" name="Rectangle 22">
              <a:extLst>
                <a:ext uri="{FF2B5EF4-FFF2-40B4-BE49-F238E27FC236}">
                  <a16:creationId xmlns:a16="http://schemas.microsoft.com/office/drawing/2014/main" id="{FD27272F-1FC1-D499-BB49-7480A6194883}"/>
                </a:ext>
              </a:extLst>
            </p:cNvPr>
            <p:cNvSpPr/>
            <p:nvPr/>
          </p:nvSpPr>
          <p:spPr>
            <a:xfrm>
              <a:off x="12627864" y="1657350"/>
              <a:ext cx="246888" cy="24688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4" name="Rectangle 23">
              <a:extLst>
                <a:ext uri="{FF2B5EF4-FFF2-40B4-BE49-F238E27FC236}">
                  <a16:creationId xmlns:a16="http://schemas.microsoft.com/office/drawing/2014/main" id="{B6B85181-A0F3-DD97-20FA-9DC0F9DBF524}"/>
                </a:ext>
              </a:extLst>
            </p:cNvPr>
            <p:cNvSpPr/>
            <p:nvPr/>
          </p:nvSpPr>
          <p:spPr>
            <a:xfrm>
              <a:off x="12326112" y="1657350"/>
              <a:ext cx="246888" cy="24688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p>
          </p:txBody>
        </p:sp>
      </p:grpSp>
      <p:cxnSp>
        <p:nvCxnSpPr>
          <p:cNvPr id="6" name="Straight Connector 5">
            <a:extLst>
              <a:ext uri="{FF2B5EF4-FFF2-40B4-BE49-F238E27FC236}">
                <a16:creationId xmlns:a16="http://schemas.microsoft.com/office/drawing/2014/main" id="{039497DA-7C92-4A96-AA5F-465C4E518768}"/>
              </a:ext>
            </a:extLst>
          </p:cNvPr>
          <p:cNvCxnSpPr/>
          <p:nvPr/>
        </p:nvCxnSpPr>
        <p:spPr>
          <a:xfrm>
            <a:off x="808731" y="8700533"/>
            <a:ext cx="0" cy="28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Footer Placeholder 4">
            <a:extLst>
              <a:ext uri="{FF2B5EF4-FFF2-40B4-BE49-F238E27FC236}">
                <a16:creationId xmlns:a16="http://schemas.microsoft.com/office/drawing/2014/main" id="{2CB89D83-4FDB-8309-D2AB-1E638CC8A1CF}"/>
              </a:ext>
            </a:extLst>
          </p:cNvPr>
          <p:cNvSpPr txBox="1">
            <a:spLocks/>
          </p:cNvSpPr>
          <p:nvPr/>
        </p:nvSpPr>
        <p:spPr>
          <a:xfrm>
            <a:off x="996008" y="8614742"/>
            <a:ext cx="5486400"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33">
                <a:solidFill>
                  <a:schemeClr val="bg1"/>
                </a:solidFill>
                <a:latin typeface="+mj-lt"/>
              </a:rPr>
              <a:t>© Coforge,          | Confidential</a:t>
            </a:r>
          </a:p>
        </p:txBody>
      </p:sp>
      <p:sp>
        <p:nvSpPr>
          <p:cNvPr id="26" name="Footer Placeholder 4">
            <a:extLst>
              <a:ext uri="{FF2B5EF4-FFF2-40B4-BE49-F238E27FC236}">
                <a16:creationId xmlns:a16="http://schemas.microsoft.com/office/drawing/2014/main" id="{0BE9D8D4-3ACF-F9F8-3172-2D7A0B8E055C}"/>
              </a:ext>
            </a:extLst>
          </p:cNvPr>
          <p:cNvSpPr txBox="1">
            <a:spLocks/>
          </p:cNvSpPr>
          <p:nvPr/>
        </p:nvSpPr>
        <p:spPr>
          <a:xfrm>
            <a:off x="266955" y="8598358"/>
            <a:ext cx="547888"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867" b="1" smtClean="0">
                <a:solidFill>
                  <a:schemeClr val="bg1"/>
                </a:solidFill>
                <a:latin typeface="+mj-lt"/>
              </a:rPr>
              <a:pPr algn="r"/>
              <a:t>‹#›</a:t>
            </a:fld>
            <a:endParaRPr lang="en-IN" sz="1867" b="1">
              <a:solidFill>
                <a:schemeClr val="bg1"/>
              </a:solidFill>
              <a:latin typeface="+mj-lt"/>
            </a:endParaRPr>
          </a:p>
        </p:txBody>
      </p:sp>
      <p:grpSp>
        <p:nvGrpSpPr>
          <p:cNvPr id="9" name="Group 8">
            <a:extLst>
              <a:ext uri="{FF2B5EF4-FFF2-40B4-BE49-F238E27FC236}">
                <a16:creationId xmlns:a16="http://schemas.microsoft.com/office/drawing/2014/main" id="{B4FB7E65-45B4-1002-8CB3-FEF2C434DB86}"/>
              </a:ext>
            </a:extLst>
          </p:cNvPr>
          <p:cNvGrpSpPr>
            <a:grpSpLocks noChangeAspect="1"/>
          </p:cNvGrpSpPr>
          <p:nvPr/>
        </p:nvGrpSpPr>
        <p:grpSpPr>
          <a:xfrm>
            <a:off x="14850000" y="8740802"/>
            <a:ext cx="1054800" cy="234319"/>
            <a:chOff x="10797898" y="6235376"/>
            <a:chExt cx="930940" cy="206804"/>
          </a:xfrm>
        </p:grpSpPr>
        <p:sp>
          <p:nvSpPr>
            <p:cNvPr id="11" name="Freeform: Shape 10">
              <a:extLst>
                <a:ext uri="{FF2B5EF4-FFF2-40B4-BE49-F238E27FC236}">
                  <a16:creationId xmlns:a16="http://schemas.microsoft.com/office/drawing/2014/main" id="{0EE69337-E7FF-0B43-EFC4-66F18FF761A2}"/>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3200">
                <a:latin typeface="Anek Devanagari" pitchFamily="2" charset="0"/>
              </a:endParaRPr>
            </a:p>
          </p:txBody>
        </p:sp>
        <p:sp>
          <p:nvSpPr>
            <p:cNvPr id="12" name="Freeform: Shape 11">
              <a:extLst>
                <a:ext uri="{FF2B5EF4-FFF2-40B4-BE49-F238E27FC236}">
                  <a16:creationId xmlns:a16="http://schemas.microsoft.com/office/drawing/2014/main" id="{527EBB3E-D7DB-51FA-3FD5-E1C239BBED52}"/>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chemeClr val="bg1"/>
            </a:solidFill>
            <a:ln w="12614" cap="flat">
              <a:noFill/>
              <a:prstDash val="solid"/>
              <a:miter/>
            </a:ln>
          </p:spPr>
          <p:txBody>
            <a:bodyPr rtlCol="0" anchor="ctr"/>
            <a:lstStyle/>
            <a:p>
              <a:endParaRPr lang="en-IN" sz="3200">
                <a:latin typeface="Anek Devanagari" pitchFamily="2" charset="0"/>
              </a:endParaRPr>
            </a:p>
          </p:txBody>
        </p:sp>
        <p:sp>
          <p:nvSpPr>
            <p:cNvPr id="13" name="Freeform: Shape 12">
              <a:extLst>
                <a:ext uri="{FF2B5EF4-FFF2-40B4-BE49-F238E27FC236}">
                  <a16:creationId xmlns:a16="http://schemas.microsoft.com/office/drawing/2014/main" id="{CF3C8918-4DBB-130C-33F7-7172E6988AD8}"/>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chemeClr val="bg1"/>
            </a:solidFill>
            <a:ln w="12614" cap="flat">
              <a:noFill/>
              <a:prstDash val="solid"/>
              <a:miter/>
            </a:ln>
          </p:spPr>
          <p:txBody>
            <a:bodyPr rtlCol="0" anchor="ctr"/>
            <a:lstStyle/>
            <a:p>
              <a:endParaRPr lang="en-IN" sz="3200">
                <a:latin typeface="Anek Devanagari" pitchFamily="2" charset="0"/>
              </a:endParaRPr>
            </a:p>
          </p:txBody>
        </p:sp>
        <p:sp>
          <p:nvSpPr>
            <p:cNvPr id="14" name="Freeform: Shape 13">
              <a:extLst>
                <a:ext uri="{FF2B5EF4-FFF2-40B4-BE49-F238E27FC236}">
                  <a16:creationId xmlns:a16="http://schemas.microsoft.com/office/drawing/2014/main" id="{1A40A063-54B8-68A3-551F-E8BD87331E1E}"/>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chemeClr val="bg1"/>
            </a:solidFill>
            <a:ln w="12614" cap="flat">
              <a:noFill/>
              <a:prstDash val="solid"/>
              <a:miter/>
            </a:ln>
          </p:spPr>
          <p:txBody>
            <a:bodyPr rtlCol="0" anchor="ctr"/>
            <a:lstStyle/>
            <a:p>
              <a:endParaRPr lang="en-IN" sz="3200">
                <a:latin typeface="Anek Devanagari" pitchFamily="2" charset="0"/>
              </a:endParaRPr>
            </a:p>
          </p:txBody>
        </p:sp>
        <p:sp>
          <p:nvSpPr>
            <p:cNvPr id="15" name="Freeform: Shape 14">
              <a:extLst>
                <a:ext uri="{FF2B5EF4-FFF2-40B4-BE49-F238E27FC236}">
                  <a16:creationId xmlns:a16="http://schemas.microsoft.com/office/drawing/2014/main" id="{FF3E7E7D-BD1C-A3A6-530D-A4F2001462CD}"/>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chemeClr val="bg1"/>
            </a:solidFill>
            <a:ln w="12614" cap="flat">
              <a:noFill/>
              <a:prstDash val="solid"/>
              <a:miter/>
            </a:ln>
          </p:spPr>
          <p:txBody>
            <a:bodyPr rtlCol="0" anchor="ctr"/>
            <a:lstStyle/>
            <a:p>
              <a:endParaRPr lang="en-IN" sz="3200">
                <a:latin typeface="Anek Devanagari" pitchFamily="2" charset="0"/>
              </a:endParaRPr>
            </a:p>
          </p:txBody>
        </p:sp>
        <p:sp>
          <p:nvSpPr>
            <p:cNvPr id="16" name="Freeform: Shape 15">
              <a:extLst>
                <a:ext uri="{FF2B5EF4-FFF2-40B4-BE49-F238E27FC236}">
                  <a16:creationId xmlns:a16="http://schemas.microsoft.com/office/drawing/2014/main" id="{E9FA2B98-B8BB-5FEA-7E6D-7859CAB1D124}"/>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chemeClr val="bg1"/>
            </a:solidFill>
            <a:ln w="12614" cap="flat">
              <a:noFill/>
              <a:prstDash val="solid"/>
              <a:miter/>
            </a:ln>
          </p:spPr>
          <p:txBody>
            <a:bodyPr rtlCol="0" anchor="ctr"/>
            <a:lstStyle/>
            <a:p>
              <a:endParaRPr lang="en-IN" sz="3200">
                <a:latin typeface="Anek Devanagari" pitchFamily="2" charset="0"/>
              </a:endParaRPr>
            </a:p>
          </p:txBody>
        </p:sp>
        <p:sp>
          <p:nvSpPr>
            <p:cNvPr id="17" name="Freeform: Shape 16">
              <a:extLst>
                <a:ext uri="{FF2B5EF4-FFF2-40B4-BE49-F238E27FC236}">
                  <a16:creationId xmlns:a16="http://schemas.microsoft.com/office/drawing/2014/main" id="{F6F4FC27-1A44-2F6A-AB46-6600E7233D18}"/>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3200">
                <a:latin typeface="Anek Devanagari" pitchFamily="2" charset="0"/>
              </a:endParaRPr>
            </a:p>
          </p:txBody>
        </p:sp>
        <p:sp>
          <p:nvSpPr>
            <p:cNvPr id="18" name="Freeform: Shape 17">
              <a:extLst>
                <a:ext uri="{FF2B5EF4-FFF2-40B4-BE49-F238E27FC236}">
                  <a16:creationId xmlns:a16="http://schemas.microsoft.com/office/drawing/2014/main" id="{76510A91-8AAD-2C66-07C2-EC525384379B}"/>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chemeClr val="bg1"/>
            </a:solidFill>
            <a:ln w="12614" cap="flat">
              <a:noFill/>
              <a:prstDash val="solid"/>
              <a:miter/>
            </a:ln>
          </p:spPr>
          <p:txBody>
            <a:bodyPr rtlCol="0" anchor="ctr"/>
            <a:lstStyle/>
            <a:p>
              <a:endParaRPr lang="en-IN" sz="3200">
                <a:latin typeface="Anek Devanagari" pitchFamily="2" charset="0"/>
              </a:endParaRPr>
            </a:p>
          </p:txBody>
        </p:sp>
      </p:grpSp>
      <p:sp>
        <p:nvSpPr>
          <p:cNvPr id="3" name="TextBox 2">
            <a:extLst>
              <a:ext uri="{FF2B5EF4-FFF2-40B4-BE49-F238E27FC236}">
                <a16:creationId xmlns:a16="http://schemas.microsoft.com/office/drawing/2014/main" id="{51469087-EA61-F524-9B99-410C1B0D6B85}"/>
              </a:ext>
            </a:extLst>
          </p:cNvPr>
          <p:cNvSpPr txBox="1"/>
          <p:nvPr/>
        </p:nvSpPr>
        <p:spPr>
          <a:xfrm>
            <a:off x="1888358" y="8700534"/>
            <a:ext cx="472047" cy="328295"/>
          </a:xfrm>
          <a:prstGeom prst="rect">
            <a:avLst/>
          </a:prstGeom>
          <a:noFill/>
        </p:spPr>
        <p:txBody>
          <a:bodyPr wrap="square" lIns="0" rIns="0" rtlCol="0">
            <a:noAutofit/>
          </a:bodyPr>
          <a:lstStyle/>
          <a:p>
            <a:fld id="{57FC2BA8-9C58-4A6C-A3F7-A68CE0E64ABF}" type="datetimeyyyy">
              <a:rPr lang="en-IN" sz="1333" smtClean="0">
                <a:solidFill>
                  <a:schemeClr val="bg1"/>
                </a:solidFill>
                <a:latin typeface="+mj-lt"/>
              </a:rPr>
              <a:t>2026</a:t>
            </a:fld>
            <a:endParaRPr lang="en-IN" sz="2400">
              <a:solidFill>
                <a:schemeClr val="bg1"/>
              </a:solidFill>
              <a:latin typeface="+mj-lt"/>
            </a:endParaRPr>
          </a:p>
        </p:txBody>
      </p:sp>
    </p:spTree>
    <p:extLst>
      <p:ext uri="{BB962C8B-B14F-4D97-AF65-F5344CB8AC3E}">
        <p14:creationId xmlns:p14="http://schemas.microsoft.com/office/powerpoint/2010/main" val="498441172"/>
      </p:ext>
    </p:extLst>
  </p:cSld>
  <p:clrMap bg1="lt1" tx1="dk1" bg2="lt2" tx2="dk2" accent1="accent1" accent2="accent2" accent3="accent3" accent4="accent4" accent5="accent5" accent6="accent6" hlink="hlink" folHlink="folHlink"/>
  <p:sldLayoutIdLst>
    <p:sldLayoutId id="2147484163" r:id="rId1"/>
    <p:sldLayoutId id="2147484164" r:id="rId2"/>
    <p:sldLayoutId id="2147484165" r:id="rId3"/>
    <p:sldLayoutId id="2147484174" r:id="rId4"/>
    <p:sldLayoutId id="2147484175" r:id="rId5"/>
  </p:sldLayoutIdLst>
  <p:txStyles>
    <p:titleStyle>
      <a:lvl1pPr algn="l" defTabSz="1219170" rtl="0" eaLnBrk="1" latinLnBrk="0" hangingPunct="1">
        <a:lnSpc>
          <a:spcPct val="90000"/>
        </a:lnSpc>
        <a:spcBef>
          <a:spcPct val="0"/>
        </a:spcBef>
        <a:buNone/>
        <a:defRPr sz="4267" b="1" kern="1200">
          <a:solidFill>
            <a:schemeClr val="bg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2400" kern="1200">
          <a:solidFill>
            <a:schemeClr val="bg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slideLayout" Target="../slideLayouts/slideLayout5.xml"/><Relationship Id="rId5" Type="http://schemas.openxmlformats.org/officeDocument/2006/relationships/hyperlink" Target="https://quasarmarket.coforge.com/aistudio/model-garden" TargetMode="External"/><Relationship Id="rId4" Type="http://schemas.openxmlformats.org/officeDocument/2006/relationships/hyperlink" Target="https://github.com/sureshpittala/AiPER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851C2CA-08FD-F9DA-AAD8-D45DB7C51125}"/>
              </a:ext>
            </a:extLst>
          </p:cNvPr>
          <p:cNvSpPr>
            <a:spLocks noGrp="1"/>
          </p:cNvSpPr>
          <p:nvPr>
            <p:ph type="title"/>
          </p:nvPr>
        </p:nvSpPr>
        <p:spPr>
          <a:xfrm>
            <a:off x="73412" y="2433282"/>
            <a:ext cx="7173367" cy="4506035"/>
          </a:xfrm>
        </p:spPr>
        <p:txBody>
          <a:bodyPr/>
          <a:lstStyle/>
          <a:p>
            <a:pPr algn="ctr"/>
            <a:r>
              <a:rPr lang="en-IN" sz="6600" dirty="0"/>
              <a:t>TechCon-2026</a:t>
            </a:r>
            <a:br>
              <a:rPr lang="en-IN" sz="6600" dirty="0"/>
            </a:br>
            <a:endParaRPr lang="en-IN" sz="11500" dirty="0">
              <a:solidFill>
                <a:srgbClr val="FFFF00"/>
              </a:solidFill>
            </a:endParaRPr>
          </a:p>
        </p:txBody>
      </p:sp>
      <p:sp>
        <p:nvSpPr>
          <p:cNvPr id="4" name="Text Placeholder 3">
            <a:extLst>
              <a:ext uri="{FF2B5EF4-FFF2-40B4-BE49-F238E27FC236}">
                <a16:creationId xmlns:a16="http://schemas.microsoft.com/office/drawing/2014/main" id="{29CEF688-FF85-B701-5B63-1A8F461909CC}"/>
              </a:ext>
            </a:extLst>
          </p:cNvPr>
          <p:cNvSpPr>
            <a:spLocks noGrp="1"/>
          </p:cNvSpPr>
          <p:nvPr>
            <p:ph type="body" sz="quarter" idx="12"/>
          </p:nvPr>
        </p:nvSpPr>
        <p:spPr>
          <a:xfrm>
            <a:off x="333709" y="5066066"/>
            <a:ext cx="5384185" cy="1873251"/>
          </a:xfrm>
        </p:spPr>
        <p:txBody>
          <a:bodyPr>
            <a:normAutofit/>
          </a:bodyPr>
          <a:lstStyle/>
          <a:p>
            <a:pPr algn="ctr"/>
            <a:r>
              <a:rPr lang="en-IN" sz="2800" b="0" dirty="0" err="1">
                <a:latin typeface="Calibri" panose="020F0502020204030204" pitchFamily="34" charset="0"/>
              </a:rPr>
              <a:t>AiPERF</a:t>
            </a:r>
            <a:endParaRPr lang="en-IN" sz="2800" b="0" dirty="0">
              <a:latin typeface="Calibri" panose="020F0502020204030204" pitchFamily="34" charset="0"/>
            </a:endParaRPr>
          </a:p>
          <a:p>
            <a:pPr algn="ctr"/>
            <a:r>
              <a:rPr lang="en-IN" sz="2800" b="0" dirty="0">
                <a:latin typeface="Calibri" panose="020F0502020204030204" pitchFamily="34" charset="0"/>
              </a:rPr>
              <a:t>AI-Native Performance Engineering Intelligence Platform</a:t>
            </a:r>
            <a:endParaRPr lang="en-IN" sz="2800" dirty="0"/>
          </a:p>
        </p:txBody>
      </p:sp>
      <p:sp>
        <p:nvSpPr>
          <p:cNvPr id="5" name="TextBox 4">
            <a:extLst>
              <a:ext uri="{FF2B5EF4-FFF2-40B4-BE49-F238E27FC236}">
                <a16:creationId xmlns:a16="http://schemas.microsoft.com/office/drawing/2014/main" id="{EE4C51BC-1E2F-E97E-5943-D1891A4B9021}"/>
              </a:ext>
            </a:extLst>
          </p:cNvPr>
          <p:cNvSpPr txBox="1"/>
          <p:nvPr/>
        </p:nvSpPr>
        <p:spPr>
          <a:xfrm>
            <a:off x="348757" y="7789762"/>
            <a:ext cx="6622676" cy="400110"/>
          </a:xfrm>
          <a:prstGeom prst="rect">
            <a:avLst/>
          </a:prstGeom>
          <a:noFill/>
        </p:spPr>
        <p:txBody>
          <a:bodyPr wrap="square" rtlCol="0">
            <a:spAutoFit/>
          </a:bodyPr>
          <a:lstStyle/>
          <a:p>
            <a:r>
              <a:rPr lang="en-US" sz="2000">
                <a:solidFill>
                  <a:srgbClr val="FFFF00"/>
                </a:solidFill>
              </a:rPr>
              <a:t>From Performance Testing to Performance Intelligence</a:t>
            </a:r>
            <a:endParaRPr lang="en-IN" sz="2000" dirty="0">
              <a:solidFill>
                <a:srgbClr val="FFFF00"/>
              </a:solidFill>
            </a:endParaRPr>
          </a:p>
        </p:txBody>
      </p:sp>
    </p:spTree>
    <p:extLst>
      <p:ext uri="{BB962C8B-B14F-4D97-AF65-F5344CB8AC3E}">
        <p14:creationId xmlns:p14="http://schemas.microsoft.com/office/powerpoint/2010/main" val="1221932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026B2-7A8E-39DD-249C-16224A8B40C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07283D-CA38-5060-CF6B-D9773A700D9C}"/>
              </a:ext>
            </a:extLst>
          </p:cNvPr>
          <p:cNvSpPr>
            <a:spLocks noGrp="1"/>
          </p:cNvSpPr>
          <p:nvPr>
            <p:ph type="title"/>
          </p:nvPr>
        </p:nvSpPr>
        <p:spPr/>
        <p:txBody>
          <a:bodyPr/>
          <a:lstStyle/>
          <a:p>
            <a:r>
              <a:rPr lang="en-US" dirty="0"/>
              <a:t>Problem Statement</a:t>
            </a:r>
          </a:p>
        </p:txBody>
      </p:sp>
      <p:sp>
        <p:nvSpPr>
          <p:cNvPr id="2" name="TextBox 1">
            <a:extLst>
              <a:ext uri="{FF2B5EF4-FFF2-40B4-BE49-F238E27FC236}">
                <a16:creationId xmlns:a16="http://schemas.microsoft.com/office/drawing/2014/main" id="{898B87FF-387F-AE13-5FAC-CC8D64F72B14}"/>
              </a:ext>
            </a:extLst>
          </p:cNvPr>
          <p:cNvSpPr txBox="1"/>
          <p:nvPr/>
        </p:nvSpPr>
        <p:spPr>
          <a:xfrm>
            <a:off x="525580" y="1291117"/>
            <a:ext cx="15235649" cy="1477328"/>
          </a:xfrm>
          <a:prstGeom prst="rect">
            <a:avLst/>
          </a:prstGeom>
          <a:noFill/>
        </p:spPr>
        <p:txBody>
          <a:bodyPr wrap="square" rtlCol="0">
            <a:spAutoFit/>
          </a:bodyPr>
          <a:lstStyle/>
          <a:p>
            <a:r>
              <a:rPr lang="en-IN" b="1" dirty="0"/>
              <a:t>Current Challenges: </a:t>
            </a:r>
            <a:r>
              <a:rPr lang="en-US" dirty="0"/>
              <a:t>Organizations execute performance tests across multiple releases, environments, and production validation cycles. Over time, thousands of performance test results are generated, but extracting meaningful intelligence remains difficult.</a:t>
            </a:r>
          </a:p>
          <a:p>
            <a:endParaRPr lang="en-IN" dirty="0"/>
          </a:p>
          <a:p>
            <a:r>
              <a:rPr lang="en-IN" dirty="0"/>
              <a:t>Performance Monitoring tools provide metrics but do not offer performance test intelligence, release risk prediction, or automated optimization recommendations.</a:t>
            </a:r>
          </a:p>
        </p:txBody>
      </p:sp>
      <p:graphicFrame>
        <p:nvGraphicFramePr>
          <p:cNvPr id="4" name="Diagram 3">
            <a:extLst>
              <a:ext uri="{FF2B5EF4-FFF2-40B4-BE49-F238E27FC236}">
                <a16:creationId xmlns:a16="http://schemas.microsoft.com/office/drawing/2014/main" id="{E8FA51C6-95FD-46A2-FD95-7A39B8F26398}"/>
              </a:ext>
            </a:extLst>
          </p:cNvPr>
          <p:cNvGraphicFramePr/>
          <p:nvPr>
            <p:extLst>
              <p:ext uri="{D42A27DB-BD31-4B8C-83A1-F6EECF244321}">
                <p14:modId xmlns:p14="http://schemas.microsoft.com/office/powerpoint/2010/main" val="2452056499"/>
              </p:ext>
            </p:extLst>
          </p:nvPr>
        </p:nvGraphicFramePr>
        <p:xfrm>
          <a:off x="3548684" y="2768445"/>
          <a:ext cx="8234345" cy="3450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val 5">
            <a:extLst>
              <a:ext uri="{FF2B5EF4-FFF2-40B4-BE49-F238E27FC236}">
                <a16:creationId xmlns:a16="http://schemas.microsoft.com/office/drawing/2014/main" id="{3D246586-99EC-AF51-CCCB-73A9B9142DDB}"/>
              </a:ext>
            </a:extLst>
          </p:cNvPr>
          <p:cNvSpPr/>
          <p:nvPr/>
        </p:nvSpPr>
        <p:spPr>
          <a:xfrm>
            <a:off x="1423687" y="3190037"/>
            <a:ext cx="2558006" cy="26072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a:t>Current Pain Points</a:t>
            </a:r>
          </a:p>
        </p:txBody>
      </p:sp>
      <p:sp>
        <p:nvSpPr>
          <p:cNvPr id="3" name="TextBox 2">
            <a:extLst>
              <a:ext uri="{FF2B5EF4-FFF2-40B4-BE49-F238E27FC236}">
                <a16:creationId xmlns:a16="http://schemas.microsoft.com/office/drawing/2014/main" id="{00D44981-B2BF-0084-2D86-DDAD7EB3207E}"/>
              </a:ext>
            </a:extLst>
          </p:cNvPr>
          <p:cNvSpPr txBox="1"/>
          <p:nvPr/>
        </p:nvSpPr>
        <p:spPr>
          <a:xfrm>
            <a:off x="1423687" y="6226400"/>
            <a:ext cx="9502815" cy="369332"/>
          </a:xfrm>
          <a:prstGeom prst="rect">
            <a:avLst/>
          </a:prstGeom>
          <a:noFill/>
        </p:spPr>
        <p:txBody>
          <a:bodyPr wrap="square" rtlCol="0">
            <a:spAutoFit/>
          </a:bodyPr>
          <a:lstStyle/>
          <a:p>
            <a:r>
              <a:rPr lang="en-IN" b="1" dirty="0"/>
              <a:t>Key Stakeholders :</a:t>
            </a:r>
          </a:p>
        </p:txBody>
      </p:sp>
      <p:graphicFrame>
        <p:nvGraphicFramePr>
          <p:cNvPr id="8" name="Diagram 7">
            <a:extLst>
              <a:ext uri="{FF2B5EF4-FFF2-40B4-BE49-F238E27FC236}">
                <a16:creationId xmlns:a16="http://schemas.microsoft.com/office/drawing/2014/main" id="{95B6EADF-5A27-B529-180D-3EB7DB5FECFE}"/>
              </a:ext>
            </a:extLst>
          </p:cNvPr>
          <p:cNvGraphicFramePr/>
          <p:nvPr>
            <p:extLst>
              <p:ext uri="{D42A27DB-BD31-4B8C-83A1-F6EECF244321}">
                <p14:modId xmlns:p14="http://schemas.microsoft.com/office/powerpoint/2010/main" val="2072725713"/>
              </p:ext>
            </p:extLst>
          </p:nvPr>
        </p:nvGraphicFramePr>
        <p:xfrm>
          <a:off x="3941701" y="6172605"/>
          <a:ext cx="7448310" cy="276499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02005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D9463-A0C4-B9B1-0902-A78D1C4086D8}"/>
              </a:ext>
            </a:extLst>
          </p:cNvPr>
          <p:cNvSpPr>
            <a:spLocks noGrp="1"/>
          </p:cNvSpPr>
          <p:nvPr>
            <p:ph type="title"/>
          </p:nvPr>
        </p:nvSpPr>
        <p:spPr/>
        <p:txBody>
          <a:bodyPr/>
          <a:lstStyle/>
          <a:p>
            <a:r>
              <a:rPr lang="en-IN" dirty="0"/>
              <a:t>Solution</a:t>
            </a:r>
          </a:p>
        </p:txBody>
      </p:sp>
      <p:sp>
        <p:nvSpPr>
          <p:cNvPr id="4" name="TextBox 3">
            <a:extLst>
              <a:ext uri="{FF2B5EF4-FFF2-40B4-BE49-F238E27FC236}">
                <a16:creationId xmlns:a16="http://schemas.microsoft.com/office/drawing/2014/main" id="{782AED39-E7D7-EEC8-4229-0A268072767A}"/>
              </a:ext>
            </a:extLst>
          </p:cNvPr>
          <p:cNvSpPr txBox="1"/>
          <p:nvPr/>
        </p:nvSpPr>
        <p:spPr>
          <a:xfrm>
            <a:off x="638456" y="1263449"/>
            <a:ext cx="14466506" cy="830997"/>
          </a:xfrm>
          <a:prstGeom prst="rect">
            <a:avLst/>
          </a:prstGeom>
          <a:noFill/>
        </p:spPr>
        <p:txBody>
          <a:bodyPr wrap="square" rtlCol="0">
            <a:spAutoFit/>
          </a:bodyPr>
          <a:lstStyle/>
          <a:p>
            <a:r>
              <a:rPr lang="en-US" sz="2400" b="1" dirty="0" err="1"/>
              <a:t>AiPERF</a:t>
            </a:r>
            <a:r>
              <a:rPr lang="en-US" sz="2400" dirty="0"/>
              <a:t> transforms raw test results into actionable AI-driven insights, enabling organizations to predict risks, identify root cause, optimize performance, and help make confident release decisions.</a:t>
            </a:r>
          </a:p>
        </p:txBody>
      </p:sp>
      <p:sp>
        <p:nvSpPr>
          <p:cNvPr id="5" name="TextBox 4">
            <a:extLst>
              <a:ext uri="{FF2B5EF4-FFF2-40B4-BE49-F238E27FC236}">
                <a16:creationId xmlns:a16="http://schemas.microsoft.com/office/drawing/2014/main" id="{D7B77010-5895-D022-39C8-B88E8EE57C7E}"/>
              </a:ext>
            </a:extLst>
          </p:cNvPr>
          <p:cNvSpPr txBox="1"/>
          <p:nvPr/>
        </p:nvSpPr>
        <p:spPr>
          <a:xfrm>
            <a:off x="742628" y="2232771"/>
            <a:ext cx="14466506" cy="400110"/>
          </a:xfrm>
          <a:prstGeom prst="rect">
            <a:avLst/>
          </a:prstGeom>
          <a:noFill/>
        </p:spPr>
        <p:txBody>
          <a:bodyPr wrap="square" rtlCol="0">
            <a:spAutoFit/>
          </a:bodyPr>
          <a:lstStyle/>
          <a:p>
            <a:r>
              <a:rPr lang="en-IN" sz="2000" dirty="0" err="1"/>
              <a:t>AiPERF</a:t>
            </a:r>
            <a:r>
              <a:rPr lang="en-IN" sz="2000" dirty="0"/>
              <a:t> acts as an intelligent layer on top of existing performance testing results</a:t>
            </a:r>
          </a:p>
        </p:txBody>
      </p:sp>
      <p:graphicFrame>
        <p:nvGraphicFramePr>
          <p:cNvPr id="6" name="Diagram 5">
            <a:extLst>
              <a:ext uri="{FF2B5EF4-FFF2-40B4-BE49-F238E27FC236}">
                <a16:creationId xmlns:a16="http://schemas.microsoft.com/office/drawing/2014/main" id="{339CF265-2F58-02C7-9BFD-993896BB5FC7}"/>
              </a:ext>
            </a:extLst>
          </p:cNvPr>
          <p:cNvGraphicFramePr/>
          <p:nvPr>
            <p:extLst>
              <p:ext uri="{D42A27DB-BD31-4B8C-83A1-F6EECF244321}">
                <p14:modId xmlns:p14="http://schemas.microsoft.com/office/powerpoint/2010/main" val="4235323425"/>
              </p:ext>
            </p:extLst>
          </p:nvPr>
        </p:nvGraphicFramePr>
        <p:xfrm>
          <a:off x="1636717" y="1850807"/>
          <a:ext cx="10837333" cy="65871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8B68E75A-80EF-F858-A7AF-A638EBF79DBD}"/>
              </a:ext>
            </a:extLst>
          </p:cNvPr>
          <p:cNvSpPr txBox="1"/>
          <p:nvPr/>
        </p:nvSpPr>
        <p:spPr>
          <a:xfrm>
            <a:off x="12037670" y="5510693"/>
            <a:ext cx="3857735" cy="1569660"/>
          </a:xfrm>
          <a:prstGeom prst="rect">
            <a:avLst/>
          </a:prstGeom>
          <a:noFill/>
        </p:spPr>
        <p:txBody>
          <a:bodyPr wrap="square" rtlCol="0">
            <a:spAutoFit/>
          </a:bodyPr>
          <a:lstStyle/>
          <a:p>
            <a:r>
              <a:rPr lang="en-IN" sz="1600" dirty="0"/>
              <a:t>✅ Performance Trend Forecasting </a:t>
            </a:r>
          </a:p>
          <a:p>
            <a:r>
              <a:rPr lang="en-IN" sz="1600" dirty="0"/>
              <a:t>✅ Intelligent RCA Generation </a:t>
            </a:r>
          </a:p>
          <a:p>
            <a:r>
              <a:rPr lang="en-IN" sz="1600" dirty="0"/>
              <a:t>✅ Anomaly Detection &amp; Alerting </a:t>
            </a:r>
          </a:p>
          <a:p>
            <a:r>
              <a:rPr lang="en-IN" sz="1600" dirty="0"/>
              <a:t>✅ Automated Report Insights </a:t>
            </a:r>
          </a:p>
          <a:p>
            <a:r>
              <a:rPr lang="en-IN" sz="1600" dirty="0"/>
              <a:t>✅ Predictive Release Risk Assessment </a:t>
            </a:r>
          </a:p>
          <a:p>
            <a:r>
              <a:rPr lang="en-IN" sz="1600" dirty="0"/>
              <a:t>✅ Self-Learning Knowledge Repository</a:t>
            </a:r>
          </a:p>
        </p:txBody>
      </p:sp>
      <p:sp>
        <p:nvSpPr>
          <p:cNvPr id="8" name="TextBox 7">
            <a:extLst>
              <a:ext uri="{FF2B5EF4-FFF2-40B4-BE49-F238E27FC236}">
                <a16:creationId xmlns:a16="http://schemas.microsoft.com/office/drawing/2014/main" id="{5A753179-FB16-1BFD-5FA9-479497199C40}"/>
              </a:ext>
            </a:extLst>
          </p:cNvPr>
          <p:cNvSpPr txBox="1"/>
          <p:nvPr/>
        </p:nvSpPr>
        <p:spPr>
          <a:xfrm>
            <a:off x="12474050" y="5141361"/>
            <a:ext cx="2476982" cy="369332"/>
          </a:xfrm>
          <a:prstGeom prst="rect">
            <a:avLst/>
          </a:prstGeom>
          <a:solidFill>
            <a:schemeClr val="accent2">
              <a:lumMod val="60000"/>
              <a:lumOff val="40000"/>
            </a:schemeClr>
          </a:solidFill>
        </p:spPr>
        <p:txBody>
          <a:bodyPr wrap="square" rtlCol="0">
            <a:spAutoFit/>
          </a:bodyPr>
          <a:lstStyle/>
          <a:p>
            <a:pPr algn="ctr"/>
            <a:r>
              <a:rPr lang="en-IN" b="1">
                <a:solidFill>
                  <a:schemeClr val="tx2"/>
                </a:solidFill>
              </a:rPr>
              <a:t>AI Capabilities</a:t>
            </a:r>
            <a:endParaRPr lang="en-IN" b="1" dirty="0">
              <a:solidFill>
                <a:schemeClr val="tx2"/>
              </a:solidFill>
            </a:endParaRPr>
          </a:p>
        </p:txBody>
      </p:sp>
    </p:spTree>
    <p:extLst>
      <p:ext uri="{BB962C8B-B14F-4D97-AF65-F5344CB8AC3E}">
        <p14:creationId xmlns:p14="http://schemas.microsoft.com/office/powerpoint/2010/main" val="1485123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BB1B-A8AF-0ACD-933E-44E27B03B553}"/>
              </a:ext>
            </a:extLst>
          </p:cNvPr>
          <p:cNvSpPr>
            <a:spLocks noGrp="1"/>
          </p:cNvSpPr>
          <p:nvPr>
            <p:ph type="title"/>
          </p:nvPr>
        </p:nvSpPr>
        <p:spPr/>
        <p:txBody>
          <a:bodyPr/>
          <a:lstStyle/>
          <a:p>
            <a:r>
              <a:rPr lang="en-IN" dirty="0"/>
              <a:t>Business Outcome</a:t>
            </a:r>
          </a:p>
        </p:txBody>
      </p:sp>
      <p:graphicFrame>
        <p:nvGraphicFramePr>
          <p:cNvPr id="3" name="Diagram 2">
            <a:extLst>
              <a:ext uri="{FF2B5EF4-FFF2-40B4-BE49-F238E27FC236}">
                <a16:creationId xmlns:a16="http://schemas.microsoft.com/office/drawing/2014/main" id="{63E93938-9803-2935-14C3-36BB4757B545}"/>
              </a:ext>
            </a:extLst>
          </p:cNvPr>
          <p:cNvGraphicFramePr/>
          <p:nvPr>
            <p:extLst>
              <p:ext uri="{D42A27DB-BD31-4B8C-83A1-F6EECF244321}">
                <p14:modId xmlns:p14="http://schemas.microsoft.com/office/powerpoint/2010/main" val="1037165042"/>
              </p:ext>
            </p:extLst>
          </p:nvPr>
        </p:nvGraphicFramePr>
        <p:xfrm>
          <a:off x="660614" y="1180618"/>
          <a:ext cx="14907335" cy="64470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BC232FA3-DF23-03AA-9FE0-41F85F79C658}"/>
              </a:ext>
            </a:extLst>
          </p:cNvPr>
          <p:cNvSpPr txBox="1"/>
          <p:nvPr/>
        </p:nvSpPr>
        <p:spPr>
          <a:xfrm>
            <a:off x="1418252" y="7363217"/>
            <a:ext cx="13883951" cy="1200329"/>
          </a:xfrm>
          <a:prstGeom prst="rect">
            <a:avLst/>
          </a:prstGeom>
          <a:noFill/>
        </p:spPr>
        <p:txBody>
          <a:bodyPr wrap="square" rtlCol="0">
            <a:spAutoFit/>
          </a:bodyPr>
          <a:lstStyle/>
          <a:p>
            <a:r>
              <a:rPr lang="en-US" dirty="0"/>
              <a:t>The Release Readiness Scorecard based on data-driven assessment of application readiness for production deployment. It analyzes key performance indicators such as SLA compliance, performance trends, anomaly detection, error rates, and infrastructure health to calculate an overall readiness score based on various weight. Based on the score and identified risks, </a:t>
            </a:r>
            <a:r>
              <a:rPr lang="en-US" dirty="0" err="1"/>
              <a:t>AiPERF</a:t>
            </a:r>
            <a:r>
              <a:rPr lang="en-US" dirty="0"/>
              <a:t> generates a Go / No-Go recommendation, helping stakeholders make faster and more confident release decisions.</a:t>
            </a:r>
            <a:endParaRPr lang="en-IN" dirty="0"/>
          </a:p>
        </p:txBody>
      </p:sp>
    </p:spTree>
    <p:extLst>
      <p:ext uri="{BB962C8B-B14F-4D97-AF65-F5344CB8AC3E}">
        <p14:creationId xmlns:p14="http://schemas.microsoft.com/office/powerpoint/2010/main" val="2482475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A6F5-69D9-2DF5-3C32-4A4ABAC4CED7}"/>
            </a:ext>
          </a:extLst>
        </p:cNvPr>
        <p:cNvGrpSpPr/>
        <p:nvPr/>
      </p:nvGrpSpPr>
      <p:grpSpPr>
        <a:xfrm>
          <a:off x="0" y="0"/>
          <a:ext cx="0" cy="0"/>
          <a:chOff x="0" y="0"/>
          <a:chExt cx="0" cy="0"/>
        </a:xfrm>
      </p:grpSpPr>
      <p:pic>
        <p:nvPicPr>
          <p:cNvPr id="214" name="Picture 213" descr="Persona - Free people icons">
            <a:extLst>
              <a:ext uri="{FF2B5EF4-FFF2-40B4-BE49-F238E27FC236}">
                <a16:creationId xmlns:a16="http://schemas.microsoft.com/office/drawing/2014/main" id="{F2C5EE29-F19D-53AF-A328-022FCA6D29A8}"/>
              </a:ext>
            </a:extLst>
          </p:cNvPr>
          <p:cNvPicPr>
            <a:picLocks noChangeAspect="1"/>
          </p:cNvPicPr>
          <p:nvPr/>
        </p:nvPicPr>
        <p:blipFill>
          <a:blip r:embed="rId2"/>
          <a:stretch>
            <a:fillRect/>
          </a:stretch>
        </p:blipFill>
        <p:spPr>
          <a:xfrm>
            <a:off x="1998340" y="3863819"/>
            <a:ext cx="690165" cy="447085"/>
          </a:xfrm>
          <a:prstGeom prst="rect">
            <a:avLst/>
          </a:prstGeom>
        </p:spPr>
      </p:pic>
      <p:sp>
        <p:nvSpPr>
          <p:cNvPr id="2" name="Title 1">
            <a:extLst>
              <a:ext uri="{FF2B5EF4-FFF2-40B4-BE49-F238E27FC236}">
                <a16:creationId xmlns:a16="http://schemas.microsoft.com/office/drawing/2014/main" id="{10E0452C-61F0-CB84-42AB-1A3E00804CE3}"/>
              </a:ext>
            </a:extLst>
          </p:cNvPr>
          <p:cNvSpPr>
            <a:spLocks noGrp="1"/>
          </p:cNvSpPr>
          <p:nvPr>
            <p:ph type="title"/>
          </p:nvPr>
        </p:nvSpPr>
        <p:spPr>
          <a:xfrm>
            <a:off x="405552" y="148850"/>
            <a:ext cx="15503999" cy="837366"/>
          </a:xfrm>
        </p:spPr>
        <p:txBody>
          <a:bodyPr/>
          <a:lstStyle/>
          <a:p>
            <a:r>
              <a:rPr lang="en-US" dirty="0"/>
              <a:t>Solution Architecture</a:t>
            </a:r>
          </a:p>
        </p:txBody>
      </p:sp>
      <p:pic>
        <p:nvPicPr>
          <p:cNvPr id="39" name="Picture 38" descr="Overview of Microservice Architecture – BI / DW Insider">
            <a:extLst>
              <a:ext uri="{FF2B5EF4-FFF2-40B4-BE49-F238E27FC236}">
                <a16:creationId xmlns:a16="http://schemas.microsoft.com/office/drawing/2014/main" id="{AB4EF1F0-A688-61D2-F709-C0967119B431}"/>
              </a:ext>
            </a:extLst>
          </p:cNvPr>
          <p:cNvPicPr>
            <a:picLocks noChangeAspect="1"/>
          </p:cNvPicPr>
          <p:nvPr/>
        </p:nvPicPr>
        <p:blipFill>
          <a:blip r:embed="rId3"/>
          <a:stretch>
            <a:fillRect/>
          </a:stretch>
        </p:blipFill>
        <p:spPr>
          <a:xfrm>
            <a:off x="11890225" y="1883928"/>
            <a:ext cx="2733028" cy="2527541"/>
          </a:xfrm>
          <a:prstGeom prst="rect">
            <a:avLst/>
          </a:prstGeom>
        </p:spPr>
      </p:pic>
      <p:sp>
        <p:nvSpPr>
          <p:cNvPr id="48" name="Rectangle: Rounded Corners 47">
            <a:extLst>
              <a:ext uri="{FF2B5EF4-FFF2-40B4-BE49-F238E27FC236}">
                <a16:creationId xmlns:a16="http://schemas.microsoft.com/office/drawing/2014/main" id="{9A094C33-B392-8A35-307C-CCC37B901E3E}"/>
              </a:ext>
            </a:extLst>
          </p:cNvPr>
          <p:cNvSpPr/>
          <p:nvPr/>
        </p:nvSpPr>
        <p:spPr>
          <a:xfrm>
            <a:off x="12268530" y="4516498"/>
            <a:ext cx="2021124" cy="333291"/>
          </a:xfrm>
          <a:prstGeom prst="roundRect">
            <a:avLst/>
          </a:prstGeom>
          <a:solidFill>
            <a:schemeClr val="tx2">
              <a:lumMod val="10000"/>
              <a:lumOff val="9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Application Under Test</a:t>
            </a:r>
          </a:p>
        </p:txBody>
      </p:sp>
      <p:pic>
        <p:nvPicPr>
          <p:cNvPr id="66" name="Picture 65" descr="InfluxDB Driver for Tridium Niagara N4 | NiagaraMarketplace">
            <a:extLst>
              <a:ext uri="{FF2B5EF4-FFF2-40B4-BE49-F238E27FC236}">
                <a16:creationId xmlns:a16="http://schemas.microsoft.com/office/drawing/2014/main" id="{1BF173AF-7178-2863-0821-459E4617B4B8}"/>
              </a:ext>
            </a:extLst>
          </p:cNvPr>
          <p:cNvPicPr>
            <a:picLocks noChangeAspect="1"/>
          </p:cNvPicPr>
          <p:nvPr/>
        </p:nvPicPr>
        <p:blipFill>
          <a:blip r:embed="rId4"/>
          <a:stretch>
            <a:fillRect/>
          </a:stretch>
        </p:blipFill>
        <p:spPr>
          <a:xfrm>
            <a:off x="7140151" y="3741218"/>
            <a:ext cx="1573804" cy="760562"/>
          </a:xfrm>
          <a:prstGeom prst="rect">
            <a:avLst/>
          </a:prstGeom>
        </p:spPr>
      </p:pic>
      <p:pic>
        <p:nvPicPr>
          <p:cNvPr id="90" name="Picture 89" descr="The Python Logo | Python Software Foundation">
            <a:extLst>
              <a:ext uri="{FF2B5EF4-FFF2-40B4-BE49-F238E27FC236}">
                <a16:creationId xmlns:a16="http://schemas.microsoft.com/office/drawing/2014/main" id="{71E73D73-12C9-7665-48CE-5667ABD059CF}"/>
              </a:ext>
            </a:extLst>
          </p:cNvPr>
          <p:cNvPicPr>
            <a:picLocks noChangeAspect="1"/>
          </p:cNvPicPr>
          <p:nvPr/>
        </p:nvPicPr>
        <p:blipFill>
          <a:blip r:embed="rId5"/>
          <a:stretch>
            <a:fillRect/>
          </a:stretch>
        </p:blipFill>
        <p:spPr>
          <a:xfrm>
            <a:off x="8267196" y="5650890"/>
            <a:ext cx="1766119" cy="689502"/>
          </a:xfrm>
          <a:prstGeom prst="rect">
            <a:avLst/>
          </a:prstGeom>
        </p:spPr>
      </p:pic>
      <p:cxnSp>
        <p:nvCxnSpPr>
          <p:cNvPr id="105" name="Straight Arrow Connector 104">
            <a:extLst>
              <a:ext uri="{FF2B5EF4-FFF2-40B4-BE49-F238E27FC236}">
                <a16:creationId xmlns:a16="http://schemas.microsoft.com/office/drawing/2014/main" id="{D054DC95-3FC4-CC99-6C15-A6E5499B508A}"/>
              </a:ext>
            </a:extLst>
          </p:cNvPr>
          <p:cNvCxnSpPr>
            <a:cxnSpLocks/>
          </p:cNvCxnSpPr>
          <p:nvPr/>
        </p:nvCxnSpPr>
        <p:spPr>
          <a:xfrm>
            <a:off x="8337236" y="4651442"/>
            <a:ext cx="337172" cy="8812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7" name="Picture 116" descr="Persona - Free people icons">
            <a:extLst>
              <a:ext uri="{FF2B5EF4-FFF2-40B4-BE49-F238E27FC236}">
                <a16:creationId xmlns:a16="http://schemas.microsoft.com/office/drawing/2014/main" id="{F6CA1484-0BFB-F208-DBD8-659A53D0490E}"/>
              </a:ext>
            </a:extLst>
          </p:cNvPr>
          <p:cNvPicPr>
            <a:picLocks noChangeAspect="1"/>
          </p:cNvPicPr>
          <p:nvPr/>
        </p:nvPicPr>
        <p:blipFill>
          <a:blip r:embed="rId2"/>
          <a:stretch>
            <a:fillRect/>
          </a:stretch>
        </p:blipFill>
        <p:spPr>
          <a:xfrm>
            <a:off x="1991725" y="3020667"/>
            <a:ext cx="690165" cy="447085"/>
          </a:xfrm>
          <a:prstGeom prst="rect">
            <a:avLst/>
          </a:prstGeom>
        </p:spPr>
      </p:pic>
      <p:sp>
        <p:nvSpPr>
          <p:cNvPr id="119" name="Rectangle: Rounded Corners 118">
            <a:extLst>
              <a:ext uri="{FF2B5EF4-FFF2-40B4-BE49-F238E27FC236}">
                <a16:creationId xmlns:a16="http://schemas.microsoft.com/office/drawing/2014/main" id="{65B2E9DB-2471-10E6-C06C-D809EE5AAE0D}"/>
              </a:ext>
            </a:extLst>
          </p:cNvPr>
          <p:cNvSpPr/>
          <p:nvPr/>
        </p:nvSpPr>
        <p:spPr>
          <a:xfrm>
            <a:off x="808310" y="2986887"/>
            <a:ext cx="1216260" cy="427000"/>
          </a:xfrm>
          <a:prstGeom prst="roundRect">
            <a:avLst/>
          </a:prstGeom>
          <a:solidFill>
            <a:schemeClr val="tx2">
              <a:lumMod val="10000"/>
              <a:lumOff val="9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Performance Engineer</a:t>
            </a:r>
          </a:p>
        </p:txBody>
      </p:sp>
      <p:sp>
        <p:nvSpPr>
          <p:cNvPr id="143" name="Rectangle: Rounded Corners 142">
            <a:extLst>
              <a:ext uri="{FF2B5EF4-FFF2-40B4-BE49-F238E27FC236}">
                <a16:creationId xmlns:a16="http://schemas.microsoft.com/office/drawing/2014/main" id="{2224B09E-2461-2B42-80B0-75BCB4E27612}"/>
              </a:ext>
            </a:extLst>
          </p:cNvPr>
          <p:cNvSpPr/>
          <p:nvPr/>
        </p:nvSpPr>
        <p:spPr>
          <a:xfrm>
            <a:off x="813195" y="3833463"/>
            <a:ext cx="1192085" cy="427000"/>
          </a:xfrm>
          <a:prstGeom prst="roundRect">
            <a:avLst/>
          </a:prstGeom>
          <a:solidFill>
            <a:schemeClr val="tx2">
              <a:lumMod val="10000"/>
              <a:lumOff val="9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Dev / DevOps / QA user</a:t>
            </a:r>
          </a:p>
        </p:txBody>
      </p:sp>
      <p:pic>
        <p:nvPicPr>
          <p:cNvPr id="149" name="Picture 148" descr="Persona - Free people icons">
            <a:extLst>
              <a:ext uri="{FF2B5EF4-FFF2-40B4-BE49-F238E27FC236}">
                <a16:creationId xmlns:a16="http://schemas.microsoft.com/office/drawing/2014/main" id="{7D16E1AC-1239-8CEC-5306-4DF74816DB31}"/>
              </a:ext>
            </a:extLst>
          </p:cNvPr>
          <p:cNvPicPr>
            <a:picLocks noChangeAspect="1"/>
          </p:cNvPicPr>
          <p:nvPr/>
        </p:nvPicPr>
        <p:blipFill>
          <a:blip r:embed="rId2"/>
          <a:stretch>
            <a:fillRect/>
          </a:stretch>
        </p:blipFill>
        <p:spPr>
          <a:xfrm>
            <a:off x="2061765" y="4764646"/>
            <a:ext cx="690165" cy="447085"/>
          </a:xfrm>
          <a:prstGeom prst="rect">
            <a:avLst/>
          </a:prstGeom>
        </p:spPr>
      </p:pic>
      <p:sp>
        <p:nvSpPr>
          <p:cNvPr id="151" name="Rectangle: Rounded Corners 150">
            <a:extLst>
              <a:ext uri="{FF2B5EF4-FFF2-40B4-BE49-F238E27FC236}">
                <a16:creationId xmlns:a16="http://schemas.microsoft.com/office/drawing/2014/main" id="{024E5ED0-C5F3-CC71-AA02-4834B2609853}"/>
              </a:ext>
            </a:extLst>
          </p:cNvPr>
          <p:cNvSpPr/>
          <p:nvPr/>
        </p:nvSpPr>
        <p:spPr>
          <a:xfrm>
            <a:off x="845505" y="4741725"/>
            <a:ext cx="1216260" cy="427000"/>
          </a:xfrm>
          <a:prstGeom prst="roundRect">
            <a:avLst/>
          </a:prstGeom>
          <a:solidFill>
            <a:schemeClr val="tx2">
              <a:lumMod val="10000"/>
              <a:lumOff val="9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Business User</a:t>
            </a:r>
          </a:p>
        </p:txBody>
      </p:sp>
      <p:pic>
        <p:nvPicPr>
          <p:cNvPr id="157" name="Picture 156" descr="Brand • Streamlit">
            <a:extLst>
              <a:ext uri="{FF2B5EF4-FFF2-40B4-BE49-F238E27FC236}">
                <a16:creationId xmlns:a16="http://schemas.microsoft.com/office/drawing/2014/main" id="{FBE10C21-3BD8-02A5-1590-BE284518F7D3}"/>
              </a:ext>
            </a:extLst>
          </p:cNvPr>
          <p:cNvPicPr>
            <a:picLocks noChangeAspect="1"/>
          </p:cNvPicPr>
          <p:nvPr/>
        </p:nvPicPr>
        <p:blipFill>
          <a:blip r:embed="rId6"/>
          <a:stretch>
            <a:fillRect/>
          </a:stretch>
        </p:blipFill>
        <p:spPr>
          <a:xfrm>
            <a:off x="4534015" y="2216305"/>
            <a:ext cx="780770" cy="751808"/>
          </a:xfrm>
          <a:prstGeom prst="rect">
            <a:avLst/>
          </a:prstGeom>
        </p:spPr>
      </p:pic>
      <p:cxnSp>
        <p:nvCxnSpPr>
          <p:cNvPr id="192" name="Straight Arrow Connector 191">
            <a:extLst>
              <a:ext uri="{FF2B5EF4-FFF2-40B4-BE49-F238E27FC236}">
                <a16:creationId xmlns:a16="http://schemas.microsoft.com/office/drawing/2014/main" id="{E71CCF55-E224-188D-6E5C-25F6BE1043FD}"/>
              </a:ext>
            </a:extLst>
          </p:cNvPr>
          <p:cNvCxnSpPr>
            <a:cxnSpLocks/>
          </p:cNvCxnSpPr>
          <p:nvPr/>
        </p:nvCxnSpPr>
        <p:spPr>
          <a:xfrm>
            <a:off x="9001728" y="2364217"/>
            <a:ext cx="2780027" cy="49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D3F98A85-0940-A768-1AE7-9852572E2089}"/>
              </a:ext>
            </a:extLst>
          </p:cNvPr>
          <p:cNvGrpSpPr/>
          <p:nvPr/>
        </p:nvGrpSpPr>
        <p:grpSpPr>
          <a:xfrm>
            <a:off x="7531234" y="1713595"/>
            <a:ext cx="1357590" cy="1260685"/>
            <a:chOff x="1119940" y="1562397"/>
            <a:chExt cx="1357590" cy="1260685"/>
          </a:xfrm>
        </p:grpSpPr>
        <p:pic>
          <p:nvPicPr>
            <p:cNvPr id="4" name="Picture 3" descr="Jenkins. Jenkins Pipeline Triggers | by Vineeth D | Medium">
              <a:extLst>
                <a:ext uri="{FF2B5EF4-FFF2-40B4-BE49-F238E27FC236}">
                  <a16:creationId xmlns:a16="http://schemas.microsoft.com/office/drawing/2014/main" id="{897078B1-10E7-3C4B-ECAF-5F6433AA5EE0}"/>
                </a:ext>
              </a:extLst>
            </p:cNvPr>
            <p:cNvPicPr>
              <a:picLocks noChangeAspect="1"/>
            </p:cNvPicPr>
            <p:nvPr/>
          </p:nvPicPr>
          <p:blipFill>
            <a:blip r:embed="rId7"/>
            <a:stretch>
              <a:fillRect/>
            </a:stretch>
          </p:blipFill>
          <p:spPr>
            <a:xfrm>
              <a:off x="1538315" y="2296938"/>
              <a:ext cx="728690" cy="428867"/>
            </a:xfrm>
            <a:prstGeom prst="rect">
              <a:avLst/>
            </a:prstGeom>
          </p:spPr>
        </p:pic>
        <p:pic>
          <p:nvPicPr>
            <p:cNvPr id="6" name="Picture 5" descr="The Pros and Cons of Different Test Tools – JMeter">
              <a:extLst>
                <a:ext uri="{FF2B5EF4-FFF2-40B4-BE49-F238E27FC236}">
                  <a16:creationId xmlns:a16="http://schemas.microsoft.com/office/drawing/2014/main" id="{3023990F-3A4E-EE70-1BFD-20294BAB83D7}"/>
                </a:ext>
              </a:extLst>
            </p:cNvPr>
            <p:cNvPicPr>
              <a:picLocks noChangeAspect="1"/>
            </p:cNvPicPr>
            <p:nvPr/>
          </p:nvPicPr>
          <p:blipFill>
            <a:blip r:embed="rId8"/>
            <a:stretch>
              <a:fillRect/>
            </a:stretch>
          </p:blipFill>
          <p:spPr>
            <a:xfrm>
              <a:off x="1645167" y="1732730"/>
              <a:ext cx="608361" cy="428866"/>
            </a:xfrm>
            <a:prstGeom prst="rect">
              <a:avLst/>
            </a:prstGeom>
          </p:spPr>
        </p:pic>
        <p:pic>
          <p:nvPicPr>
            <p:cNvPr id="27" name="Picture 26" descr="Execution - Free business and finance icons">
              <a:extLst>
                <a:ext uri="{FF2B5EF4-FFF2-40B4-BE49-F238E27FC236}">
                  <a16:creationId xmlns:a16="http://schemas.microsoft.com/office/drawing/2014/main" id="{FE5B1FD7-C999-76C5-2887-AA9DD20F8D9B}"/>
                </a:ext>
              </a:extLst>
            </p:cNvPr>
            <p:cNvPicPr>
              <a:picLocks noChangeAspect="1"/>
            </p:cNvPicPr>
            <p:nvPr/>
          </p:nvPicPr>
          <p:blipFill>
            <a:blip r:embed="rId9"/>
            <a:stretch>
              <a:fillRect/>
            </a:stretch>
          </p:blipFill>
          <p:spPr>
            <a:xfrm>
              <a:off x="1180249" y="1947163"/>
              <a:ext cx="335712" cy="335712"/>
            </a:xfrm>
            <a:prstGeom prst="rect">
              <a:avLst/>
            </a:prstGeom>
          </p:spPr>
        </p:pic>
        <p:sp>
          <p:nvSpPr>
            <p:cNvPr id="7" name="Rectangle 6">
              <a:extLst>
                <a:ext uri="{FF2B5EF4-FFF2-40B4-BE49-F238E27FC236}">
                  <a16:creationId xmlns:a16="http://schemas.microsoft.com/office/drawing/2014/main" id="{A696B4FE-D31D-780C-9BCA-8566EC3071C6}"/>
                </a:ext>
              </a:extLst>
            </p:cNvPr>
            <p:cNvSpPr/>
            <p:nvPr/>
          </p:nvSpPr>
          <p:spPr>
            <a:xfrm>
              <a:off x="1119940" y="1562397"/>
              <a:ext cx="1357590" cy="126068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1" name="Picture 10">
            <a:extLst>
              <a:ext uri="{FF2B5EF4-FFF2-40B4-BE49-F238E27FC236}">
                <a16:creationId xmlns:a16="http://schemas.microsoft.com/office/drawing/2014/main" id="{B8899007-D32F-B286-C622-85E65E0D0DF6}"/>
              </a:ext>
            </a:extLst>
          </p:cNvPr>
          <p:cNvPicPr>
            <a:picLocks noChangeAspect="1"/>
          </p:cNvPicPr>
          <p:nvPr/>
        </p:nvPicPr>
        <p:blipFill>
          <a:blip r:embed="rId10"/>
          <a:stretch>
            <a:fillRect/>
          </a:stretch>
        </p:blipFill>
        <p:spPr>
          <a:xfrm>
            <a:off x="3968416" y="3042885"/>
            <a:ext cx="2221914" cy="2221914"/>
          </a:xfrm>
          <a:prstGeom prst="rect">
            <a:avLst/>
          </a:prstGeom>
        </p:spPr>
      </p:pic>
      <p:cxnSp>
        <p:nvCxnSpPr>
          <p:cNvPr id="47" name="Straight Arrow Connector 46">
            <a:extLst>
              <a:ext uri="{FF2B5EF4-FFF2-40B4-BE49-F238E27FC236}">
                <a16:creationId xmlns:a16="http://schemas.microsoft.com/office/drawing/2014/main" id="{5AA2DA3C-3CEB-8AC8-D2C2-0DA1B28F2C93}"/>
              </a:ext>
            </a:extLst>
          </p:cNvPr>
          <p:cNvCxnSpPr>
            <a:cxnSpLocks/>
          </p:cNvCxnSpPr>
          <p:nvPr/>
        </p:nvCxnSpPr>
        <p:spPr>
          <a:xfrm>
            <a:off x="2716330" y="3234684"/>
            <a:ext cx="8786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88E41E7-70AD-836C-DA5F-3D4D1760B9B5}"/>
              </a:ext>
            </a:extLst>
          </p:cNvPr>
          <p:cNvCxnSpPr>
            <a:cxnSpLocks/>
          </p:cNvCxnSpPr>
          <p:nvPr/>
        </p:nvCxnSpPr>
        <p:spPr>
          <a:xfrm>
            <a:off x="2681689" y="4082570"/>
            <a:ext cx="913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A9DEED07-70E0-BB1B-2FCE-BDF21FC83858}"/>
              </a:ext>
            </a:extLst>
          </p:cNvPr>
          <p:cNvCxnSpPr>
            <a:cxnSpLocks/>
          </p:cNvCxnSpPr>
          <p:nvPr/>
        </p:nvCxnSpPr>
        <p:spPr>
          <a:xfrm>
            <a:off x="2716330" y="5010444"/>
            <a:ext cx="8464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8" name="Picture 67">
            <a:extLst>
              <a:ext uri="{FF2B5EF4-FFF2-40B4-BE49-F238E27FC236}">
                <a16:creationId xmlns:a16="http://schemas.microsoft.com/office/drawing/2014/main" id="{B60957F0-6ABF-367D-8363-A8E7F75DAC9A}"/>
              </a:ext>
            </a:extLst>
          </p:cNvPr>
          <p:cNvPicPr>
            <a:picLocks noChangeAspect="1"/>
          </p:cNvPicPr>
          <p:nvPr/>
        </p:nvPicPr>
        <p:blipFill>
          <a:blip r:embed="rId11"/>
          <a:srcRect l="1046" t="9623" r="-1"/>
          <a:stretch>
            <a:fillRect/>
          </a:stretch>
        </p:blipFill>
        <p:spPr>
          <a:xfrm>
            <a:off x="9028063" y="3599956"/>
            <a:ext cx="1339225" cy="1223141"/>
          </a:xfrm>
          <a:prstGeom prst="rect">
            <a:avLst/>
          </a:prstGeom>
        </p:spPr>
      </p:pic>
      <p:sp>
        <p:nvSpPr>
          <p:cNvPr id="87" name="Rectangle 86">
            <a:extLst>
              <a:ext uri="{FF2B5EF4-FFF2-40B4-BE49-F238E27FC236}">
                <a16:creationId xmlns:a16="http://schemas.microsoft.com/office/drawing/2014/main" id="{2CBDDDB0-A51B-B47E-8101-DC2E55FA40AE}"/>
              </a:ext>
            </a:extLst>
          </p:cNvPr>
          <p:cNvSpPr/>
          <p:nvPr/>
        </p:nvSpPr>
        <p:spPr>
          <a:xfrm>
            <a:off x="3839803" y="1603364"/>
            <a:ext cx="6482153" cy="5314197"/>
          </a:xfrm>
          <a:prstGeom prst="rect">
            <a:avLst/>
          </a:prstGeom>
          <a:noFill/>
          <a:ln>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8B286A7A-276B-D75F-F82E-4AD5E7BAC9DA}"/>
              </a:ext>
            </a:extLst>
          </p:cNvPr>
          <p:cNvSpPr/>
          <p:nvPr/>
        </p:nvSpPr>
        <p:spPr>
          <a:xfrm>
            <a:off x="6511179" y="5532659"/>
            <a:ext cx="1257300" cy="1058787"/>
          </a:xfrm>
          <a:prstGeom prst="ellipse">
            <a:avLst/>
          </a:prstGeom>
          <a:solidFill>
            <a:srgbClr val="F68D7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Coforge </a:t>
            </a:r>
          </a:p>
          <a:p>
            <a:pPr algn="ctr"/>
            <a:r>
              <a:rPr lang="en-IN" sz="1400" dirty="0"/>
              <a:t>AI Studio GPT-5</a:t>
            </a:r>
          </a:p>
        </p:txBody>
      </p:sp>
      <p:cxnSp>
        <p:nvCxnSpPr>
          <p:cNvPr id="98" name="Straight Arrow Connector 97">
            <a:extLst>
              <a:ext uri="{FF2B5EF4-FFF2-40B4-BE49-F238E27FC236}">
                <a16:creationId xmlns:a16="http://schemas.microsoft.com/office/drawing/2014/main" id="{6C29407D-F968-695F-F17E-C27351E58D0B}"/>
              </a:ext>
            </a:extLst>
          </p:cNvPr>
          <p:cNvCxnSpPr>
            <a:cxnSpLocks/>
          </p:cNvCxnSpPr>
          <p:nvPr/>
        </p:nvCxnSpPr>
        <p:spPr>
          <a:xfrm>
            <a:off x="5867163" y="5366370"/>
            <a:ext cx="549051" cy="55618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F344070C-C8A4-F0D8-69D3-021B5986FE12}"/>
              </a:ext>
            </a:extLst>
          </p:cNvPr>
          <p:cNvSpPr txBox="1"/>
          <p:nvPr/>
        </p:nvSpPr>
        <p:spPr>
          <a:xfrm>
            <a:off x="8159069" y="6179681"/>
            <a:ext cx="2257852" cy="338554"/>
          </a:xfrm>
          <a:prstGeom prst="rect">
            <a:avLst/>
          </a:prstGeom>
          <a:noFill/>
        </p:spPr>
        <p:txBody>
          <a:bodyPr wrap="square" rtlCol="0">
            <a:spAutoFit/>
          </a:bodyPr>
          <a:lstStyle/>
          <a:p>
            <a:r>
              <a:rPr lang="en-IN" sz="1600" dirty="0"/>
              <a:t>Lib Kats/ StatsModels</a:t>
            </a:r>
          </a:p>
        </p:txBody>
      </p:sp>
      <p:cxnSp>
        <p:nvCxnSpPr>
          <p:cNvPr id="123" name="Straight Arrow Connector 122">
            <a:extLst>
              <a:ext uri="{FF2B5EF4-FFF2-40B4-BE49-F238E27FC236}">
                <a16:creationId xmlns:a16="http://schemas.microsoft.com/office/drawing/2014/main" id="{D1C6B17F-C00B-7641-53BF-30A78F0ED793}"/>
              </a:ext>
            </a:extLst>
          </p:cNvPr>
          <p:cNvCxnSpPr>
            <a:cxnSpLocks/>
          </p:cNvCxnSpPr>
          <p:nvPr/>
        </p:nvCxnSpPr>
        <p:spPr>
          <a:xfrm>
            <a:off x="8128000" y="3073338"/>
            <a:ext cx="0" cy="590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1D773C8D-AF06-6547-44B5-75EBF229E5D3}"/>
              </a:ext>
            </a:extLst>
          </p:cNvPr>
          <p:cNvCxnSpPr>
            <a:cxnSpLocks/>
          </p:cNvCxnSpPr>
          <p:nvPr/>
        </p:nvCxnSpPr>
        <p:spPr>
          <a:xfrm flipH="1">
            <a:off x="10081297" y="3912320"/>
            <a:ext cx="162428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F8C911A9-B504-44DE-DD5F-13DCA74DC541}"/>
              </a:ext>
            </a:extLst>
          </p:cNvPr>
          <p:cNvCxnSpPr>
            <a:cxnSpLocks/>
          </p:cNvCxnSpPr>
          <p:nvPr/>
        </p:nvCxnSpPr>
        <p:spPr>
          <a:xfrm flipH="1">
            <a:off x="8710546" y="4108430"/>
            <a:ext cx="5823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A4C4D226-6611-7FF3-8F52-E993275563BE}"/>
              </a:ext>
            </a:extLst>
          </p:cNvPr>
          <p:cNvCxnSpPr/>
          <p:nvPr/>
        </p:nvCxnSpPr>
        <p:spPr>
          <a:xfrm>
            <a:off x="7785862" y="5969775"/>
            <a:ext cx="57449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4DDE659B-D4D4-24E0-2E01-85058410A54C}"/>
              </a:ext>
            </a:extLst>
          </p:cNvPr>
          <p:cNvCxnSpPr>
            <a:cxnSpLocks/>
          </p:cNvCxnSpPr>
          <p:nvPr/>
        </p:nvCxnSpPr>
        <p:spPr>
          <a:xfrm flipH="1">
            <a:off x="7001186" y="4651442"/>
            <a:ext cx="396021" cy="820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44FA70D8-6A0C-41FA-AC7B-221160980E37}"/>
              </a:ext>
            </a:extLst>
          </p:cNvPr>
          <p:cNvSpPr txBox="1"/>
          <p:nvPr/>
        </p:nvSpPr>
        <p:spPr>
          <a:xfrm>
            <a:off x="5640021" y="7045323"/>
            <a:ext cx="3241593" cy="461665"/>
          </a:xfrm>
          <a:prstGeom prst="rect">
            <a:avLst/>
          </a:prstGeom>
          <a:noFill/>
        </p:spPr>
        <p:txBody>
          <a:bodyPr wrap="none" rtlCol="0">
            <a:spAutoFit/>
          </a:bodyPr>
          <a:lstStyle/>
          <a:p>
            <a:r>
              <a:rPr lang="en-IN" sz="2400" b="1" dirty="0"/>
              <a:t>Architecture Design</a:t>
            </a:r>
          </a:p>
        </p:txBody>
      </p:sp>
      <p:sp>
        <p:nvSpPr>
          <p:cNvPr id="150" name="TextBox 149">
            <a:extLst>
              <a:ext uri="{FF2B5EF4-FFF2-40B4-BE49-F238E27FC236}">
                <a16:creationId xmlns:a16="http://schemas.microsoft.com/office/drawing/2014/main" id="{B2589D28-FA43-44BB-54D2-9558F37696F8}"/>
              </a:ext>
            </a:extLst>
          </p:cNvPr>
          <p:cNvSpPr txBox="1"/>
          <p:nvPr/>
        </p:nvSpPr>
        <p:spPr>
          <a:xfrm>
            <a:off x="437142" y="2079464"/>
            <a:ext cx="2763885" cy="400110"/>
          </a:xfrm>
          <a:prstGeom prst="rect">
            <a:avLst/>
          </a:prstGeom>
          <a:noFill/>
        </p:spPr>
        <p:txBody>
          <a:bodyPr wrap="square" rtlCol="0">
            <a:spAutoFit/>
          </a:bodyPr>
          <a:lstStyle/>
          <a:p>
            <a:r>
              <a:rPr lang="en-IN" sz="2000" b="1" dirty="0"/>
              <a:t>User/Stockholders</a:t>
            </a:r>
          </a:p>
        </p:txBody>
      </p:sp>
      <p:sp>
        <p:nvSpPr>
          <p:cNvPr id="5" name="TextBox 4">
            <a:extLst>
              <a:ext uri="{FF2B5EF4-FFF2-40B4-BE49-F238E27FC236}">
                <a16:creationId xmlns:a16="http://schemas.microsoft.com/office/drawing/2014/main" id="{1CF80FB7-7195-9B4D-BB1A-3D276C0F8303}"/>
              </a:ext>
            </a:extLst>
          </p:cNvPr>
          <p:cNvSpPr txBox="1"/>
          <p:nvPr/>
        </p:nvSpPr>
        <p:spPr>
          <a:xfrm>
            <a:off x="763957" y="7713814"/>
            <a:ext cx="2592729" cy="369332"/>
          </a:xfrm>
          <a:prstGeom prst="rect">
            <a:avLst/>
          </a:prstGeom>
          <a:noFill/>
        </p:spPr>
        <p:txBody>
          <a:bodyPr wrap="square" rtlCol="0">
            <a:spAutoFit/>
          </a:bodyPr>
          <a:lstStyle/>
          <a:p>
            <a:r>
              <a:rPr lang="en-IN" dirty="0"/>
              <a:t>User Experience Layer</a:t>
            </a:r>
          </a:p>
        </p:txBody>
      </p:sp>
      <p:sp>
        <p:nvSpPr>
          <p:cNvPr id="9" name="TextBox 8">
            <a:extLst>
              <a:ext uri="{FF2B5EF4-FFF2-40B4-BE49-F238E27FC236}">
                <a16:creationId xmlns:a16="http://schemas.microsoft.com/office/drawing/2014/main" id="{98FE91CB-10DD-A9F9-681D-C35A89AEAE3A}"/>
              </a:ext>
            </a:extLst>
          </p:cNvPr>
          <p:cNvSpPr txBox="1"/>
          <p:nvPr/>
        </p:nvSpPr>
        <p:spPr>
          <a:xfrm>
            <a:off x="4107707" y="7575315"/>
            <a:ext cx="1943332" cy="646331"/>
          </a:xfrm>
          <a:prstGeom prst="rect">
            <a:avLst/>
          </a:prstGeom>
          <a:noFill/>
        </p:spPr>
        <p:txBody>
          <a:bodyPr wrap="square" rtlCol="0">
            <a:spAutoFit/>
          </a:bodyPr>
          <a:lstStyle/>
          <a:p>
            <a:r>
              <a:rPr lang="en-IN" dirty="0"/>
              <a:t>Dashboard &amp; </a:t>
            </a:r>
          </a:p>
          <a:p>
            <a:r>
              <a:rPr lang="en-IN" dirty="0"/>
              <a:t>Reporting Layer</a:t>
            </a:r>
          </a:p>
        </p:txBody>
      </p:sp>
      <p:sp>
        <p:nvSpPr>
          <p:cNvPr id="10" name="TextBox 9">
            <a:extLst>
              <a:ext uri="{FF2B5EF4-FFF2-40B4-BE49-F238E27FC236}">
                <a16:creationId xmlns:a16="http://schemas.microsoft.com/office/drawing/2014/main" id="{541F3E55-48A5-DC14-57F8-3770BA316376}"/>
              </a:ext>
            </a:extLst>
          </p:cNvPr>
          <p:cNvSpPr txBox="1"/>
          <p:nvPr/>
        </p:nvSpPr>
        <p:spPr>
          <a:xfrm>
            <a:off x="6812228" y="7742956"/>
            <a:ext cx="3289722" cy="369332"/>
          </a:xfrm>
          <a:prstGeom prst="rect">
            <a:avLst/>
          </a:prstGeom>
          <a:noFill/>
        </p:spPr>
        <p:txBody>
          <a:bodyPr wrap="square" rtlCol="0">
            <a:spAutoFit/>
          </a:bodyPr>
          <a:lstStyle/>
          <a:p>
            <a:r>
              <a:rPr lang="en-IN" dirty="0"/>
              <a:t>AI Intelligence Layer</a:t>
            </a:r>
          </a:p>
        </p:txBody>
      </p:sp>
      <p:sp>
        <p:nvSpPr>
          <p:cNvPr id="12" name="TextBox 11">
            <a:extLst>
              <a:ext uri="{FF2B5EF4-FFF2-40B4-BE49-F238E27FC236}">
                <a16:creationId xmlns:a16="http://schemas.microsoft.com/office/drawing/2014/main" id="{45B273FD-13A7-F6CD-E94F-FAD23F7184E4}"/>
              </a:ext>
            </a:extLst>
          </p:cNvPr>
          <p:cNvSpPr txBox="1"/>
          <p:nvPr/>
        </p:nvSpPr>
        <p:spPr>
          <a:xfrm>
            <a:off x="6682170" y="1115270"/>
            <a:ext cx="3055717" cy="369332"/>
          </a:xfrm>
          <a:prstGeom prst="rect">
            <a:avLst/>
          </a:prstGeom>
          <a:noFill/>
        </p:spPr>
        <p:txBody>
          <a:bodyPr wrap="square" rtlCol="0">
            <a:spAutoFit/>
          </a:bodyPr>
          <a:lstStyle/>
          <a:p>
            <a:r>
              <a:rPr lang="en-IN" dirty="0"/>
              <a:t>Data Management Layer</a:t>
            </a:r>
          </a:p>
        </p:txBody>
      </p:sp>
      <p:cxnSp>
        <p:nvCxnSpPr>
          <p:cNvPr id="28" name="Straight Connector 27">
            <a:extLst>
              <a:ext uri="{FF2B5EF4-FFF2-40B4-BE49-F238E27FC236}">
                <a16:creationId xmlns:a16="http://schemas.microsoft.com/office/drawing/2014/main" id="{DF9C416E-64C8-A26D-FFE0-702A850614B7}"/>
              </a:ext>
            </a:extLst>
          </p:cNvPr>
          <p:cNvCxnSpPr/>
          <p:nvPr/>
        </p:nvCxnSpPr>
        <p:spPr>
          <a:xfrm>
            <a:off x="3703899" y="891251"/>
            <a:ext cx="0" cy="7488820"/>
          </a:xfrm>
          <a:prstGeom prst="line">
            <a:avLst/>
          </a:prstGeom>
          <a:ln w="19050">
            <a:solidFill>
              <a:schemeClr val="accent1">
                <a:lumMod val="75000"/>
                <a:lumOff val="25000"/>
              </a:schemeClr>
            </a:solidFill>
            <a:prstDash val="sysDot"/>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04FAE12A-EDDE-6CCB-E54B-35F0580E073B}"/>
              </a:ext>
            </a:extLst>
          </p:cNvPr>
          <p:cNvCxnSpPr/>
          <p:nvPr/>
        </p:nvCxnSpPr>
        <p:spPr>
          <a:xfrm>
            <a:off x="6483752" y="827590"/>
            <a:ext cx="0" cy="7488820"/>
          </a:xfrm>
          <a:prstGeom prst="line">
            <a:avLst/>
          </a:prstGeom>
          <a:ln w="19050">
            <a:solidFill>
              <a:schemeClr val="accent1">
                <a:lumMod val="75000"/>
                <a:lumOff val="25000"/>
              </a:schemeClr>
            </a:solidFill>
            <a:prstDash val="sysDot"/>
          </a:ln>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68EF1FEF-8A1E-75BE-9F0B-C0A37FDB821B}"/>
              </a:ext>
            </a:extLst>
          </p:cNvPr>
          <p:cNvCxnSpPr/>
          <p:nvPr/>
        </p:nvCxnSpPr>
        <p:spPr>
          <a:xfrm>
            <a:off x="10430425" y="808628"/>
            <a:ext cx="0" cy="7488820"/>
          </a:xfrm>
          <a:prstGeom prst="line">
            <a:avLst/>
          </a:prstGeom>
          <a:ln w="19050">
            <a:solidFill>
              <a:schemeClr val="accent1">
                <a:lumMod val="75000"/>
                <a:lumOff val="25000"/>
              </a:schemeClr>
            </a:solidFill>
            <a:prstDash val="sysDot"/>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A0A3A1AA-5D87-0098-50E6-9471E55F93D6}"/>
              </a:ext>
            </a:extLst>
          </p:cNvPr>
          <p:cNvSpPr txBox="1"/>
          <p:nvPr/>
        </p:nvSpPr>
        <p:spPr>
          <a:xfrm>
            <a:off x="10803290" y="5323388"/>
            <a:ext cx="3893045" cy="1477328"/>
          </a:xfrm>
          <a:prstGeom prst="rect">
            <a:avLst/>
          </a:prstGeom>
          <a:noFill/>
        </p:spPr>
        <p:txBody>
          <a:bodyPr wrap="square" rtlCol="0">
            <a:spAutoFit/>
          </a:bodyPr>
          <a:lstStyle/>
          <a:p>
            <a:r>
              <a:rPr lang="en-IN" dirty="0"/>
              <a:t>AI Layer:</a:t>
            </a:r>
          </a:p>
          <a:p>
            <a:pPr marL="285750" indent="-285750">
              <a:buFont typeface="Arial" panose="020B0604020202020204" pitchFamily="34" charset="0"/>
              <a:buChar char="•"/>
            </a:pPr>
            <a:r>
              <a:rPr lang="en-IN" dirty="0"/>
              <a:t>Trend Engine, </a:t>
            </a:r>
          </a:p>
          <a:p>
            <a:pPr marL="285750" indent="-285750">
              <a:buFont typeface="Arial" panose="020B0604020202020204" pitchFamily="34" charset="0"/>
              <a:buChar char="•"/>
            </a:pPr>
            <a:r>
              <a:rPr lang="en-IN" dirty="0"/>
              <a:t>Anomaly Engine, </a:t>
            </a:r>
          </a:p>
          <a:p>
            <a:pPr marL="285750" indent="-285750">
              <a:buFont typeface="Arial" panose="020B0604020202020204" pitchFamily="34" charset="0"/>
              <a:buChar char="•"/>
            </a:pPr>
            <a:r>
              <a:rPr lang="en-IN" dirty="0"/>
              <a:t>RCA Engine, </a:t>
            </a:r>
          </a:p>
          <a:p>
            <a:pPr marL="285750" indent="-285750">
              <a:buFont typeface="Arial" panose="020B0604020202020204" pitchFamily="34" charset="0"/>
              <a:buChar char="•"/>
            </a:pPr>
            <a:r>
              <a:rPr lang="en-IN" dirty="0"/>
              <a:t>Recommendation Engine</a:t>
            </a:r>
          </a:p>
        </p:txBody>
      </p:sp>
      <p:cxnSp>
        <p:nvCxnSpPr>
          <p:cNvPr id="14" name="Straight Connector 13">
            <a:extLst>
              <a:ext uri="{FF2B5EF4-FFF2-40B4-BE49-F238E27FC236}">
                <a16:creationId xmlns:a16="http://schemas.microsoft.com/office/drawing/2014/main" id="{7D79594C-9442-6B4A-0A3A-2CB2063DA1F5}"/>
              </a:ext>
            </a:extLst>
          </p:cNvPr>
          <p:cNvCxnSpPr/>
          <p:nvPr/>
        </p:nvCxnSpPr>
        <p:spPr>
          <a:xfrm>
            <a:off x="6446379" y="5160353"/>
            <a:ext cx="7941083" cy="32963"/>
          </a:xfrm>
          <a:prstGeom prst="line">
            <a:avLst/>
          </a:prstGeom>
          <a:ln>
            <a:solidFill>
              <a:schemeClr val="accent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851BFE0-519D-B9F2-FA6D-F980B4E9B5E3}"/>
              </a:ext>
            </a:extLst>
          </p:cNvPr>
          <p:cNvCxnSpPr/>
          <p:nvPr/>
        </p:nvCxnSpPr>
        <p:spPr>
          <a:xfrm>
            <a:off x="6416214" y="6787668"/>
            <a:ext cx="7941083" cy="32963"/>
          </a:xfrm>
          <a:prstGeom prst="line">
            <a:avLst/>
          </a:prstGeom>
          <a:ln>
            <a:solidFill>
              <a:schemeClr val="accent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479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76B6-76D9-8337-34EC-04E5730DC3FD}"/>
              </a:ext>
            </a:extLst>
          </p:cNvPr>
          <p:cNvSpPr>
            <a:spLocks noGrp="1"/>
          </p:cNvSpPr>
          <p:nvPr>
            <p:ph type="title"/>
          </p:nvPr>
        </p:nvSpPr>
        <p:spPr/>
        <p:txBody>
          <a:bodyPr/>
          <a:lstStyle/>
          <a:p>
            <a:r>
              <a:rPr lang="en-IN" dirty="0"/>
              <a:t>Capability Matrix</a:t>
            </a:r>
          </a:p>
        </p:txBody>
      </p:sp>
      <p:graphicFrame>
        <p:nvGraphicFramePr>
          <p:cNvPr id="3" name="Table 2">
            <a:extLst>
              <a:ext uri="{FF2B5EF4-FFF2-40B4-BE49-F238E27FC236}">
                <a16:creationId xmlns:a16="http://schemas.microsoft.com/office/drawing/2014/main" id="{FDE0AC9D-8273-E475-56F6-03F906E0EF66}"/>
              </a:ext>
            </a:extLst>
          </p:cNvPr>
          <p:cNvGraphicFramePr>
            <a:graphicFrameLocks noGrp="1"/>
          </p:cNvGraphicFramePr>
          <p:nvPr>
            <p:extLst>
              <p:ext uri="{D42A27DB-BD31-4B8C-83A1-F6EECF244321}">
                <p14:modId xmlns:p14="http://schemas.microsoft.com/office/powerpoint/2010/main" val="3426316817"/>
              </p:ext>
            </p:extLst>
          </p:nvPr>
        </p:nvGraphicFramePr>
        <p:xfrm>
          <a:off x="1586431" y="1467085"/>
          <a:ext cx="7818825" cy="4184269"/>
        </p:xfrm>
        <a:graphic>
          <a:graphicData uri="http://schemas.openxmlformats.org/drawingml/2006/table">
            <a:tbl>
              <a:tblPr firstRow="1" bandRow="1">
                <a:tableStyleId>{5DA37D80-6434-44D0-A028-1B22A696006F}</a:tableStyleId>
              </a:tblPr>
              <a:tblGrid>
                <a:gridCol w="4422483">
                  <a:extLst>
                    <a:ext uri="{9D8B030D-6E8A-4147-A177-3AD203B41FA5}">
                      <a16:colId xmlns:a16="http://schemas.microsoft.com/office/drawing/2014/main" val="3003607418"/>
                    </a:ext>
                  </a:extLst>
                </a:gridCol>
                <a:gridCol w="1978090">
                  <a:extLst>
                    <a:ext uri="{9D8B030D-6E8A-4147-A177-3AD203B41FA5}">
                      <a16:colId xmlns:a16="http://schemas.microsoft.com/office/drawing/2014/main" val="1323578402"/>
                    </a:ext>
                  </a:extLst>
                </a:gridCol>
                <a:gridCol w="1418252">
                  <a:extLst>
                    <a:ext uri="{9D8B030D-6E8A-4147-A177-3AD203B41FA5}">
                      <a16:colId xmlns:a16="http://schemas.microsoft.com/office/drawing/2014/main" val="1565002022"/>
                    </a:ext>
                  </a:extLst>
                </a:gridCol>
              </a:tblGrid>
              <a:tr h="457200">
                <a:tc>
                  <a:txBody>
                    <a:bodyPr/>
                    <a:lstStyle/>
                    <a:p>
                      <a:pPr>
                        <a:buNone/>
                      </a:pPr>
                      <a:r>
                        <a:rPr lang="en-IN" sz="2400" dirty="0">
                          <a:effectLst/>
                        </a:rPr>
                        <a:t>Capability</a:t>
                      </a:r>
                    </a:p>
                  </a:txBody>
                  <a:tcPr anchor="ctr"/>
                </a:tc>
                <a:tc>
                  <a:txBody>
                    <a:bodyPr/>
                    <a:lstStyle/>
                    <a:p>
                      <a:pPr>
                        <a:buNone/>
                      </a:pPr>
                      <a:r>
                        <a:rPr lang="en-IN" sz="2400">
                          <a:effectLst/>
                        </a:rPr>
                        <a:t>APM Tools</a:t>
                      </a:r>
                    </a:p>
                  </a:txBody>
                  <a:tcPr anchor="ctr"/>
                </a:tc>
                <a:tc>
                  <a:txBody>
                    <a:bodyPr/>
                    <a:lstStyle/>
                    <a:p>
                      <a:pPr>
                        <a:buNone/>
                      </a:pPr>
                      <a:r>
                        <a:rPr lang="en-IN" sz="2400" dirty="0" err="1">
                          <a:effectLst/>
                        </a:rPr>
                        <a:t>AiPERF</a:t>
                      </a:r>
                      <a:endParaRPr lang="en-IN" sz="2400" dirty="0">
                        <a:effectLst/>
                      </a:endParaRPr>
                    </a:p>
                  </a:txBody>
                  <a:tcPr anchor="ctr"/>
                </a:tc>
                <a:extLst>
                  <a:ext uri="{0D108BD9-81ED-4DB2-BD59-A6C34878D82A}">
                    <a16:rowId xmlns:a16="http://schemas.microsoft.com/office/drawing/2014/main" val="539428478"/>
                  </a:ext>
                </a:extLst>
              </a:tr>
              <a:tr h="457200">
                <a:tc>
                  <a:txBody>
                    <a:bodyPr/>
                    <a:lstStyle/>
                    <a:p>
                      <a:pPr>
                        <a:buNone/>
                      </a:pPr>
                      <a:r>
                        <a:rPr lang="en-IN" sz="2400">
                          <a:effectLst/>
                        </a:rPr>
                        <a:t>Monitoring</a:t>
                      </a:r>
                    </a:p>
                  </a:txBody>
                  <a:tcPr anchor="ctr"/>
                </a:tc>
                <a:tc>
                  <a:txBody>
                    <a:bodyPr/>
                    <a:lstStyle/>
                    <a:p>
                      <a:pPr>
                        <a:buNone/>
                      </a:pPr>
                      <a:r>
                        <a:rPr lang="en-IN" sz="2400" dirty="0">
                          <a:effectLst/>
                        </a:rPr>
                        <a:t>Yes</a:t>
                      </a:r>
                    </a:p>
                  </a:txBody>
                  <a:tcPr anchor="ctr"/>
                </a:tc>
                <a:tc>
                  <a:txBody>
                    <a:bodyPr/>
                    <a:lstStyle/>
                    <a:p>
                      <a:pPr>
                        <a:buNone/>
                      </a:pPr>
                      <a:r>
                        <a:rPr lang="en-IN" sz="2400" dirty="0">
                          <a:effectLst/>
                        </a:rPr>
                        <a:t>Yes</a:t>
                      </a:r>
                    </a:p>
                  </a:txBody>
                  <a:tcPr anchor="ctr"/>
                </a:tc>
                <a:extLst>
                  <a:ext uri="{0D108BD9-81ED-4DB2-BD59-A6C34878D82A}">
                    <a16:rowId xmlns:a16="http://schemas.microsoft.com/office/drawing/2014/main" val="4207510313"/>
                  </a:ext>
                </a:extLst>
              </a:tr>
              <a:tr h="457200">
                <a:tc>
                  <a:txBody>
                    <a:bodyPr/>
                    <a:lstStyle/>
                    <a:p>
                      <a:pPr>
                        <a:buNone/>
                      </a:pPr>
                      <a:r>
                        <a:rPr lang="en-IN" sz="2400">
                          <a:effectLst/>
                        </a:rPr>
                        <a:t>Historical Trend Analysis</a:t>
                      </a:r>
                    </a:p>
                  </a:txBody>
                  <a:tcPr anchor="ctr"/>
                </a:tc>
                <a:tc>
                  <a:txBody>
                    <a:bodyPr/>
                    <a:lstStyle/>
                    <a:p>
                      <a:pPr>
                        <a:buNone/>
                      </a:pPr>
                      <a:r>
                        <a:rPr lang="en-IN" sz="2400" dirty="0">
                          <a:effectLst/>
                        </a:rPr>
                        <a:t>Limited</a:t>
                      </a: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2400" dirty="0">
                          <a:effectLst/>
                        </a:rPr>
                        <a:t>Yes</a:t>
                      </a:r>
                    </a:p>
                  </a:txBody>
                  <a:tcPr anchor="ctr"/>
                </a:tc>
                <a:extLst>
                  <a:ext uri="{0D108BD9-81ED-4DB2-BD59-A6C34878D82A}">
                    <a16:rowId xmlns:a16="http://schemas.microsoft.com/office/drawing/2014/main" val="4231619451"/>
                  </a:ext>
                </a:extLst>
              </a:tr>
              <a:tr h="457200">
                <a:tc>
                  <a:txBody>
                    <a:bodyPr/>
                    <a:lstStyle/>
                    <a:p>
                      <a:pPr>
                        <a:buNone/>
                      </a:pPr>
                      <a:r>
                        <a:rPr lang="en-IN" sz="2400">
                          <a:effectLst/>
                        </a:rPr>
                        <a:t>Anomaly Detection</a:t>
                      </a:r>
                    </a:p>
                  </a:txBody>
                  <a:tcPr anchor="ctr"/>
                </a:tc>
                <a:tc>
                  <a:txBody>
                    <a:bodyPr/>
                    <a:lstStyle/>
                    <a:p>
                      <a:pPr>
                        <a:buNone/>
                      </a:pPr>
                      <a:r>
                        <a:rPr lang="en-IN" sz="2400" dirty="0">
                          <a:effectLst/>
                        </a:rPr>
                        <a:t>Partial</a:t>
                      </a: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2400" dirty="0">
                          <a:effectLst/>
                        </a:rPr>
                        <a:t>Yes</a:t>
                      </a:r>
                    </a:p>
                  </a:txBody>
                  <a:tcPr anchor="ctr"/>
                </a:tc>
                <a:extLst>
                  <a:ext uri="{0D108BD9-81ED-4DB2-BD59-A6C34878D82A}">
                    <a16:rowId xmlns:a16="http://schemas.microsoft.com/office/drawing/2014/main" val="2158357793"/>
                  </a:ext>
                </a:extLst>
              </a:tr>
              <a:tr h="457200">
                <a:tc>
                  <a:txBody>
                    <a:bodyPr/>
                    <a:lstStyle/>
                    <a:p>
                      <a:pPr>
                        <a:buNone/>
                      </a:pPr>
                      <a:r>
                        <a:rPr lang="en-IN" sz="2400">
                          <a:effectLst/>
                        </a:rPr>
                        <a:t>Automated RCA</a:t>
                      </a:r>
                    </a:p>
                  </a:txBody>
                  <a:tcPr anchor="ctr"/>
                </a:tc>
                <a:tc>
                  <a:txBody>
                    <a:bodyPr/>
                    <a:lstStyle/>
                    <a:p>
                      <a:pPr>
                        <a:buNone/>
                      </a:pPr>
                      <a:r>
                        <a:rPr lang="en-IN" sz="2400" dirty="0">
                          <a:effectLst/>
                        </a:rPr>
                        <a:t>Partial</a:t>
                      </a: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2400" dirty="0">
                          <a:effectLst/>
                        </a:rPr>
                        <a:t>Yes</a:t>
                      </a:r>
                    </a:p>
                  </a:txBody>
                  <a:tcPr anchor="ctr"/>
                </a:tc>
                <a:extLst>
                  <a:ext uri="{0D108BD9-81ED-4DB2-BD59-A6C34878D82A}">
                    <a16:rowId xmlns:a16="http://schemas.microsoft.com/office/drawing/2014/main" val="629259959"/>
                  </a:ext>
                </a:extLst>
              </a:tr>
              <a:tr h="457200">
                <a:tc>
                  <a:txBody>
                    <a:bodyPr/>
                    <a:lstStyle/>
                    <a:p>
                      <a:pPr>
                        <a:buNone/>
                      </a:pPr>
                      <a:r>
                        <a:rPr lang="en-IN" sz="2400">
                          <a:effectLst/>
                        </a:rPr>
                        <a:t>Recommendation Engine</a:t>
                      </a:r>
                    </a:p>
                  </a:txBody>
                  <a:tcPr anchor="ctr"/>
                </a:tc>
                <a:tc>
                  <a:txBody>
                    <a:bodyPr/>
                    <a:lstStyle/>
                    <a:p>
                      <a:pPr>
                        <a:buNone/>
                      </a:pPr>
                      <a:r>
                        <a:rPr lang="en-IN" sz="2400" dirty="0">
                          <a:effectLst/>
                        </a:rPr>
                        <a:t>Limited</a:t>
                      </a: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2400" dirty="0">
                          <a:effectLst/>
                        </a:rPr>
                        <a:t>Yes</a:t>
                      </a:r>
                    </a:p>
                  </a:txBody>
                  <a:tcPr anchor="ctr"/>
                </a:tc>
                <a:extLst>
                  <a:ext uri="{0D108BD9-81ED-4DB2-BD59-A6C34878D82A}">
                    <a16:rowId xmlns:a16="http://schemas.microsoft.com/office/drawing/2014/main" val="977425072"/>
                  </a:ext>
                </a:extLst>
              </a:tr>
              <a:tr h="457200">
                <a:tc>
                  <a:txBody>
                    <a:bodyPr/>
                    <a:lstStyle/>
                    <a:p>
                      <a:pPr>
                        <a:buNone/>
                      </a:pPr>
                      <a:r>
                        <a:rPr lang="en-IN" sz="2400">
                          <a:effectLst/>
                        </a:rPr>
                        <a:t>Release Readiness Scoring</a:t>
                      </a:r>
                    </a:p>
                  </a:txBody>
                  <a:tcPr anchor="ctr"/>
                </a:tc>
                <a:tc>
                  <a:txBody>
                    <a:bodyPr/>
                    <a:lstStyle/>
                    <a:p>
                      <a:pPr>
                        <a:buNone/>
                      </a:pPr>
                      <a:r>
                        <a:rPr lang="en-IN" sz="2400" dirty="0">
                          <a:effectLst/>
                        </a:rPr>
                        <a:t>No</a:t>
                      </a: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2400" dirty="0">
                          <a:effectLst/>
                        </a:rPr>
                        <a:t>Yes</a:t>
                      </a:r>
                    </a:p>
                  </a:txBody>
                  <a:tcPr anchor="ctr"/>
                </a:tc>
                <a:extLst>
                  <a:ext uri="{0D108BD9-81ED-4DB2-BD59-A6C34878D82A}">
                    <a16:rowId xmlns:a16="http://schemas.microsoft.com/office/drawing/2014/main" val="3445405849"/>
                  </a:ext>
                </a:extLst>
              </a:tr>
              <a:tr h="457200">
                <a:tc>
                  <a:txBody>
                    <a:bodyPr/>
                    <a:lstStyle/>
                    <a:p>
                      <a:pPr>
                        <a:buNone/>
                      </a:pPr>
                      <a:r>
                        <a:rPr lang="en-IN" sz="2400">
                          <a:effectLst/>
                        </a:rPr>
                        <a:t>Go/No-Go Recommendation</a:t>
                      </a:r>
                    </a:p>
                  </a:txBody>
                  <a:tcPr anchor="ctr"/>
                </a:tc>
                <a:tc>
                  <a:txBody>
                    <a:bodyPr/>
                    <a:lstStyle/>
                    <a:p>
                      <a:pPr>
                        <a:buNone/>
                      </a:pPr>
                      <a:r>
                        <a:rPr lang="en-IN" sz="2400" dirty="0">
                          <a:effectLst/>
                        </a:rPr>
                        <a:t>No</a:t>
                      </a: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2400" dirty="0">
                          <a:effectLst/>
                        </a:rPr>
                        <a:t>Yes</a:t>
                      </a:r>
                    </a:p>
                  </a:txBody>
                  <a:tcPr anchor="ctr"/>
                </a:tc>
                <a:extLst>
                  <a:ext uri="{0D108BD9-81ED-4DB2-BD59-A6C34878D82A}">
                    <a16:rowId xmlns:a16="http://schemas.microsoft.com/office/drawing/2014/main" val="1645994910"/>
                  </a:ext>
                </a:extLst>
              </a:tr>
              <a:tr h="526669">
                <a:tc>
                  <a:txBody>
                    <a:bodyPr/>
                    <a:lstStyle/>
                    <a:p>
                      <a:pPr>
                        <a:buNone/>
                      </a:pPr>
                      <a:r>
                        <a:rPr lang="en-IN" sz="2400">
                          <a:effectLst/>
                        </a:rPr>
                        <a:t>Knowledge Repository</a:t>
                      </a:r>
                    </a:p>
                  </a:txBody>
                  <a:tcPr anchor="ctr"/>
                </a:tc>
                <a:tc>
                  <a:txBody>
                    <a:bodyPr/>
                    <a:lstStyle/>
                    <a:p>
                      <a:pPr>
                        <a:buNone/>
                      </a:pPr>
                      <a:r>
                        <a:rPr lang="en-IN" sz="2400" kern="1200" dirty="0">
                          <a:solidFill>
                            <a:schemeClr val="dk1"/>
                          </a:solidFill>
                          <a:effectLst/>
                        </a:rPr>
                        <a:t>No</a:t>
                      </a:r>
                      <a:endParaRPr lang="en-IN" sz="2400" kern="1200" dirty="0">
                        <a:solidFill>
                          <a:schemeClr val="dk1"/>
                        </a:solidFill>
                        <a:effectLst/>
                        <a:latin typeface="+mn-lt"/>
                        <a:ea typeface="+mn-ea"/>
                        <a:cs typeface="+mn-cs"/>
                      </a:endParaRPr>
                    </a:p>
                  </a:txBody>
                  <a:tcPr anchor="ctr"/>
                </a:tc>
                <a:tc>
                  <a:txBody>
                    <a:bodyPr/>
                    <a:lstStyle/>
                    <a:p>
                      <a:pPr marL="0" marR="0" lvl="0" indent="0" algn="l" defTabSz="1219170" rtl="0" eaLnBrk="1" fontAlgn="t" latinLnBrk="0" hangingPunct="1">
                        <a:lnSpc>
                          <a:spcPct val="119048"/>
                        </a:lnSpc>
                        <a:spcBef>
                          <a:spcPts val="0"/>
                        </a:spcBef>
                        <a:spcAft>
                          <a:spcPts val="0"/>
                        </a:spcAft>
                        <a:buClrTx/>
                        <a:buSzTx/>
                        <a:buFontTx/>
                        <a:buNone/>
                        <a:tabLst/>
                        <a:defRPr/>
                      </a:pPr>
                      <a:r>
                        <a:rPr lang="en-IN" sz="2400" kern="1200" dirty="0">
                          <a:solidFill>
                            <a:schemeClr val="dk1"/>
                          </a:solidFill>
                          <a:effectLst/>
                        </a:rPr>
                        <a:t>Yes</a:t>
                      </a:r>
                      <a:endParaRPr lang="en-IN" sz="24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884610560"/>
                  </a:ext>
                </a:extLst>
              </a:tr>
            </a:tbl>
          </a:graphicData>
        </a:graphic>
      </p:graphicFrame>
      <p:sp>
        <p:nvSpPr>
          <p:cNvPr id="4" name="TextBox 3">
            <a:extLst>
              <a:ext uri="{FF2B5EF4-FFF2-40B4-BE49-F238E27FC236}">
                <a16:creationId xmlns:a16="http://schemas.microsoft.com/office/drawing/2014/main" id="{0D12896B-D242-782A-4FD0-221810E79B33}"/>
              </a:ext>
            </a:extLst>
          </p:cNvPr>
          <p:cNvSpPr txBox="1"/>
          <p:nvPr/>
        </p:nvSpPr>
        <p:spPr>
          <a:xfrm>
            <a:off x="1586431" y="6064898"/>
            <a:ext cx="13083138" cy="400110"/>
          </a:xfrm>
          <a:prstGeom prst="rect">
            <a:avLst/>
          </a:prstGeom>
          <a:noFill/>
        </p:spPr>
        <p:txBody>
          <a:bodyPr wrap="square" rtlCol="0">
            <a:spAutoFit/>
          </a:bodyPr>
          <a:lstStyle/>
          <a:p>
            <a:r>
              <a:rPr lang="en-US" sz="2000" dirty="0" err="1"/>
              <a:t>AiPERF</a:t>
            </a:r>
            <a:r>
              <a:rPr lang="en-US" sz="2000" dirty="0"/>
              <a:t> does not replace APM tools. </a:t>
            </a:r>
            <a:r>
              <a:rPr lang="en-US" sz="2000" dirty="0" err="1"/>
              <a:t>AiPERF</a:t>
            </a:r>
            <a:r>
              <a:rPr lang="en-US" sz="2000" dirty="0"/>
              <a:t> leverages APM data to generate actionable intelligence.</a:t>
            </a:r>
            <a:endParaRPr lang="en-IN" sz="2000" dirty="0"/>
          </a:p>
        </p:txBody>
      </p:sp>
    </p:spTree>
    <p:extLst>
      <p:ext uri="{BB962C8B-B14F-4D97-AF65-F5344CB8AC3E}">
        <p14:creationId xmlns:p14="http://schemas.microsoft.com/office/powerpoint/2010/main" val="669689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93989-57D1-0378-3089-AD40F9F588FE}"/>
              </a:ext>
            </a:extLst>
          </p:cNvPr>
          <p:cNvSpPr>
            <a:spLocks noGrp="1"/>
          </p:cNvSpPr>
          <p:nvPr>
            <p:ph type="title"/>
          </p:nvPr>
        </p:nvSpPr>
        <p:spPr/>
        <p:txBody>
          <a:bodyPr>
            <a:normAutofit/>
          </a:bodyPr>
          <a:lstStyle/>
          <a:p>
            <a:r>
              <a:rPr lang="en-IN" sz="4700" dirty="0"/>
              <a:t>Success Metrics</a:t>
            </a:r>
            <a:endParaRPr lang="en-IN" dirty="0"/>
          </a:p>
        </p:txBody>
      </p:sp>
      <p:sp>
        <p:nvSpPr>
          <p:cNvPr id="3" name="TextBox 2">
            <a:extLst>
              <a:ext uri="{FF2B5EF4-FFF2-40B4-BE49-F238E27FC236}">
                <a16:creationId xmlns:a16="http://schemas.microsoft.com/office/drawing/2014/main" id="{855EA75D-D5AF-1881-42E9-5B7AB633B6E7}"/>
              </a:ext>
            </a:extLst>
          </p:cNvPr>
          <p:cNvSpPr txBox="1"/>
          <p:nvPr/>
        </p:nvSpPr>
        <p:spPr>
          <a:xfrm>
            <a:off x="989045" y="1828800"/>
            <a:ext cx="7949682" cy="2000548"/>
          </a:xfrm>
          <a:prstGeom prst="rect">
            <a:avLst/>
          </a:prstGeom>
          <a:noFill/>
        </p:spPr>
        <p:txBody>
          <a:bodyPr wrap="square" rtlCol="0">
            <a:spAutoFit/>
          </a:bodyPr>
          <a:lstStyle/>
          <a:p>
            <a:r>
              <a:rPr lang="en-US" sz="2400" b="1" dirty="0"/>
              <a:t>KPIs</a:t>
            </a:r>
          </a:p>
          <a:p>
            <a:pPr marL="285750" indent="-285750">
              <a:buFont typeface="Arial" panose="020B0604020202020204" pitchFamily="34" charset="0"/>
              <a:buChar char="•"/>
            </a:pPr>
            <a:r>
              <a:rPr lang="en-US" sz="2000" dirty="0"/>
              <a:t>Reduction in analysis effort</a:t>
            </a:r>
          </a:p>
          <a:p>
            <a:pPr marL="285750" indent="-285750">
              <a:buFont typeface="Arial" panose="020B0604020202020204" pitchFamily="34" charset="0"/>
              <a:buChar char="•"/>
            </a:pPr>
            <a:r>
              <a:rPr lang="en-US" sz="2000" dirty="0"/>
              <a:t>Reduction in RCA effort</a:t>
            </a:r>
          </a:p>
          <a:p>
            <a:pPr marL="285750" indent="-285750">
              <a:buFont typeface="Arial" panose="020B0604020202020204" pitchFamily="34" charset="0"/>
              <a:buChar char="•"/>
            </a:pPr>
            <a:r>
              <a:rPr lang="en-US" sz="2000" dirty="0"/>
              <a:t>Accuracy of AI recommendations</a:t>
            </a:r>
          </a:p>
          <a:p>
            <a:pPr marL="285750" indent="-285750">
              <a:buFont typeface="Arial" panose="020B0604020202020204" pitchFamily="34" charset="0"/>
              <a:buChar char="•"/>
            </a:pPr>
            <a:r>
              <a:rPr lang="en-US" sz="2000" dirty="0"/>
              <a:t>Release decision turnaround time</a:t>
            </a:r>
          </a:p>
          <a:p>
            <a:pPr marL="285750" indent="-285750">
              <a:buFont typeface="Arial" panose="020B0604020202020204" pitchFamily="34" charset="0"/>
              <a:buChar char="•"/>
            </a:pPr>
            <a:r>
              <a:rPr lang="en-US" sz="2000" dirty="0"/>
              <a:t>User adoption rate</a:t>
            </a:r>
            <a:endParaRPr lang="en-IN" sz="2000" dirty="0"/>
          </a:p>
        </p:txBody>
      </p:sp>
      <p:sp>
        <p:nvSpPr>
          <p:cNvPr id="4" name="TextBox 3">
            <a:extLst>
              <a:ext uri="{FF2B5EF4-FFF2-40B4-BE49-F238E27FC236}">
                <a16:creationId xmlns:a16="http://schemas.microsoft.com/office/drawing/2014/main" id="{2344E4BC-F657-50BC-DEB6-CEB36DC3BC88}"/>
              </a:ext>
            </a:extLst>
          </p:cNvPr>
          <p:cNvSpPr txBox="1"/>
          <p:nvPr/>
        </p:nvSpPr>
        <p:spPr>
          <a:xfrm>
            <a:off x="989045" y="4068147"/>
            <a:ext cx="8117633" cy="2246769"/>
          </a:xfrm>
          <a:prstGeom prst="rect">
            <a:avLst/>
          </a:prstGeom>
          <a:noFill/>
        </p:spPr>
        <p:txBody>
          <a:bodyPr wrap="square" rtlCol="0">
            <a:spAutoFit/>
          </a:bodyPr>
          <a:lstStyle/>
          <a:p>
            <a:r>
              <a:rPr lang="en-US" sz="2000" b="1" dirty="0"/>
              <a:t>ROI Approach</a:t>
            </a:r>
          </a:p>
          <a:p>
            <a:endParaRPr lang="en-US" sz="2000" b="1" dirty="0"/>
          </a:p>
          <a:p>
            <a:r>
              <a:rPr lang="en-US" sz="2000" dirty="0"/>
              <a:t>ROI to be established through pilot implementation by measuring:</a:t>
            </a:r>
          </a:p>
          <a:p>
            <a:pPr marL="285750" indent="-285750">
              <a:buFont typeface="Arial" panose="020B0604020202020204" pitchFamily="34" charset="0"/>
              <a:buChar char="•"/>
            </a:pPr>
            <a:r>
              <a:rPr lang="en-US" sz="2000" dirty="0"/>
              <a:t>Time savings</a:t>
            </a:r>
          </a:p>
          <a:p>
            <a:pPr marL="285750" indent="-285750">
              <a:buFont typeface="Arial" panose="020B0604020202020204" pitchFamily="34" charset="0"/>
              <a:buChar char="•"/>
            </a:pPr>
            <a:r>
              <a:rPr lang="en-US" sz="2000" dirty="0"/>
              <a:t>Faster RCA</a:t>
            </a:r>
          </a:p>
          <a:p>
            <a:pPr marL="285750" indent="-285750">
              <a:buFont typeface="Arial" panose="020B0604020202020204" pitchFamily="34" charset="0"/>
              <a:buChar char="•"/>
            </a:pPr>
            <a:r>
              <a:rPr lang="en-US" sz="2000" dirty="0"/>
              <a:t>Reduced release delays</a:t>
            </a:r>
          </a:p>
          <a:p>
            <a:pPr marL="285750" indent="-285750">
              <a:buFont typeface="Arial" panose="020B0604020202020204" pitchFamily="34" charset="0"/>
              <a:buChar char="•"/>
            </a:pPr>
            <a:r>
              <a:rPr lang="en-US" sz="2000" dirty="0"/>
              <a:t>Reduction in performance defects</a:t>
            </a:r>
            <a:endParaRPr lang="en-IN" sz="2000" dirty="0"/>
          </a:p>
        </p:txBody>
      </p:sp>
    </p:spTree>
    <p:extLst>
      <p:ext uri="{BB962C8B-B14F-4D97-AF65-F5344CB8AC3E}">
        <p14:creationId xmlns:p14="http://schemas.microsoft.com/office/powerpoint/2010/main" val="3944660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A35A3-D9A9-7C9F-22D0-6F66CE1AD125}"/>
              </a:ext>
            </a:extLst>
          </p:cNvPr>
          <p:cNvSpPr>
            <a:spLocks noGrp="1"/>
          </p:cNvSpPr>
          <p:nvPr>
            <p:ph type="title"/>
          </p:nvPr>
        </p:nvSpPr>
        <p:spPr/>
        <p:txBody>
          <a:bodyPr/>
          <a:lstStyle/>
          <a:p>
            <a:r>
              <a:rPr lang="en-IN" dirty="0" err="1"/>
              <a:t>AiPERF</a:t>
            </a:r>
            <a:r>
              <a:rPr lang="en-IN" dirty="0"/>
              <a:t> Product Roadmap</a:t>
            </a:r>
          </a:p>
        </p:txBody>
      </p:sp>
      <p:graphicFrame>
        <p:nvGraphicFramePr>
          <p:cNvPr id="3" name="Diagram 2">
            <a:extLst>
              <a:ext uri="{FF2B5EF4-FFF2-40B4-BE49-F238E27FC236}">
                <a16:creationId xmlns:a16="http://schemas.microsoft.com/office/drawing/2014/main" id="{FDCABB1F-DDA6-F904-775C-72E523EC4A09}"/>
              </a:ext>
            </a:extLst>
          </p:cNvPr>
          <p:cNvGraphicFramePr/>
          <p:nvPr>
            <p:extLst>
              <p:ext uri="{D42A27DB-BD31-4B8C-83A1-F6EECF244321}">
                <p14:modId xmlns:p14="http://schemas.microsoft.com/office/powerpoint/2010/main" val="1945905575"/>
              </p:ext>
            </p:extLst>
          </p:nvPr>
        </p:nvGraphicFramePr>
        <p:xfrm>
          <a:off x="1771783" y="2725268"/>
          <a:ext cx="10837333" cy="41500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25290A95-0E6B-02C9-362F-3C2266B9160F}"/>
              </a:ext>
            </a:extLst>
          </p:cNvPr>
          <p:cNvSpPr txBox="1"/>
          <p:nvPr/>
        </p:nvSpPr>
        <p:spPr>
          <a:xfrm>
            <a:off x="583455" y="1345307"/>
            <a:ext cx="15089090" cy="923330"/>
          </a:xfrm>
          <a:prstGeom prst="rect">
            <a:avLst/>
          </a:prstGeom>
          <a:noFill/>
        </p:spPr>
        <p:txBody>
          <a:bodyPr wrap="square" rtlCol="0">
            <a:spAutoFit/>
          </a:bodyPr>
          <a:lstStyle/>
          <a:p>
            <a:r>
              <a:rPr lang="en-US" dirty="0" err="1"/>
              <a:t>AiPERF</a:t>
            </a:r>
            <a:r>
              <a:rPr lang="en-US" dirty="0"/>
              <a:t> continuously learns from historical execution data, analyzes performance trends, identifies recurring patterns and anomalies, and applies intelligence from similar executions. </a:t>
            </a:r>
            <a:r>
              <a:rPr lang="en-US"/>
              <a:t>Leveraging Coforge AI Studio, it transforms complex performance metrics into actionable insights that help organizations predict risks, accelerate root cause analysis, optimize application performance, and make confident release readiness decisions.</a:t>
            </a:r>
            <a:endParaRPr lang="en-IN" dirty="0"/>
          </a:p>
        </p:txBody>
      </p:sp>
    </p:spTree>
    <p:extLst>
      <p:ext uri="{BB962C8B-B14F-4D97-AF65-F5344CB8AC3E}">
        <p14:creationId xmlns:p14="http://schemas.microsoft.com/office/powerpoint/2010/main" val="2858089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E0E2E-8A02-4F25-8082-89DB12A449DE}"/>
              </a:ext>
            </a:extLst>
          </p:cNvPr>
          <p:cNvSpPr>
            <a:spLocks noGrp="1"/>
          </p:cNvSpPr>
          <p:nvPr>
            <p:ph type="title"/>
          </p:nvPr>
        </p:nvSpPr>
        <p:spPr/>
        <p:txBody>
          <a:bodyPr/>
          <a:lstStyle/>
          <a:p>
            <a:r>
              <a:rPr lang="en-IN" dirty="0"/>
              <a:t>Assumptions/Risks/Dependencies</a:t>
            </a:r>
          </a:p>
        </p:txBody>
      </p:sp>
      <p:sp>
        <p:nvSpPr>
          <p:cNvPr id="3" name="TextBox 2">
            <a:extLst>
              <a:ext uri="{FF2B5EF4-FFF2-40B4-BE49-F238E27FC236}">
                <a16:creationId xmlns:a16="http://schemas.microsoft.com/office/drawing/2014/main" id="{288F5648-85F0-7DB3-A9B7-5A8E280CCD0D}"/>
              </a:ext>
            </a:extLst>
          </p:cNvPr>
          <p:cNvSpPr txBox="1"/>
          <p:nvPr/>
        </p:nvSpPr>
        <p:spPr>
          <a:xfrm>
            <a:off x="717630" y="1678328"/>
            <a:ext cx="12454360" cy="6155531"/>
          </a:xfrm>
          <a:prstGeom prst="rect">
            <a:avLst/>
          </a:prstGeom>
          <a:noFill/>
        </p:spPr>
        <p:txBody>
          <a:bodyPr wrap="square" rtlCol="0">
            <a:spAutoFit/>
          </a:bodyPr>
          <a:lstStyle/>
          <a:p>
            <a:r>
              <a:rPr lang="en-US" sz="2000" b="1" dirty="0"/>
              <a:t>Assumptions</a:t>
            </a:r>
          </a:p>
          <a:p>
            <a:endParaRPr lang="en-US" sz="2000" b="1" dirty="0"/>
          </a:p>
          <a:p>
            <a:pPr marL="285750" indent="-285750">
              <a:buFont typeface="Arial" panose="020B0604020202020204" pitchFamily="34" charset="0"/>
              <a:buChar char="•"/>
            </a:pPr>
            <a:r>
              <a:rPr lang="en-US" dirty="0"/>
              <a:t>Historical performance data is available.</a:t>
            </a:r>
          </a:p>
          <a:p>
            <a:pPr marL="285750" indent="-285750">
              <a:buFont typeface="Arial" panose="020B0604020202020204" pitchFamily="34" charset="0"/>
              <a:buChar char="•"/>
            </a:pPr>
            <a:r>
              <a:rPr lang="en-US" dirty="0"/>
              <a:t>Existing test results are accessible for ingestion.</a:t>
            </a:r>
          </a:p>
          <a:p>
            <a:pPr marL="285750" indent="-285750">
              <a:buFont typeface="Arial" panose="020B0604020202020204" pitchFamily="34" charset="0"/>
              <a:buChar char="•"/>
            </a:pPr>
            <a:r>
              <a:rPr lang="en-US" dirty="0"/>
              <a:t>Performance reports follow standardized formats.</a:t>
            </a:r>
          </a:p>
          <a:p>
            <a:pPr marL="285750" indent="-285750">
              <a:buFont typeface="Arial" panose="020B0604020202020204" pitchFamily="34" charset="0"/>
              <a:buChar char="•"/>
            </a:pPr>
            <a:r>
              <a:rPr lang="en-US" dirty="0"/>
              <a:t>Monitoring tool integrations are available.</a:t>
            </a:r>
          </a:p>
          <a:p>
            <a:pPr marL="285750" indent="-285750">
              <a:buFont typeface="Arial" panose="020B0604020202020204" pitchFamily="34" charset="0"/>
              <a:buChar char="•"/>
            </a:pPr>
            <a:endParaRPr lang="en-US" dirty="0"/>
          </a:p>
          <a:p>
            <a:r>
              <a:rPr lang="en-US" sz="2000" b="1" dirty="0"/>
              <a:t>Risks</a:t>
            </a:r>
          </a:p>
          <a:p>
            <a:endParaRPr lang="en-US" sz="2400" b="1" dirty="0"/>
          </a:p>
          <a:p>
            <a:pPr marL="285750" indent="-285750">
              <a:buFont typeface="Arial" panose="020B0604020202020204" pitchFamily="34" charset="0"/>
              <a:buChar char="•"/>
            </a:pPr>
            <a:r>
              <a:rPr lang="en-US" dirty="0"/>
              <a:t>AI-generated recommendations may require human validation.</a:t>
            </a:r>
          </a:p>
          <a:p>
            <a:pPr marL="285750" indent="-285750">
              <a:buFont typeface="Arial" panose="020B0604020202020204" pitchFamily="34" charset="0"/>
              <a:buChar char="•"/>
            </a:pPr>
            <a:r>
              <a:rPr lang="en-US" dirty="0"/>
              <a:t>Insufficient historical data may reduce prediction accuracy.</a:t>
            </a:r>
          </a:p>
          <a:p>
            <a:pPr marL="285750" indent="-285750">
              <a:buFont typeface="Arial" panose="020B0604020202020204" pitchFamily="34" charset="0"/>
              <a:buChar char="•"/>
            </a:pPr>
            <a:r>
              <a:rPr lang="en-US" dirty="0"/>
              <a:t>Data quality issues can impact AI outcomes.</a:t>
            </a:r>
          </a:p>
          <a:p>
            <a:pPr marL="285750" indent="-285750">
              <a:buFont typeface="Arial" panose="020B0604020202020204" pitchFamily="34" charset="0"/>
              <a:buChar char="•"/>
            </a:pPr>
            <a:r>
              <a:rPr lang="en-US" dirty="0"/>
              <a:t>Tool integration complexity may affect timelines.</a:t>
            </a:r>
          </a:p>
          <a:p>
            <a:pPr marL="285750" indent="-285750">
              <a:buFont typeface="Arial" panose="020B0604020202020204" pitchFamily="34" charset="0"/>
              <a:buChar char="•"/>
            </a:pPr>
            <a:endParaRPr lang="en-US" dirty="0"/>
          </a:p>
          <a:p>
            <a:r>
              <a:rPr lang="en-US" sz="2000" b="1" dirty="0"/>
              <a:t>Dependencies</a:t>
            </a:r>
          </a:p>
          <a:p>
            <a:endParaRPr lang="en-US" sz="2000" b="1" dirty="0"/>
          </a:p>
          <a:p>
            <a:pPr marL="285750" indent="-285750">
              <a:buFont typeface="Arial" panose="020B0604020202020204" pitchFamily="34" charset="0"/>
              <a:buChar char="•"/>
            </a:pPr>
            <a:r>
              <a:rPr lang="en-US" dirty="0"/>
              <a:t>Access to performance test repositories.</a:t>
            </a:r>
          </a:p>
          <a:p>
            <a:pPr marL="285750" indent="-285750">
              <a:buFont typeface="Arial" panose="020B0604020202020204" pitchFamily="34" charset="0"/>
              <a:buChar char="•"/>
            </a:pPr>
            <a:r>
              <a:rPr lang="en-US" dirty="0"/>
              <a:t>JMeter and/or LoadRunner integration.</a:t>
            </a:r>
          </a:p>
          <a:p>
            <a:pPr marL="285750" indent="-285750">
              <a:buFont typeface="Arial" panose="020B0604020202020204" pitchFamily="34" charset="0"/>
              <a:buChar char="•"/>
            </a:pPr>
            <a:r>
              <a:rPr lang="en-US" dirty="0"/>
              <a:t>Monitoring platform connectivity.</a:t>
            </a:r>
          </a:p>
          <a:p>
            <a:pPr marL="285750" indent="-285750">
              <a:buFont typeface="Arial" panose="020B0604020202020204" pitchFamily="34" charset="0"/>
              <a:buChar char="•"/>
            </a:pPr>
            <a:r>
              <a:rPr lang="en-US" dirty="0"/>
              <a:t>Enterprise LLM platform availability.</a:t>
            </a:r>
          </a:p>
          <a:p>
            <a:pPr marL="285750" indent="-285750">
              <a:buFont typeface="Arial" panose="020B0604020202020204" pitchFamily="34" charset="0"/>
              <a:buChar char="•"/>
            </a:pPr>
            <a:r>
              <a:rPr lang="en-US" dirty="0"/>
              <a:t>Appropriate security and compliance approvals.</a:t>
            </a:r>
            <a:endParaRPr lang="en-IN" dirty="0"/>
          </a:p>
        </p:txBody>
      </p:sp>
    </p:spTree>
    <p:extLst>
      <p:ext uri="{BB962C8B-B14F-4D97-AF65-F5344CB8AC3E}">
        <p14:creationId xmlns:p14="http://schemas.microsoft.com/office/powerpoint/2010/main" val="1204680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0BD60-B1DA-FD53-CC5D-F30BA9A9C6E2}"/>
              </a:ext>
            </a:extLst>
          </p:cNvPr>
          <p:cNvSpPr>
            <a:spLocks noGrp="1"/>
          </p:cNvSpPr>
          <p:nvPr>
            <p:ph type="title"/>
          </p:nvPr>
        </p:nvSpPr>
        <p:spPr/>
        <p:txBody>
          <a:bodyPr/>
          <a:lstStyle/>
          <a:p>
            <a:r>
              <a:rPr lang="en-US" dirty="0" err="1"/>
              <a:t>AiPERF</a:t>
            </a:r>
            <a:r>
              <a:rPr lang="en-US" dirty="0"/>
              <a:t> – Solution Setup</a:t>
            </a:r>
          </a:p>
        </p:txBody>
      </p:sp>
      <p:graphicFrame>
        <p:nvGraphicFramePr>
          <p:cNvPr id="4" name="Table 3">
            <a:extLst>
              <a:ext uri="{FF2B5EF4-FFF2-40B4-BE49-F238E27FC236}">
                <a16:creationId xmlns:a16="http://schemas.microsoft.com/office/drawing/2014/main" id="{6329481E-46F8-C8DA-B05A-888597D14271}"/>
              </a:ext>
            </a:extLst>
          </p:cNvPr>
          <p:cNvGraphicFramePr>
            <a:graphicFrameLocks noGrp="1"/>
          </p:cNvGraphicFramePr>
          <p:nvPr>
            <p:extLst>
              <p:ext uri="{D42A27DB-BD31-4B8C-83A1-F6EECF244321}">
                <p14:modId xmlns:p14="http://schemas.microsoft.com/office/powerpoint/2010/main" val="130234273"/>
              </p:ext>
            </p:extLst>
          </p:nvPr>
        </p:nvGraphicFramePr>
        <p:xfrm>
          <a:off x="391403" y="1235072"/>
          <a:ext cx="15194338" cy="3749040"/>
        </p:xfrm>
        <a:graphic>
          <a:graphicData uri="http://schemas.openxmlformats.org/drawingml/2006/table">
            <a:tbl>
              <a:tblPr/>
              <a:tblGrid>
                <a:gridCol w="3568431">
                  <a:extLst>
                    <a:ext uri="{9D8B030D-6E8A-4147-A177-3AD203B41FA5}">
                      <a16:colId xmlns:a16="http://schemas.microsoft.com/office/drawing/2014/main" val="182641747"/>
                    </a:ext>
                  </a:extLst>
                </a:gridCol>
                <a:gridCol w="5557292">
                  <a:extLst>
                    <a:ext uri="{9D8B030D-6E8A-4147-A177-3AD203B41FA5}">
                      <a16:colId xmlns:a16="http://schemas.microsoft.com/office/drawing/2014/main" val="3311509162"/>
                    </a:ext>
                  </a:extLst>
                </a:gridCol>
                <a:gridCol w="6068615">
                  <a:extLst>
                    <a:ext uri="{9D8B030D-6E8A-4147-A177-3AD203B41FA5}">
                      <a16:colId xmlns:a16="http://schemas.microsoft.com/office/drawing/2014/main" val="3169985964"/>
                    </a:ext>
                  </a:extLst>
                </a:gridCol>
              </a:tblGrid>
              <a:tr h="212987">
                <a:tc>
                  <a:txBody>
                    <a:bodyPr/>
                    <a:lstStyle/>
                    <a:p>
                      <a:pPr marL="0" marR="0" indent="0" algn="l" rtl="0" fontAlgn="base">
                        <a:spcAft>
                          <a:spcPts val="400"/>
                        </a:spcAft>
                        <a:buNone/>
                      </a:pPr>
                      <a:r>
                        <a:rPr lang="en-US" sz="1600" b="1" i="0" dirty="0">
                          <a:solidFill>
                            <a:srgbClr val="FFFFFF"/>
                          </a:solidFill>
                          <a:effectLst/>
                          <a:latin typeface="Aptos" panose="020B0004020202020204" pitchFamily="34" charset="0"/>
                        </a:rPr>
                        <a:t>Layer</a:t>
                      </a:r>
                      <a:r>
                        <a:rPr lang="en-US" sz="1600" b="0" i="0" dirty="0">
                          <a:solidFill>
                            <a:srgbClr val="FFFFFF"/>
                          </a:solidFill>
                          <a:effectLst/>
                          <a:latin typeface="Aptos" panose="020B0004020202020204" pitchFamily="34" charset="0"/>
                        </a:rPr>
                        <a:t> </a:t>
                      </a:r>
                      <a:endParaRPr lang="en-US" sz="1600" b="0" i="0" dirty="0">
                        <a:solidFill>
                          <a:srgbClr val="F5F5F5"/>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B5D"/>
                    </a:solidFill>
                  </a:tcPr>
                </a:tc>
                <a:tc>
                  <a:txBody>
                    <a:bodyPr/>
                    <a:lstStyle/>
                    <a:p>
                      <a:pPr marL="0" marR="0" indent="0" algn="l" rtl="0" fontAlgn="base">
                        <a:spcAft>
                          <a:spcPts val="400"/>
                        </a:spcAft>
                        <a:buNone/>
                      </a:pPr>
                      <a:r>
                        <a:rPr lang="en-US" sz="1600" b="1" i="0">
                          <a:solidFill>
                            <a:srgbClr val="FFFFFF"/>
                          </a:solidFill>
                          <a:effectLst/>
                          <a:latin typeface="Aptos" panose="020B0004020202020204" pitchFamily="34" charset="0"/>
                        </a:rPr>
                        <a:t>Technology</a:t>
                      </a:r>
                      <a:r>
                        <a:rPr lang="en-US" sz="1600" b="0" i="0">
                          <a:solidFill>
                            <a:srgbClr val="FFFFFF"/>
                          </a:solidFill>
                          <a:effectLst/>
                          <a:latin typeface="Aptos" panose="020B0004020202020204" pitchFamily="34" charset="0"/>
                        </a:rPr>
                        <a:t> </a:t>
                      </a:r>
                      <a:endParaRPr lang="en-US" sz="1600" b="0" i="0">
                        <a:solidFill>
                          <a:srgbClr val="F5F5F5"/>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B5D"/>
                    </a:solidFill>
                  </a:tcPr>
                </a:tc>
                <a:tc>
                  <a:txBody>
                    <a:bodyPr/>
                    <a:lstStyle/>
                    <a:p>
                      <a:pPr marL="0" marR="0" indent="0" algn="l" rtl="0" fontAlgn="base">
                        <a:spcAft>
                          <a:spcPts val="400"/>
                        </a:spcAft>
                        <a:buNone/>
                      </a:pPr>
                      <a:r>
                        <a:rPr lang="en-US" sz="1600" b="1" i="0" dirty="0">
                          <a:solidFill>
                            <a:srgbClr val="FFFFFF"/>
                          </a:solidFill>
                          <a:effectLst/>
                          <a:latin typeface="Aptos" panose="020B0004020202020204" pitchFamily="34" charset="0"/>
                        </a:rPr>
                        <a:t>Primary responsibility</a:t>
                      </a:r>
                      <a:r>
                        <a:rPr lang="en-US" sz="1600" b="0" i="0" dirty="0">
                          <a:solidFill>
                            <a:srgbClr val="FFFFFF"/>
                          </a:solidFill>
                          <a:effectLst/>
                          <a:latin typeface="Aptos" panose="020B0004020202020204" pitchFamily="34" charset="0"/>
                        </a:rPr>
                        <a:t> </a:t>
                      </a:r>
                      <a:endParaRPr lang="en-US" sz="1600" b="0" i="0" dirty="0">
                        <a:solidFill>
                          <a:srgbClr val="F5F5F5"/>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B5D"/>
                    </a:solidFill>
                  </a:tcPr>
                </a:tc>
                <a:extLst>
                  <a:ext uri="{0D108BD9-81ED-4DB2-BD59-A6C34878D82A}">
                    <a16:rowId xmlns:a16="http://schemas.microsoft.com/office/drawing/2014/main" val="4087076553"/>
                  </a:ext>
                </a:extLst>
              </a:tr>
              <a:tr h="212987">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Execution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a:solidFill>
                            <a:srgbClr val="000000"/>
                          </a:solidFill>
                          <a:effectLst/>
                          <a:latin typeface="Aptos" panose="020B0004020202020204" pitchFamily="34" charset="0"/>
                        </a:rPr>
                        <a:t>Apache JMeter 5.6.3 </a:t>
                      </a:r>
                      <a:endParaRPr lang="en-US" sz="1600" b="0" i="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Generate controlled workload and JTL evidence.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11077343"/>
                  </a:ext>
                </a:extLst>
              </a:tr>
              <a:tr h="212987">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Orchestration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Jenkins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Validate environment, execute the pipeline, publish evidence.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34132086"/>
                  </a:ext>
                </a:extLst>
              </a:tr>
              <a:tr h="367887">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Telemetry store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err="1">
                          <a:solidFill>
                            <a:srgbClr val="000000"/>
                          </a:solidFill>
                          <a:effectLst/>
                          <a:latin typeface="Aptos" panose="020B0004020202020204" pitchFamily="34" charset="0"/>
                        </a:rPr>
                        <a:t>InfluxDB</a:t>
                      </a:r>
                      <a:r>
                        <a:rPr lang="en-US" sz="1600" b="0" i="0" dirty="0">
                          <a:solidFill>
                            <a:srgbClr val="000000"/>
                          </a:solidFill>
                          <a:effectLst/>
                          <a:latin typeface="Aptos" panose="020B0004020202020204" pitchFamily="34" charset="0"/>
                        </a:rPr>
                        <a:t> OSS 1.8.10 / </a:t>
                      </a:r>
                      <a:r>
                        <a:rPr lang="en-US" sz="1600" b="0" i="0" dirty="0" err="1">
                          <a:solidFill>
                            <a:srgbClr val="000000"/>
                          </a:solidFill>
                          <a:effectLst/>
                          <a:latin typeface="Aptos" panose="020B0004020202020204" pitchFamily="34" charset="0"/>
                        </a:rPr>
                        <a:t>jmeter</a:t>
                      </a:r>
                      <a:r>
                        <a:rPr lang="en-US" sz="1600" b="0" i="0" dirty="0">
                          <a:solidFill>
                            <a:srgbClr val="000000"/>
                          </a:solidFill>
                          <a:effectLst/>
                          <a:latin typeface="Aptos" panose="020B0004020202020204" pitchFamily="34" charset="0"/>
                        </a:rPr>
                        <a:t>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Persist execution, service, comparison, anomaly, findings, and outcome evidence.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39824324"/>
                  </a:ext>
                </a:extLst>
              </a:tr>
              <a:tr h="212987">
                <a:tc>
                  <a:txBody>
                    <a:bodyPr/>
                    <a:lstStyle/>
                    <a:p>
                      <a:pPr marL="0" marR="0" indent="0" algn="l" rtl="0" fontAlgn="base">
                        <a:spcAft>
                          <a:spcPts val="400"/>
                        </a:spcAft>
                        <a:buNone/>
                      </a:pPr>
                      <a:r>
                        <a:rPr lang="en-US" sz="1600" b="0" i="0">
                          <a:solidFill>
                            <a:srgbClr val="000000"/>
                          </a:solidFill>
                          <a:effectLst/>
                          <a:latin typeface="Aptos" panose="020B0004020202020204" pitchFamily="34" charset="0"/>
                        </a:rPr>
                        <a:t>Runtime telemetry </a:t>
                      </a:r>
                      <a:endParaRPr lang="en-US" sz="1600" b="0" i="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Spring Boot Actuator (Optional)</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Expose CPU, process, JVM, threads, and HTTP request counters.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19510220"/>
                  </a:ext>
                </a:extLst>
              </a:tr>
              <a:tr h="367887">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Intelligence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Python 3.12 + scikit-learn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Extract, compare, reconcile, detect, correlate, package findings, and govern release.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99136063"/>
                  </a:ext>
                </a:extLst>
              </a:tr>
              <a:tr h="367887">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LLM reasoning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Coforge GPT-5 primary/failover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Explain the deterministic Findings Package and answer bounded questions.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77615243"/>
                  </a:ext>
                </a:extLst>
              </a:tr>
              <a:tr h="212987">
                <a:tc>
                  <a:txBody>
                    <a:bodyPr/>
                    <a:lstStyle/>
                    <a:p>
                      <a:pPr marL="0" marR="0" indent="0" algn="l" rtl="0" fontAlgn="base">
                        <a:spcAft>
                          <a:spcPts val="400"/>
                        </a:spcAft>
                        <a:buNone/>
                      </a:pPr>
                      <a:r>
                        <a:rPr lang="en-US" sz="1600" b="0" i="0">
                          <a:solidFill>
                            <a:srgbClr val="000000"/>
                          </a:solidFill>
                          <a:effectLst/>
                          <a:latin typeface="Aptos" panose="020B0004020202020204" pitchFamily="34" charset="0"/>
                        </a:rPr>
                        <a:t>Command Center </a:t>
                      </a:r>
                      <a:endParaRPr lang="en-US" sz="1600" b="0" i="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err="1">
                          <a:solidFill>
                            <a:srgbClr val="000000"/>
                          </a:solidFill>
                          <a:effectLst/>
                          <a:latin typeface="Aptos" panose="020B0004020202020204" pitchFamily="34" charset="0"/>
                        </a:rPr>
                        <a:t>Streamlit</a:t>
                      </a:r>
                      <a:r>
                        <a:rPr lang="en-US" sz="1600" b="0" i="0" dirty="0">
                          <a:solidFill>
                            <a:srgbClr val="000000"/>
                          </a:solidFill>
                          <a:effectLst/>
                          <a:latin typeface="Aptos" panose="020B0004020202020204" pitchFamily="34" charset="0"/>
                        </a:rPr>
                        <a:t>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Present selected-run evidence and grounded Copilot interaction.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77394619"/>
                  </a:ext>
                </a:extLst>
              </a:tr>
              <a:tr h="212987">
                <a:tc>
                  <a:txBody>
                    <a:bodyPr/>
                    <a:lstStyle/>
                    <a:p>
                      <a:pPr marL="0" marR="0" indent="0" algn="l" rtl="0" fontAlgn="base">
                        <a:spcAft>
                          <a:spcPts val="400"/>
                        </a:spcAft>
                        <a:buNone/>
                      </a:pPr>
                      <a:r>
                        <a:rPr lang="en-US" sz="1600" b="0" i="0">
                          <a:solidFill>
                            <a:srgbClr val="000000"/>
                          </a:solidFill>
                          <a:effectLst/>
                          <a:latin typeface="Aptos" panose="020B0004020202020204" pitchFamily="34" charset="0"/>
                        </a:rPr>
                        <a:t>Visualization </a:t>
                      </a:r>
                      <a:endParaRPr lang="en-US" sz="1600" b="0" i="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a:solidFill>
                            <a:srgbClr val="000000"/>
                          </a:solidFill>
                          <a:effectLst/>
                          <a:latin typeface="Aptos" panose="020B0004020202020204" pitchFamily="34" charset="0"/>
                        </a:rPr>
                        <a:t>Grafana </a:t>
                      </a:r>
                      <a:endParaRPr lang="en-US" sz="1600" b="0" i="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rtl="0" fontAlgn="base">
                        <a:spcAft>
                          <a:spcPts val="400"/>
                        </a:spcAft>
                        <a:buNone/>
                      </a:pPr>
                      <a:r>
                        <a:rPr lang="en-US" sz="1600" b="0" i="0" dirty="0">
                          <a:solidFill>
                            <a:srgbClr val="000000"/>
                          </a:solidFill>
                          <a:effectLst/>
                          <a:latin typeface="Aptos" panose="020B0004020202020204" pitchFamily="34" charset="0"/>
                        </a:rPr>
                        <a:t>Operational dashboards over validated </a:t>
                      </a:r>
                      <a:r>
                        <a:rPr lang="en-US" sz="1600" b="0" i="0" dirty="0" err="1">
                          <a:solidFill>
                            <a:srgbClr val="000000"/>
                          </a:solidFill>
                          <a:effectLst/>
                          <a:latin typeface="Aptos" panose="020B0004020202020204" pitchFamily="34" charset="0"/>
                        </a:rPr>
                        <a:t>InfluxDB</a:t>
                      </a:r>
                      <a:r>
                        <a:rPr lang="en-US" sz="1600" b="0" i="0" dirty="0">
                          <a:solidFill>
                            <a:srgbClr val="000000"/>
                          </a:solidFill>
                          <a:effectLst/>
                          <a:latin typeface="Aptos" panose="020B0004020202020204" pitchFamily="34" charset="0"/>
                        </a:rPr>
                        <a:t> measurements. </a:t>
                      </a:r>
                      <a:endParaRPr lang="en-US" sz="1600" b="0" i="0" dirty="0">
                        <a:solidFill>
                          <a:srgbClr val="000000"/>
                        </a:solidFill>
                        <a:effectLst/>
                        <a:latin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86222419"/>
                  </a:ext>
                </a:extLst>
              </a:tr>
            </a:tbl>
          </a:graphicData>
        </a:graphic>
      </p:graphicFrame>
      <p:graphicFrame>
        <p:nvGraphicFramePr>
          <p:cNvPr id="6" name="Object 5">
            <a:extLst>
              <a:ext uri="{FF2B5EF4-FFF2-40B4-BE49-F238E27FC236}">
                <a16:creationId xmlns:a16="http://schemas.microsoft.com/office/drawing/2014/main" id="{CB519ED4-4C51-1EE0-5ADB-6490F8C44FDF}"/>
              </a:ext>
            </a:extLst>
          </p:cNvPr>
          <p:cNvGraphicFramePr>
            <a:graphicFrameLocks noChangeAspect="1"/>
          </p:cNvGraphicFramePr>
          <p:nvPr>
            <p:extLst>
              <p:ext uri="{D42A27DB-BD31-4B8C-83A1-F6EECF244321}">
                <p14:modId xmlns:p14="http://schemas.microsoft.com/office/powerpoint/2010/main" val="3114740680"/>
              </p:ext>
            </p:extLst>
          </p:nvPr>
        </p:nvGraphicFramePr>
        <p:xfrm>
          <a:off x="1883391" y="7118725"/>
          <a:ext cx="1874719" cy="1393207"/>
        </p:xfrm>
        <a:graphic>
          <a:graphicData uri="http://schemas.openxmlformats.org/presentationml/2006/ole">
            <mc:AlternateContent xmlns:mc="http://schemas.openxmlformats.org/markup-compatibility/2006">
              <mc:Choice xmlns:v="urn:schemas-microsoft-com:vml" Requires="v">
                <p:oleObj name="Packager Shell Object" showAsIcon="1" r:id="rId2" imgW="914597" imgH="806406" progId="Package">
                  <p:embed/>
                </p:oleObj>
              </mc:Choice>
              <mc:Fallback>
                <p:oleObj name="Packager Shell Object" showAsIcon="1" r:id="rId2" imgW="914597" imgH="806406" progId="Package">
                  <p:embed/>
                  <p:pic>
                    <p:nvPicPr>
                      <p:cNvPr id="0" name=""/>
                      <p:cNvPicPr/>
                      <p:nvPr/>
                    </p:nvPicPr>
                    <p:blipFill>
                      <a:blip r:embed="rId3"/>
                      <a:stretch>
                        <a:fillRect/>
                      </a:stretch>
                    </p:blipFill>
                    <p:spPr>
                      <a:xfrm>
                        <a:off x="1883391" y="7118725"/>
                        <a:ext cx="1874719" cy="1393207"/>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419DA7DB-255C-2130-36E5-E5895B8E22FC}"/>
              </a:ext>
            </a:extLst>
          </p:cNvPr>
          <p:cNvSpPr txBox="1"/>
          <p:nvPr/>
        </p:nvSpPr>
        <p:spPr>
          <a:xfrm>
            <a:off x="834986" y="6434440"/>
            <a:ext cx="3971528" cy="369332"/>
          </a:xfrm>
          <a:prstGeom prst="rect">
            <a:avLst/>
          </a:prstGeom>
          <a:noFill/>
        </p:spPr>
        <p:txBody>
          <a:bodyPr wrap="square" rtlCol="0">
            <a:spAutoFit/>
          </a:bodyPr>
          <a:lstStyle/>
          <a:p>
            <a:r>
              <a:rPr lang="en-US" dirty="0"/>
              <a:t>Use the Jenkins file for orchestration</a:t>
            </a:r>
          </a:p>
        </p:txBody>
      </p:sp>
      <p:sp>
        <p:nvSpPr>
          <p:cNvPr id="9" name="TextBox 8">
            <a:extLst>
              <a:ext uri="{FF2B5EF4-FFF2-40B4-BE49-F238E27FC236}">
                <a16:creationId xmlns:a16="http://schemas.microsoft.com/office/drawing/2014/main" id="{2BD3FEEA-D584-AFA1-A562-4E96C2701E03}"/>
              </a:ext>
            </a:extLst>
          </p:cNvPr>
          <p:cNvSpPr txBox="1"/>
          <p:nvPr/>
        </p:nvSpPr>
        <p:spPr>
          <a:xfrm>
            <a:off x="391403" y="5366453"/>
            <a:ext cx="9089408" cy="646331"/>
          </a:xfrm>
          <a:prstGeom prst="rect">
            <a:avLst/>
          </a:prstGeom>
          <a:noFill/>
        </p:spPr>
        <p:txBody>
          <a:bodyPr wrap="square">
            <a:spAutoFit/>
          </a:bodyPr>
          <a:lstStyle/>
          <a:p>
            <a:r>
              <a:rPr lang="en-US" dirty="0"/>
              <a:t>Checkout the complete code from below public git repo</a:t>
            </a:r>
            <a:br>
              <a:rPr lang="en-US" dirty="0"/>
            </a:br>
            <a:r>
              <a:rPr lang="en-US" dirty="0" err="1">
                <a:hlinkClick r:id="rId4"/>
              </a:rPr>
              <a:t>sureshpittala</a:t>
            </a:r>
            <a:r>
              <a:rPr lang="en-US" dirty="0">
                <a:hlinkClick r:id="rId4"/>
              </a:rPr>
              <a:t>/</a:t>
            </a:r>
            <a:r>
              <a:rPr lang="en-US" dirty="0" err="1">
                <a:hlinkClick r:id="rId4"/>
              </a:rPr>
              <a:t>AiPERF</a:t>
            </a:r>
            <a:endParaRPr lang="en-US" dirty="0"/>
          </a:p>
        </p:txBody>
      </p:sp>
      <p:sp>
        <p:nvSpPr>
          <p:cNvPr id="10" name="TextBox 9">
            <a:extLst>
              <a:ext uri="{FF2B5EF4-FFF2-40B4-BE49-F238E27FC236}">
                <a16:creationId xmlns:a16="http://schemas.microsoft.com/office/drawing/2014/main" id="{26DF7A76-F8E2-720D-FF3A-7F43C93D8C4A}"/>
              </a:ext>
            </a:extLst>
          </p:cNvPr>
          <p:cNvSpPr txBox="1"/>
          <p:nvPr/>
        </p:nvSpPr>
        <p:spPr>
          <a:xfrm>
            <a:off x="6125011" y="5095612"/>
            <a:ext cx="9460730" cy="3416320"/>
          </a:xfrm>
          <a:prstGeom prst="rect">
            <a:avLst/>
          </a:prstGeom>
          <a:noFill/>
        </p:spPr>
        <p:txBody>
          <a:bodyPr wrap="square" rtlCol="0">
            <a:spAutoFit/>
          </a:bodyPr>
          <a:lstStyle/>
          <a:p>
            <a:r>
              <a:rPr lang="en-US" b="1" dirty="0"/>
              <a:t>Steps to setup – </a:t>
            </a:r>
            <a:br>
              <a:rPr lang="en-US" b="1" dirty="0"/>
            </a:br>
            <a:r>
              <a:rPr lang="en-US" dirty="0"/>
              <a:t>1. Checkout the code from git repo - </a:t>
            </a:r>
            <a:r>
              <a:rPr lang="en-US" dirty="0" err="1">
                <a:hlinkClick r:id="rId4"/>
              </a:rPr>
              <a:t>sureshpittala</a:t>
            </a:r>
            <a:r>
              <a:rPr lang="en-US" dirty="0">
                <a:hlinkClick r:id="rId4"/>
              </a:rPr>
              <a:t>/</a:t>
            </a:r>
            <a:r>
              <a:rPr lang="en-US" dirty="0" err="1">
                <a:hlinkClick r:id="rId4"/>
              </a:rPr>
              <a:t>AiPERF</a:t>
            </a:r>
            <a:endParaRPr lang="en-US" dirty="0"/>
          </a:p>
          <a:p>
            <a:r>
              <a:rPr lang="en-US" dirty="0"/>
              <a:t>2. Build any JMeter scripts for any application</a:t>
            </a:r>
          </a:p>
          <a:p>
            <a:r>
              <a:rPr lang="en-US" dirty="0"/>
              <a:t>3. Setup Jenkins. Use the Jenkins attached file or prepare Jenkins pipeline to run the JMeter script. Note – change the path to your checkout code</a:t>
            </a:r>
          </a:p>
          <a:p>
            <a:r>
              <a:rPr lang="en-US" dirty="0"/>
              <a:t>4. Grafana (optional)</a:t>
            </a:r>
          </a:p>
          <a:p>
            <a:r>
              <a:rPr lang="en-US" dirty="0"/>
              <a:t>5. Run the actuator setup (only if you are using inhouse microservices else you can use any application for which JMeter scripts are developed. Note – Microservices are provided in the repo</a:t>
            </a:r>
          </a:p>
          <a:p>
            <a:r>
              <a:rPr lang="en-US" dirty="0"/>
              <a:t>6. Setup </a:t>
            </a:r>
            <a:r>
              <a:rPr lang="en-US" dirty="0" err="1"/>
              <a:t>Streamlit</a:t>
            </a:r>
            <a:endParaRPr lang="en-US" dirty="0"/>
          </a:p>
          <a:p>
            <a:r>
              <a:rPr lang="en-US" dirty="0"/>
              <a:t>7. Get the API keys for LLM from Coforge </a:t>
            </a:r>
            <a:r>
              <a:rPr lang="en-US" dirty="0">
                <a:hlinkClick r:id="rId5"/>
              </a:rPr>
              <a:t>AI Studio</a:t>
            </a:r>
            <a:r>
              <a:rPr lang="en-US" dirty="0"/>
              <a:t>. Use GPT-5.2 Chat (Primary) and GPT-5.2 (Failover). Note – You can use any model as per the requirement</a:t>
            </a:r>
          </a:p>
        </p:txBody>
      </p:sp>
    </p:spTree>
    <p:extLst>
      <p:ext uri="{BB962C8B-B14F-4D97-AF65-F5344CB8AC3E}">
        <p14:creationId xmlns:p14="http://schemas.microsoft.com/office/powerpoint/2010/main" val="1209802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4210E-3852-292A-9361-A9F5F901F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5892C-C193-E910-1AFB-4A776BB7992A}"/>
              </a:ext>
            </a:extLst>
          </p:cNvPr>
          <p:cNvSpPr>
            <a:spLocks noGrp="1"/>
          </p:cNvSpPr>
          <p:nvPr>
            <p:ph type="title"/>
          </p:nvPr>
        </p:nvSpPr>
        <p:spPr/>
        <p:txBody>
          <a:bodyPr/>
          <a:lstStyle/>
          <a:p>
            <a:r>
              <a:rPr lang="en-US" dirty="0"/>
              <a:t>Let’s Engage</a:t>
            </a:r>
            <a:endParaRPr lang="en-IN" dirty="0"/>
          </a:p>
        </p:txBody>
      </p:sp>
    </p:spTree>
    <p:extLst>
      <p:ext uri="{BB962C8B-B14F-4D97-AF65-F5344CB8AC3E}">
        <p14:creationId xmlns:p14="http://schemas.microsoft.com/office/powerpoint/2010/main" val="2179154715"/>
      </p:ext>
    </p:extLst>
  </p:cSld>
  <p:clrMapOvr>
    <a:masterClrMapping/>
  </p:clrMapOvr>
</p:sld>
</file>

<file path=ppt/theme/theme1.xml><?xml version="1.0" encoding="utf-8"?>
<a:theme xmlns:a="http://schemas.openxmlformats.org/drawingml/2006/main" name="Coforge_2024_v1">
  <a:themeElements>
    <a:clrScheme name="Coforge_color_2023">
      <a:dk1>
        <a:srgbClr val="505050"/>
      </a:dk1>
      <a:lt1>
        <a:sysClr val="window" lastClr="FFFFFF"/>
      </a:lt1>
      <a:dk2>
        <a:srgbClr val="141414"/>
      </a:dk2>
      <a:lt2>
        <a:srgbClr val="E7E6E6"/>
      </a:lt2>
      <a:accent1>
        <a:srgbClr val="082340"/>
      </a:accent1>
      <a:accent2>
        <a:srgbClr val="F15B40"/>
      </a:accent2>
      <a:accent3>
        <a:srgbClr val="00A792"/>
      </a:accent3>
      <a:accent4>
        <a:srgbClr val="F68B28"/>
      </a:accent4>
      <a:accent5>
        <a:srgbClr val="5F8AC7"/>
      </a:accent5>
      <a:accent6>
        <a:srgbClr val="F68D76"/>
      </a:accent6>
      <a:hlink>
        <a:srgbClr val="5F8AC7"/>
      </a:hlink>
      <a:folHlink>
        <a:srgbClr val="F15B40"/>
      </a:folHlink>
    </a:clrScheme>
    <a:fontScheme name="Tahom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Green-Medium">
      <a:srgbClr val="4CC0AD"/>
    </a:custClr>
    <a:custClr name="Green-MediumLight">
      <a:srgbClr val="AADCD7"/>
    </a:custClr>
    <a:custClr name="Green-Light">
      <a:srgbClr val="E6F5F0"/>
    </a:custClr>
    <a:custClr name="DeepYellow-Medium">
      <a:srgbClr val="FAA85F"/>
    </a:custClr>
    <a:custClr name="DeepYellow-MediumLight">
      <a:srgbClr val="FFDCB4"/>
    </a:custClr>
    <a:custClr name="DeepYellow-Light">
      <a:srgbClr val="FFF5E1"/>
    </a:custClr>
    <a:custClr name="SecondaryBlue-Medium">
      <a:srgbClr val="8CAAD7"/>
    </a:custClr>
    <a:custClr name="SecondaryBlue-MediumLight">
      <a:srgbClr val="BBC9E7"/>
    </a:custClr>
    <a:custClr name="SecondaryBlue-Light">
      <a:srgbClr val="E1E8F5"/>
    </a:custClr>
    <a:custClr name="SecondaryPeach-Medium">
      <a:srgbClr val="FAAF96"/>
    </a:custClr>
    <a:custClr name="SecondaryPeach-MediumLight">
      <a:srgbClr val="FBC9BC"/>
    </a:custClr>
    <a:custClr name="SecondaryPeach-Light">
      <a:srgbClr val="FFEBE6"/>
    </a:custClr>
    <a:custClr name="SecondaryPurple-Medium">
      <a:srgbClr val="B19ACA"/>
    </a:custClr>
    <a:custClr name="SecondaryPurple-MediumLight">
      <a:srgbClr val="C7BBDC"/>
    </a:custClr>
    <a:custClr name="SecondaryPurple-Light">
      <a:srgbClr val="F0E6F0"/>
    </a:custClr>
    <a:custClr name="SecondaryBrown-Medium">
      <a:srgbClr val="E4BE92"/>
    </a:custClr>
    <a:custClr name="SecondaryBrown-MediumLight">
      <a:srgbClr val="F0D6B4"/>
    </a:custClr>
    <a:custClr name="SecondaryBrown-Light">
      <a:srgbClr val="FFF5E6"/>
    </a:custClr>
    <a:custClr name="SecondaryGray-Medium">
      <a:srgbClr val="A0A1A2"/>
    </a:custClr>
    <a:custClr name="SecondaryGray-MediumLight">
      <a:srgbClr val="CDCDCD"/>
    </a:custClr>
    <a:custClr name="SecondaryGray-Light">
      <a:srgbClr val="EBEBEB"/>
    </a:custClr>
  </a:custClrLst>
  <a:extLst>
    <a:ext uri="{05A4C25C-085E-4340-85A3-A5531E510DB2}">
      <thm15:themeFamily xmlns:thm15="http://schemas.microsoft.com/office/thememl/2012/main" name="Coforge_2024_v1" id="{71FEFFD1-7CF5-4521-90A8-F48AC6D03A2F}" vid="{43C7176C-1E04-436C-89AB-39995C9259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CD738460E1774DAD63617346C99865" ma:contentTypeVersion="15" ma:contentTypeDescription="Create a new document." ma:contentTypeScope="" ma:versionID="505581fefb6edbdb780886d4e8a80f2e">
  <xsd:schema xmlns:xsd="http://www.w3.org/2001/XMLSchema" xmlns:xs="http://www.w3.org/2001/XMLSchema" xmlns:p="http://schemas.microsoft.com/office/2006/metadata/properties" xmlns:ns2="28f9a3af-1ce6-47b6-9133-ca9bcdb0112c" xmlns:ns3="cd957366-6ca4-480c-8e31-a75fcadb8eb6" targetNamespace="http://schemas.microsoft.com/office/2006/metadata/properties" ma:root="true" ma:fieldsID="0ce4c1be750e684374375be233a265e7" ns2:_="" ns3:_="">
    <xsd:import namespace="28f9a3af-1ce6-47b6-9133-ca9bcdb0112c"/>
    <xsd:import namespace="cd957366-6ca4-480c-8e31-a75fcadb8eb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f9a3af-1ce6-47b6-9133-ca9bcdb011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46db778-bad6-4ab0-ae85-290e76a2077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d957366-6ca4-480c-8e31-a75fcadb8eb6"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e241b68-35cb-4da7-a513-c18fe8f58b19}" ma:internalName="TaxCatchAll" ma:showField="CatchAllData" ma:web="cd957366-6ca4-480c-8e31-a75fcadb8eb6">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8f9a3af-1ce6-47b6-9133-ca9bcdb0112c">
      <Terms xmlns="http://schemas.microsoft.com/office/infopath/2007/PartnerControls"/>
    </lcf76f155ced4ddcb4097134ff3c332f>
    <TaxCatchAll xmlns="cd957366-6ca4-480c-8e31-a75fcadb8eb6" xsi:nil="true"/>
  </documentManagement>
</p:properties>
</file>

<file path=customXml/itemProps1.xml><?xml version="1.0" encoding="utf-8"?>
<ds:datastoreItem xmlns:ds="http://schemas.openxmlformats.org/officeDocument/2006/customXml" ds:itemID="{99C94B64-50F5-4FFB-B24E-EF5121888C3D}">
  <ds:schemaRefs>
    <ds:schemaRef ds:uri="http://schemas.microsoft.com/sharepoint/v3/contenttype/forms"/>
  </ds:schemaRefs>
</ds:datastoreItem>
</file>

<file path=customXml/itemProps2.xml><?xml version="1.0" encoding="utf-8"?>
<ds:datastoreItem xmlns:ds="http://schemas.openxmlformats.org/officeDocument/2006/customXml" ds:itemID="{63D54226-70E8-46D4-864B-E9FD680130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f9a3af-1ce6-47b6-9133-ca9bcdb0112c"/>
    <ds:schemaRef ds:uri="cd957366-6ca4-480c-8e31-a75fcadb8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5830D3-3E74-4668-BDCF-6A714D276075}">
  <ds:schemaRefs>
    <ds:schemaRef ds:uri="http://purl.org/dc/dcmitype/"/>
    <ds:schemaRef ds:uri="http://purl.org/dc/terms/"/>
    <ds:schemaRef ds:uri="http://schemas.microsoft.com/office/infopath/2007/PartnerControls"/>
    <ds:schemaRef ds:uri="http://schemas.microsoft.com/office/2006/documentManagement/types"/>
    <ds:schemaRef ds:uri="http://purl.org/dc/elements/1.1/"/>
    <ds:schemaRef ds:uri="28f9a3af-1ce6-47b6-9133-ca9bcdb0112c"/>
    <ds:schemaRef ds:uri="http://schemas.microsoft.com/office/2006/metadata/properties"/>
    <ds:schemaRef ds:uri="http://schemas.openxmlformats.org/package/2006/metadata/core-properties"/>
    <ds:schemaRef ds:uri="cd957366-6ca4-480c-8e31-a75fcadb8eb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41787</TotalTime>
  <Words>1125</Words>
  <Application>Microsoft Office PowerPoint</Application>
  <PresentationFormat>Custom</PresentationFormat>
  <Paragraphs>229</Paragraphs>
  <Slides>11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9" baseType="lpstr">
      <vt:lpstr>Anek Devanagari</vt:lpstr>
      <vt:lpstr>Aptos</vt:lpstr>
      <vt:lpstr>Arial</vt:lpstr>
      <vt:lpstr>Calibri</vt:lpstr>
      <vt:lpstr>Segoe UI</vt:lpstr>
      <vt:lpstr>Tahoma</vt:lpstr>
      <vt:lpstr>Coforge_2024_v1</vt:lpstr>
      <vt:lpstr>Package</vt:lpstr>
      <vt:lpstr>TechCon-2026 </vt:lpstr>
      <vt:lpstr>Problem Statement</vt:lpstr>
      <vt:lpstr>Solution</vt:lpstr>
      <vt:lpstr>Business Outcome</vt:lpstr>
      <vt:lpstr>Solution Architecture</vt:lpstr>
      <vt:lpstr>Capability Matrix</vt:lpstr>
      <vt:lpstr>Success Metrics</vt:lpstr>
      <vt:lpstr>AiPERF Product Roadmap</vt:lpstr>
      <vt:lpstr>Assumptions/Risks/Dependencies</vt:lpstr>
      <vt:lpstr>AiPERF – Solution Setup</vt:lpstr>
      <vt:lpstr>Let’s Engage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Aakash</dc:creator>
  <cp:lastModifiedBy>Suresh Pittala</cp:lastModifiedBy>
  <cp:revision>781</cp:revision>
  <cp:lastPrinted>2026-08-12T13:53:12Z</cp:lastPrinted>
  <dcterms:created xsi:type="dcterms:W3CDTF">2020-10-06T06:14:48Z</dcterms:created>
  <dcterms:modified xsi:type="dcterms:W3CDTF">2026-09-24T08:50:58Z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0x010100C1CD738460E1774DAD63617346C99865</vt:lpwstr>
  </property>
  <property fmtid="{D5CDD505-2E9C-101B-9397-08002B2CF9AE}" pid="3" name="Order">
    <vt:r8>46800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y fmtid="{D5CDD505-2E9C-101B-9397-08002B2CF9AE}" pid="10" name="MediaServiceImageTags">
    <vt:lpwstr/>
  </property>
</Properties>
</file>