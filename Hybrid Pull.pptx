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9" r:id="rId2"/>
    <p:sldId id="260" r:id="rId3"/>
    <p:sldId id="263" r:id="rId4"/>
    <p:sldId id="266" r:id="rId5"/>
    <p:sldId id="267" r:id="rId6"/>
    <p:sldId id="261" r:id="rId7"/>
    <p:sldId id="269" r:id="rId8"/>
    <p:sldId id="270" r:id="rId9"/>
    <p:sldId id="271" r:id="rId10"/>
    <p:sldId id="272" r:id="rId11"/>
    <p:sldId id="268" r:id="rId12"/>
    <p:sldId id="273" r:id="rId13"/>
    <p:sldId id="274" r:id="rId14"/>
    <p:sldId id="276" r:id="rId15"/>
    <p:sldId id="277" r:id="rId16"/>
    <p:sldId id="278" r:id="rId17"/>
    <p:sldId id="275" r:id="rId18"/>
    <p:sldId id="279" r:id="rId19"/>
    <p:sldId id="280" r:id="rId20"/>
    <p:sldId id="283" r:id="rId21"/>
    <p:sldId id="284" r:id="rId22"/>
    <p:sldId id="286" r:id="rId23"/>
    <p:sldId id="285" r:id="rId24"/>
    <p:sldId id="289" r:id="rId25"/>
    <p:sldId id="288" r:id="rId26"/>
    <p:sldId id="281" r:id="rId27"/>
    <p:sldId id="287" r:id="rId28"/>
    <p:sldId id="290" r:id="rId29"/>
    <p:sldId id="291" r:id="rId30"/>
    <p:sldId id="292" r:id="rId31"/>
    <p:sldId id="282" r:id="rId32"/>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o" id="{0A54ACDA-6743-7F4D-BCA9-E7475A215631}">
          <p14:sldIdLst>
            <p14:sldId id="259"/>
            <p14:sldId id="260"/>
          </p14:sldIdLst>
        </p14:section>
        <p14:section name="High Level Architecture" id="{A228CDC3-B732-FC49-B7A6-BDCAB8FB9314}">
          <p14:sldIdLst>
            <p14:sldId id="263"/>
            <p14:sldId id="266"/>
            <p14:sldId id="267"/>
          </p14:sldIdLst>
        </p14:section>
        <p14:section name="Application Architecture" id="{904BB7AA-DBCA-284D-8E8A-C0F4F87AB545}">
          <p14:sldIdLst>
            <p14:sldId id="261"/>
            <p14:sldId id="269"/>
            <p14:sldId id="270"/>
            <p14:sldId id="271"/>
            <p14:sldId id="272"/>
            <p14:sldId id="268"/>
            <p14:sldId id="273"/>
            <p14:sldId id="274"/>
            <p14:sldId id="276"/>
            <p14:sldId id="277"/>
            <p14:sldId id="278"/>
            <p14:sldId id="275"/>
            <p14:sldId id="279"/>
          </p14:sldIdLst>
        </p14:section>
        <p14:section name="Scenarios" id="{D4045934-740E-1D4E-A3F4-636B0065E598}">
          <p14:sldIdLst>
            <p14:sldId id="280"/>
            <p14:sldId id="283"/>
            <p14:sldId id="284"/>
            <p14:sldId id="286"/>
            <p14:sldId id="285"/>
            <p14:sldId id="289"/>
            <p14:sldId id="288"/>
            <p14:sldId id="281"/>
            <p14:sldId id="287"/>
            <p14:sldId id="290"/>
            <p14:sldId id="291"/>
            <p14:sldId id="292"/>
          </p14:sldIdLst>
        </p14:section>
        <p14:section name="Q'nA" id="{BE020A3B-DD05-9741-A212-1F0D12A8D8A1}">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5317"/>
    <a:srgbClr val="AEAEAE"/>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0AD9A7-12EA-4496-9478-654E8DD99110}" v="152" dt="2025-02-13T16:58:25.281"/>
    <p1510:client id="{20E79C0D-2848-1740-A573-D4ED9FC15262}" v="561" dt="2025-02-13T17:19:47.574"/>
    <p1510:client id="{24019A98-B448-91B0-604B-77CC7A3E4E17}" v="461" dt="2025-02-13T15:23:23.123"/>
    <p1510:client id="{C2E7FEC0-BFE8-4697-81E3-A3281A9097CC}" v="38" vWet="39" dt="2025-02-13T17:06:55.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ses García Duran" userId="S::rgarciaduran@insulet.com::276ee725-40d0-45b9-ad1e-61ffd4099578" providerId="AD" clId="Web-{24019A98-B448-91B0-604B-77CC7A3E4E17}"/>
    <pc:docChg chg="modSld">
      <pc:chgData name="Ramses García Duran" userId="S::rgarciaduran@insulet.com::276ee725-40d0-45b9-ad1e-61ffd4099578" providerId="AD" clId="Web-{24019A98-B448-91B0-604B-77CC7A3E4E17}" dt="2025-02-13T15:23:23.123" v="426" actId="20577"/>
      <pc:docMkLst>
        <pc:docMk/>
      </pc:docMkLst>
      <pc:sldChg chg="addSp delSp modSp addAnim delAnim">
        <pc:chgData name="Ramses García Duran" userId="S::rgarciaduran@insulet.com::276ee725-40d0-45b9-ad1e-61ffd4099578" providerId="AD" clId="Web-{24019A98-B448-91B0-604B-77CC7A3E4E17}" dt="2025-02-13T15:23:23.123" v="426" actId="20577"/>
        <pc:sldMkLst>
          <pc:docMk/>
          <pc:sldMk cId="2754869432" sldId="288"/>
        </pc:sldMkLst>
        <pc:spChg chg="add mod">
          <ac:chgData name="Ramses García Duran" userId="S::rgarciaduran@insulet.com::276ee725-40d0-45b9-ad1e-61ffd4099578" providerId="AD" clId="Web-{24019A98-B448-91B0-604B-77CC7A3E4E17}" dt="2025-02-13T15:20:49.932" v="311" actId="1076"/>
          <ac:spMkLst>
            <pc:docMk/>
            <pc:sldMk cId="2754869432" sldId="288"/>
            <ac:spMk id="6" creationId="{16B69B1F-0F6C-DCC5-5164-5A8BF6A63870}"/>
          </ac:spMkLst>
        </pc:spChg>
        <pc:spChg chg="add del mod">
          <ac:chgData name="Ramses García Duran" userId="S::rgarciaduran@insulet.com::276ee725-40d0-45b9-ad1e-61ffd4099578" providerId="AD" clId="Web-{24019A98-B448-91B0-604B-77CC7A3E4E17}" dt="2025-02-13T15:15:04.518" v="57"/>
          <ac:spMkLst>
            <pc:docMk/>
            <pc:sldMk cId="2754869432" sldId="288"/>
            <ac:spMk id="7" creationId="{B99832E8-57BD-8D64-1B5C-943414CDEB8B}"/>
          </ac:spMkLst>
        </pc:spChg>
        <pc:spChg chg="add mod">
          <ac:chgData name="Ramses García Duran" userId="S::rgarciaduran@insulet.com::276ee725-40d0-45b9-ad1e-61ffd4099578" providerId="AD" clId="Web-{24019A98-B448-91B0-604B-77CC7A3E4E17}" dt="2025-02-13T15:21:02.854" v="322" actId="1076"/>
          <ac:spMkLst>
            <pc:docMk/>
            <pc:sldMk cId="2754869432" sldId="288"/>
            <ac:spMk id="12" creationId="{27C1A8EB-CCB6-7DAA-4AD0-F09F6E3E9754}"/>
          </ac:spMkLst>
        </pc:spChg>
        <pc:spChg chg="add mod">
          <ac:chgData name="Ramses García Duran" userId="S::rgarciaduran@insulet.com::276ee725-40d0-45b9-ad1e-61ffd4099578" providerId="AD" clId="Web-{24019A98-B448-91B0-604B-77CC7A3E4E17}" dt="2025-02-13T15:20:49.963" v="313" actId="1076"/>
          <ac:spMkLst>
            <pc:docMk/>
            <pc:sldMk cId="2754869432" sldId="288"/>
            <ac:spMk id="14" creationId="{CB515C59-E532-E016-9198-BAA677684FA3}"/>
          </ac:spMkLst>
        </pc:spChg>
        <pc:spChg chg="add mod">
          <ac:chgData name="Ramses García Duran" userId="S::rgarciaduran@insulet.com::276ee725-40d0-45b9-ad1e-61ffd4099578" providerId="AD" clId="Web-{24019A98-B448-91B0-604B-77CC7A3E4E17}" dt="2025-02-13T15:21:40.402" v="332" actId="20577"/>
          <ac:spMkLst>
            <pc:docMk/>
            <pc:sldMk cId="2754869432" sldId="288"/>
            <ac:spMk id="15" creationId="{768D540C-744A-FA77-CE87-F3530225C897}"/>
          </ac:spMkLst>
        </pc:spChg>
        <pc:spChg chg="add mod">
          <ac:chgData name="Ramses García Duran" userId="S::rgarciaduran@insulet.com::276ee725-40d0-45b9-ad1e-61ffd4099578" providerId="AD" clId="Web-{24019A98-B448-91B0-604B-77CC7A3E4E17}" dt="2025-02-13T15:20:49.979" v="315" actId="1076"/>
          <ac:spMkLst>
            <pc:docMk/>
            <pc:sldMk cId="2754869432" sldId="288"/>
            <ac:spMk id="19" creationId="{6CA0CF6B-515D-5C0F-BE4A-12E685F1B89A}"/>
          </ac:spMkLst>
        </pc:spChg>
        <pc:spChg chg="add mod">
          <ac:chgData name="Ramses García Duran" userId="S::rgarciaduran@insulet.com::276ee725-40d0-45b9-ad1e-61ffd4099578" providerId="AD" clId="Web-{24019A98-B448-91B0-604B-77CC7A3E4E17}" dt="2025-02-13T15:20:50.010" v="317" actId="1076"/>
          <ac:spMkLst>
            <pc:docMk/>
            <pc:sldMk cId="2754869432" sldId="288"/>
            <ac:spMk id="23" creationId="{44CFAAA3-C6C2-F1BE-CFA6-B58E33CCD88C}"/>
          </ac:spMkLst>
        </pc:spChg>
        <pc:spChg chg="add mod">
          <ac:chgData name="Ramses García Duran" userId="S::rgarciaduran@insulet.com::276ee725-40d0-45b9-ad1e-61ffd4099578" providerId="AD" clId="Web-{24019A98-B448-91B0-604B-77CC7A3E4E17}" dt="2025-02-13T15:21:06.541" v="323" actId="1076"/>
          <ac:spMkLst>
            <pc:docMk/>
            <pc:sldMk cId="2754869432" sldId="288"/>
            <ac:spMk id="27" creationId="{6BEBA055-BC1A-05E1-B914-0CAB9CDF280E}"/>
          </ac:spMkLst>
        </pc:spChg>
        <pc:spChg chg="add mod">
          <ac:chgData name="Ramses García Duran" userId="S::rgarciaduran@insulet.com::276ee725-40d0-45b9-ad1e-61ffd4099578" providerId="AD" clId="Web-{24019A98-B448-91B0-604B-77CC7A3E4E17}" dt="2025-02-13T15:21:29.808" v="328" actId="1076"/>
          <ac:spMkLst>
            <pc:docMk/>
            <pc:sldMk cId="2754869432" sldId="288"/>
            <ac:spMk id="31" creationId="{4D6189AA-E534-46F9-D783-2F220F705C4C}"/>
          </ac:spMkLst>
        </pc:spChg>
        <pc:spChg chg="add mod">
          <ac:chgData name="Ramses García Duran" userId="S::rgarciaduran@insulet.com::276ee725-40d0-45b9-ad1e-61ffd4099578" providerId="AD" clId="Web-{24019A98-B448-91B0-604B-77CC7A3E4E17}" dt="2025-02-13T15:21:53.589" v="336" actId="1076"/>
          <ac:spMkLst>
            <pc:docMk/>
            <pc:sldMk cId="2754869432" sldId="288"/>
            <ac:spMk id="32" creationId="{684E21CA-E9D4-380F-4879-9256B22227BF}"/>
          </ac:spMkLst>
        </pc:spChg>
        <pc:spChg chg="add del mod">
          <ac:chgData name="Ramses García Duran" userId="S::rgarciaduran@insulet.com::276ee725-40d0-45b9-ad1e-61ffd4099578" providerId="AD" clId="Web-{24019A98-B448-91B0-604B-77CC7A3E4E17}" dt="2025-02-13T15:22:07.074" v="342"/>
          <ac:spMkLst>
            <pc:docMk/>
            <pc:sldMk cId="2754869432" sldId="288"/>
            <ac:spMk id="34" creationId="{0C1A0124-9812-ED80-C68D-6471DB973223}"/>
          </ac:spMkLst>
        </pc:spChg>
        <pc:spChg chg="add mod">
          <ac:chgData name="Ramses García Duran" userId="S::rgarciaduran@insulet.com::276ee725-40d0-45b9-ad1e-61ffd4099578" providerId="AD" clId="Web-{24019A98-B448-91B0-604B-77CC7A3E4E17}" dt="2025-02-13T15:22:30.965" v="364" actId="20577"/>
          <ac:spMkLst>
            <pc:docMk/>
            <pc:sldMk cId="2754869432" sldId="288"/>
            <ac:spMk id="38" creationId="{E357FEBB-0CF4-3176-7C38-ACED967AB509}"/>
          </ac:spMkLst>
        </pc:spChg>
        <pc:spChg chg="add mod">
          <ac:chgData name="Ramses García Duran" userId="S::rgarciaduran@insulet.com::276ee725-40d0-45b9-ad1e-61ffd4099578" providerId="AD" clId="Web-{24019A98-B448-91B0-604B-77CC7A3E4E17}" dt="2025-02-13T15:22:59.091" v="404" actId="20577"/>
          <ac:spMkLst>
            <pc:docMk/>
            <pc:sldMk cId="2754869432" sldId="288"/>
            <ac:spMk id="42" creationId="{5FBF39A7-BC4B-CAE1-7B15-468912B25246}"/>
          </ac:spMkLst>
        </pc:spChg>
        <pc:spChg chg="add mod">
          <ac:chgData name="Ramses García Duran" userId="S::rgarciaduran@insulet.com::276ee725-40d0-45b9-ad1e-61ffd4099578" providerId="AD" clId="Web-{24019A98-B448-91B0-604B-77CC7A3E4E17}" dt="2025-02-13T15:23:23.123" v="426" actId="20577"/>
          <ac:spMkLst>
            <pc:docMk/>
            <pc:sldMk cId="2754869432" sldId="288"/>
            <ac:spMk id="46" creationId="{4F63D1B3-6417-392C-74B3-351C6E472646}"/>
          </ac:spMkLst>
        </pc:spChg>
        <pc:cxnChg chg="add mod">
          <ac:chgData name="Ramses García Duran" userId="S::rgarciaduran@insulet.com::276ee725-40d0-45b9-ad1e-61ffd4099578" providerId="AD" clId="Web-{24019A98-B448-91B0-604B-77CC7A3E4E17}" dt="2025-02-13T15:20:52.385" v="319" actId="14100"/>
          <ac:cxnSpMkLst>
            <pc:docMk/>
            <pc:sldMk cId="2754869432" sldId="288"/>
            <ac:cxnSpMk id="10" creationId="{F4EBEAD3-EF15-912B-CD08-EB87C8CD9CDB}"/>
          </ac:cxnSpMkLst>
        </pc:cxnChg>
        <pc:cxnChg chg="add mod">
          <ac:chgData name="Ramses García Duran" userId="S::rgarciaduran@insulet.com::276ee725-40d0-45b9-ad1e-61ffd4099578" providerId="AD" clId="Web-{24019A98-B448-91B0-604B-77CC7A3E4E17}" dt="2025-02-13T15:20:49.963" v="314" actId="1076"/>
          <ac:cxnSpMkLst>
            <pc:docMk/>
            <pc:sldMk cId="2754869432" sldId="288"/>
            <ac:cxnSpMk id="17" creationId="{335569FC-F332-3E42-A34D-293C56268BC3}"/>
          </ac:cxnSpMkLst>
        </pc:cxnChg>
        <pc:cxnChg chg="add mod">
          <ac:chgData name="Ramses García Duran" userId="S::rgarciaduran@insulet.com::276ee725-40d0-45b9-ad1e-61ffd4099578" providerId="AD" clId="Web-{24019A98-B448-91B0-604B-77CC7A3E4E17}" dt="2025-02-13T15:20:49.994" v="316" actId="1076"/>
          <ac:cxnSpMkLst>
            <pc:docMk/>
            <pc:sldMk cId="2754869432" sldId="288"/>
            <ac:cxnSpMk id="21" creationId="{502CE77F-80ED-8CCE-CFC2-5DEA80BA096A}"/>
          </ac:cxnSpMkLst>
        </pc:cxnChg>
        <pc:cxnChg chg="add mod">
          <ac:chgData name="Ramses García Duran" userId="S::rgarciaduran@insulet.com::276ee725-40d0-45b9-ad1e-61ffd4099578" providerId="AD" clId="Web-{24019A98-B448-91B0-604B-77CC7A3E4E17}" dt="2025-02-13T15:20:50.010" v="318" actId="1076"/>
          <ac:cxnSpMkLst>
            <pc:docMk/>
            <pc:sldMk cId="2754869432" sldId="288"/>
            <ac:cxnSpMk id="25" creationId="{6F7C7F9F-BE93-D512-ADF3-E87066388AEF}"/>
          </ac:cxnSpMkLst>
        </pc:cxnChg>
        <pc:cxnChg chg="add mod">
          <ac:chgData name="Ramses García Duran" userId="S::rgarciaduran@insulet.com::276ee725-40d0-45b9-ad1e-61ffd4099578" providerId="AD" clId="Web-{24019A98-B448-91B0-604B-77CC7A3E4E17}" dt="2025-02-13T15:21:27.120" v="327" actId="14100"/>
          <ac:cxnSpMkLst>
            <pc:docMk/>
            <pc:sldMk cId="2754869432" sldId="288"/>
            <ac:cxnSpMk id="29" creationId="{8CDB5A30-6115-D546-5702-3F9F6D6E0555}"/>
          </ac:cxnSpMkLst>
        </pc:cxnChg>
        <pc:cxnChg chg="add del">
          <ac:chgData name="Ramses García Duran" userId="S::rgarciaduran@insulet.com::276ee725-40d0-45b9-ad1e-61ffd4099578" providerId="AD" clId="Web-{24019A98-B448-91B0-604B-77CC7A3E4E17}" dt="2025-02-13T15:22:07.074" v="341"/>
          <ac:cxnSpMkLst>
            <pc:docMk/>
            <pc:sldMk cId="2754869432" sldId="288"/>
            <ac:cxnSpMk id="36" creationId="{E8670063-1711-135A-D9D9-4C1F04566341}"/>
          </ac:cxnSpMkLst>
        </pc:cxnChg>
        <pc:cxnChg chg="add mod">
          <ac:chgData name="Ramses García Duran" userId="S::rgarciaduran@insulet.com::276ee725-40d0-45b9-ad1e-61ffd4099578" providerId="AD" clId="Web-{24019A98-B448-91B0-604B-77CC7A3E4E17}" dt="2025-02-13T15:22:21.137" v="346" actId="1076"/>
          <ac:cxnSpMkLst>
            <pc:docMk/>
            <pc:sldMk cId="2754869432" sldId="288"/>
            <ac:cxnSpMk id="40" creationId="{C0C9DDB2-7A35-0BF4-CC36-068986FD05AA}"/>
          </ac:cxnSpMkLst>
        </pc:cxnChg>
        <pc:cxnChg chg="add mod">
          <ac:chgData name="Ramses García Duran" userId="S::rgarciaduran@insulet.com::276ee725-40d0-45b9-ad1e-61ffd4099578" providerId="AD" clId="Web-{24019A98-B448-91B0-604B-77CC7A3E4E17}" dt="2025-02-13T15:22:40.528" v="368" actId="1076"/>
          <ac:cxnSpMkLst>
            <pc:docMk/>
            <pc:sldMk cId="2754869432" sldId="288"/>
            <ac:cxnSpMk id="44" creationId="{D3AD1503-8238-A4B4-7FAF-84C9878C7397}"/>
          </ac:cxnSpMkLst>
        </pc:cxnChg>
        <pc:cxnChg chg="add mod">
          <ac:chgData name="Ramses García Duran" userId="S::rgarciaduran@insulet.com::276ee725-40d0-45b9-ad1e-61ffd4099578" providerId="AD" clId="Web-{24019A98-B448-91B0-604B-77CC7A3E4E17}" dt="2025-02-13T15:23:12.341" v="408" actId="1076"/>
          <ac:cxnSpMkLst>
            <pc:docMk/>
            <pc:sldMk cId="2754869432" sldId="288"/>
            <ac:cxnSpMk id="48" creationId="{C8411BA0-F224-41E1-773C-52CB3392F1AC}"/>
          </ac:cxnSpMkLst>
        </pc:cxnChg>
      </pc:sldChg>
    </pc:docChg>
  </pc:docChgLst>
  <pc:docChgLst>
    <pc:chgData name="Eduardo Portal Geroy" userId="c3a1f744-24d3-44b1-9910-a21edcdd83db" providerId="ADAL" clId="{20E79C0D-2848-1740-A573-D4ED9FC15262}"/>
    <pc:docChg chg="undo redo custSel addSld delSld modSld sldOrd addSection modSection">
      <pc:chgData name="Eduardo Portal Geroy" userId="c3a1f744-24d3-44b1-9910-a21edcdd83db" providerId="ADAL" clId="{20E79C0D-2848-1740-A573-D4ED9FC15262}" dt="2025-02-13T17:19:47.574" v="4017" actId="20577"/>
      <pc:docMkLst>
        <pc:docMk/>
      </pc:docMkLst>
      <pc:sldChg chg="del">
        <pc:chgData name="Eduardo Portal Geroy" userId="c3a1f744-24d3-44b1-9910-a21edcdd83db" providerId="ADAL" clId="{20E79C0D-2848-1740-A573-D4ED9FC15262}" dt="2025-02-06T21:33:14.609" v="304" actId="2696"/>
        <pc:sldMkLst>
          <pc:docMk/>
          <pc:sldMk cId="653859965" sldId="258"/>
        </pc:sldMkLst>
      </pc:sldChg>
      <pc:sldChg chg="mod modTransition modShow">
        <pc:chgData name="Eduardo Portal Geroy" userId="c3a1f744-24d3-44b1-9910-a21edcdd83db" providerId="ADAL" clId="{20E79C0D-2848-1740-A573-D4ED9FC15262}" dt="2025-02-07T15:52:38.648" v="3336"/>
        <pc:sldMkLst>
          <pc:docMk/>
          <pc:sldMk cId="206872979" sldId="259"/>
        </pc:sldMkLst>
      </pc:sldChg>
      <pc:sldChg chg="modSp mod modTransition modShow">
        <pc:chgData name="Eduardo Portal Geroy" userId="c3a1f744-24d3-44b1-9910-a21edcdd83db" providerId="ADAL" clId="{20E79C0D-2848-1740-A573-D4ED9FC15262}" dt="2025-02-07T15:52:40.458" v="3337"/>
        <pc:sldMkLst>
          <pc:docMk/>
          <pc:sldMk cId="3346679575" sldId="260"/>
        </pc:sldMkLst>
        <pc:spChg chg="mod">
          <ac:chgData name="Eduardo Portal Geroy" userId="c3a1f744-24d3-44b1-9910-a21edcdd83db" providerId="ADAL" clId="{20E79C0D-2848-1740-A573-D4ED9FC15262}" dt="2025-02-06T21:28:24.738" v="110" actId="20577"/>
          <ac:spMkLst>
            <pc:docMk/>
            <pc:sldMk cId="3346679575" sldId="260"/>
            <ac:spMk id="3" creationId="{6BD693F9-4B73-7F09-E27D-AD6A215AA912}"/>
          </ac:spMkLst>
        </pc:spChg>
      </pc:sldChg>
      <pc:sldChg chg="mod modShow">
        <pc:chgData name="Eduardo Portal Geroy" userId="c3a1f744-24d3-44b1-9910-a21edcdd83db" providerId="ADAL" clId="{20E79C0D-2848-1740-A573-D4ED9FC15262}" dt="2025-02-07T15:52:26.970" v="3335" actId="729"/>
        <pc:sldMkLst>
          <pc:docMk/>
          <pc:sldMk cId="3245670628" sldId="261"/>
        </pc:sldMkLst>
      </pc:sldChg>
      <pc:sldChg chg="mod modTransition modShow">
        <pc:chgData name="Eduardo Portal Geroy" userId="c3a1f744-24d3-44b1-9910-a21edcdd83db" providerId="ADAL" clId="{20E79C0D-2848-1740-A573-D4ED9FC15262}" dt="2025-02-07T15:52:42.617" v="3338"/>
        <pc:sldMkLst>
          <pc:docMk/>
          <pc:sldMk cId="853801925" sldId="263"/>
        </pc:sldMkLst>
      </pc:sldChg>
      <pc:sldChg chg="mod modShow">
        <pc:chgData name="Eduardo Portal Geroy" userId="c3a1f744-24d3-44b1-9910-a21edcdd83db" providerId="ADAL" clId="{20E79C0D-2848-1740-A573-D4ED9FC15262}" dt="2025-02-07T15:52:26.970" v="3335" actId="729"/>
        <pc:sldMkLst>
          <pc:docMk/>
          <pc:sldMk cId="4061109865" sldId="266"/>
        </pc:sldMkLst>
      </pc:sldChg>
      <pc:sldChg chg="mod modShow">
        <pc:chgData name="Eduardo Portal Geroy" userId="c3a1f744-24d3-44b1-9910-a21edcdd83db" providerId="ADAL" clId="{20E79C0D-2848-1740-A573-D4ED9FC15262}" dt="2025-02-07T15:52:26.970" v="3335" actId="729"/>
        <pc:sldMkLst>
          <pc:docMk/>
          <pc:sldMk cId="3507979690" sldId="267"/>
        </pc:sldMkLst>
      </pc:sldChg>
      <pc:sldChg chg="mod modShow">
        <pc:chgData name="Eduardo Portal Geroy" userId="c3a1f744-24d3-44b1-9910-a21edcdd83db" providerId="ADAL" clId="{20E79C0D-2848-1740-A573-D4ED9FC15262}" dt="2025-02-07T15:52:26.970" v="3335" actId="729"/>
        <pc:sldMkLst>
          <pc:docMk/>
          <pc:sldMk cId="772459939" sldId="268"/>
        </pc:sldMkLst>
      </pc:sldChg>
      <pc:sldChg chg="modSp mod modShow">
        <pc:chgData name="Eduardo Portal Geroy" userId="c3a1f744-24d3-44b1-9910-a21edcdd83db" providerId="ADAL" clId="{20E79C0D-2848-1740-A573-D4ED9FC15262}" dt="2025-02-07T15:52:26.970" v="3335" actId="729"/>
        <pc:sldMkLst>
          <pc:docMk/>
          <pc:sldMk cId="3132939364" sldId="269"/>
        </pc:sldMkLst>
        <pc:spChg chg="mod">
          <ac:chgData name="Eduardo Portal Geroy" userId="c3a1f744-24d3-44b1-9910-a21edcdd83db" providerId="ADAL" clId="{20E79C0D-2848-1740-A573-D4ED9FC15262}" dt="2025-02-06T21:40:03.637" v="428" actId="404"/>
          <ac:spMkLst>
            <pc:docMk/>
            <pc:sldMk cId="3132939364" sldId="269"/>
            <ac:spMk id="34" creationId="{3BE23489-6D41-0642-2158-CC938ECF2CDC}"/>
          </ac:spMkLst>
        </pc:spChg>
      </pc:sldChg>
      <pc:sldChg chg="mod modShow">
        <pc:chgData name="Eduardo Portal Geroy" userId="c3a1f744-24d3-44b1-9910-a21edcdd83db" providerId="ADAL" clId="{20E79C0D-2848-1740-A573-D4ED9FC15262}" dt="2025-02-07T15:52:26.970" v="3335" actId="729"/>
        <pc:sldMkLst>
          <pc:docMk/>
          <pc:sldMk cId="3800510048" sldId="270"/>
        </pc:sldMkLst>
      </pc:sldChg>
      <pc:sldChg chg="mod modShow">
        <pc:chgData name="Eduardo Portal Geroy" userId="c3a1f744-24d3-44b1-9910-a21edcdd83db" providerId="ADAL" clId="{20E79C0D-2848-1740-A573-D4ED9FC15262}" dt="2025-02-07T15:52:26.970" v="3335" actId="729"/>
        <pc:sldMkLst>
          <pc:docMk/>
          <pc:sldMk cId="82628174" sldId="271"/>
        </pc:sldMkLst>
      </pc:sldChg>
      <pc:sldChg chg="mod modShow">
        <pc:chgData name="Eduardo Portal Geroy" userId="c3a1f744-24d3-44b1-9910-a21edcdd83db" providerId="ADAL" clId="{20E79C0D-2848-1740-A573-D4ED9FC15262}" dt="2025-02-07T15:52:26.970" v="3335" actId="729"/>
        <pc:sldMkLst>
          <pc:docMk/>
          <pc:sldMk cId="2473709482" sldId="272"/>
        </pc:sldMkLst>
      </pc:sldChg>
      <pc:sldChg chg="mod modShow">
        <pc:chgData name="Eduardo Portal Geroy" userId="c3a1f744-24d3-44b1-9910-a21edcdd83db" providerId="ADAL" clId="{20E79C0D-2848-1740-A573-D4ED9FC15262}" dt="2025-02-07T15:52:26.970" v="3335" actId="729"/>
        <pc:sldMkLst>
          <pc:docMk/>
          <pc:sldMk cId="953127971" sldId="273"/>
        </pc:sldMkLst>
      </pc:sldChg>
      <pc:sldChg chg="mod modShow">
        <pc:chgData name="Eduardo Portal Geroy" userId="c3a1f744-24d3-44b1-9910-a21edcdd83db" providerId="ADAL" clId="{20E79C0D-2848-1740-A573-D4ED9FC15262}" dt="2025-02-07T15:52:26.970" v="3335" actId="729"/>
        <pc:sldMkLst>
          <pc:docMk/>
          <pc:sldMk cId="3223132872" sldId="274"/>
        </pc:sldMkLst>
      </pc:sldChg>
      <pc:sldChg chg="mod modShow">
        <pc:chgData name="Eduardo Portal Geroy" userId="c3a1f744-24d3-44b1-9910-a21edcdd83db" providerId="ADAL" clId="{20E79C0D-2848-1740-A573-D4ED9FC15262}" dt="2025-02-07T15:52:26.970" v="3335" actId="729"/>
        <pc:sldMkLst>
          <pc:docMk/>
          <pc:sldMk cId="1771684578" sldId="275"/>
        </pc:sldMkLst>
      </pc:sldChg>
      <pc:sldChg chg="mod modShow">
        <pc:chgData name="Eduardo Portal Geroy" userId="c3a1f744-24d3-44b1-9910-a21edcdd83db" providerId="ADAL" clId="{20E79C0D-2848-1740-A573-D4ED9FC15262}" dt="2025-02-07T15:52:26.970" v="3335" actId="729"/>
        <pc:sldMkLst>
          <pc:docMk/>
          <pc:sldMk cId="2979503878" sldId="276"/>
        </pc:sldMkLst>
      </pc:sldChg>
      <pc:sldChg chg="mod modShow">
        <pc:chgData name="Eduardo Portal Geroy" userId="c3a1f744-24d3-44b1-9910-a21edcdd83db" providerId="ADAL" clId="{20E79C0D-2848-1740-A573-D4ED9FC15262}" dt="2025-02-07T15:52:26.970" v="3335" actId="729"/>
        <pc:sldMkLst>
          <pc:docMk/>
          <pc:sldMk cId="2752636757" sldId="277"/>
        </pc:sldMkLst>
      </pc:sldChg>
      <pc:sldChg chg="mod modShow">
        <pc:chgData name="Eduardo Portal Geroy" userId="c3a1f744-24d3-44b1-9910-a21edcdd83db" providerId="ADAL" clId="{20E79C0D-2848-1740-A573-D4ED9FC15262}" dt="2025-02-07T15:52:26.970" v="3335" actId="729"/>
        <pc:sldMkLst>
          <pc:docMk/>
          <pc:sldMk cId="51836977" sldId="278"/>
        </pc:sldMkLst>
      </pc:sldChg>
      <pc:sldChg chg="mod modShow">
        <pc:chgData name="Eduardo Portal Geroy" userId="c3a1f744-24d3-44b1-9910-a21edcdd83db" providerId="ADAL" clId="{20E79C0D-2848-1740-A573-D4ED9FC15262}" dt="2025-02-07T15:52:26.970" v="3335" actId="729"/>
        <pc:sldMkLst>
          <pc:docMk/>
          <pc:sldMk cId="1878839518" sldId="279"/>
        </pc:sldMkLst>
      </pc:sldChg>
      <pc:sldChg chg="addSp delSp modSp mod">
        <pc:chgData name="Eduardo Portal Geroy" userId="c3a1f744-24d3-44b1-9910-a21edcdd83db" providerId="ADAL" clId="{20E79C0D-2848-1740-A573-D4ED9FC15262}" dt="2025-02-06T21:29:49.119" v="148" actId="1076"/>
        <pc:sldMkLst>
          <pc:docMk/>
          <pc:sldMk cId="3570522052" sldId="280"/>
        </pc:sldMkLst>
        <pc:spChg chg="add mod">
          <ac:chgData name="Eduardo Portal Geroy" userId="c3a1f744-24d3-44b1-9910-a21edcdd83db" providerId="ADAL" clId="{20E79C0D-2848-1740-A573-D4ED9FC15262}" dt="2025-02-06T21:29:35.107" v="146" actId="552"/>
          <ac:spMkLst>
            <pc:docMk/>
            <pc:sldMk cId="3570522052" sldId="280"/>
            <ac:spMk id="2" creationId="{E0C0F71C-F89C-20E6-EF50-0C5052CBB592}"/>
          </ac:spMkLst>
        </pc:spChg>
        <pc:spChg chg="add mod">
          <ac:chgData name="Eduardo Portal Geroy" userId="c3a1f744-24d3-44b1-9910-a21edcdd83db" providerId="ADAL" clId="{20E79C0D-2848-1740-A573-D4ED9FC15262}" dt="2025-02-06T21:29:49.119" v="148" actId="1076"/>
          <ac:spMkLst>
            <pc:docMk/>
            <pc:sldMk cId="3570522052" sldId="280"/>
            <ac:spMk id="5" creationId="{6FDAA26E-40C2-1019-577C-F1F9A29E99D6}"/>
          </ac:spMkLst>
        </pc:spChg>
        <pc:spChg chg="add mod">
          <ac:chgData name="Eduardo Portal Geroy" userId="c3a1f744-24d3-44b1-9910-a21edcdd83db" providerId="ADAL" clId="{20E79C0D-2848-1740-A573-D4ED9FC15262}" dt="2025-02-06T21:29:35.107" v="146" actId="552"/>
          <ac:spMkLst>
            <pc:docMk/>
            <pc:sldMk cId="3570522052" sldId="280"/>
            <ac:spMk id="8" creationId="{29D24794-9C4E-B685-D4B3-B7AED77AC9D7}"/>
          </ac:spMkLst>
        </pc:spChg>
      </pc:sldChg>
      <pc:sldChg chg="modSp add mod">
        <pc:chgData name="Eduardo Portal Geroy" userId="c3a1f744-24d3-44b1-9910-a21edcdd83db" providerId="ADAL" clId="{20E79C0D-2848-1740-A573-D4ED9FC15262}" dt="2025-02-07T15:04:33.699" v="2186"/>
        <pc:sldMkLst>
          <pc:docMk/>
          <pc:sldMk cId="545611399" sldId="281"/>
        </pc:sldMkLst>
        <pc:spChg chg="mod">
          <ac:chgData name="Eduardo Portal Geroy" userId="c3a1f744-24d3-44b1-9910-a21edcdd83db" providerId="ADAL" clId="{20E79C0D-2848-1740-A573-D4ED9FC15262}" dt="2025-02-07T14:56:04.896" v="1915"/>
          <ac:spMkLst>
            <pc:docMk/>
            <pc:sldMk cId="545611399" sldId="281"/>
            <ac:spMk id="2" creationId="{0F14E0FA-C2BF-D9B3-CB46-BE29F9E513B8}"/>
          </ac:spMkLst>
        </pc:spChg>
        <pc:spChg chg="mod">
          <ac:chgData name="Eduardo Portal Geroy" userId="c3a1f744-24d3-44b1-9910-a21edcdd83db" providerId="ADAL" clId="{20E79C0D-2848-1740-A573-D4ED9FC15262}" dt="2025-02-06T21:28:35.513" v="120" actId="20577"/>
          <ac:spMkLst>
            <pc:docMk/>
            <pc:sldMk cId="545611399" sldId="281"/>
            <ac:spMk id="3" creationId="{AF0537B7-CB72-6706-F043-512357E01B0B}"/>
          </ac:spMkLst>
        </pc:spChg>
        <pc:spChg chg="mod">
          <ac:chgData name="Eduardo Portal Geroy" userId="c3a1f744-24d3-44b1-9910-a21edcdd83db" providerId="ADAL" clId="{20E79C0D-2848-1740-A573-D4ED9FC15262}" dt="2025-02-07T15:04:31.050" v="2185" actId="20577"/>
          <ac:spMkLst>
            <pc:docMk/>
            <pc:sldMk cId="545611399" sldId="281"/>
            <ac:spMk id="5" creationId="{7E08F57F-3DE4-6FE3-96BF-F7C5624D7B34}"/>
          </ac:spMkLst>
        </pc:spChg>
        <pc:spChg chg="mod">
          <ac:chgData name="Eduardo Portal Geroy" userId="c3a1f744-24d3-44b1-9910-a21edcdd83db" providerId="ADAL" clId="{20E79C0D-2848-1740-A573-D4ED9FC15262}" dt="2025-02-07T15:04:33.699" v="2186"/>
          <ac:spMkLst>
            <pc:docMk/>
            <pc:sldMk cId="545611399" sldId="281"/>
            <ac:spMk id="8" creationId="{53876FB9-B7C2-2F17-C09D-35447DDF500D}"/>
          </ac:spMkLst>
        </pc:spChg>
      </pc:sldChg>
      <pc:sldChg chg="addSp delSp modSp add mod">
        <pc:chgData name="Eduardo Portal Geroy" userId="c3a1f744-24d3-44b1-9910-a21edcdd83db" providerId="ADAL" clId="{20E79C0D-2848-1740-A573-D4ED9FC15262}" dt="2025-02-06T21:33:49.578" v="331" actId="403"/>
        <pc:sldMkLst>
          <pc:docMk/>
          <pc:sldMk cId="1812485769" sldId="282"/>
        </pc:sldMkLst>
        <pc:spChg chg="add del mod">
          <ac:chgData name="Eduardo Portal Geroy" userId="c3a1f744-24d3-44b1-9910-a21edcdd83db" providerId="ADAL" clId="{20E79C0D-2848-1740-A573-D4ED9FC15262}" dt="2025-02-06T21:33:49.578" v="331" actId="403"/>
          <ac:spMkLst>
            <pc:docMk/>
            <pc:sldMk cId="1812485769" sldId="282"/>
            <ac:spMk id="3" creationId="{56E8058C-3145-53A3-659B-50A7D1F3079E}"/>
          </ac:spMkLst>
        </pc:spChg>
      </pc:sldChg>
      <pc:sldChg chg="addSp delSp modSp add mod modAnim">
        <pc:chgData name="Eduardo Portal Geroy" userId="c3a1f744-24d3-44b1-9910-a21edcdd83db" providerId="ADAL" clId="{20E79C0D-2848-1740-A573-D4ED9FC15262}" dt="2025-02-06T22:02:04.453" v="959"/>
        <pc:sldMkLst>
          <pc:docMk/>
          <pc:sldMk cId="54636566" sldId="283"/>
        </pc:sldMkLst>
        <pc:spChg chg="mod">
          <ac:chgData name="Eduardo Portal Geroy" userId="c3a1f744-24d3-44b1-9910-a21edcdd83db" providerId="ADAL" clId="{20E79C0D-2848-1740-A573-D4ED9FC15262}" dt="2025-02-06T21:35:32.278" v="341" actId="207"/>
          <ac:spMkLst>
            <pc:docMk/>
            <pc:sldMk cId="54636566" sldId="283"/>
            <ac:spMk id="2" creationId="{87D38794-5711-F636-2F41-71FA2FC12C0D}"/>
          </ac:spMkLst>
        </pc:spChg>
        <pc:spChg chg="mod">
          <ac:chgData name="Eduardo Portal Geroy" userId="c3a1f744-24d3-44b1-9910-a21edcdd83db" providerId="ADAL" clId="{20E79C0D-2848-1740-A573-D4ED9FC15262}" dt="2025-02-06T21:37:42.466" v="345" actId="1076"/>
          <ac:spMkLst>
            <pc:docMk/>
            <pc:sldMk cId="54636566" sldId="283"/>
            <ac:spMk id="3" creationId="{13BB8E95-1F25-E8C7-05EA-13880A17DDB3}"/>
          </ac:spMkLst>
        </pc:spChg>
        <pc:spChg chg="mod">
          <ac:chgData name="Eduardo Portal Geroy" userId="c3a1f744-24d3-44b1-9910-a21edcdd83db" providerId="ADAL" clId="{20E79C0D-2848-1740-A573-D4ED9FC15262}" dt="2025-02-06T21:35:32.278" v="341" actId="207"/>
          <ac:spMkLst>
            <pc:docMk/>
            <pc:sldMk cId="54636566" sldId="283"/>
            <ac:spMk id="5" creationId="{9D40A350-DDCF-CF44-B1A9-E3853EC9C213}"/>
          </ac:spMkLst>
        </pc:spChg>
        <pc:spChg chg="add mod">
          <ac:chgData name="Eduardo Portal Geroy" userId="c3a1f744-24d3-44b1-9910-a21edcdd83db" providerId="ADAL" clId="{20E79C0D-2848-1740-A573-D4ED9FC15262}" dt="2025-02-06T21:37:50.459" v="346" actId="1076"/>
          <ac:spMkLst>
            <pc:docMk/>
            <pc:sldMk cId="54636566" sldId="283"/>
            <ac:spMk id="6" creationId="{531A313E-95FA-A987-7AFD-67D2110D0B49}"/>
          </ac:spMkLst>
        </pc:spChg>
        <pc:spChg chg="add mod">
          <ac:chgData name="Eduardo Portal Geroy" userId="c3a1f744-24d3-44b1-9910-a21edcdd83db" providerId="ADAL" clId="{20E79C0D-2848-1740-A573-D4ED9FC15262}" dt="2025-02-06T21:37:50.459" v="346" actId="1076"/>
          <ac:spMkLst>
            <pc:docMk/>
            <pc:sldMk cId="54636566" sldId="283"/>
            <ac:spMk id="7" creationId="{CA6504CC-AECB-5CE2-3879-DEA4476677B6}"/>
          </ac:spMkLst>
        </pc:spChg>
        <pc:spChg chg="add mod">
          <ac:chgData name="Eduardo Portal Geroy" userId="c3a1f744-24d3-44b1-9910-a21edcdd83db" providerId="ADAL" clId="{20E79C0D-2848-1740-A573-D4ED9FC15262}" dt="2025-02-06T21:37:50.459" v="346" actId="1076"/>
          <ac:spMkLst>
            <pc:docMk/>
            <pc:sldMk cId="54636566" sldId="283"/>
            <ac:spMk id="9" creationId="{7933520C-FF08-A96D-68C3-A00FAA7E9512}"/>
          </ac:spMkLst>
        </pc:spChg>
        <pc:spChg chg="add mod">
          <ac:chgData name="Eduardo Portal Geroy" userId="c3a1f744-24d3-44b1-9910-a21edcdd83db" providerId="ADAL" clId="{20E79C0D-2848-1740-A573-D4ED9FC15262}" dt="2025-02-06T21:39:56.134" v="427" actId="404"/>
          <ac:spMkLst>
            <pc:docMk/>
            <pc:sldMk cId="54636566" sldId="283"/>
            <ac:spMk id="10" creationId="{D76D31F0-763C-C2A4-E8A6-46AF752346E7}"/>
          </ac:spMkLst>
        </pc:spChg>
        <pc:spChg chg="add mod">
          <ac:chgData name="Eduardo Portal Geroy" userId="c3a1f744-24d3-44b1-9910-a21edcdd83db" providerId="ADAL" clId="{20E79C0D-2848-1740-A573-D4ED9FC15262}" dt="2025-02-06T21:52:11.139" v="836" actId="207"/>
          <ac:spMkLst>
            <pc:docMk/>
            <pc:sldMk cId="54636566" sldId="283"/>
            <ac:spMk id="22" creationId="{3E10239D-A07A-46CF-85D0-90A0FE374841}"/>
          </ac:spMkLst>
        </pc:spChg>
        <pc:spChg chg="add mod">
          <ac:chgData name="Eduardo Portal Geroy" userId="c3a1f744-24d3-44b1-9910-a21edcdd83db" providerId="ADAL" clId="{20E79C0D-2848-1740-A573-D4ED9FC15262}" dt="2025-02-06T21:54:04.530" v="957" actId="20577"/>
          <ac:spMkLst>
            <pc:docMk/>
            <pc:sldMk cId="54636566" sldId="283"/>
            <ac:spMk id="23" creationId="{76AC1A96-E6A7-73EE-7028-B3261EC84F25}"/>
          </ac:spMkLst>
        </pc:spChg>
        <pc:picChg chg="add mod">
          <ac:chgData name="Eduardo Portal Geroy" userId="c3a1f744-24d3-44b1-9910-a21edcdd83db" providerId="ADAL" clId="{20E79C0D-2848-1740-A573-D4ED9FC15262}" dt="2025-02-06T21:37:50.459" v="346" actId="1076"/>
          <ac:picMkLst>
            <pc:docMk/>
            <pc:sldMk cId="54636566" sldId="283"/>
            <ac:picMk id="4" creationId="{28DC8143-6B53-4490-B38D-D200D824D82C}"/>
          </ac:picMkLst>
        </pc:picChg>
        <pc:cxnChg chg="add mod">
          <ac:chgData name="Eduardo Portal Geroy" userId="c3a1f744-24d3-44b1-9910-a21edcdd83db" providerId="ADAL" clId="{20E79C0D-2848-1740-A573-D4ED9FC15262}" dt="2025-02-06T21:37:50.459" v="346" actId="1076"/>
          <ac:cxnSpMkLst>
            <pc:docMk/>
            <pc:sldMk cId="54636566" sldId="283"/>
            <ac:cxnSpMk id="11" creationId="{17898A3C-CD71-BC88-8EB8-BDEA040C7548}"/>
          </ac:cxnSpMkLst>
        </pc:cxnChg>
        <pc:cxnChg chg="add mod">
          <ac:chgData name="Eduardo Portal Geroy" userId="c3a1f744-24d3-44b1-9910-a21edcdd83db" providerId="ADAL" clId="{20E79C0D-2848-1740-A573-D4ED9FC15262}" dt="2025-02-06T21:37:50.459" v="346" actId="1076"/>
          <ac:cxnSpMkLst>
            <pc:docMk/>
            <pc:sldMk cId="54636566" sldId="283"/>
            <ac:cxnSpMk id="12" creationId="{F11BDF7D-02A8-126E-828A-99C36ABF54BA}"/>
          </ac:cxnSpMkLst>
        </pc:cxnChg>
        <pc:cxnChg chg="add mod">
          <ac:chgData name="Eduardo Portal Geroy" userId="c3a1f744-24d3-44b1-9910-a21edcdd83db" providerId="ADAL" clId="{20E79C0D-2848-1740-A573-D4ED9FC15262}" dt="2025-02-06T21:37:50.459" v="346" actId="1076"/>
          <ac:cxnSpMkLst>
            <pc:docMk/>
            <pc:sldMk cId="54636566" sldId="283"/>
            <ac:cxnSpMk id="13" creationId="{FE5D91D6-6A48-0B0E-7D95-36B77FEEA29E}"/>
          </ac:cxnSpMkLst>
        </pc:cxnChg>
        <pc:cxnChg chg="add mod">
          <ac:chgData name="Eduardo Portal Geroy" userId="c3a1f744-24d3-44b1-9910-a21edcdd83db" providerId="ADAL" clId="{20E79C0D-2848-1740-A573-D4ED9FC15262}" dt="2025-02-06T21:37:50.459" v="346" actId="1076"/>
          <ac:cxnSpMkLst>
            <pc:docMk/>
            <pc:sldMk cId="54636566" sldId="283"/>
            <ac:cxnSpMk id="14" creationId="{186EC310-780F-7480-A23C-730085236F9C}"/>
          </ac:cxnSpMkLst>
        </pc:cxnChg>
        <pc:cxnChg chg="add mod">
          <ac:chgData name="Eduardo Portal Geroy" userId="c3a1f744-24d3-44b1-9910-a21edcdd83db" providerId="ADAL" clId="{20E79C0D-2848-1740-A573-D4ED9FC15262}" dt="2025-02-06T21:37:50.459" v="346" actId="1076"/>
          <ac:cxnSpMkLst>
            <pc:docMk/>
            <pc:sldMk cId="54636566" sldId="283"/>
            <ac:cxnSpMk id="15" creationId="{242CF841-25AF-1102-02C7-627BCAB02CCB}"/>
          </ac:cxnSpMkLst>
        </pc:cxnChg>
        <pc:cxnChg chg="add mod">
          <ac:chgData name="Eduardo Portal Geroy" userId="c3a1f744-24d3-44b1-9910-a21edcdd83db" providerId="ADAL" clId="{20E79C0D-2848-1740-A573-D4ED9FC15262}" dt="2025-02-06T21:50:17.352" v="650" actId="108"/>
          <ac:cxnSpMkLst>
            <pc:docMk/>
            <pc:sldMk cId="54636566" sldId="283"/>
            <ac:cxnSpMk id="20" creationId="{5AACE19F-CEBE-3D8D-FDDB-4E7305E6C492}"/>
          </ac:cxnSpMkLst>
        </pc:cxnChg>
      </pc:sldChg>
      <pc:sldChg chg="addSp delSp modSp add mod modTransition delAnim modAnim">
        <pc:chgData name="Eduardo Portal Geroy" userId="c3a1f744-24d3-44b1-9910-a21edcdd83db" providerId="ADAL" clId="{20E79C0D-2848-1740-A573-D4ED9FC15262}" dt="2025-02-06T22:43:10.070" v="1744" actId="20577"/>
        <pc:sldMkLst>
          <pc:docMk/>
          <pc:sldMk cId="751991064" sldId="284"/>
        </pc:sldMkLst>
        <pc:spChg chg="add mod">
          <ac:chgData name="Eduardo Portal Geroy" userId="c3a1f744-24d3-44b1-9910-a21edcdd83db" providerId="ADAL" clId="{20E79C0D-2848-1740-A573-D4ED9FC15262}" dt="2025-02-06T22:43:10.070" v="1744" actId="20577"/>
          <ac:spMkLst>
            <pc:docMk/>
            <pc:sldMk cId="751991064" sldId="284"/>
            <ac:spMk id="21" creationId="{08A46C27-30D5-94E6-FA54-239EBF422F15}"/>
          </ac:spMkLst>
        </pc:spChg>
        <pc:spChg chg="mod">
          <ac:chgData name="Eduardo Portal Geroy" userId="c3a1f744-24d3-44b1-9910-a21edcdd83db" providerId="ADAL" clId="{20E79C0D-2848-1740-A573-D4ED9FC15262}" dt="2025-02-06T22:02:59.018" v="1033" actId="1035"/>
          <ac:spMkLst>
            <pc:docMk/>
            <pc:sldMk cId="751991064" sldId="284"/>
            <ac:spMk id="23" creationId="{FB2FFC53-FE12-E650-4474-7896FD023943}"/>
          </ac:spMkLst>
        </pc:spChg>
      </pc:sldChg>
      <pc:sldChg chg="addSp delSp modSp add mod ord modAnim">
        <pc:chgData name="Eduardo Portal Geroy" userId="c3a1f744-24d3-44b1-9910-a21edcdd83db" providerId="ADAL" clId="{20E79C0D-2848-1740-A573-D4ED9FC15262}" dt="2025-02-06T22:49:29.593" v="1865" actId="1036"/>
        <pc:sldMkLst>
          <pc:docMk/>
          <pc:sldMk cId="2213001198" sldId="285"/>
        </pc:sldMkLst>
        <pc:spChg chg="mod">
          <ac:chgData name="Eduardo Portal Geroy" userId="c3a1f744-24d3-44b1-9910-a21edcdd83db" providerId="ADAL" clId="{20E79C0D-2848-1740-A573-D4ED9FC15262}" dt="2025-02-06T22:44:25.541" v="1749" actId="108"/>
          <ac:spMkLst>
            <pc:docMk/>
            <pc:sldMk cId="2213001198" sldId="285"/>
            <ac:spMk id="5" creationId="{88772206-AB33-FBC7-5523-A3336EBEC741}"/>
          </ac:spMkLst>
        </pc:spChg>
        <pc:spChg chg="add mod">
          <ac:chgData name="Eduardo Portal Geroy" userId="c3a1f744-24d3-44b1-9910-a21edcdd83db" providerId="ADAL" clId="{20E79C0D-2848-1740-A573-D4ED9FC15262}" dt="2025-02-06T22:45:22.544" v="1753" actId="1076"/>
          <ac:spMkLst>
            <pc:docMk/>
            <pc:sldMk cId="2213001198" sldId="285"/>
            <ac:spMk id="7" creationId="{680C2F8D-E344-9834-0104-262D583E919E}"/>
          </ac:spMkLst>
        </pc:spChg>
        <pc:spChg chg="mod">
          <ac:chgData name="Eduardo Portal Geroy" userId="c3a1f744-24d3-44b1-9910-a21edcdd83db" providerId="ADAL" clId="{20E79C0D-2848-1740-A573-D4ED9FC15262}" dt="2025-02-06T22:44:16.752" v="1748" actId="108"/>
          <ac:spMkLst>
            <pc:docMk/>
            <pc:sldMk cId="2213001198" sldId="285"/>
            <ac:spMk id="8" creationId="{65F323D8-F82C-C03F-0E4A-4E4A4A6E1166}"/>
          </ac:spMkLst>
        </pc:spChg>
        <pc:spChg chg="add mod">
          <ac:chgData name="Eduardo Portal Geroy" userId="c3a1f744-24d3-44b1-9910-a21edcdd83db" providerId="ADAL" clId="{20E79C0D-2848-1740-A573-D4ED9FC15262}" dt="2025-02-06T22:45:22.544" v="1753" actId="1076"/>
          <ac:spMkLst>
            <pc:docMk/>
            <pc:sldMk cId="2213001198" sldId="285"/>
            <ac:spMk id="9" creationId="{2EB2D90F-643C-7B1C-515F-63EA5DA746D1}"/>
          </ac:spMkLst>
        </pc:spChg>
        <pc:spChg chg="add mod">
          <ac:chgData name="Eduardo Portal Geroy" userId="c3a1f744-24d3-44b1-9910-a21edcdd83db" providerId="ADAL" clId="{20E79C0D-2848-1740-A573-D4ED9FC15262}" dt="2025-02-06T22:45:22.544" v="1753" actId="1076"/>
          <ac:spMkLst>
            <pc:docMk/>
            <pc:sldMk cId="2213001198" sldId="285"/>
            <ac:spMk id="10" creationId="{16DD738E-C208-D41A-68F1-EDB6B1BAEE65}"/>
          </ac:spMkLst>
        </pc:spChg>
        <pc:spChg chg="add mod">
          <ac:chgData name="Eduardo Portal Geroy" userId="c3a1f744-24d3-44b1-9910-a21edcdd83db" providerId="ADAL" clId="{20E79C0D-2848-1740-A573-D4ED9FC15262}" dt="2025-02-06T22:45:22.544" v="1753" actId="1076"/>
          <ac:spMkLst>
            <pc:docMk/>
            <pc:sldMk cId="2213001198" sldId="285"/>
            <ac:spMk id="11" creationId="{74FA6710-67D6-7FB6-9351-209B4A4BD796}"/>
          </ac:spMkLst>
        </pc:spChg>
        <pc:spChg chg="add mod">
          <ac:chgData name="Eduardo Portal Geroy" userId="c3a1f744-24d3-44b1-9910-a21edcdd83db" providerId="ADAL" clId="{20E79C0D-2848-1740-A573-D4ED9FC15262}" dt="2025-02-06T22:49:29.593" v="1865" actId="1036"/>
          <ac:spMkLst>
            <pc:docMk/>
            <pc:sldMk cId="2213001198" sldId="285"/>
            <ac:spMk id="12" creationId="{8FEF1ACC-FDF5-597E-B309-1E07F3E31FC4}"/>
          </ac:spMkLst>
        </pc:spChg>
        <pc:spChg chg="add mod">
          <ac:chgData name="Eduardo Portal Geroy" userId="c3a1f744-24d3-44b1-9910-a21edcdd83db" providerId="ADAL" clId="{20E79C0D-2848-1740-A573-D4ED9FC15262}" dt="2025-02-06T22:45:22.544" v="1753" actId="1076"/>
          <ac:spMkLst>
            <pc:docMk/>
            <pc:sldMk cId="2213001198" sldId="285"/>
            <ac:spMk id="13" creationId="{B3E38600-7A92-7C9B-A0D9-C00AD4306B17}"/>
          </ac:spMkLst>
        </pc:spChg>
        <pc:spChg chg="add mod">
          <ac:chgData name="Eduardo Portal Geroy" userId="c3a1f744-24d3-44b1-9910-a21edcdd83db" providerId="ADAL" clId="{20E79C0D-2848-1740-A573-D4ED9FC15262}" dt="2025-02-06T22:45:22.544" v="1753" actId="1076"/>
          <ac:spMkLst>
            <pc:docMk/>
            <pc:sldMk cId="2213001198" sldId="285"/>
            <ac:spMk id="19" creationId="{29488A2D-8519-24DD-7AB3-C24F9CADE5B1}"/>
          </ac:spMkLst>
        </pc:spChg>
        <pc:spChg chg="add mod">
          <ac:chgData name="Eduardo Portal Geroy" userId="c3a1f744-24d3-44b1-9910-a21edcdd83db" providerId="ADAL" clId="{20E79C0D-2848-1740-A573-D4ED9FC15262}" dt="2025-02-06T22:48:51.099" v="1860" actId="20577"/>
          <ac:spMkLst>
            <pc:docMk/>
            <pc:sldMk cId="2213001198" sldId="285"/>
            <ac:spMk id="21" creationId="{C7019C37-716A-2817-267F-2D7D8C19DEA7}"/>
          </ac:spMkLst>
        </pc:spChg>
        <pc:cxnChg chg="add mod">
          <ac:chgData name="Eduardo Portal Geroy" userId="c3a1f744-24d3-44b1-9910-a21edcdd83db" providerId="ADAL" clId="{20E79C0D-2848-1740-A573-D4ED9FC15262}" dt="2025-02-06T22:45:22.544" v="1753" actId="1076"/>
          <ac:cxnSpMkLst>
            <pc:docMk/>
            <pc:sldMk cId="2213001198" sldId="285"/>
            <ac:cxnSpMk id="14" creationId="{975ABF07-73C2-BA19-F793-A86963F84E78}"/>
          </ac:cxnSpMkLst>
        </pc:cxnChg>
        <pc:cxnChg chg="add mod">
          <ac:chgData name="Eduardo Portal Geroy" userId="c3a1f744-24d3-44b1-9910-a21edcdd83db" providerId="ADAL" clId="{20E79C0D-2848-1740-A573-D4ED9FC15262}" dt="2025-02-06T22:45:22.544" v="1753" actId="1076"/>
          <ac:cxnSpMkLst>
            <pc:docMk/>
            <pc:sldMk cId="2213001198" sldId="285"/>
            <ac:cxnSpMk id="17" creationId="{69AFAC66-623C-5898-6AC7-60A77E2E901A}"/>
          </ac:cxnSpMkLst>
        </pc:cxnChg>
        <pc:cxnChg chg="add mod">
          <ac:chgData name="Eduardo Portal Geroy" userId="c3a1f744-24d3-44b1-9910-a21edcdd83db" providerId="ADAL" clId="{20E79C0D-2848-1740-A573-D4ED9FC15262}" dt="2025-02-06T22:45:22.544" v="1753" actId="1076"/>
          <ac:cxnSpMkLst>
            <pc:docMk/>
            <pc:sldMk cId="2213001198" sldId="285"/>
            <ac:cxnSpMk id="18" creationId="{E3793C35-8400-B961-12C2-C37A0BDC5C90}"/>
          </ac:cxnSpMkLst>
        </pc:cxnChg>
        <pc:cxnChg chg="add mod">
          <ac:chgData name="Eduardo Portal Geroy" userId="c3a1f744-24d3-44b1-9910-a21edcdd83db" providerId="ADAL" clId="{20E79C0D-2848-1740-A573-D4ED9FC15262}" dt="2025-02-06T22:47:55.093" v="1811" actId="1038"/>
          <ac:cxnSpMkLst>
            <pc:docMk/>
            <pc:sldMk cId="2213001198" sldId="285"/>
            <ac:cxnSpMk id="23" creationId="{849F4575-9669-947C-DB22-A0B2A3235481}"/>
          </ac:cxnSpMkLst>
        </pc:cxnChg>
      </pc:sldChg>
      <pc:sldChg chg="add ord">
        <pc:chgData name="Eduardo Portal Geroy" userId="c3a1f744-24d3-44b1-9910-a21edcdd83db" providerId="ADAL" clId="{20E79C0D-2848-1740-A573-D4ED9FC15262}" dt="2025-02-06T22:46:19.630" v="1755" actId="20578"/>
        <pc:sldMkLst>
          <pc:docMk/>
          <pc:sldMk cId="2990249871" sldId="286"/>
        </pc:sldMkLst>
      </pc:sldChg>
      <pc:sldChg chg="addSp delSp modSp add mod delAnim modAnim">
        <pc:chgData name="Eduardo Portal Geroy" userId="c3a1f744-24d3-44b1-9910-a21edcdd83db" providerId="ADAL" clId="{20E79C0D-2848-1740-A573-D4ED9FC15262}" dt="2025-02-07T15:04:44.031" v="2187" actId="108"/>
        <pc:sldMkLst>
          <pc:docMk/>
          <pc:sldMk cId="2405372579" sldId="287"/>
        </pc:sldMkLst>
        <pc:spChg chg="mod">
          <ac:chgData name="Eduardo Portal Geroy" userId="c3a1f744-24d3-44b1-9910-a21edcdd83db" providerId="ADAL" clId="{20E79C0D-2848-1740-A573-D4ED9FC15262}" dt="2025-02-07T14:55:51.415" v="1912"/>
          <ac:spMkLst>
            <pc:docMk/>
            <pc:sldMk cId="2405372579" sldId="287"/>
            <ac:spMk id="2" creationId="{A98EC6C6-DED5-52D5-08FE-0F5AB4C0275D}"/>
          </ac:spMkLst>
        </pc:spChg>
        <pc:spChg chg="mod">
          <ac:chgData name="Eduardo Portal Geroy" userId="c3a1f744-24d3-44b1-9910-a21edcdd83db" providerId="ADAL" clId="{20E79C0D-2848-1740-A573-D4ED9FC15262}" dt="2025-02-07T15:04:44.031" v="2187" actId="108"/>
          <ac:spMkLst>
            <pc:docMk/>
            <pc:sldMk cId="2405372579" sldId="287"/>
            <ac:spMk id="5" creationId="{5CF9AFB3-0122-BC84-7D0F-2E4DAF78EF4E}"/>
          </ac:spMkLst>
        </pc:spChg>
        <pc:spChg chg="mod">
          <ac:chgData name="Eduardo Portal Geroy" userId="c3a1f744-24d3-44b1-9910-a21edcdd83db" providerId="ADAL" clId="{20E79C0D-2848-1740-A573-D4ED9FC15262}" dt="2025-02-07T15:04:11.675" v="2179" actId="20577"/>
          <ac:spMkLst>
            <pc:docMk/>
            <pc:sldMk cId="2405372579" sldId="287"/>
            <ac:spMk id="8" creationId="{04DCC3B5-84FA-9B25-A532-F9FD996046B2}"/>
          </ac:spMkLst>
        </pc:spChg>
        <pc:spChg chg="add mod">
          <ac:chgData name="Eduardo Portal Geroy" userId="c3a1f744-24d3-44b1-9910-a21edcdd83db" providerId="ADAL" clId="{20E79C0D-2848-1740-A573-D4ED9FC15262}" dt="2025-02-07T14:55:25.529" v="1908"/>
          <ac:spMkLst>
            <pc:docMk/>
            <pc:sldMk cId="2405372579" sldId="287"/>
            <ac:spMk id="45" creationId="{8F9A310F-1F79-BC7D-896B-33DCD5D44EA1}"/>
          </ac:spMkLst>
        </pc:spChg>
        <pc:spChg chg="add mod">
          <ac:chgData name="Eduardo Portal Geroy" userId="c3a1f744-24d3-44b1-9910-a21edcdd83db" providerId="ADAL" clId="{20E79C0D-2848-1740-A573-D4ED9FC15262}" dt="2025-02-07T14:55:25.529" v="1908"/>
          <ac:spMkLst>
            <pc:docMk/>
            <pc:sldMk cId="2405372579" sldId="287"/>
            <ac:spMk id="46" creationId="{8DD267BE-4C66-136F-1C15-314E57028D6C}"/>
          </ac:spMkLst>
        </pc:spChg>
        <pc:spChg chg="add mod">
          <ac:chgData name="Eduardo Portal Geroy" userId="c3a1f744-24d3-44b1-9910-a21edcdd83db" providerId="ADAL" clId="{20E79C0D-2848-1740-A573-D4ED9FC15262}" dt="2025-02-07T14:55:25.529" v="1908"/>
          <ac:spMkLst>
            <pc:docMk/>
            <pc:sldMk cId="2405372579" sldId="287"/>
            <ac:spMk id="47" creationId="{2307F516-92F9-1E91-466D-BEF1E0ABA2D2}"/>
          </ac:spMkLst>
        </pc:spChg>
        <pc:spChg chg="add mod">
          <ac:chgData name="Eduardo Portal Geroy" userId="c3a1f744-24d3-44b1-9910-a21edcdd83db" providerId="ADAL" clId="{20E79C0D-2848-1740-A573-D4ED9FC15262}" dt="2025-02-07T14:55:25.529" v="1908"/>
          <ac:spMkLst>
            <pc:docMk/>
            <pc:sldMk cId="2405372579" sldId="287"/>
            <ac:spMk id="48" creationId="{D89BF10A-D1FB-8138-A586-BC03BED9E61D}"/>
          </ac:spMkLst>
        </pc:spChg>
        <pc:spChg chg="add mod">
          <ac:chgData name="Eduardo Portal Geroy" userId="c3a1f744-24d3-44b1-9910-a21edcdd83db" providerId="ADAL" clId="{20E79C0D-2848-1740-A573-D4ED9FC15262}" dt="2025-02-07T14:55:25.529" v="1908"/>
          <ac:spMkLst>
            <pc:docMk/>
            <pc:sldMk cId="2405372579" sldId="287"/>
            <ac:spMk id="49" creationId="{DC0FCF08-506B-7F07-8223-812AFB3F7DAC}"/>
          </ac:spMkLst>
        </pc:spChg>
        <pc:spChg chg="add mod">
          <ac:chgData name="Eduardo Portal Geroy" userId="c3a1f744-24d3-44b1-9910-a21edcdd83db" providerId="ADAL" clId="{20E79C0D-2848-1740-A573-D4ED9FC15262}" dt="2025-02-07T14:55:25.529" v="1908"/>
          <ac:spMkLst>
            <pc:docMk/>
            <pc:sldMk cId="2405372579" sldId="287"/>
            <ac:spMk id="50" creationId="{6B605B13-657B-8781-4FFC-5E5CD664F871}"/>
          </ac:spMkLst>
        </pc:spChg>
        <pc:spChg chg="add mod">
          <ac:chgData name="Eduardo Portal Geroy" userId="c3a1f744-24d3-44b1-9910-a21edcdd83db" providerId="ADAL" clId="{20E79C0D-2848-1740-A573-D4ED9FC15262}" dt="2025-02-07T14:55:25.529" v="1908"/>
          <ac:spMkLst>
            <pc:docMk/>
            <pc:sldMk cId="2405372579" sldId="287"/>
            <ac:spMk id="56" creationId="{CF46DBE0-CD8A-C4CD-6059-35804F86B854}"/>
          </ac:spMkLst>
        </pc:spChg>
        <pc:spChg chg="add mod">
          <ac:chgData name="Eduardo Portal Geroy" userId="c3a1f744-24d3-44b1-9910-a21edcdd83db" providerId="ADAL" clId="{20E79C0D-2848-1740-A573-D4ED9FC15262}" dt="2025-02-07T15:02:14.275" v="2175" actId="20577"/>
          <ac:spMkLst>
            <pc:docMk/>
            <pc:sldMk cId="2405372579" sldId="287"/>
            <ac:spMk id="58" creationId="{C052DB9B-2480-735A-EEDC-631673B9EE96}"/>
          </ac:spMkLst>
        </pc:spChg>
        <pc:cxnChg chg="add mod">
          <ac:chgData name="Eduardo Portal Geroy" userId="c3a1f744-24d3-44b1-9910-a21edcdd83db" providerId="ADAL" clId="{20E79C0D-2848-1740-A573-D4ED9FC15262}" dt="2025-02-07T14:55:25.529" v="1908"/>
          <ac:cxnSpMkLst>
            <pc:docMk/>
            <pc:sldMk cId="2405372579" sldId="287"/>
            <ac:cxnSpMk id="53" creationId="{E7F415BB-3863-BB5C-DFBD-139ADA04FEAD}"/>
          </ac:cxnSpMkLst>
        </pc:cxnChg>
        <pc:cxnChg chg="add mod">
          <ac:chgData name="Eduardo Portal Geroy" userId="c3a1f744-24d3-44b1-9910-a21edcdd83db" providerId="ADAL" clId="{20E79C0D-2848-1740-A573-D4ED9FC15262}" dt="2025-02-07T14:55:25.529" v="1908"/>
          <ac:cxnSpMkLst>
            <pc:docMk/>
            <pc:sldMk cId="2405372579" sldId="287"/>
            <ac:cxnSpMk id="54" creationId="{DA1159BB-FB70-53CE-E6BE-A67017AD9101}"/>
          </ac:cxnSpMkLst>
        </pc:cxnChg>
        <pc:cxnChg chg="add mod">
          <ac:chgData name="Eduardo Portal Geroy" userId="c3a1f744-24d3-44b1-9910-a21edcdd83db" providerId="ADAL" clId="{20E79C0D-2848-1740-A573-D4ED9FC15262}" dt="2025-02-07T14:55:25.529" v="1908"/>
          <ac:cxnSpMkLst>
            <pc:docMk/>
            <pc:sldMk cId="2405372579" sldId="287"/>
            <ac:cxnSpMk id="55" creationId="{AF4FA1DD-E27D-00B2-F9F8-98866D2E7FF0}"/>
          </ac:cxnSpMkLst>
        </pc:cxnChg>
      </pc:sldChg>
      <pc:sldChg chg="addSp delSp modSp add mod ord modAnim">
        <pc:chgData name="Eduardo Portal Geroy" userId="c3a1f744-24d3-44b1-9910-a21edcdd83db" providerId="ADAL" clId="{20E79C0D-2848-1740-A573-D4ED9FC15262}" dt="2025-02-13T17:19:47.574" v="4017" actId="20577"/>
        <pc:sldMkLst>
          <pc:docMk/>
          <pc:sldMk cId="2754869432" sldId="288"/>
        </pc:sldMkLst>
        <pc:spChg chg="mod">
          <ac:chgData name="Eduardo Portal Geroy" userId="c3a1f744-24d3-44b1-9910-a21edcdd83db" providerId="ADAL" clId="{20E79C0D-2848-1740-A573-D4ED9FC15262}" dt="2025-02-06T22:52:37.664" v="1874" actId="108"/>
          <ac:spMkLst>
            <pc:docMk/>
            <pc:sldMk cId="2754869432" sldId="288"/>
            <ac:spMk id="2" creationId="{D5A90B89-8438-0EEE-BB12-B237BEF605E6}"/>
          </ac:spMkLst>
        </pc:spChg>
        <pc:spChg chg="add mod">
          <ac:chgData name="Eduardo Portal Geroy" userId="c3a1f744-24d3-44b1-9910-a21edcdd83db" providerId="ADAL" clId="{20E79C0D-2848-1740-A573-D4ED9FC15262}" dt="2025-02-13T16:31:23.105" v="3443" actId="122"/>
          <ac:spMkLst>
            <pc:docMk/>
            <pc:sldMk cId="2754869432" sldId="288"/>
            <ac:spMk id="4" creationId="{85A42088-267A-2A91-B08F-F2C7A1A03253}"/>
          </ac:spMkLst>
        </pc:spChg>
        <pc:spChg chg="mod">
          <ac:chgData name="Eduardo Portal Geroy" userId="c3a1f744-24d3-44b1-9910-a21edcdd83db" providerId="ADAL" clId="{20E79C0D-2848-1740-A573-D4ED9FC15262}" dt="2025-02-13T16:35:49.552" v="3451" actId="404"/>
          <ac:spMkLst>
            <pc:docMk/>
            <pc:sldMk cId="2754869432" sldId="288"/>
            <ac:spMk id="6" creationId="{16B69B1F-0F6C-DCC5-5164-5A8BF6A63870}"/>
          </ac:spMkLst>
        </pc:spChg>
        <pc:spChg chg="add mod">
          <ac:chgData name="Eduardo Portal Geroy" userId="c3a1f744-24d3-44b1-9910-a21edcdd83db" providerId="ADAL" clId="{20E79C0D-2848-1740-A573-D4ED9FC15262}" dt="2025-02-13T17:18:06.039" v="3964" actId="1076"/>
          <ac:spMkLst>
            <pc:docMk/>
            <pc:sldMk cId="2754869432" sldId="288"/>
            <ac:spMk id="7" creationId="{084FD486-6D04-FD0C-62E3-B5C41D05ACEE}"/>
          </ac:spMkLst>
        </pc:spChg>
        <pc:spChg chg="mod">
          <ac:chgData name="Eduardo Portal Geroy" userId="c3a1f744-24d3-44b1-9910-a21edcdd83db" providerId="ADAL" clId="{20E79C0D-2848-1740-A573-D4ED9FC15262}" dt="2025-02-06T22:52:20.782" v="1871" actId="108"/>
          <ac:spMkLst>
            <pc:docMk/>
            <pc:sldMk cId="2754869432" sldId="288"/>
            <ac:spMk id="8" creationId="{E390CED7-19E7-0E04-35D9-CD9670DD41D3}"/>
          </ac:spMkLst>
        </pc:spChg>
        <pc:spChg chg="add del mod">
          <ac:chgData name="Eduardo Portal Geroy" userId="c3a1f744-24d3-44b1-9910-a21edcdd83db" providerId="ADAL" clId="{20E79C0D-2848-1740-A573-D4ED9FC15262}" dt="2025-02-13T17:13:34.399" v="3826" actId="478"/>
          <ac:spMkLst>
            <pc:docMk/>
            <pc:sldMk cId="2754869432" sldId="288"/>
            <ac:spMk id="9" creationId="{39030D73-3B81-AC4B-6E28-65643FC154CD}"/>
          </ac:spMkLst>
        </pc:spChg>
        <pc:spChg chg="add del mod">
          <ac:chgData name="Eduardo Portal Geroy" userId="c3a1f744-24d3-44b1-9910-a21edcdd83db" providerId="ADAL" clId="{20E79C0D-2848-1740-A573-D4ED9FC15262}" dt="2025-02-13T17:13:34.399" v="3826" actId="478"/>
          <ac:spMkLst>
            <pc:docMk/>
            <pc:sldMk cId="2754869432" sldId="288"/>
            <ac:spMk id="11" creationId="{3BA93611-F9AD-8F07-A44E-5E64B6E9A17D}"/>
          </ac:spMkLst>
        </pc:spChg>
        <pc:spChg chg="mod">
          <ac:chgData name="Eduardo Portal Geroy" userId="c3a1f744-24d3-44b1-9910-a21edcdd83db" providerId="ADAL" clId="{20E79C0D-2848-1740-A573-D4ED9FC15262}" dt="2025-02-13T16:29:22.817" v="3341" actId="1076"/>
          <ac:spMkLst>
            <pc:docMk/>
            <pc:sldMk cId="2754869432" sldId="288"/>
            <ac:spMk id="12" creationId="{27C1A8EB-CCB6-7DAA-4AD0-F09F6E3E9754}"/>
          </ac:spMkLst>
        </pc:spChg>
        <pc:spChg chg="add del mod">
          <ac:chgData name="Eduardo Portal Geroy" userId="c3a1f744-24d3-44b1-9910-a21edcdd83db" providerId="ADAL" clId="{20E79C0D-2848-1740-A573-D4ED9FC15262}" dt="2025-02-13T17:13:34.399" v="3826" actId="478"/>
          <ac:spMkLst>
            <pc:docMk/>
            <pc:sldMk cId="2754869432" sldId="288"/>
            <ac:spMk id="13" creationId="{7549FFCC-1C1F-BE4A-4F96-1B4328D8199E}"/>
          </ac:spMkLst>
        </pc:spChg>
        <pc:spChg chg="mod">
          <ac:chgData name="Eduardo Portal Geroy" userId="c3a1f744-24d3-44b1-9910-a21edcdd83db" providerId="ADAL" clId="{20E79C0D-2848-1740-A573-D4ED9FC15262}" dt="2025-02-13T16:29:22.817" v="3341" actId="1076"/>
          <ac:spMkLst>
            <pc:docMk/>
            <pc:sldMk cId="2754869432" sldId="288"/>
            <ac:spMk id="14" creationId="{CB515C59-E532-E016-9198-BAA677684FA3}"/>
          </ac:spMkLst>
        </pc:spChg>
        <pc:spChg chg="add del mod">
          <ac:chgData name="Eduardo Portal Geroy" userId="c3a1f744-24d3-44b1-9910-a21edcdd83db" providerId="ADAL" clId="{20E79C0D-2848-1740-A573-D4ED9FC15262}" dt="2025-02-13T16:30:27.439" v="3371" actId="1076"/>
          <ac:spMkLst>
            <pc:docMk/>
            <pc:sldMk cId="2754869432" sldId="288"/>
            <ac:spMk id="15" creationId="{768D540C-744A-FA77-CE87-F3530225C897}"/>
          </ac:spMkLst>
        </pc:spChg>
        <pc:spChg chg="add mod">
          <ac:chgData name="Eduardo Portal Geroy" userId="c3a1f744-24d3-44b1-9910-a21edcdd83db" providerId="ADAL" clId="{20E79C0D-2848-1740-A573-D4ED9FC15262}" dt="2025-02-13T17:18:19.556" v="3982" actId="20577"/>
          <ac:spMkLst>
            <pc:docMk/>
            <pc:sldMk cId="2754869432" sldId="288"/>
            <ac:spMk id="16" creationId="{468B962D-4A08-611F-45D8-48EE5FA0B740}"/>
          </ac:spMkLst>
        </pc:spChg>
        <pc:spChg chg="add mod">
          <ac:chgData name="Eduardo Portal Geroy" userId="c3a1f744-24d3-44b1-9910-a21edcdd83db" providerId="ADAL" clId="{20E79C0D-2848-1740-A573-D4ED9FC15262}" dt="2025-02-13T17:19:47.574" v="4017" actId="20577"/>
          <ac:spMkLst>
            <pc:docMk/>
            <pc:sldMk cId="2754869432" sldId="288"/>
            <ac:spMk id="18" creationId="{1931BAA4-DD76-968A-3C70-F7363E2C7B32}"/>
          </ac:spMkLst>
        </pc:spChg>
        <pc:spChg chg="mod">
          <ac:chgData name="Eduardo Portal Geroy" userId="c3a1f744-24d3-44b1-9910-a21edcdd83db" providerId="ADAL" clId="{20E79C0D-2848-1740-A573-D4ED9FC15262}" dt="2025-02-13T16:41:51.828" v="3543" actId="1076"/>
          <ac:spMkLst>
            <pc:docMk/>
            <pc:sldMk cId="2754869432" sldId="288"/>
            <ac:spMk id="19" creationId="{6CA0CF6B-515D-5C0F-BE4A-12E685F1B89A}"/>
          </ac:spMkLst>
        </pc:spChg>
        <pc:spChg chg="mod">
          <ac:chgData name="Eduardo Portal Geroy" userId="c3a1f744-24d3-44b1-9910-a21edcdd83db" providerId="ADAL" clId="{20E79C0D-2848-1740-A573-D4ED9FC15262}" dt="2025-02-13T16:41:54.775" v="3544" actId="1076"/>
          <ac:spMkLst>
            <pc:docMk/>
            <pc:sldMk cId="2754869432" sldId="288"/>
            <ac:spMk id="23" creationId="{44CFAAA3-C6C2-F1BE-CFA6-B58E33CCD88C}"/>
          </ac:spMkLst>
        </pc:spChg>
        <pc:spChg chg="mod">
          <ac:chgData name="Eduardo Portal Geroy" userId="c3a1f744-24d3-44b1-9910-a21edcdd83db" providerId="ADAL" clId="{20E79C0D-2848-1740-A573-D4ED9FC15262}" dt="2025-02-13T16:35:43.456" v="3449" actId="20577"/>
          <ac:spMkLst>
            <pc:docMk/>
            <pc:sldMk cId="2754869432" sldId="288"/>
            <ac:spMk id="27" creationId="{6BEBA055-BC1A-05E1-B914-0CAB9CDF280E}"/>
          </ac:spMkLst>
        </pc:spChg>
        <pc:spChg chg="mod">
          <ac:chgData name="Eduardo Portal Geroy" userId="c3a1f744-24d3-44b1-9910-a21edcdd83db" providerId="ADAL" clId="{20E79C0D-2848-1740-A573-D4ED9FC15262}" dt="2025-02-13T16:30:38.946" v="3375" actId="20577"/>
          <ac:spMkLst>
            <pc:docMk/>
            <pc:sldMk cId="2754869432" sldId="288"/>
            <ac:spMk id="32" creationId="{684E21CA-E9D4-380F-4879-9256B22227BF}"/>
          </ac:spMkLst>
        </pc:spChg>
        <pc:spChg chg="mod">
          <ac:chgData name="Eduardo Portal Geroy" userId="c3a1f744-24d3-44b1-9910-a21edcdd83db" providerId="ADAL" clId="{20E79C0D-2848-1740-A573-D4ED9FC15262}" dt="2025-02-13T16:42:23.556" v="3555" actId="1035"/>
          <ac:spMkLst>
            <pc:docMk/>
            <pc:sldMk cId="2754869432" sldId="288"/>
            <ac:spMk id="42" creationId="{5FBF39A7-BC4B-CAE1-7B15-468912B25246}"/>
          </ac:spMkLst>
        </pc:spChg>
        <pc:spChg chg="mod">
          <ac:chgData name="Eduardo Portal Geroy" userId="c3a1f744-24d3-44b1-9910-a21edcdd83db" providerId="ADAL" clId="{20E79C0D-2848-1740-A573-D4ED9FC15262}" dt="2025-02-13T16:42:23.556" v="3555" actId="1035"/>
          <ac:spMkLst>
            <pc:docMk/>
            <pc:sldMk cId="2754869432" sldId="288"/>
            <ac:spMk id="46" creationId="{4F63D1B3-6417-392C-74B3-351C6E472646}"/>
          </ac:spMkLst>
        </pc:spChg>
        <pc:cxnChg chg="mod">
          <ac:chgData name="Eduardo Portal Geroy" userId="c3a1f744-24d3-44b1-9910-a21edcdd83db" providerId="ADAL" clId="{20E79C0D-2848-1740-A573-D4ED9FC15262}" dt="2025-02-13T16:29:22.817" v="3341" actId="1076"/>
          <ac:cxnSpMkLst>
            <pc:docMk/>
            <pc:sldMk cId="2754869432" sldId="288"/>
            <ac:cxnSpMk id="10" creationId="{F4EBEAD3-EF15-912B-CD08-EB87C8CD9CDB}"/>
          </ac:cxnSpMkLst>
        </pc:cxnChg>
        <pc:cxnChg chg="mod">
          <ac:chgData name="Eduardo Portal Geroy" userId="c3a1f744-24d3-44b1-9910-a21edcdd83db" providerId="ADAL" clId="{20E79C0D-2848-1740-A573-D4ED9FC15262}" dt="2025-02-13T16:29:22.817" v="3341" actId="1076"/>
          <ac:cxnSpMkLst>
            <pc:docMk/>
            <pc:sldMk cId="2754869432" sldId="288"/>
            <ac:cxnSpMk id="17" creationId="{335569FC-F332-3E42-A34D-293C56268BC3}"/>
          </ac:cxnSpMkLst>
        </pc:cxnChg>
        <pc:cxnChg chg="mod">
          <ac:chgData name="Eduardo Portal Geroy" userId="c3a1f744-24d3-44b1-9910-a21edcdd83db" providerId="ADAL" clId="{20E79C0D-2848-1740-A573-D4ED9FC15262}" dt="2025-02-13T16:42:02.950" v="3546" actId="1076"/>
          <ac:cxnSpMkLst>
            <pc:docMk/>
            <pc:sldMk cId="2754869432" sldId="288"/>
            <ac:cxnSpMk id="21" creationId="{502CE77F-80ED-8CCE-CFC2-5DEA80BA096A}"/>
          </ac:cxnSpMkLst>
        </pc:cxnChg>
        <pc:cxnChg chg="mod">
          <ac:chgData name="Eduardo Portal Geroy" userId="c3a1f744-24d3-44b1-9910-a21edcdd83db" providerId="ADAL" clId="{20E79C0D-2848-1740-A573-D4ED9FC15262}" dt="2025-02-13T16:41:56.673" v="3545" actId="1076"/>
          <ac:cxnSpMkLst>
            <pc:docMk/>
            <pc:sldMk cId="2754869432" sldId="288"/>
            <ac:cxnSpMk id="25" creationId="{6F7C7F9F-BE93-D512-ADF3-E87066388AEF}"/>
          </ac:cxnSpMkLst>
        </pc:cxnChg>
        <pc:cxnChg chg="mod">
          <ac:chgData name="Eduardo Portal Geroy" userId="c3a1f744-24d3-44b1-9910-a21edcdd83db" providerId="ADAL" clId="{20E79C0D-2848-1740-A573-D4ED9FC15262}" dt="2025-02-13T16:42:12.558" v="3548" actId="1076"/>
          <ac:cxnSpMkLst>
            <pc:docMk/>
            <pc:sldMk cId="2754869432" sldId="288"/>
            <ac:cxnSpMk id="44" creationId="{D3AD1503-8238-A4B4-7FAF-84C9878C7397}"/>
          </ac:cxnSpMkLst>
        </pc:cxnChg>
        <pc:cxnChg chg="mod">
          <ac:chgData name="Eduardo Portal Geroy" userId="c3a1f744-24d3-44b1-9910-a21edcdd83db" providerId="ADAL" clId="{20E79C0D-2848-1740-A573-D4ED9FC15262}" dt="2025-02-13T16:42:23.556" v="3555" actId="1035"/>
          <ac:cxnSpMkLst>
            <pc:docMk/>
            <pc:sldMk cId="2754869432" sldId="288"/>
            <ac:cxnSpMk id="48" creationId="{C8411BA0-F224-41E1-773C-52CB3392F1AC}"/>
          </ac:cxnSpMkLst>
        </pc:cxnChg>
      </pc:sldChg>
      <pc:sldChg chg="add ord">
        <pc:chgData name="Eduardo Portal Geroy" userId="c3a1f744-24d3-44b1-9910-a21edcdd83db" providerId="ADAL" clId="{20E79C0D-2848-1740-A573-D4ED9FC15262}" dt="2025-02-06T22:52:31.802" v="1873" actId="20578"/>
        <pc:sldMkLst>
          <pc:docMk/>
          <pc:sldMk cId="1283433328" sldId="289"/>
        </pc:sldMkLst>
      </pc:sldChg>
      <pc:sldChg chg="addSp delSp modSp add mod ord modAnim">
        <pc:chgData name="Eduardo Portal Geroy" userId="c3a1f744-24d3-44b1-9910-a21edcdd83db" providerId="ADAL" clId="{20E79C0D-2848-1740-A573-D4ED9FC15262}" dt="2025-02-07T15:17:49.730" v="2711" actId="1076"/>
        <pc:sldMkLst>
          <pc:docMk/>
          <pc:sldMk cId="3693830140" sldId="290"/>
        </pc:sldMkLst>
        <pc:spChg chg="add mod">
          <ac:chgData name="Eduardo Portal Geroy" userId="c3a1f744-24d3-44b1-9910-a21edcdd83db" providerId="ADAL" clId="{20E79C0D-2848-1740-A573-D4ED9FC15262}" dt="2025-02-07T15:13:35.270" v="2562" actId="1076"/>
          <ac:spMkLst>
            <pc:docMk/>
            <pc:sldMk cId="3693830140" sldId="290"/>
            <ac:spMk id="4" creationId="{5E0FB043-86AE-DB4E-B0F5-1FB2271AD60C}"/>
          </ac:spMkLst>
        </pc:spChg>
        <pc:spChg chg="mod">
          <ac:chgData name="Eduardo Portal Geroy" userId="c3a1f744-24d3-44b1-9910-a21edcdd83db" providerId="ADAL" clId="{20E79C0D-2848-1740-A573-D4ED9FC15262}" dt="2025-02-07T15:05:52.855" v="2192" actId="108"/>
          <ac:spMkLst>
            <pc:docMk/>
            <pc:sldMk cId="3693830140" sldId="290"/>
            <ac:spMk id="5" creationId="{DC73A5B5-0E34-CF66-9647-633C430C9D6E}"/>
          </ac:spMkLst>
        </pc:spChg>
        <pc:spChg chg="mod">
          <ac:chgData name="Eduardo Portal Geroy" userId="c3a1f744-24d3-44b1-9910-a21edcdd83db" providerId="ADAL" clId="{20E79C0D-2848-1740-A573-D4ED9FC15262}" dt="2025-02-07T15:05:49.182" v="2191" actId="108"/>
          <ac:spMkLst>
            <pc:docMk/>
            <pc:sldMk cId="3693830140" sldId="290"/>
            <ac:spMk id="8" creationId="{D23C93B6-BA9E-A0FD-EBCC-313B9772BE61}"/>
          </ac:spMkLst>
        </pc:spChg>
        <pc:spChg chg="add mod">
          <ac:chgData name="Eduardo Portal Geroy" userId="c3a1f744-24d3-44b1-9910-a21edcdd83db" providerId="ADAL" clId="{20E79C0D-2848-1740-A573-D4ED9FC15262}" dt="2025-02-07T15:17:43.613" v="2710" actId="1038"/>
          <ac:spMkLst>
            <pc:docMk/>
            <pc:sldMk cId="3693830140" sldId="290"/>
            <ac:spMk id="21" creationId="{94C5772C-B69C-1570-69CF-037306EC8880}"/>
          </ac:spMkLst>
        </pc:spChg>
        <pc:spChg chg="add mod">
          <ac:chgData name="Eduardo Portal Geroy" userId="c3a1f744-24d3-44b1-9910-a21edcdd83db" providerId="ADAL" clId="{20E79C0D-2848-1740-A573-D4ED9FC15262}" dt="2025-02-07T15:17:43.613" v="2710" actId="1038"/>
          <ac:spMkLst>
            <pc:docMk/>
            <pc:sldMk cId="3693830140" sldId="290"/>
            <ac:spMk id="23" creationId="{7B8CFDA6-4B83-3899-6DCC-206AA51B7911}"/>
          </ac:spMkLst>
        </pc:spChg>
        <pc:spChg chg="add mod">
          <ac:chgData name="Eduardo Portal Geroy" userId="c3a1f744-24d3-44b1-9910-a21edcdd83db" providerId="ADAL" clId="{20E79C0D-2848-1740-A573-D4ED9FC15262}" dt="2025-02-07T15:17:43.613" v="2710" actId="1038"/>
          <ac:spMkLst>
            <pc:docMk/>
            <pc:sldMk cId="3693830140" sldId="290"/>
            <ac:spMk id="25" creationId="{75ABB6B4-0555-23A4-4055-365A515B7F8C}"/>
          </ac:spMkLst>
        </pc:spChg>
        <pc:spChg chg="add mod">
          <ac:chgData name="Eduardo Portal Geroy" userId="c3a1f744-24d3-44b1-9910-a21edcdd83db" providerId="ADAL" clId="{20E79C0D-2848-1740-A573-D4ED9FC15262}" dt="2025-02-07T15:17:43.613" v="2710" actId="1038"/>
          <ac:spMkLst>
            <pc:docMk/>
            <pc:sldMk cId="3693830140" sldId="290"/>
            <ac:spMk id="27" creationId="{FDEA9BFA-9571-B314-B33C-FDA8D3F3E691}"/>
          </ac:spMkLst>
        </pc:spChg>
        <pc:spChg chg="add mod">
          <ac:chgData name="Eduardo Portal Geroy" userId="c3a1f744-24d3-44b1-9910-a21edcdd83db" providerId="ADAL" clId="{20E79C0D-2848-1740-A573-D4ED9FC15262}" dt="2025-02-07T15:17:43.613" v="2710" actId="1038"/>
          <ac:spMkLst>
            <pc:docMk/>
            <pc:sldMk cId="3693830140" sldId="290"/>
            <ac:spMk id="29" creationId="{7BC1BAFA-C10F-C6F3-5E89-BB1A4A10CCF6}"/>
          </ac:spMkLst>
        </pc:spChg>
        <pc:spChg chg="add mod">
          <ac:chgData name="Eduardo Portal Geroy" userId="c3a1f744-24d3-44b1-9910-a21edcdd83db" providerId="ADAL" clId="{20E79C0D-2848-1740-A573-D4ED9FC15262}" dt="2025-02-07T15:17:43.613" v="2710" actId="1038"/>
          <ac:spMkLst>
            <pc:docMk/>
            <pc:sldMk cId="3693830140" sldId="290"/>
            <ac:spMk id="30" creationId="{4ABADC8F-97C8-9DDD-1CE1-2C36700B4D8C}"/>
          </ac:spMkLst>
        </pc:spChg>
        <pc:spChg chg="add mod">
          <ac:chgData name="Eduardo Portal Geroy" userId="c3a1f744-24d3-44b1-9910-a21edcdd83db" providerId="ADAL" clId="{20E79C0D-2848-1740-A573-D4ED9FC15262}" dt="2025-02-07T15:17:43.613" v="2710" actId="1038"/>
          <ac:spMkLst>
            <pc:docMk/>
            <pc:sldMk cId="3693830140" sldId="290"/>
            <ac:spMk id="31" creationId="{244E9DD5-D85B-98EA-72B3-BBBF5AE27DBA}"/>
          </ac:spMkLst>
        </pc:spChg>
        <pc:spChg chg="add mod">
          <ac:chgData name="Eduardo Portal Geroy" userId="c3a1f744-24d3-44b1-9910-a21edcdd83db" providerId="ADAL" clId="{20E79C0D-2848-1740-A573-D4ED9FC15262}" dt="2025-02-07T15:17:43.613" v="2710" actId="1038"/>
          <ac:spMkLst>
            <pc:docMk/>
            <pc:sldMk cId="3693830140" sldId="290"/>
            <ac:spMk id="32" creationId="{3D46B798-268D-C0DB-19EE-15A10A8BB339}"/>
          </ac:spMkLst>
        </pc:spChg>
        <pc:spChg chg="add mod">
          <ac:chgData name="Eduardo Portal Geroy" userId="c3a1f744-24d3-44b1-9910-a21edcdd83db" providerId="ADAL" clId="{20E79C0D-2848-1740-A573-D4ED9FC15262}" dt="2025-02-07T15:17:43.613" v="2710" actId="1038"/>
          <ac:spMkLst>
            <pc:docMk/>
            <pc:sldMk cId="3693830140" sldId="290"/>
            <ac:spMk id="33" creationId="{183BFEF2-85A1-39FC-E575-4E3B5D1DBDD1}"/>
          </ac:spMkLst>
        </pc:spChg>
        <pc:spChg chg="add mod">
          <ac:chgData name="Eduardo Portal Geroy" userId="c3a1f744-24d3-44b1-9910-a21edcdd83db" providerId="ADAL" clId="{20E79C0D-2848-1740-A573-D4ED9FC15262}" dt="2025-02-07T15:17:43.613" v="2710" actId="1038"/>
          <ac:spMkLst>
            <pc:docMk/>
            <pc:sldMk cId="3693830140" sldId="290"/>
            <ac:spMk id="34" creationId="{2EFDCD15-89F9-1E3C-A9FA-6240E0C16D26}"/>
          </ac:spMkLst>
        </pc:spChg>
        <pc:spChg chg="add mod">
          <ac:chgData name="Eduardo Portal Geroy" userId="c3a1f744-24d3-44b1-9910-a21edcdd83db" providerId="ADAL" clId="{20E79C0D-2848-1740-A573-D4ED9FC15262}" dt="2025-02-07T15:17:49.730" v="2711" actId="1076"/>
          <ac:spMkLst>
            <pc:docMk/>
            <pc:sldMk cId="3693830140" sldId="290"/>
            <ac:spMk id="40" creationId="{203E8AAB-7AB0-AC67-E592-3DF2515BCD11}"/>
          </ac:spMkLst>
        </pc:spChg>
        <pc:cxnChg chg="mod">
          <ac:chgData name="Eduardo Portal Geroy" userId="c3a1f744-24d3-44b1-9910-a21edcdd83db" providerId="ADAL" clId="{20E79C0D-2848-1740-A573-D4ED9FC15262}" dt="2025-02-07T15:15:10.014" v="2594" actId="14100"/>
          <ac:cxnSpMkLst>
            <pc:docMk/>
            <pc:sldMk cId="3693830140" sldId="290"/>
            <ac:cxnSpMk id="20" creationId="{7BCA7659-9C3D-22F9-ECC5-3CBCCA76549E}"/>
          </ac:cxnSpMkLst>
        </pc:cxnChg>
        <pc:cxnChg chg="mod">
          <ac:chgData name="Eduardo Portal Geroy" userId="c3a1f744-24d3-44b1-9910-a21edcdd83db" providerId="ADAL" clId="{20E79C0D-2848-1740-A573-D4ED9FC15262}" dt="2025-02-07T15:15:00.900" v="2593" actId="14100"/>
          <ac:cxnSpMkLst>
            <pc:docMk/>
            <pc:sldMk cId="3693830140" sldId="290"/>
            <ac:cxnSpMk id="22" creationId="{B845F1BC-7FBE-E1C3-8075-FB71D76F02E3}"/>
          </ac:cxnSpMkLst>
        </pc:cxnChg>
        <pc:cxnChg chg="mod">
          <ac:chgData name="Eduardo Portal Geroy" userId="c3a1f744-24d3-44b1-9910-a21edcdd83db" providerId="ADAL" clId="{20E79C0D-2848-1740-A573-D4ED9FC15262}" dt="2025-02-07T15:14:57.911" v="2592" actId="14100"/>
          <ac:cxnSpMkLst>
            <pc:docMk/>
            <pc:sldMk cId="3693830140" sldId="290"/>
            <ac:cxnSpMk id="24" creationId="{E4C155CC-0E33-F4F8-8ACE-C52C6560AD3A}"/>
          </ac:cxnSpMkLst>
        </pc:cxnChg>
        <pc:cxnChg chg="mod">
          <ac:chgData name="Eduardo Portal Geroy" userId="c3a1f744-24d3-44b1-9910-a21edcdd83db" providerId="ADAL" clId="{20E79C0D-2848-1740-A573-D4ED9FC15262}" dt="2025-02-07T15:15:12.983" v="2595" actId="14100"/>
          <ac:cxnSpMkLst>
            <pc:docMk/>
            <pc:sldMk cId="3693830140" sldId="290"/>
            <ac:cxnSpMk id="26" creationId="{049B7760-12E0-80A5-FC59-337D96C60825}"/>
          </ac:cxnSpMkLst>
        </pc:cxnChg>
        <pc:cxnChg chg="mod">
          <ac:chgData name="Eduardo Portal Geroy" userId="c3a1f744-24d3-44b1-9910-a21edcdd83db" providerId="ADAL" clId="{20E79C0D-2848-1740-A573-D4ED9FC15262}" dt="2025-02-07T15:15:14.931" v="2596" actId="14100"/>
          <ac:cxnSpMkLst>
            <pc:docMk/>
            <pc:sldMk cId="3693830140" sldId="290"/>
            <ac:cxnSpMk id="28" creationId="{C4DCD794-C057-95E7-03F3-C54417CCEC5F}"/>
          </ac:cxnSpMkLst>
        </pc:cxnChg>
      </pc:sldChg>
      <pc:sldChg chg="add">
        <pc:chgData name="Eduardo Portal Geroy" userId="c3a1f744-24d3-44b1-9910-a21edcdd83db" providerId="ADAL" clId="{20E79C0D-2848-1740-A573-D4ED9FC15262}" dt="2025-02-07T15:05:41.624" v="2190" actId="2890"/>
        <pc:sldMkLst>
          <pc:docMk/>
          <pc:sldMk cId="3532181004" sldId="291"/>
        </pc:sldMkLst>
      </pc:sldChg>
      <pc:sldChg chg="addSp delSp modSp add mod modAnim">
        <pc:chgData name="Eduardo Portal Geroy" userId="c3a1f744-24d3-44b1-9910-a21edcdd83db" providerId="ADAL" clId="{20E79C0D-2848-1740-A573-D4ED9FC15262}" dt="2025-02-07T15:42:59.792" v="3334" actId="20577"/>
        <pc:sldMkLst>
          <pc:docMk/>
          <pc:sldMk cId="23204182" sldId="292"/>
        </pc:sldMkLst>
        <pc:spChg chg="mod">
          <ac:chgData name="Eduardo Portal Geroy" userId="c3a1f744-24d3-44b1-9910-a21edcdd83db" providerId="ADAL" clId="{20E79C0D-2848-1740-A573-D4ED9FC15262}" dt="2025-02-07T15:20:20.201" v="2713" actId="108"/>
          <ac:spMkLst>
            <pc:docMk/>
            <pc:sldMk cId="23204182" sldId="292"/>
            <ac:spMk id="2" creationId="{C827DEF8-405D-823B-4C9E-1701F7E7549B}"/>
          </ac:spMkLst>
        </pc:spChg>
        <pc:spChg chg="add mod">
          <ac:chgData name="Eduardo Portal Geroy" userId="c3a1f744-24d3-44b1-9910-a21edcdd83db" providerId="ADAL" clId="{20E79C0D-2848-1740-A573-D4ED9FC15262}" dt="2025-02-07T15:30:27.316" v="2839" actId="20577"/>
          <ac:spMkLst>
            <pc:docMk/>
            <pc:sldMk cId="23204182" sldId="292"/>
            <ac:spMk id="4" creationId="{0F7D95E6-AD8F-045E-236A-BBDDF221B2B4}"/>
          </ac:spMkLst>
        </pc:spChg>
        <pc:spChg chg="mod">
          <ac:chgData name="Eduardo Portal Geroy" userId="c3a1f744-24d3-44b1-9910-a21edcdd83db" providerId="ADAL" clId="{20E79C0D-2848-1740-A573-D4ED9FC15262}" dt="2025-02-07T15:20:24.631" v="2714" actId="108"/>
          <ac:spMkLst>
            <pc:docMk/>
            <pc:sldMk cId="23204182" sldId="292"/>
            <ac:spMk id="8" creationId="{C8B70469-6C4B-17D6-1B11-73C7CC9C5510}"/>
          </ac:spMkLst>
        </pc:spChg>
        <pc:spChg chg="add mod">
          <ac:chgData name="Eduardo Portal Geroy" userId="c3a1f744-24d3-44b1-9910-a21edcdd83db" providerId="ADAL" clId="{20E79C0D-2848-1740-A573-D4ED9FC15262}" dt="2025-02-07T15:24:31.808" v="2781" actId="1076"/>
          <ac:spMkLst>
            <pc:docMk/>
            <pc:sldMk cId="23204182" sldId="292"/>
            <ac:spMk id="24" creationId="{B93A1694-361F-6894-514D-E301AC99563D}"/>
          </ac:spMkLst>
        </pc:spChg>
        <pc:spChg chg="add mod">
          <ac:chgData name="Eduardo Portal Geroy" userId="c3a1f744-24d3-44b1-9910-a21edcdd83db" providerId="ADAL" clId="{20E79C0D-2848-1740-A573-D4ED9FC15262}" dt="2025-02-07T15:25:07.820" v="2798" actId="20577"/>
          <ac:spMkLst>
            <pc:docMk/>
            <pc:sldMk cId="23204182" sldId="292"/>
            <ac:spMk id="25" creationId="{C2FD7966-C987-7540-1943-2F8717F5DC98}"/>
          </ac:spMkLst>
        </pc:spChg>
        <pc:spChg chg="add mod">
          <ac:chgData name="Eduardo Portal Geroy" userId="c3a1f744-24d3-44b1-9910-a21edcdd83db" providerId="ADAL" clId="{20E79C0D-2848-1740-A573-D4ED9FC15262}" dt="2025-02-07T15:25:10.607" v="2800" actId="20577"/>
          <ac:spMkLst>
            <pc:docMk/>
            <pc:sldMk cId="23204182" sldId="292"/>
            <ac:spMk id="26" creationId="{06F4B333-C435-69A2-91B8-FBF68D0D3CCE}"/>
          </ac:spMkLst>
        </pc:spChg>
        <pc:spChg chg="add mod">
          <ac:chgData name="Eduardo Portal Geroy" userId="c3a1f744-24d3-44b1-9910-a21edcdd83db" providerId="ADAL" clId="{20E79C0D-2848-1740-A573-D4ED9FC15262}" dt="2025-02-07T15:25:19.971" v="2804" actId="20577"/>
          <ac:spMkLst>
            <pc:docMk/>
            <pc:sldMk cId="23204182" sldId="292"/>
            <ac:spMk id="27" creationId="{63EBB7F8-7566-5D5D-5C3B-0F5C921F013B}"/>
          </ac:spMkLst>
        </pc:spChg>
        <pc:spChg chg="add mod">
          <ac:chgData name="Eduardo Portal Geroy" userId="c3a1f744-24d3-44b1-9910-a21edcdd83db" providerId="ADAL" clId="{20E79C0D-2848-1740-A573-D4ED9FC15262}" dt="2025-02-07T15:25:28.864" v="2810" actId="20577"/>
          <ac:spMkLst>
            <pc:docMk/>
            <pc:sldMk cId="23204182" sldId="292"/>
            <ac:spMk id="28" creationId="{531E382A-9E3A-DB23-BFB2-C77129002B67}"/>
          </ac:spMkLst>
        </pc:spChg>
        <pc:spChg chg="add mod">
          <ac:chgData name="Eduardo Portal Geroy" userId="c3a1f744-24d3-44b1-9910-a21edcdd83db" providerId="ADAL" clId="{20E79C0D-2848-1740-A573-D4ED9FC15262}" dt="2025-02-07T15:25:39.937" v="2818" actId="20577"/>
          <ac:spMkLst>
            <pc:docMk/>
            <pc:sldMk cId="23204182" sldId="292"/>
            <ac:spMk id="29" creationId="{1B03263C-5421-A4AC-A16B-221BB1DC2925}"/>
          </ac:spMkLst>
        </pc:spChg>
        <pc:spChg chg="add mod">
          <ac:chgData name="Eduardo Portal Geroy" userId="c3a1f744-24d3-44b1-9910-a21edcdd83db" providerId="ADAL" clId="{20E79C0D-2848-1740-A573-D4ED9FC15262}" dt="2025-02-07T15:27:18.020" v="2831" actId="1076"/>
          <ac:spMkLst>
            <pc:docMk/>
            <pc:sldMk cId="23204182" sldId="292"/>
            <ac:spMk id="30" creationId="{00A5E9F7-046C-5F32-9648-6F12B6F8F714}"/>
          </ac:spMkLst>
        </pc:spChg>
        <pc:spChg chg="add mod">
          <ac:chgData name="Eduardo Portal Geroy" userId="c3a1f744-24d3-44b1-9910-a21edcdd83db" providerId="ADAL" clId="{20E79C0D-2848-1740-A573-D4ED9FC15262}" dt="2025-02-07T15:31:03.511" v="2873" actId="1076"/>
          <ac:spMkLst>
            <pc:docMk/>
            <pc:sldMk cId="23204182" sldId="292"/>
            <ac:spMk id="32" creationId="{3E9F7D46-5FA7-B17C-44EA-9C43670CF8EA}"/>
          </ac:spMkLst>
        </pc:spChg>
        <pc:spChg chg="add mod">
          <ac:chgData name="Eduardo Portal Geroy" userId="c3a1f744-24d3-44b1-9910-a21edcdd83db" providerId="ADAL" clId="{20E79C0D-2848-1740-A573-D4ED9FC15262}" dt="2025-02-07T15:35:04.598" v="2930" actId="164"/>
          <ac:spMkLst>
            <pc:docMk/>
            <pc:sldMk cId="23204182" sldId="292"/>
            <ac:spMk id="33" creationId="{DEF4B574-C885-34AF-C54A-E41287165512}"/>
          </ac:spMkLst>
        </pc:spChg>
        <pc:spChg chg="add mod">
          <ac:chgData name="Eduardo Portal Geroy" userId="c3a1f744-24d3-44b1-9910-a21edcdd83db" providerId="ADAL" clId="{20E79C0D-2848-1740-A573-D4ED9FC15262}" dt="2025-02-07T15:35:20.259" v="2932" actId="408"/>
          <ac:spMkLst>
            <pc:docMk/>
            <pc:sldMk cId="23204182" sldId="292"/>
            <ac:spMk id="36" creationId="{6B5C83E5-2CEC-B366-93A4-9380F26CDD68}"/>
          </ac:spMkLst>
        </pc:spChg>
        <pc:spChg chg="add mod">
          <ac:chgData name="Eduardo Portal Geroy" userId="c3a1f744-24d3-44b1-9910-a21edcdd83db" providerId="ADAL" clId="{20E79C0D-2848-1740-A573-D4ED9FC15262}" dt="2025-02-07T15:34:53.250" v="2928" actId="164"/>
          <ac:spMkLst>
            <pc:docMk/>
            <pc:sldMk cId="23204182" sldId="292"/>
            <ac:spMk id="38" creationId="{A7AC9C2B-C507-AA08-5C13-6D38FC4D3047}"/>
          </ac:spMkLst>
        </pc:spChg>
        <pc:spChg chg="add mod">
          <ac:chgData name="Eduardo Portal Geroy" userId="c3a1f744-24d3-44b1-9910-a21edcdd83db" providerId="ADAL" clId="{20E79C0D-2848-1740-A573-D4ED9FC15262}" dt="2025-02-07T15:42:59.792" v="3334" actId="20577"/>
          <ac:spMkLst>
            <pc:docMk/>
            <pc:sldMk cId="23204182" sldId="292"/>
            <ac:spMk id="44" creationId="{A5881A22-163E-D1AF-DEE5-B8802BAC10A2}"/>
          </ac:spMkLst>
        </pc:spChg>
        <pc:grpChg chg="add mod">
          <ac:chgData name="Eduardo Portal Geroy" userId="c3a1f744-24d3-44b1-9910-a21edcdd83db" providerId="ADAL" clId="{20E79C0D-2848-1740-A573-D4ED9FC15262}" dt="2025-02-07T15:23:49.576" v="2757" actId="1076"/>
          <ac:grpSpMkLst>
            <pc:docMk/>
            <pc:sldMk cId="23204182" sldId="292"/>
            <ac:grpSpMk id="23" creationId="{58EB570C-ADE2-77A8-37CE-8F7BF2255277}"/>
          </ac:grpSpMkLst>
        </pc:grpChg>
        <pc:grpChg chg="add mod">
          <ac:chgData name="Eduardo Portal Geroy" userId="c3a1f744-24d3-44b1-9910-a21edcdd83db" providerId="ADAL" clId="{20E79C0D-2848-1740-A573-D4ED9FC15262}" dt="2025-02-07T15:35:20.259" v="2932" actId="408"/>
          <ac:grpSpMkLst>
            <pc:docMk/>
            <pc:sldMk cId="23204182" sldId="292"/>
            <ac:grpSpMk id="41" creationId="{F86542EF-D2FB-51CE-294B-EA7EF9CD3F19}"/>
          </ac:grpSpMkLst>
        </pc:grpChg>
        <pc:grpChg chg="add mod">
          <ac:chgData name="Eduardo Portal Geroy" userId="c3a1f744-24d3-44b1-9910-a21edcdd83db" providerId="ADAL" clId="{20E79C0D-2848-1740-A573-D4ED9FC15262}" dt="2025-02-07T15:35:20.259" v="2932" actId="408"/>
          <ac:grpSpMkLst>
            <pc:docMk/>
            <pc:sldMk cId="23204182" sldId="292"/>
            <ac:grpSpMk id="42" creationId="{51E287BA-9167-9AE3-20AC-D097C772EC1F}"/>
          </ac:grpSpMkLst>
        </pc:grpChg>
        <pc:grpChg chg="add mod">
          <ac:chgData name="Eduardo Portal Geroy" userId="c3a1f744-24d3-44b1-9910-a21edcdd83db" providerId="ADAL" clId="{20E79C0D-2848-1740-A573-D4ED9FC15262}" dt="2025-02-07T15:35:20.259" v="2932" actId="408"/>
          <ac:grpSpMkLst>
            <pc:docMk/>
            <pc:sldMk cId="23204182" sldId="292"/>
            <ac:grpSpMk id="43" creationId="{682209F3-39D0-6E26-27FA-F6F435ED6797}"/>
          </ac:grpSpMkLst>
        </pc:grpChg>
        <pc:cxnChg chg="add mod">
          <ac:chgData name="Eduardo Portal Geroy" userId="c3a1f744-24d3-44b1-9910-a21edcdd83db" providerId="ADAL" clId="{20E79C0D-2848-1740-A573-D4ED9FC15262}" dt="2025-02-07T15:23:44.957" v="2756" actId="164"/>
          <ac:cxnSpMkLst>
            <pc:docMk/>
            <pc:sldMk cId="23204182" sldId="292"/>
            <ac:cxnSpMk id="7" creationId="{9FC89E93-40CE-4F70-9B6F-2E2C08A1DF1E}"/>
          </ac:cxnSpMkLst>
        </pc:cxnChg>
        <pc:cxnChg chg="add mod">
          <ac:chgData name="Eduardo Portal Geroy" userId="c3a1f744-24d3-44b1-9910-a21edcdd83db" providerId="ADAL" clId="{20E79C0D-2848-1740-A573-D4ED9FC15262}" dt="2025-02-07T15:23:44.957" v="2756" actId="164"/>
          <ac:cxnSpMkLst>
            <pc:docMk/>
            <pc:sldMk cId="23204182" sldId="292"/>
            <ac:cxnSpMk id="9" creationId="{2E431721-DE75-6559-4972-948AC16BE9BD}"/>
          </ac:cxnSpMkLst>
        </pc:cxnChg>
        <pc:cxnChg chg="add mod">
          <ac:chgData name="Eduardo Portal Geroy" userId="c3a1f744-24d3-44b1-9910-a21edcdd83db" providerId="ADAL" clId="{20E79C0D-2848-1740-A573-D4ED9FC15262}" dt="2025-02-07T15:23:44.957" v="2756" actId="164"/>
          <ac:cxnSpMkLst>
            <pc:docMk/>
            <pc:sldMk cId="23204182" sldId="292"/>
            <ac:cxnSpMk id="12" creationId="{5D6E2360-D475-BE3D-585F-4D34FC33E9AE}"/>
          </ac:cxnSpMkLst>
        </pc:cxnChg>
        <pc:cxnChg chg="add mod">
          <ac:chgData name="Eduardo Portal Geroy" userId="c3a1f744-24d3-44b1-9910-a21edcdd83db" providerId="ADAL" clId="{20E79C0D-2848-1740-A573-D4ED9FC15262}" dt="2025-02-07T15:23:44.957" v="2756" actId="164"/>
          <ac:cxnSpMkLst>
            <pc:docMk/>
            <pc:sldMk cId="23204182" sldId="292"/>
            <ac:cxnSpMk id="13" creationId="{93940A5A-D5CE-EB0D-74F0-63F48BB8014E}"/>
          </ac:cxnSpMkLst>
        </pc:cxnChg>
        <pc:cxnChg chg="add mod">
          <ac:chgData name="Eduardo Portal Geroy" userId="c3a1f744-24d3-44b1-9910-a21edcdd83db" providerId="ADAL" clId="{20E79C0D-2848-1740-A573-D4ED9FC15262}" dt="2025-02-07T15:23:44.957" v="2756" actId="164"/>
          <ac:cxnSpMkLst>
            <pc:docMk/>
            <pc:sldMk cId="23204182" sldId="292"/>
            <ac:cxnSpMk id="14" creationId="{0CE6D3EA-CBEF-0A9A-4D7E-5BBBCD3A1512}"/>
          </ac:cxnSpMkLst>
        </pc:cxnChg>
        <pc:cxnChg chg="add mod">
          <ac:chgData name="Eduardo Portal Geroy" userId="c3a1f744-24d3-44b1-9910-a21edcdd83db" providerId="ADAL" clId="{20E79C0D-2848-1740-A573-D4ED9FC15262}" dt="2025-02-07T15:23:44.957" v="2756" actId="164"/>
          <ac:cxnSpMkLst>
            <pc:docMk/>
            <pc:sldMk cId="23204182" sldId="292"/>
            <ac:cxnSpMk id="15" creationId="{B00395AF-1AFF-08E8-10AA-55F7C6A48B1C}"/>
          </ac:cxnSpMkLst>
        </pc:cxnChg>
        <pc:cxnChg chg="add mod">
          <ac:chgData name="Eduardo Portal Geroy" userId="c3a1f744-24d3-44b1-9910-a21edcdd83db" providerId="ADAL" clId="{20E79C0D-2848-1740-A573-D4ED9FC15262}" dt="2025-02-07T15:23:36.823" v="2755" actId="408"/>
          <ac:cxnSpMkLst>
            <pc:docMk/>
            <pc:sldMk cId="23204182" sldId="292"/>
            <ac:cxnSpMk id="16" creationId="{CC651D21-2B2B-E418-645B-5A0818D6907B}"/>
          </ac:cxnSpMkLst>
        </pc:cxnChg>
        <pc:cxnChg chg="add mod">
          <ac:chgData name="Eduardo Portal Geroy" userId="c3a1f744-24d3-44b1-9910-a21edcdd83db" providerId="ADAL" clId="{20E79C0D-2848-1740-A573-D4ED9FC15262}" dt="2025-02-07T15:23:36.823" v="2755" actId="408"/>
          <ac:cxnSpMkLst>
            <pc:docMk/>
            <pc:sldMk cId="23204182" sldId="292"/>
            <ac:cxnSpMk id="17" creationId="{E1C38EDE-CAB7-BD79-8327-4D4FF84E8BEE}"/>
          </ac:cxnSpMkLst>
        </pc:cxnChg>
        <pc:cxnChg chg="add mod">
          <ac:chgData name="Eduardo Portal Geroy" userId="c3a1f744-24d3-44b1-9910-a21edcdd83db" providerId="ADAL" clId="{20E79C0D-2848-1740-A573-D4ED9FC15262}" dt="2025-02-07T15:23:36.823" v="2755" actId="408"/>
          <ac:cxnSpMkLst>
            <pc:docMk/>
            <pc:sldMk cId="23204182" sldId="292"/>
            <ac:cxnSpMk id="19" creationId="{D5A293C2-A28E-0AC8-34D8-9C91EA7EFFF1}"/>
          </ac:cxnSpMkLst>
        </pc:cxnChg>
        <pc:cxnChg chg="add mod">
          <ac:chgData name="Eduardo Portal Geroy" userId="c3a1f744-24d3-44b1-9910-a21edcdd83db" providerId="ADAL" clId="{20E79C0D-2848-1740-A573-D4ED9FC15262}" dt="2025-02-07T15:23:44.957" v="2756" actId="164"/>
          <ac:cxnSpMkLst>
            <pc:docMk/>
            <pc:sldMk cId="23204182" sldId="292"/>
            <ac:cxnSpMk id="20" creationId="{6F0362EB-AE51-D482-FABE-8BA2C7CF71EC}"/>
          </ac:cxnSpMkLst>
        </pc:cxnChg>
        <pc:cxnChg chg="add mod">
          <ac:chgData name="Eduardo Portal Geroy" userId="c3a1f744-24d3-44b1-9910-a21edcdd83db" providerId="ADAL" clId="{20E79C0D-2848-1740-A573-D4ED9FC15262}" dt="2025-02-07T15:23:44.957" v="2756" actId="164"/>
          <ac:cxnSpMkLst>
            <pc:docMk/>
            <pc:sldMk cId="23204182" sldId="292"/>
            <ac:cxnSpMk id="21" creationId="{5CEE8578-303B-130F-4921-C556A45D3F01}"/>
          </ac:cxnSpMkLst>
        </pc:cxnChg>
        <pc:cxnChg chg="add mod">
          <ac:chgData name="Eduardo Portal Geroy" userId="c3a1f744-24d3-44b1-9910-a21edcdd83db" providerId="ADAL" clId="{20E79C0D-2848-1740-A573-D4ED9FC15262}" dt="2025-02-07T15:23:44.957" v="2756" actId="164"/>
          <ac:cxnSpMkLst>
            <pc:docMk/>
            <pc:sldMk cId="23204182" sldId="292"/>
            <ac:cxnSpMk id="22" creationId="{2FEFE53B-2FB8-763C-521D-8F4811051E68}"/>
          </ac:cxnSpMkLst>
        </pc:cxnChg>
        <pc:cxnChg chg="add mod">
          <ac:chgData name="Eduardo Portal Geroy" userId="c3a1f744-24d3-44b1-9910-a21edcdd83db" providerId="ADAL" clId="{20E79C0D-2848-1740-A573-D4ED9FC15262}" dt="2025-02-07T15:35:04.598" v="2930" actId="164"/>
          <ac:cxnSpMkLst>
            <pc:docMk/>
            <pc:sldMk cId="23204182" sldId="292"/>
            <ac:cxnSpMk id="35" creationId="{2AD8D169-D268-A32E-C5F6-944BCD4B268F}"/>
          </ac:cxnSpMkLst>
        </pc:cxnChg>
        <pc:cxnChg chg="add mod">
          <ac:chgData name="Eduardo Portal Geroy" userId="c3a1f744-24d3-44b1-9910-a21edcdd83db" providerId="ADAL" clId="{20E79C0D-2848-1740-A573-D4ED9FC15262}" dt="2025-02-07T15:35:20.259" v="2932" actId="408"/>
          <ac:cxnSpMkLst>
            <pc:docMk/>
            <pc:sldMk cId="23204182" sldId="292"/>
            <ac:cxnSpMk id="37" creationId="{C3D11FB3-9AFC-0E82-72D8-43F3EF411D00}"/>
          </ac:cxnSpMkLst>
        </pc:cxnChg>
        <pc:cxnChg chg="add mod">
          <ac:chgData name="Eduardo Portal Geroy" userId="c3a1f744-24d3-44b1-9910-a21edcdd83db" providerId="ADAL" clId="{20E79C0D-2848-1740-A573-D4ED9FC15262}" dt="2025-02-07T15:34:53.250" v="2928" actId="164"/>
          <ac:cxnSpMkLst>
            <pc:docMk/>
            <pc:sldMk cId="23204182" sldId="292"/>
            <ac:cxnSpMk id="39" creationId="{C58A66DA-83CD-1456-19F4-5B896AA591A3}"/>
          </ac:cxnSpMkLst>
        </pc:cxnChg>
      </pc:sldChg>
    </pc:docChg>
  </pc:docChgLst>
  <pc:docChgLst>
    <pc:chgData name="Ramses García Duran" userId="S::rgarciaduran@insulet.com::276ee725-40d0-45b9-ad1e-61ffd4099578" providerId="AD" clId="Web-{C2E7FEC0-BFE8-4697-81E3-A3281A9097CC}"/>
    <pc:docChg chg="modSld">
      <pc:chgData name="Ramses García Duran" userId="S::rgarciaduran@insulet.com::276ee725-40d0-45b9-ad1e-61ffd4099578" providerId="AD" clId="Web-{C2E7FEC0-BFE8-4697-81E3-A3281A9097CC}" dt="2025-02-13T17:05:15.306" v="18" actId="20577"/>
      <pc:docMkLst>
        <pc:docMk/>
      </pc:docMkLst>
      <pc:sldChg chg="modSp">
        <pc:chgData name="Ramses García Duran" userId="S::rgarciaduran@insulet.com::276ee725-40d0-45b9-ad1e-61ffd4099578" providerId="AD" clId="Web-{C2E7FEC0-BFE8-4697-81E3-A3281A9097CC}" dt="2025-02-13T17:05:15.306" v="18" actId="20577"/>
        <pc:sldMkLst>
          <pc:docMk/>
          <pc:sldMk cId="2754869432" sldId="288"/>
        </pc:sldMkLst>
        <pc:spChg chg="mod">
          <ac:chgData name="Ramses García Duran" userId="S::rgarciaduran@insulet.com::276ee725-40d0-45b9-ad1e-61ffd4099578" providerId="AD" clId="Web-{C2E7FEC0-BFE8-4697-81E3-A3281A9097CC}" dt="2025-02-13T17:05:15.306" v="18" actId="20577"/>
          <ac:spMkLst>
            <pc:docMk/>
            <pc:sldMk cId="2754869432" sldId="288"/>
            <ac:spMk id="7" creationId="{084FD486-6D04-FD0C-62E3-B5C41D05ACEE}"/>
          </ac:spMkLst>
        </pc:spChg>
      </pc:sldChg>
    </pc:docChg>
  </pc:docChgLst>
  <pc:docChgLst>
    <pc:chgData name="Ramses García Duran" userId="S::rgarciaduran@insulet.com::276ee725-40d0-45b9-ad1e-61ffd4099578" providerId="AD" clId="Web-{43811F4C-36BA-4F62-8C01-765A82AA36A6}"/>
    <pc:docChg chg="modSld">
      <pc:chgData name="Ramses García Duran" userId="S::rgarciaduran@insulet.com::276ee725-40d0-45b9-ad1e-61ffd4099578" providerId="AD" clId="Web-{43811F4C-36BA-4F62-8C01-765A82AA36A6}" dt="2025-02-13T17:21:34.638" v="82"/>
      <pc:docMkLst>
        <pc:docMk/>
      </pc:docMkLst>
      <pc:sldChg chg="modNotes">
        <pc:chgData name="Ramses García Duran" userId="S::rgarciaduran@insulet.com::276ee725-40d0-45b9-ad1e-61ffd4099578" providerId="AD" clId="Web-{43811F4C-36BA-4F62-8C01-765A82AA36A6}" dt="2025-02-13T17:21:34.638" v="82"/>
        <pc:sldMkLst>
          <pc:docMk/>
          <pc:sldMk cId="2754869432" sldId="288"/>
        </pc:sldMkLst>
      </pc:sldChg>
    </pc:docChg>
  </pc:docChgLst>
  <pc:docChgLst>
    <pc:chgData name="Ramses García Duran" userId="S::rgarciaduran@insulet.com::276ee725-40d0-45b9-ad1e-61ffd4099578" providerId="AD" clId="Web-{1B0AD9A7-12EA-4496-9478-654E8DD99110}"/>
    <pc:docChg chg="modSld">
      <pc:chgData name="Ramses García Duran" userId="S::rgarciaduran@insulet.com::276ee725-40d0-45b9-ad1e-61ffd4099578" providerId="AD" clId="Web-{1B0AD9A7-12EA-4496-9478-654E8DD99110}" dt="2025-02-13T16:58:25.281" v="76" actId="20577"/>
      <pc:docMkLst>
        <pc:docMk/>
      </pc:docMkLst>
      <pc:sldChg chg="modSp">
        <pc:chgData name="Ramses García Duran" userId="S::rgarciaduran@insulet.com::276ee725-40d0-45b9-ad1e-61ffd4099578" providerId="AD" clId="Web-{1B0AD9A7-12EA-4496-9478-654E8DD99110}" dt="2025-02-13T16:58:25.281" v="76" actId="20577"/>
        <pc:sldMkLst>
          <pc:docMk/>
          <pc:sldMk cId="2754869432" sldId="288"/>
        </pc:sldMkLst>
        <pc:spChg chg="mod">
          <ac:chgData name="Ramses García Duran" userId="S::rgarciaduran@insulet.com::276ee725-40d0-45b9-ad1e-61ffd4099578" providerId="AD" clId="Web-{1B0AD9A7-12EA-4496-9478-654E8DD99110}" dt="2025-02-13T16:58:25.281" v="76" actId="20577"/>
          <ac:spMkLst>
            <pc:docMk/>
            <pc:sldMk cId="2754869432" sldId="288"/>
            <ac:spMk id="7" creationId="{084FD486-6D04-FD0C-62E3-B5C41D05AC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602542-F390-644D-8FA6-186CF15CA346}" type="datetimeFigureOut">
              <a:rPr lang="en-MX" smtClean="0"/>
              <a:t>02/13/2025</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12DBAE-C068-6F4E-918C-94A81FFDFC82}" type="slidenum">
              <a:rPr lang="en-MX" smtClean="0"/>
              <a:t>‹#›</a:t>
            </a:fld>
            <a:endParaRPr lang="en-MX"/>
          </a:p>
        </p:txBody>
      </p:sp>
    </p:spTree>
    <p:extLst>
      <p:ext uri="{BB962C8B-B14F-4D97-AF65-F5344CB8AC3E}">
        <p14:creationId xmlns:p14="http://schemas.microsoft.com/office/powerpoint/2010/main" val="1929669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X"/>
              <a:t>--ETL Transforms and Injects 10K records in an average of 4.3 seconds (Measured In PF environment)</a:t>
            </a:r>
          </a:p>
        </p:txBody>
      </p:sp>
      <p:sp>
        <p:nvSpPr>
          <p:cNvPr id="4" name="Slide Number Placeholder 3"/>
          <p:cNvSpPr>
            <a:spLocks noGrp="1"/>
          </p:cNvSpPr>
          <p:nvPr>
            <p:ph type="sldNum" sz="quarter" idx="5"/>
          </p:nvPr>
        </p:nvSpPr>
        <p:spPr/>
        <p:txBody>
          <a:bodyPr/>
          <a:lstStyle/>
          <a:p>
            <a:fld id="{5A12DBAE-C068-6F4E-918C-94A81FFDFC82}" type="slidenum">
              <a:rPr lang="en-MX" smtClean="0"/>
              <a:t>25</a:t>
            </a:fld>
            <a:endParaRPr lang="en-MX"/>
          </a:p>
        </p:txBody>
      </p:sp>
    </p:spTree>
    <p:extLst>
      <p:ext uri="{BB962C8B-B14F-4D97-AF65-F5344CB8AC3E}">
        <p14:creationId xmlns:p14="http://schemas.microsoft.com/office/powerpoint/2010/main" val="804487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D034E-C3D1-641A-6B91-48D21FAB8A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61D513A3-BEC1-EB35-E078-EBE2005E36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01E343D5-899D-CA2A-C741-C93C78E24EEB}"/>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75439678-9E7A-7F78-DB45-2B04BCE830F2}"/>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A84A82CC-7859-564C-7828-A8BC143A7121}"/>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27348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7E1A5-E23F-FDCF-91DF-8B095FFB5D39}"/>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F0A24B20-1348-FDDA-2442-C10E1AE71B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52A5F1E8-D2E2-FA0C-32B0-2BF0FA3FF52B}"/>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AD3DFC9F-EC10-90DC-3590-EA0E6E39B901}"/>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FED22198-B2AF-BDF2-83EE-48831008E54D}"/>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2257452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B3D09-547C-93EE-8684-0C790D7725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96B5FFB5-4997-BC3F-2495-39CEE16482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79E943-6397-2BBE-5EB6-E0BDBFF65831}"/>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21A3CD2F-3A58-946C-1472-C73F80183B0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911E7262-2708-D1D7-FDA5-4C427E526C66}"/>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2240340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DE7D0-81EC-BFBB-0E37-8EE04618FE96}"/>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9EB32294-E545-6DAD-21C8-874F9D5591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678FCE0B-8DCB-AC56-7EC4-24F653F7BF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A0732E9E-1C31-9B6B-063E-A42CD59FE7B1}"/>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6" name="Footer Placeholder 5">
            <a:extLst>
              <a:ext uri="{FF2B5EF4-FFF2-40B4-BE49-F238E27FC236}">
                <a16:creationId xmlns:a16="http://schemas.microsoft.com/office/drawing/2014/main" id="{5913B706-70A3-1131-CB60-7781BD4E28A0}"/>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ADD05C4E-F3A1-4B04-5EC0-18C08B22CD1E}"/>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3750075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DFFB-910F-C2A0-9E36-63C9B7FDE9EF}"/>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04D12F4F-8322-6BAE-798E-2D050B7B09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842E49-4876-5A18-E390-809F584B6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FEFD3B56-3622-50AC-FCFF-A614128E6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8BFAEA-D336-15BB-6EDC-931B57B527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C6417210-E6A3-22BB-23A9-E90B9C503F7B}"/>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8" name="Footer Placeholder 7">
            <a:extLst>
              <a:ext uri="{FF2B5EF4-FFF2-40B4-BE49-F238E27FC236}">
                <a16:creationId xmlns:a16="http://schemas.microsoft.com/office/drawing/2014/main" id="{12C65997-7A24-2AB9-AB2A-F089CD0EC4FF}"/>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F5B568FD-7591-C1E1-A827-E2D205B85F6A}"/>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3606251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EB68-EAAA-43E1-6973-A836EEA5F93A}"/>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B10A2A51-C4BF-8AD4-C4E8-F08E6AEAE235}"/>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4" name="Footer Placeholder 3">
            <a:extLst>
              <a:ext uri="{FF2B5EF4-FFF2-40B4-BE49-F238E27FC236}">
                <a16:creationId xmlns:a16="http://schemas.microsoft.com/office/drawing/2014/main" id="{C35C31C8-0329-4BA0-5C7A-44980C83D6D3}"/>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F5CEA491-8312-4726-2449-786099DF0431}"/>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2666155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ED9986-6B9B-5090-349A-E7D9E2D8A3C7}"/>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3" name="Footer Placeholder 2">
            <a:extLst>
              <a:ext uri="{FF2B5EF4-FFF2-40B4-BE49-F238E27FC236}">
                <a16:creationId xmlns:a16="http://schemas.microsoft.com/office/drawing/2014/main" id="{E61CC09A-EAE1-27A9-792D-65867694BB07}"/>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7D317290-204F-1AFA-3BBC-341D942AE3F6}"/>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807750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B1B87-D3B0-FB39-E6CF-6D1FC33AE1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33C35719-6F67-F994-5B1F-9AB0C5CAF1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F2BD897A-C9FE-636E-2EEC-814176E93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7ECD2-5384-DD62-1083-6C574B3D89E9}"/>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6" name="Footer Placeholder 5">
            <a:extLst>
              <a:ext uri="{FF2B5EF4-FFF2-40B4-BE49-F238E27FC236}">
                <a16:creationId xmlns:a16="http://schemas.microsoft.com/office/drawing/2014/main" id="{9F52D234-CDC4-2DCC-4704-DD675C0E6842}"/>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C95EFB13-FB99-B781-0824-709F7ACF30D7}"/>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1385708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B1A52-F6E6-1677-9F2E-E15A968C0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690C5DE5-2409-19B1-C11E-8B1E593AB0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A608A7E0-4D8C-1345-DAE7-DAE40028BD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89A215-4D47-580D-CD90-B5054EEDE0A3}"/>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6" name="Footer Placeholder 5">
            <a:extLst>
              <a:ext uri="{FF2B5EF4-FFF2-40B4-BE49-F238E27FC236}">
                <a16:creationId xmlns:a16="http://schemas.microsoft.com/office/drawing/2014/main" id="{E5E901BD-BE90-0378-6076-3B94B49D20A2}"/>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E7745336-04B0-1169-46E0-17C61958A982}"/>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3739383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4C21B-F715-04BD-19CF-F61BEA0B4892}"/>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AB79EDD2-8970-BF89-B09B-761106EAB3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9B3981ED-2061-C953-607A-7E63228DF6AD}"/>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8F03530A-BD30-0633-D82D-2CEEC967098C}"/>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EFB0B8E7-8684-0C85-C3AA-BB9F4EE5C703}"/>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385667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414748-AEA2-C2C9-0EE6-4965186482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B400D257-22C2-1884-D575-6036A0BAE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F418EBD6-876D-4297-6BEE-B7410D952E8C}"/>
              </a:ext>
            </a:extLst>
          </p:cNvPr>
          <p:cNvSpPr>
            <a:spLocks noGrp="1"/>
          </p:cNvSpPr>
          <p:nvPr>
            <p:ph type="dt" sz="half" idx="10"/>
          </p:nvPr>
        </p:nvSpPr>
        <p:spPr/>
        <p:txBody>
          <a:body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5120A8F9-D26A-0DD8-15B3-09B9D549E6F1}"/>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637C915-F9C3-65DA-1260-25AAEEC02492}"/>
              </a:ext>
            </a:extLst>
          </p:cNvPr>
          <p:cNvSpPr>
            <a:spLocks noGrp="1"/>
          </p:cNvSpPr>
          <p:nvPr>
            <p:ph type="sldNum" sz="quarter" idx="12"/>
          </p:nvPr>
        </p:nvSpPr>
        <p:spPr/>
        <p:txBody>
          <a:bodyPr/>
          <a:lstStyle/>
          <a:p>
            <a:fld id="{744C2546-520A-BA4C-BE54-CBCB8A699F59}" type="slidenum">
              <a:rPr lang="en-MX" smtClean="0"/>
              <a:t>‹#›</a:t>
            </a:fld>
            <a:endParaRPr lang="en-MX"/>
          </a:p>
        </p:txBody>
      </p:sp>
    </p:spTree>
    <p:extLst>
      <p:ext uri="{BB962C8B-B14F-4D97-AF65-F5344CB8AC3E}">
        <p14:creationId xmlns:p14="http://schemas.microsoft.com/office/powerpoint/2010/main" val="2677907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DF26B8-6690-8423-054C-43C2FEC29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C57067C2-FAA7-2E9A-EB4E-E8DBA83DF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CFB36874-BDD3-7EDE-29F1-012A7F60FD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E89C33-8C3F-8042-B362-3B23D43FF5EA}" type="datetimeFigureOut">
              <a:rPr lang="en-MX" smtClean="0"/>
              <a:t>02/13/2025</a:t>
            </a:fld>
            <a:endParaRPr lang="en-MX"/>
          </a:p>
        </p:txBody>
      </p:sp>
      <p:sp>
        <p:nvSpPr>
          <p:cNvPr id="5" name="Footer Placeholder 4">
            <a:extLst>
              <a:ext uri="{FF2B5EF4-FFF2-40B4-BE49-F238E27FC236}">
                <a16:creationId xmlns:a16="http://schemas.microsoft.com/office/drawing/2014/main" id="{29A5E384-9D51-0719-4D72-EEEDA420A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93F0B237-46F5-F020-2F51-097AFBD4FE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4C2546-520A-BA4C-BE54-CBCB8A699F59}" type="slidenum">
              <a:rPr lang="en-MX" smtClean="0"/>
              <a:t>‹#›</a:t>
            </a:fld>
            <a:endParaRPr lang="en-MX"/>
          </a:p>
        </p:txBody>
      </p:sp>
    </p:spTree>
    <p:extLst>
      <p:ext uri="{BB962C8B-B14F-4D97-AF65-F5344CB8AC3E}">
        <p14:creationId xmlns:p14="http://schemas.microsoft.com/office/powerpoint/2010/main" val="4196434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D14322-DAD4-6D26-27FE-BABEDE6C4E01}"/>
              </a:ext>
            </a:extLst>
          </p:cNvPr>
          <p:cNvSpPr txBox="1"/>
          <p:nvPr/>
        </p:nvSpPr>
        <p:spPr>
          <a:xfrm>
            <a:off x="4697260" y="2543476"/>
            <a:ext cx="2395207" cy="461665"/>
          </a:xfrm>
          <a:prstGeom prst="rect">
            <a:avLst/>
          </a:prstGeom>
          <a:noFill/>
        </p:spPr>
        <p:txBody>
          <a:bodyPr wrap="none" rtlCol="0">
            <a:spAutoFit/>
          </a:bodyPr>
          <a:lstStyle/>
          <a:p>
            <a:r>
              <a:rPr lang="en-MX" sz="2400">
                <a:solidFill>
                  <a:schemeClr val="bg1"/>
                </a:solidFill>
              </a:rPr>
              <a:t>Traffic</a:t>
            </a:r>
            <a:r>
              <a:rPr lang="en-MX" sz="2000">
                <a:solidFill>
                  <a:schemeClr val="bg1"/>
                </a:solidFill>
              </a:rPr>
              <a:t> </a:t>
            </a:r>
            <a:r>
              <a:rPr lang="en-MX" sz="2400">
                <a:solidFill>
                  <a:schemeClr val="bg1"/>
                </a:solidFill>
              </a:rPr>
              <a:t>Controller</a:t>
            </a:r>
            <a:endParaRPr lang="en-MX" sz="2000">
              <a:solidFill>
                <a:schemeClr val="bg1"/>
              </a:solidFill>
            </a:endParaRPr>
          </a:p>
        </p:txBody>
      </p:sp>
      <p:sp>
        <p:nvSpPr>
          <p:cNvPr id="6" name="TextBox 5">
            <a:extLst>
              <a:ext uri="{FF2B5EF4-FFF2-40B4-BE49-F238E27FC236}">
                <a16:creationId xmlns:a16="http://schemas.microsoft.com/office/drawing/2014/main" id="{06F89C11-48AB-FA57-673A-42513D9B31F0}"/>
              </a:ext>
            </a:extLst>
          </p:cNvPr>
          <p:cNvSpPr txBox="1"/>
          <p:nvPr/>
        </p:nvSpPr>
        <p:spPr>
          <a:xfrm>
            <a:off x="2389019" y="3090446"/>
            <a:ext cx="6881436" cy="338554"/>
          </a:xfrm>
          <a:prstGeom prst="rect">
            <a:avLst/>
          </a:prstGeom>
          <a:noFill/>
        </p:spPr>
        <p:txBody>
          <a:bodyPr wrap="none" rtlCol="0">
            <a:spAutoFit/>
          </a:bodyPr>
          <a:lstStyle/>
          <a:p>
            <a:pPr algn="ctr"/>
            <a:r>
              <a:rPr lang="en-US" sz="1600" b="0" i="0">
                <a:solidFill>
                  <a:srgbClr val="FFFFFF"/>
                </a:solidFill>
                <a:effectLst/>
                <a:latin typeface="Segoe UI" panose="020B0502040204020203" pitchFamily="34" charset="0"/>
              </a:rPr>
              <a:t>Manage traffic to a data provider by prioritizing and limiting data requests</a:t>
            </a:r>
            <a:endParaRPr lang="en-MX" sz="1400">
              <a:solidFill>
                <a:schemeClr val="bg1"/>
              </a:solidFill>
            </a:endParaRPr>
          </a:p>
        </p:txBody>
      </p:sp>
    </p:spTree>
    <p:extLst>
      <p:ext uri="{BB962C8B-B14F-4D97-AF65-F5344CB8AC3E}">
        <p14:creationId xmlns:p14="http://schemas.microsoft.com/office/powerpoint/2010/main" val="206872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2B29A-EAD3-2580-B417-87F5FF13CCE0}"/>
              </a:ext>
            </a:extLst>
          </p:cNvPr>
          <p:cNvSpPr>
            <a:spLocks noGrp="1"/>
          </p:cNvSpPr>
          <p:nvPr>
            <p:ph type="title"/>
          </p:nvPr>
        </p:nvSpPr>
        <p:spPr/>
        <p:txBody>
          <a:bodyPr/>
          <a:lstStyle/>
          <a:p>
            <a:r>
              <a:rPr lang="en-MX">
                <a:solidFill>
                  <a:schemeClr val="bg1"/>
                </a:solidFill>
              </a:rPr>
              <a:t>Overview</a:t>
            </a:r>
          </a:p>
        </p:txBody>
      </p:sp>
      <p:sp>
        <p:nvSpPr>
          <p:cNvPr id="3" name="Content Placeholder 2">
            <a:extLst>
              <a:ext uri="{FF2B5EF4-FFF2-40B4-BE49-F238E27FC236}">
                <a16:creationId xmlns:a16="http://schemas.microsoft.com/office/drawing/2014/main" id="{6BD693F9-4B73-7F09-E27D-AD6A215AA912}"/>
              </a:ext>
            </a:extLst>
          </p:cNvPr>
          <p:cNvSpPr>
            <a:spLocks noGrp="1"/>
          </p:cNvSpPr>
          <p:nvPr>
            <p:ph idx="1"/>
          </p:nvPr>
        </p:nvSpPr>
        <p:spPr/>
        <p:txBody>
          <a:bodyPr/>
          <a:lstStyle/>
          <a:p>
            <a:pPr marL="514350" indent="-514350">
              <a:buFont typeface="+mj-lt"/>
              <a:buAutoNum type="arabicPeriod"/>
            </a:pPr>
            <a:r>
              <a:rPr lang="en-MX">
                <a:solidFill>
                  <a:schemeClr val="bg1"/>
                </a:solidFill>
              </a:rPr>
              <a:t>Architecture</a:t>
            </a:r>
          </a:p>
          <a:p>
            <a:pPr marL="514350" indent="-514350">
              <a:buFont typeface="+mj-lt"/>
              <a:buAutoNum type="arabicPeriod"/>
            </a:pPr>
            <a:r>
              <a:rPr lang="en-MX">
                <a:solidFill>
                  <a:schemeClr val="bg1"/>
                </a:solidFill>
              </a:rPr>
              <a:t>Data flow and configurations</a:t>
            </a:r>
          </a:p>
          <a:p>
            <a:pPr marL="514350" indent="-514350">
              <a:buFont typeface="+mj-lt"/>
              <a:buAutoNum type="arabicPeriod"/>
            </a:pPr>
            <a:r>
              <a:rPr lang="en-MX">
                <a:solidFill>
                  <a:schemeClr val="bg1"/>
                </a:solidFill>
              </a:rPr>
              <a:t>Advantages and disadvantages</a:t>
            </a:r>
          </a:p>
          <a:p>
            <a:pPr marL="514350" indent="-514350">
              <a:buFont typeface="+mj-lt"/>
              <a:buAutoNum type="arabicPeriod"/>
            </a:pPr>
            <a:r>
              <a:rPr lang="en-MX">
                <a:solidFill>
                  <a:schemeClr val="bg1"/>
                </a:solidFill>
              </a:rPr>
              <a:t>Expected scenarios</a:t>
            </a:r>
          </a:p>
          <a:p>
            <a:pPr marL="514350" indent="-514350">
              <a:buFont typeface="+mj-lt"/>
              <a:buAutoNum type="arabicPeriod"/>
            </a:pPr>
            <a:r>
              <a:rPr lang="en-MX">
                <a:solidFill>
                  <a:schemeClr val="bg1"/>
                </a:solidFill>
              </a:rPr>
              <a:t>Edge cases</a:t>
            </a:r>
          </a:p>
        </p:txBody>
      </p:sp>
    </p:spTree>
    <p:extLst>
      <p:ext uri="{BB962C8B-B14F-4D97-AF65-F5344CB8AC3E}">
        <p14:creationId xmlns:p14="http://schemas.microsoft.com/office/powerpoint/2010/main" val="33466795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5493-8C32-99E6-5434-5A63403664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E3D2EF-1F52-F743-DB16-9FFAAC0BA20D}"/>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High level architecture</a:t>
            </a:r>
          </a:p>
        </p:txBody>
      </p:sp>
      <p:sp>
        <p:nvSpPr>
          <p:cNvPr id="10" name="Rectangle 9">
            <a:extLst>
              <a:ext uri="{FF2B5EF4-FFF2-40B4-BE49-F238E27FC236}">
                <a16:creationId xmlns:a16="http://schemas.microsoft.com/office/drawing/2014/main" id="{825BDDA5-2C62-1799-F082-AA17098F31FE}"/>
              </a:ext>
            </a:extLst>
          </p:cNvPr>
          <p:cNvSpPr/>
          <p:nvPr/>
        </p:nvSpPr>
        <p:spPr>
          <a:xfrm>
            <a:off x="4901053" y="2702576"/>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Tree>
    <p:extLst>
      <p:ext uri="{BB962C8B-B14F-4D97-AF65-F5344CB8AC3E}">
        <p14:creationId xmlns:p14="http://schemas.microsoft.com/office/powerpoint/2010/main" val="8538019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F5627-BA43-D310-7536-EC60A4A436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25E7B1-BD24-F030-C00E-A3DDE5209905}"/>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High level architecture</a:t>
            </a:r>
          </a:p>
        </p:txBody>
      </p:sp>
      <p:sp>
        <p:nvSpPr>
          <p:cNvPr id="10" name="Rectangle 9">
            <a:extLst>
              <a:ext uri="{FF2B5EF4-FFF2-40B4-BE49-F238E27FC236}">
                <a16:creationId xmlns:a16="http://schemas.microsoft.com/office/drawing/2014/main" id="{901A3336-5325-D482-30C6-2565D0B2384A}"/>
              </a:ext>
            </a:extLst>
          </p:cNvPr>
          <p:cNvSpPr/>
          <p:nvPr/>
        </p:nvSpPr>
        <p:spPr>
          <a:xfrm>
            <a:off x="1110230" y="2702576"/>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pic>
        <p:nvPicPr>
          <p:cNvPr id="2" name="Picture 2" descr="Database - Free technology icons">
            <a:extLst>
              <a:ext uri="{FF2B5EF4-FFF2-40B4-BE49-F238E27FC236}">
                <a16:creationId xmlns:a16="http://schemas.microsoft.com/office/drawing/2014/main" id="{6517328C-E1CE-F8C9-A644-DDDCFAEE1A4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4920476" y="117086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30E5282-7E97-6125-D2EA-4D5707A747B8}"/>
              </a:ext>
            </a:extLst>
          </p:cNvPr>
          <p:cNvSpPr/>
          <p:nvPr/>
        </p:nvSpPr>
        <p:spPr>
          <a:xfrm>
            <a:off x="9276821" y="4856360"/>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Cloud ETL</a:t>
            </a:r>
          </a:p>
        </p:txBody>
      </p:sp>
      <p:sp>
        <p:nvSpPr>
          <p:cNvPr id="5" name="Freeform 4">
            <a:extLst>
              <a:ext uri="{FF2B5EF4-FFF2-40B4-BE49-F238E27FC236}">
                <a16:creationId xmlns:a16="http://schemas.microsoft.com/office/drawing/2014/main" id="{D5AFAF79-742A-0D72-AA10-20F7603E2E2C}"/>
              </a:ext>
            </a:extLst>
          </p:cNvPr>
          <p:cNvSpPr/>
          <p:nvPr/>
        </p:nvSpPr>
        <p:spPr>
          <a:xfrm>
            <a:off x="1904662" y="1312122"/>
            <a:ext cx="2924827" cy="1042877"/>
          </a:xfrm>
          <a:custGeom>
            <a:avLst/>
            <a:gdLst>
              <a:gd name="connsiteX0" fmla="*/ 0 w 5473873"/>
              <a:gd name="connsiteY0" fmla="*/ 1412814 h 1412814"/>
              <a:gd name="connsiteX1" fmla="*/ 1891430 w 5473873"/>
              <a:gd name="connsiteY1" fmla="*/ 9899 h 1412814"/>
              <a:gd name="connsiteX2" fmla="*/ 5473873 w 5473873"/>
              <a:gd name="connsiteY2" fmla="*/ 786513 h 1412814"/>
            </a:gdLst>
            <a:ahLst/>
            <a:cxnLst>
              <a:cxn ang="0">
                <a:pos x="connsiteX0" y="connsiteY0"/>
              </a:cxn>
              <a:cxn ang="0">
                <a:pos x="connsiteX1" y="connsiteY1"/>
              </a:cxn>
              <a:cxn ang="0">
                <a:pos x="connsiteX2" y="connsiteY2"/>
              </a:cxn>
            </a:cxnLst>
            <a:rect l="l" t="t" r="r" b="b"/>
            <a:pathLst>
              <a:path w="5473873" h="1412814">
                <a:moveTo>
                  <a:pt x="0" y="1412814"/>
                </a:moveTo>
                <a:cubicBezTo>
                  <a:pt x="489559" y="763548"/>
                  <a:pt x="979118" y="114282"/>
                  <a:pt x="1891430" y="9899"/>
                </a:cubicBezTo>
                <a:cubicBezTo>
                  <a:pt x="2803742" y="-94484"/>
                  <a:pt x="4889325" y="658121"/>
                  <a:pt x="5473873" y="786513"/>
                </a:cubicBezTo>
              </a:path>
            </a:pathLst>
          </a:custGeom>
          <a:noFill/>
          <a:ln>
            <a:solidFill>
              <a:schemeClr val="accent1"/>
            </a:solidFill>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cxnSp>
        <p:nvCxnSpPr>
          <p:cNvPr id="6" name="Straight Arrow Connector 5">
            <a:extLst>
              <a:ext uri="{FF2B5EF4-FFF2-40B4-BE49-F238E27FC236}">
                <a16:creationId xmlns:a16="http://schemas.microsoft.com/office/drawing/2014/main" id="{663540D3-EF50-C974-8229-1F89167DE720}"/>
              </a:ext>
            </a:extLst>
          </p:cNvPr>
          <p:cNvCxnSpPr>
            <a:cxnSpLocks/>
          </p:cNvCxnSpPr>
          <p:nvPr/>
        </p:nvCxnSpPr>
        <p:spPr>
          <a:xfrm flipV="1">
            <a:off x="6264579" y="1064808"/>
            <a:ext cx="559497" cy="2755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3FC4059-9734-A82D-7340-04C091611FB5}"/>
              </a:ext>
            </a:extLst>
          </p:cNvPr>
          <p:cNvSpPr txBox="1"/>
          <p:nvPr/>
        </p:nvSpPr>
        <p:spPr>
          <a:xfrm>
            <a:off x="6770015" y="922128"/>
            <a:ext cx="1338828" cy="276999"/>
          </a:xfrm>
          <a:prstGeom prst="rect">
            <a:avLst/>
          </a:prstGeom>
          <a:noFill/>
        </p:spPr>
        <p:txBody>
          <a:bodyPr wrap="none" rtlCol="0">
            <a:spAutoFit/>
          </a:bodyPr>
          <a:lstStyle/>
          <a:p>
            <a:r>
              <a:rPr lang="en-MX" sz="1200">
                <a:solidFill>
                  <a:srgbClr val="FF0000"/>
                </a:solidFill>
                <a:latin typeface="0xProto Nerd Font" panose="02000009000000000000" pitchFamily="49" charset="0"/>
              </a:rPr>
              <a:t>Shared State</a:t>
            </a:r>
          </a:p>
        </p:txBody>
      </p:sp>
      <p:sp>
        <p:nvSpPr>
          <p:cNvPr id="8" name="Rectangle 7">
            <a:extLst>
              <a:ext uri="{FF2B5EF4-FFF2-40B4-BE49-F238E27FC236}">
                <a16:creationId xmlns:a16="http://schemas.microsoft.com/office/drawing/2014/main" id="{E438B0CF-B9C3-EBCD-8313-422C4EC5A02F}"/>
              </a:ext>
            </a:extLst>
          </p:cNvPr>
          <p:cNvSpPr/>
          <p:nvPr/>
        </p:nvSpPr>
        <p:spPr>
          <a:xfrm>
            <a:off x="2739812" y="3021787"/>
            <a:ext cx="790910" cy="842720"/>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50"/>
              <a:t>Traffic Controller</a:t>
            </a:r>
          </a:p>
        </p:txBody>
      </p:sp>
      <p:sp>
        <p:nvSpPr>
          <p:cNvPr id="9" name="Rectangle 8">
            <a:extLst>
              <a:ext uri="{FF2B5EF4-FFF2-40B4-BE49-F238E27FC236}">
                <a16:creationId xmlns:a16="http://schemas.microsoft.com/office/drawing/2014/main" id="{27A4F747-65AE-6A7E-C96B-9ED8393A5A88}"/>
              </a:ext>
            </a:extLst>
          </p:cNvPr>
          <p:cNvSpPr/>
          <p:nvPr/>
        </p:nvSpPr>
        <p:spPr>
          <a:xfrm>
            <a:off x="3839168" y="3020526"/>
            <a:ext cx="790910" cy="842720"/>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50"/>
              <a:t>Traffic Controller</a:t>
            </a:r>
          </a:p>
        </p:txBody>
      </p:sp>
      <p:sp>
        <p:nvSpPr>
          <p:cNvPr id="11" name="TextBox 10">
            <a:extLst>
              <a:ext uri="{FF2B5EF4-FFF2-40B4-BE49-F238E27FC236}">
                <a16:creationId xmlns:a16="http://schemas.microsoft.com/office/drawing/2014/main" id="{9B81E023-8B00-F13E-0CE7-487816DFFCB0}"/>
              </a:ext>
            </a:extLst>
          </p:cNvPr>
          <p:cNvSpPr txBox="1"/>
          <p:nvPr/>
        </p:nvSpPr>
        <p:spPr>
          <a:xfrm>
            <a:off x="5155514" y="2383457"/>
            <a:ext cx="742511" cy="369332"/>
          </a:xfrm>
          <a:prstGeom prst="rect">
            <a:avLst/>
          </a:prstGeom>
          <a:noFill/>
        </p:spPr>
        <p:txBody>
          <a:bodyPr wrap="none" rtlCol="0">
            <a:spAutoFit/>
          </a:bodyPr>
          <a:lstStyle/>
          <a:p>
            <a:r>
              <a:rPr lang="en-MX">
                <a:solidFill>
                  <a:schemeClr val="bg1"/>
                </a:solidFill>
              </a:rPr>
              <a:t>Redis</a:t>
            </a:r>
          </a:p>
        </p:txBody>
      </p:sp>
      <p:grpSp>
        <p:nvGrpSpPr>
          <p:cNvPr id="12" name="Group 11">
            <a:extLst>
              <a:ext uri="{FF2B5EF4-FFF2-40B4-BE49-F238E27FC236}">
                <a16:creationId xmlns:a16="http://schemas.microsoft.com/office/drawing/2014/main" id="{FB5B13E3-C7A7-9928-2F7A-C1A76E667DEF}"/>
              </a:ext>
            </a:extLst>
          </p:cNvPr>
          <p:cNvGrpSpPr/>
          <p:nvPr/>
        </p:nvGrpSpPr>
        <p:grpSpPr>
          <a:xfrm>
            <a:off x="5011168" y="4886303"/>
            <a:ext cx="3015702" cy="351405"/>
            <a:chOff x="3355572" y="2867718"/>
            <a:chExt cx="4365354" cy="508673"/>
          </a:xfrm>
        </p:grpSpPr>
        <p:sp>
          <p:nvSpPr>
            <p:cNvPr id="13" name="Rectangle 12">
              <a:extLst>
                <a:ext uri="{FF2B5EF4-FFF2-40B4-BE49-F238E27FC236}">
                  <a16:creationId xmlns:a16="http://schemas.microsoft.com/office/drawing/2014/main" id="{36D737E5-F9F0-9DF9-BDC2-E5C63CB4484B}"/>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4" name="Rectangle 13">
              <a:extLst>
                <a:ext uri="{FF2B5EF4-FFF2-40B4-BE49-F238E27FC236}">
                  <a16:creationId xmlns:a16="http://schemas.microsoft.com/office/drawing/2014/main" id="{C0207B3F-2872-98FA-187C-26714CF84AEB}"/>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5" name="Rectangle 14">
              <a:extLst>
                <a:ext uri="{FF2B5EF4-FFF2-40B4-BE49-F238E27FC236}">
                  <a16:creationId xmlns:a16="http://schemas.microsoft.com/office/drawing/2014/main" id="{99106AFB-E920-77FE-6486-14036EEA864A}"/>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6" name="Rectangle 15">
              <a:extLst>
                <a:ext uri="{FF2B5EF4-FFF2-40B4-BE49-F238E27FC236}">
                  <a16:creationId xmlns:a16="http://schemas.microsoft.com/office/drawing/2014/main" id="{49904616-11EF-0E1A-D983-9BD20C2D4C87}"/>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7" name="Rectangle 16">
              <a:extLst>
                <a:ext uri="{FF2B5EF4-FFF2-40B4-BE49-F238E27FC236}">
                  <a16:creationId xmlns:a16="http://schemas.microsoft.com/office/drawing/2014/main" id="{2AC1889E-7CED-54AD-A18D-2A9BC060D528}"/>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8" name="Rectangle 17">
              <a:extLst>
                <a:ext uri="{FF2B5EF4-FFF2-40B4-BE49-F238E27FC236}">
                  <a16:creationId xmlns:a16="http://schemas.microsoft.com/office/drawing/2014/main" id="{FBE1BE16-C7C8-E81D-6547-5D459996A689}"/>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9" name="Rectangle 18">
              <a:extLst>
                <a:ext uri="{FF2B5EF4-FFF2-40B4-BE49-F238E27FC236}">
                  <a16:creationId xmlns:a16="http://schemas.microsoft.com/office/drawing/2014/main" id="{76802894-2962-7F11-FB95-7947928EB91F}"/>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0" name="Rectangle 19">
              <a:extLst>
                <a:ext uri="{FF2B5EF4-FFF2-40B4-BE49-F238E27FC236}">
                  <a16:creationId xmlns:a16="http://schemas.microsoft.com/office/drawing/2014/main" id="{D2781B0F-DFA8-BBC3-4F74-7EEEC88B3BB5}"/>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1" name="Rectangle 20">
              <a:extLst>
                <a:ext uri="{FF2B5EF4-FFF2-40B4-BE49-F238E27FC236}">
                  <a16:creationId xmlns:a16="http://schemas.microsoft.com/office/drawing/2014/main" id="{CF2B8796-1039-08BE-343A-BB12EE75E9A3}"/>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2" name="Rectangle 21">
              <a:extLst>
                <a:ext uri="{FF2B5EF4-FFF2-40B4-BE49-F238E27FC236}">
                  <a16:creationId xmlns:a16="http://schemas.microsoft.com/office/drawing/2014/main" id="{D0772740-6F86-0F92-F845-416C5A56DDBF}"/>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3" name="Rectangle 22">
              <a:extLst>
                <a:ext uri="{FF2B5EF4-FFF2-40B4-BE49-F238E27FC236}">
                  <a16:creationId xmlns:a16="http://schemas.microsoft.com/office/drawing/2014/main" id="{F2CCF397-3342-87B4-1DA3-4DE02DA46973}"/>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sp>
        <p:nvSpPr>
          <p:cNvPr id="24" name="TextBox 23">
            <a:extLst>
              <a:ext uri="{FF2B5EF4-FFF2-40B4-BE49-F238E27FC236}">
                <a16:creationId xmlns:a16="http://schemas.microsoft.com/office/drawing/2014/main" id="{938A14E7-CBC6-2C9F-038A-2EA47FB801A1}"/>
              </a:ext>
            </a:extLst>
          </p:cNvPr>
          <p:cNvSpPr txBox="1"/>
          <p:nvPr/>
        </p:nvSpPr>
        <p:spPr>
          <a:xfrm>
            <a:off x="5513370" y="4469385"/>
            <a:ext cx="1838965" cy="369332"/>
          </a:xfrm>
          <a:prstGeom prst="rect">
            <a:avLst/>
          </a:prstGeom>
          <a:noFill/>
        </p:spPr>
        <p:txBody>
          <a:bodyPr wrap="none" rtlCol="0">
            <a:spAutoFit/>
          </a:bodyPr>
          <a:lstStyle/>
          <a:p>
            <a:r>
              <a:rPr lang="en-MX">
                <a:solidFill>
                  <a:schemeClr val="bg1"/>
                </a:solidFill>
              </a:rPr>
              <a:t>Inbound Queues</a:t>
            </a:r>
          </a:p>
        </p:txBody>
      </p:sp>
      <p:grpSp>
        <p:nvGrpSpPr>
          <p:cNvPr id="25" name="Group 24">
            <a:extLst>
              <a:ext uri="{FF2B5EF4-FFF2-40B4-BE49-F238E27FC236}">
                <a16:creationId xmlns:a16="http://schemas.microsoft.com/office/drawing/2014/main" id="{2F4F7F26-4195-075D-2BA4-8058B98C460A}"/>
              </a:ext>
            </a:extLst>
          </p:cNvPr>
          <p:cNvGrpSpPr/>
          <p:nvPr/>
        </p:nvGrpSpPr>
        <p:grpSpPr>
          <a:xfrm>
            <a:off x="5031611" y="5382399"/>
            <a:ext cx="3015702" cy="351405"/>
            <a:chOff x="3355572" y="2867718"/>
            <a:chExt cx="4365354" cy="508673"/>
          </a:xfrm>
        </p:grpSpPr>
        <p:sp>
          <p:nvSpPr>
            <p:cNvPr id="26" name="Rectangle 25">
              <a:extLst>
                <a:ext uri="{FF2B5EF4-FFF2-40B4-BE49-F238E27FC236}">
                  <a16:creationId xmlns:a16="http://schemas.microsoft.com/office/drawing/2014/main" id="{E06E04DD-3CBC-7F27-2F1D-5CDA7E7F6EDC}"/>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7" name="Rectangle 26">
              <a:extLst>
                <a:ext uri="{FF2B5EF4-FFF2-40B4-BE49-F238E27FC236}">
                  <a16:creationId xmlns:a16="http://schemas.microsoft.com/office/drawing/2014/main" id="{47B99865-3ABF-12F2-655E-5A1C7E300450}"/>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8" name="Rectangle 27">
              <a:extLst>
                <a:ext uri="{FF2B5EF4-FFF2-40B4-BE49-F238E27FC236}">
                  <a16:creationId xmlns:a16="http://schemas.microsoft.com/office/drawing/2014/main" id="{7B336B13-8ECD-3EA9-628F-77210C6FA75B}"/>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9" name="Rectangle 28">
              <a:extLst>
                <a:ext uri="{FF2B5EF4-FFF2-40B4-BE49-F238E27FC236}">
                  <a16:creationId xmlns:a16="http://schemas.microsoft.com/office/drawing/2014/main" id="{331A4475-4F6F-D2C5-733A-BFDF91BFC2B0}"/>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0" name="Rectangle 29">
              <a:extLst>
                <a:ext uri="{FF2B5EF4-FFF2-40B4-BE49-F238E27FC236}">
                  <a16:creationId xmlns:a16="http://schemas.microsoft.com/office/drawing/2014/main" id="{594136EA-5465-DA65-3EF2-5049BB7F9FEA}"/>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1" name="Rectangle 30">
              <a:extLst>
                <a:ext uri="{FF2B5EF4-FFF2-40B4-BE49-F238E27FC236}">
                  <a16:creationId xmlns:a16="http://schemas.microsoft.com/office/drawing/2014/main" id="{86902F9D-2C83-BE45-0389-4AA6080BABA0}"/>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2" name="Rectangle 31">
              <a:extLst>
                <a:ext uri="{FF2B5EF4-FFF2-40B4-BE49-F238E27FC236}">
                  <a16:creationId xmlns:a16="http://schemas.microsoft.com/office/drawing/2014/main" id="{A6AB4293-88F1-A80C-FA4C-A9BF1817AAC5}"/>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3" name="Rectangle 32">
              <a:extLst>
                <a:ext uri="{FF2B5EF4-FFF2-40B4-BE49-F238E27FC236}">
                  <a16:creationId xmlns:a16="http://schemas.microsoft.com/office/drawing/2014/main" id="{38D36C34-F3BE-740A-50A9-A477585491F3}"/>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4" name="Rectangle 33">
              <a:extLst>
                <a:ext uri="{FF2B5EF4-FFF2-40B4-BE49-F238E27FC236}">
                  <a16:creationId xmlns:a16="http://schemas.microsoft.com/office/drawing/2014/main" id="{CD29807B-3C22-EA7F-8274-9782D625F7EC}"/>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5" name="Rectangle 34">
              <a:extLst>
                <a:ext uri="{FF2B5EF4-FFF2-40B4-BE49-F238E27FC236}">
                  <a16:creationId xmlns:a16="http://schemas.microsoft.com/office/drawing/2014/main" id="{DC36011A-6000-A350-EABD-969280D9CA25}"/>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6" name="Rectangle 35">
              <a:extLst>
                <a:ext uri="{FF2B5EF4-FFF2-40B4-BE49-F238E27FC236}">
                  <a16:creationId xmlns:a16="http://schemas.microsoft.com/office/drawing/2014/main" id="{A8574C81-1A9A-79E2-7C9B-6E2FDF61933E}"/>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grpSp>
        <p:nvGrpSpPr>
          <p:cNvPr id="37" name="Group 36">
            <a:extLst>
              <a:ext uri="{FF2B5EF4-FFF2-40B4-BE49-F238E27FC236}">
                <a16:creationId xmlns:a16="http://schemas.microsoft.com/office/drawing/2014/main" id="{322A0CD5-FEF5-FEE5-2276-ECEA02176629}"/>
              </a:ext>
            </a:extLst>
          </p:cNvPr>
          <p:cNvGrpSpPr/>
          <p:nvPr/>
        </p:nvGrpSpPr>
        <p:grpSpPr>
          <a:xfrm>
            <a:off x="5031611" y="5876270"/>
            <a:ext cx="3015702" cy="351405"/>
            <a:chOff x="3355572" y="2867718"/>
            <a:chExt cx="4365354" cy="508673"/>
          </a:xfrm>
        </p:grpSpPr>
        <p:sp>
          <p:nvSpPr>
            <p:cNvPr id="38" name="Rectangle 37">
              <a:extLst>
                <a:ext uri="{FF2B5EF4-FFF2-40B4-BE49-F238E27FC236}">
                  <a16:creationId xmlns:a16="http://schemas.microsoft.com/office/drawing/2014/main" id="{2061261B-BA1B-11D0-2D1E-568FC7ECFBE4}"/>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9" name="Rectangle 38">
              <a:extLst>
                <a:ext uri="{FF2B5EF4-FFF2-40B4-BE49-F238E27FC236}">
                  <a16:creationId xmlns:a16="http://schemas.microsoft.com/office/drawing/2014/main" id="{887F32A8-9111-AA40-F377-4945EBAB6B4D}"/>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0" name="Rectangle 39">
              <a:extLst>
                <a:ext uri="{FF2B5EF4-FFF2-40B4-BE49-F238E27FC236}">
                  <a16:creationId xmlns:a16="http://schemas.microsoft.com/office/drawing/2014/main" id="{4B4EB581-953C-0A71-CC9E-86A6E9BE3EE0}"/>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1" name="Rectangle 40">
              <a:extLst>
                <a:ext uri="{FF2B5EF4-FFF2-40B4-BE49-F238E27FC236}">
                  <a16:creationId xmlns:a16="http://schemas.microsoft.com/office/drawing/2014/main" id="{863661F7-9915-55E7-5128-F37180CCBF81}"/>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2" name="Rectangle 41">
              <a:extLst>
                <a:ext uri="{FF2B5EF4-FFF2-40B4-BE49-F238E27FC236}">
                  <a16:creationId xmlns:a16="http://schemas.microsoft.com/office/drawing/2014/main" id="{278F46B7-37B9-5FFA-3C70-D0C9D389D8D8}"/>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3" name="Rectangle 42">
              <a:extLst>
                <a:ext uri="{FF2B5EF4-FFF2-40B4-BE49-F238E27FC236}">
                  <a16:creationId xmlns:a16="http://schemas.microsoft.com/office/drawing/2014/main" id="{93086E23-3DF0-BF7F-E9E0-28F726D50803}"/>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4" name="Rectangle 43">
              <a:extLst>
                <a:ext uri="{FF2B5EF4-FFF2-40B4-BE49-F238E27FC236}">
                  <a16:creationId xmlns:a16="http://schemas.microsoft.com/office/drawing/2014/main" id="{957263A6-33BF-2B61-D3D2-511BB0AFD736}"/>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5" name="Rectangle 44">
              <a:extLst>
                <a:ext uri="{FF2B5EF4-FFF2-40B4-BE49-F238E27FC236}">
                  <a16:creationId xmlns:a16="http://schemas.microsoft.com/office/drawing/2014/main" id="{60757A8B-C590-A2AF-F6E5-1AB2BB714AB4}"/>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6" name="Rectangle 45">
              <a:extLst>
                <a:ext uri="{FF2B5EF4-FFF2-40B4-BE49-F238E27FC236}">
                  <a16:creationId xmlns:a16="http://schemas.microsoft.com/office/drawing/2014/main" id="{7110EBBE-2E86-97BB-B904-D38165023C60}"/>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7" name="Rectangle 46">
              <a:extLst>
                <a:ext uri="{FF2B5EF4-FFF2-40B4-BE49-F238E27FC236}">
                  <a16:creationId xmlns:a16="http://schemas.microsoft.com/office/drawing/2014/main" id="{8EFFD095-8B88-E5B8-A77E-DEA8A3EDF4FA}"/>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8" name="Rectangle 47">
              <a:extLst>
                <a:ext uri="{FF2B5EF4-FFF2-40B4-BE49-F238E27FC236}">
                  <a16:creationId xmlns:a16="http://schemas.microsoft.com/office/drawing/2014/main" id="{04B6BEF6-76F0-B54D-6A0D-C525AB871245}"/>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cxnSp>
        <p:nvCxnSpPr>
          <p:cNvPr id="49" name="Straight Connector 48">
            <a:extLst>
              <a:ext uri="{FF2B5EF4-FFF2-40B4-BE49-F238E27FC236}">
                <a16:creationId xmlns:a16="http://schemas.microsoft.com/office/drawing/2014/main" id="{05397BA8-8D60-089E-D92F-BCBBB392096B}"/>
              </a:ext>
            </a:extLst>
          </p:cNvPr>
          <p:cNvCxnSpPr>
            <a:cxnSpLocks/>
          </p:cNvCxnSpPr>
          <p:nvPr/>
        </p:nvCxnSpPr>
        <p:spPr>
          <a:xfrm>
            <a:off x="4823435" y="4682562"/>
            <a:ext cx="0" cy="217543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BD4006E-EF1D-2B76-115B-B254C2BF3625}"/>
              </a:ext>
            </a:extLst>
          </p:cNvPr>
          <p:cNvCxnSpPr>
            <a:cxnSpLocks/>
          </p:cNvCxnSpPr>
          <p:nvPr/>
        </p:nvCxnSpPr>
        <p:spPr>
          <a:xfrm>
            <a:off x="3839168" y="5310377"/>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B08B4FD1-64C1-253C-3FF8-DA8878F8C56E}"/>
              </a:ext>
            </a:extLst>
          </p:cNvPr>
          <p:cNvCxnSpPr>
            <a:cxnSpLocks/>
          </p:cNvCxnSpPr>
          <p:nvPr/>
        </p:nvCxnSpPr>
        <p:spPr>
          <a:xfrm>
            <a:off x="3839168" y="5814003"/>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534D6E0-9493-602A-ACBA-65273E63BE53}"/>
              </a:ext>
            </a:extLst>
          </p:cNvPr>
          <p:cNvCxnSpPr>
            <a:cxnSpLocks/>
          </p:cNvCxnSpPr>
          <p:nvPr/>
        </p:nvCxnSpPr>
        <p:spPr>
          <a:xfrm>
            <a:off x="3839168" y="6343912"/>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1B6A47D-39B2-A1F2-E1F8-F09372AA6DB2}"/>
              </a:ext>
            </a:extLst>
          </p:cNvPr>
          <p:cNvSpPr txBox="1"/>
          <p:nvPr/>
        </p:nvSpPr>
        <p:spPr>
          <a:xfrm>
            <a:off x="4036788" y="5451979"/>
            <a:ext cx="62549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bolus</a:t>
            </a:r>
          </a:p>
        </p:txBody>
      </p:sp>
      <p:sp>
        <p:nvSpPr>
          <p:cNvPr id="54" name="TextBox 53">
            <a:extLst>
              <a:ext uri="{FF2B5EF4-FFF2-40B4-BE49-F238E27FC236}">
                <a16:creationId xmlns:a16="http://schemas.microsoft.com/office/drawing/2014/main" id="{DB5B8BD6-B767-A7F2-8C4A-86A17F684655}"/>
              </a:ext>
            </a:extLst>
          </p:cNvPr>
          <p:cNvSpPr txBox="1"/>
          <p:nvPr/>
        </p:nvSpPr>
        <p:spPr>
          <a:xfrm>
            <a:off x="4106721" y="4931200"/>
            <a:ext cx="44916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cgm</a:t>
            </a:r>
          </a:p>
        </p:txBody>
      </p:sp>
      <p:sp>
        <p:nvSpPr>
          <p:cNvPr id="55" name="TextBox 54">
            <a:extLst>
              <a:ext uri="{FF2B5EF4-FFF2-40B4-BE49-F238E27FC236}">
                <a16:creationId xmlns:a16="http://schemas.microsoft.com/office/drawing/2014/main" id="{77107722-852D-1A4C-49D9-52C5B68C838C}"/>
              </a:ext>
            </a:extLst>
          </p:cNvPr>
          <p:cNvSpPr txBox="1"/>
          <p:nvPr/>
        </p:nvSpPr>
        <p:spPr>
          <a:xfrm>
            <a:off x="4038022" y="5966066"/>
            <a:ext cx="62549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basal</a:t>
            </a:r>
          </a:p>
        </p:txBody>
      </p:sp>
      <p:cxnSp>
        <p:nvCxnSpPr>
          <p:cNvPr id="56" name="Straight Arrow Connector 55">
            <a:extLst>
              <a:ext uri="{FF2B5EF4-FFF2-40B4-BE49-F238E27FC236}">
                <a16:creationId xmlns:a16="http://schemas.microsoft.com/office/drawing/2014/main" id="{6AF3D457-6B17-FBE4-D172-BA1CE96B303B}"/>
              </a:ext>
            </a:extLst>
          </p:cNvPr>
          <p:cNvCxnSpPr>
            <a:cxnSpLocks/>
          </p:cNvCxnSpPr>
          <p:nvPr/>
        </p:nvCxnSpPr>
        <p:spPr>
          <a:xfrm>
            <a:off x="8209872" y="5032613"/>
            <a:ext cx="915039" cy="277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0259D343-520B-59ED-7FF7-D4781D463F64}"/>
              </a:ext>
            </a:extLst>
          </p:cNvPr>
          <p:cNvCxnSpPr>
            <a:cxnSpLocks/>
          </p:cNvCxnSpPr>
          <p:nvPr/>
        </p:nvCxnSpPr>
        <p:spPr>
          <a:xfrm>
            <a:off x="8209872" y="5547529"/>
            <a:ext cx="925618" cy="211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71F68B3E-E57D-43F0-DF78-14942E6F9A4C}"/>
              </a:ext>
            </a:extLst>
          </p:cNvPr>
          <p:cNvCxnSpPr>
            <a:cxnSpLocks/>
          </p:cNvCxnSpPr>
          <p:nvPr/>
        </p:nvCxnSpPr>
        <p:spPr>
          <a:xfrm flipV="1">
            <a:off x="8234527" y="5774208"/>
            <a:ext cx="915039" cy="277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8A2D71BD-9231-2666-1ED3-7BC13651B855}"/>
              </a:ext>
            </a:extLst>
          </p:cNvPr>
          <p:cNvCxnSpPr>
            <a:cxnSpLocks/>
          </p:cNvCxnSpPr>
          <p:nvPr/>
        </p:nvCxnSpPr>
        <p:spPr>
          <a:xfrm>
            <a:off x="1798522" y="4329775"/>
            <a:ext cx="1593312" cy="11222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FAD59D4-6E19-7AF1-9260-86D128DF0D8B}"/>
              </a:ext>
            </a:extLst>
          </p:cNvPr>
          <p:cNvCxnSpPr>
            <a:cxnSpLocks/>
          </p:cNvCxnSpPr>
          <p:nvPr/>
        </p:nvCxnSpPr>
        <p:spPr>
          <a:xfrm flipV="1">
            <a:off x="9947410" y="4157661"/>
            <a:ext cx="0" cy="61651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3A7B1033-5186-4E36-9451-D8B3547DEAA7}"/>
              </a:ext>
            </a:extLst>
          </p:cNvPr>
          <p:cNvSpPr txBox="1"/>
          <p:nvPr/>
        </p:nvSpPr>
        <p:spPr>
          <a:xfrm>
            <a:off x="8856359" y="3833002"/>
            <a:ext cx="2204450" cy="276999"/>
          </a:xfrm>
          <a:prstGeom prst="rect">
            <a:avLst/>
          </a:prstGeom>
          <a:noFill/>
        </p:spPr>
        <p:txBody>
          <a:bodyPr wrap="none" rtlCol="0">
            <a:spAutoFit/>
          </a:bodyPr>
          <a:lstStyle/>
          <a:p>
            <a:r>
              <a:rPr lang="en-MX" sz="1200">
                <a:solidFill>
                  <a:srgbClr val="FF0000"/>
                </a:solidFill>
                <a:latin typeface="0xProto Nerd Font" panose="02000009000000000000" pitchFamily="49" charset="0"/>
              </a:rPr>
              <a:t>Horizontably Scalable</a:t>
            </a:r>
          </a:p>
        </p:txBody>
      </p:sp>
    </p:spTree>
    <p:extLst>
      <p:ext uri="{BB962C8B-B14F-4D97-AF65-F5344CB8AC3E}">
        <p14:creationId xmlns:p14="http://schemas.microsoft.com/office/powerpoint/2010/main" val="406110986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par>
                                <p:cTn id="50" presetID="10" presetClass="entr" presetSubtype="0" fill="hold" nodeType="with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par>
                                <p:cTn id="53" presetID="10" presetClass="entr" presetSubtype="0" fill="hold"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500"/>
                                        <p:tgtEl>
                                          <p:spTgt spid="5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500"/>
                                        <p:tgtEl>
                                          <p:spTgt spid="55"/>
                                        </p:tgtEl>
                                      </p:cBhvr>
                                    </p:animEffect>
                                  </p:childTnLst>
                                </p:cTn>
                              </p:par>
                              <p:par>
                                <p:cTn id="65" presetID="10" presetClass="entr" presetSubtype="0"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par>
                                <p:cTn id="68" presetID="10" presetClass="entr" presetSubtype="0" fill="hold" nodeType="with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500"/>
                                        <p:tgtEl>
                                          <p:spTgt spid="57"/>
                                        </p:tgtEl>
                                      </p:cBhvr>
                                    </p:animEffect>
                                  </p:childTnLst>
                                </p:cTn>
                              </p:par>
                              <p:par>
                                <p:cTn id="71" presetID="10" presetClass="entr" presetSubtype="0" fill="hold"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500"/>
                                        <p:tgtEl>
                                          <p:spTgt spid="58"/>
                                        </p:tgtEl>
                                      </p:cBhvr>
                                    </p:animEffect>
                                  </p:childTnLst>
                                </p:cTn>
                              </p:par>
                              <p:par>
                                <p:cTn id="74" presetID="10" presetClass="entr" presetSubtype="0" fill="hold" nodeType="withEffect">
                                  <p:stCondLst>
                                    <p:cond delay="0"/>
                                  </p:stCondLst>
                                  <p:childTnLst>
                                    <p:set>
                                      <p:cBhvr>
                                        <p:cTn id="75" dur="1" fill="hold">
                                          <p:stCondLst>
                                            <p:cond delay="0"/>
                                          </p:stCondLst>
                                        </p:cTn>
                                        <p:tgtEl>
                                          <p:spTgt spid="59"/>
                                        </p:tgtEl>
                                        <p:attrNameLst>
                                          <p:attrName>style.visibility</p:attrName>
                                        </p:attrNameLst>
                                      </p:cBhvr>
                                      <p:to>
                                        <p:strVal val="visible"/>
                                      </p:to>
                                    </p:set>
                                    <p:animEffect transition="in" filter="fade">
                                      <p:cBhvr>
                                        <p:cTn id="76" dur="500"/>
                                        <p:tgtEl>
                                          <p:spTgt spid="59"/>
                                        </p:tgtEl>
                                      </p:cBhvr>
                                    </p:animEffect>
                                  </p:childTnLst>
                                </p:cTn>
                              </p:par>
                              <p:par>
                                <p:cTn id="77" presetID="10" presetClass="entr" presetSubtype="0" fill="hold"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60"/>
                                        </p:tgtEl>
                                        <p:attrNameLst>
                                          <p:attrName>style.visibility</p:attrName>
                                        </p:attrNameLst>
                                      </p:cBhvr>
                                      <p:to>
                                        <p:strVal val="visible"/>
                                      </p:to>
                                    </p:set>
                                    <p:animEffect transition="in" filter="fade">
                                      <p:cBhvr>
                                        <p:cTn id="84" dur="500"/>
                                        <p:tgtEl>
                                          <p:spTgt spid="6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animEffect transition="in" filter="fade">
                                      <p:cBhvr>
                                        <p:cTn id="8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8" grpId="0" animBg="1"/>
      <p:bldP spid="9" grpId="0" animBg="1"/>
      <p:bldP spid="11" grpId="0"/>
      <p:bldP spid="24" grpId="0"/>
      <p:bldP spid="53" grpId="0"/>
      <p:bldP spid="54" grpId="0"/>
      <p:bldP spid="55" grpId="0"/>
      <p:bldP spid="6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FBD63-C8A9-2454-9787-AA349DD477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A24171-9A34-57A6-CF1C-AAEB6452CEC7}"/>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High level architecture</a:t>
            </a:r>
          </a:p>
        </p:txBody>
      </p:sp>
      <p:sp>
        <p:nvSpPr>
          <p:cNvPr id="10" name="Rectangle 9">
            <a:extLst>
              <a:ext uri="{FF2B5EF4-FFF2-40B4-BE49-F238E27FC236}">
                <a16:creationId xmlns:a16="http://schemas.microsoft.com/office/drawing/2014/main" id="{BEED14D3-E0F9-0B0C-0C0C-2246D66CA19A}"/>
              </a:ext>
            </a:extLst>
          </p:cNvPr>
          <p:cNvSpPr/>
          <p:nvPr/>
        </p:nvSpPr>
        <p:spPr>
          <a:xfrm>
            <a:off x="7993431" y="1741848"/>
            <a:ext cx="3357878" cy="3577844"/>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
        <p:nvSpPr>
          <p:cNvPr id="62" name="Rectangle 61">
            <a:extLst>
              <a:ext uri="{FF2B5EF4-FFF2-40B4-BE49-F238E27FC236}">
                <a16:creationId xmlns:a16="http://schemas.microsoft.com/office/drawing/2014/main" id="{58EF6BA6-F6EC-7AB7-C963-71CDD4FAE242}"/>
              </a:ext>
            </a:extLst>
          </p:cNvPr>
          <p:cNvSpPr/>
          <p:nvPr/>
        </p:nvSpPr>
        <p:spPr>
          <a:xfrm>
            <a:off x="1286851" y="1427438"/>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HCP</a:t>
            </a:r>
          </a:p>
        </p:txBody>
      </p:sp>
      <p:sp>
        <p:nvSpPr>
          <p:cNvPr id="63" name="Rectangle 62">
            <a:extLst>
              <a:ext uri="{FF2B5EF4-FFF2-40B4-BE49-F238E27FC236}">
                <a16:creationId xmlns:a16="http://schemas.microsoft.com/office/drawing/2014/main" id="{07DBBB3D-326F-6E0C-6C49-6C2A2AD4023C}"/>
              </a:ext>
            </a:extLst>
          </p:cNvPr>
          <p:cNvSpPr/>
          <p:nvPr/>
        </p:nvSpPr>
        <p:spPr>
          <a:xfrm>
            <a:off x="1286851" y="4019983"/>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PWD</a:t>
            </a:r>
          </a:p>
        </p:txBody>
      </p:sp>
      <p:cxnSp>
        <p:nvCxnSpPr>
          <p:cNvPr id="64" name="Straight Arrow Connector 63">
            <a:extLst>
              <a:ext uri="{FF2B5EF4-FFF2-40B4-BE49-F238E27FC236}">
                <a16:creationId xmlns:a16="http://schemas.microsoft.com/office/drawing/2014/main" id="{B86F88D1-C2E5-F3B1-3B92-957AC8E666DD}"/>
              </a:ext>
            </a:extLst>
          </p:cNvPr>
          <p:cNvCxnSpPr>
            <a:cxnSpLocks/>
          </p:cNvCxnSpPr>
          <p:nvPr/>
        </p:nvCxnSpPr>
        <p:spPr>
          <a:xfrm>
            <a:off x="2828500" y="5203256"/>
            <a:ext cx="48924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C85F3044-9DF6-64F5-EC8B-2C6DBF20632F}"/>
              </a:ext>
            </a:extLst>
          </p:cNvPr>
          <p:cNvCxnSpPr>
            <a:cxnSpLocks/>
          </p:cNvCxnSpPr>
          <p:nvPr/>
        </p:nvCxnSpPr>
        <p:spPr>
          <a:xfrm>
            <a:off x="2828499" y="1801002"/>
            <a:ext cx="48924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6" name="Group 65">
            <a:extLst>
              <a:ext uri="{FF2B5EF4-FFF2-40B4-BE49-F238E27FC236}">
                <a16:creationId xmlns:a16="http://schemas.microsoft.com/office/drawing/2014/main" id="{C7EC2264-FC09-3223-BD4C-FC71CDF1EE8D}"/>
              </a:ext>
            </a:extLst>
          </p:cNvPr>
          <p:cNvGrpSpPr/>
          <p:nvPr/>
        </p:nvGrpSpPr>
        <p:grpSpPr>
          <a:xfrm>
            <a:off x="4220774" y="3274537"/>
            <a:ext cx="3015702" cy="351405"/>
            <a:chOff x="3355572" y="2867718"/>
            <a:chExt cx="4365354" cy="508673"/>
          </a:xfrm>
        </p:grpSpPr>
        <p:sp>
          <p:nvSpPr>
            <p:cNvPr id="67" name="Rectangle 66">
              <a:extLst>
                <a:ext uri="{FF2B5EF4-FFF2-40B4-BE49-F238E27FC236}">
                  <a16:creationId xmlns:a16="http://schemas.microsoft.com/office/drawing/2014/main" id="{2C86F3D3-425C-6119-375F-148DF9AEA93F}"/>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68" name="Rectangle 67">
              <a:extLst>
                <a:ext uri="{FF2B5EF4-FFF2-40B4-BE49-F238E27FC236}">
                  <a16:creationId xmlns:a16="http://schemas.microsoft.com/office/drawing/2014/main" id="{15EF3DB7-987A-A594-67B2-FF13DF82D72F}"/>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69" name="Rectangle 68">
              <a:extLst>
                <a:ext uri="{FF2B5EF4-FFF2-40B4-BE49-F238E27FC236}">
                  <a16:creationId xmlns:a16="http://schemas.microsoft.com/office/drawing/2014/main" id="{B924AE4D-B9B6-8850-4427-DF2DC318B4C4}"/>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0" name="Rectangle 69">
              <a:extLst>
                <a:ext uri="{FF2B5EF4-FFF2-40B4-BE49-F238E27FC236}">
                  <a16:creationId xmlns:a16="http://schemas.microsoft.com/office/drawing/2014/main" id="{FCC451AA-8AB8-B566-B18C-8671A1C5F369}"/>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1" name="Rectangle 70">
              <a:extLst>
                <a:ext uri="{FF2B5EF4-FFF2-40B4-BE49-F238E27FC236}">
                  <a16:creationId xmlns:a16="http://schemas.microsoft.com/office/drawing/2014/main" id="{AB1CA558-28E0-A25D-BF1F-36B88C32BA32}"/>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2" name="Rectangle 71">
              <a:extLst>
                <a:ext uri="{FF2B5EF4-FFF2-40B4-BE49-F238E27FC236}">
                  <a16:creationId xmlns:a16="http://schemas.microsoft.com/office/drawing/2014/main" id="{901FFB03-BF5F-7562-3DA8-6C1B349F07AE}"/>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3" name="Rectangle 72">
              <a:extLst>
                <a:ext uri="{FF2B5EF4-FFF2-40B4-BE49-F238E27FC236}">
                  <a16:creationId xmlns:a16="http://schemas.microsoft.com/office/drawing/2014/main" id="{BDA57AAB-A481-6B9E-FDE1-F8BBD5277DD7}"/>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4" name="Rectangle 73">
              <a:extLst>
                <a:ext uri="{FF2B5EF4-FFF2-40B4-BE49-F238E27FC236}">
                  <a16:creationId xmlns:a16="http://schemas.microsoft.com/office/drawing/2014/main" id="{B03DF686-9C11-FCC9-211B-CA57F5C7756A}"/>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5" name="Rectangle 74">
              <a:extLst>
                <a:ext uri="{FF2B5EF4-FFF2-40B4-BE49-F238E27FC236}">
                  <a16:creationId xmlns:a16="http://schemas.microsoft.com/office/drawing/2014/main" id="{75D1F8B9-CF92-42B6-D259-52D305F9C3BC}"/>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6" name="Rectangle 75">
              <a:extLst>
                <a:ext uri="{FF2B5EF4-FFF2-40B4-BE49-F238E27FC236}">
                  <a16:creationId xmlns:a16="http://schemas.microsoft.com/office/drawing/2014/main" id="{4F5E89DE-AB40-FB5F-E259-F6DEE121477B}"/>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7" name="Rectangle 76">
              <a:extLst>
                <a:ext uri="{FF2B5EF4-FFF2-40B4-BE49-F238E27FC236}">
                  <a16:creationId xmlns:a16="http://schemas.microsoft.com/office/drawing/2014/main" id="{8A1E71B9-F3A0-E2B0-A160-D82B279F8FE1}"/>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sp>
        <p:nvSpPr>
          <p:cNvPr id="78" name="Freeform 77">
            <a:extLst>
              <a:ext uri="{FF2B5EF4-FFF2-40B4-BE49-F238E27FC236}">
                <a16:creationId xmlns:a16="http://schemas.microsoft.com/office/drawing/2014/main" id="{98000FCB-1843-A182-E454-1CC77031834B}"/>
              </a:ext>
            </a:extLst>
          </p:cNvPr>
          <p:cNvSpPr/>
          <p:nvPr/>
        </p:nvSpPr>
        <p:spPr>
          <a:xfrm>
            <a:off x="2077288" y="2911182"/>
            <a:ext cx="2052858" cy="538951"/>
          </a:xfrm>
          <a:custGeom>
            <a:avLst/>
            <a:gdLst>
              <a:gd name="connsiteX0" fmla="*/ 2052858 w 2052858"/>
              <a:gd name="connsiteY0" fmla="*/ 538951 h 538951"/>
              <a:gd name="connsiteX1" fmla="*/ 672174 w 2052858"/>
              <a:gd name="connsiteY1" fmla="*/ 411783 h 538951"/>
              <a:gd name="connsiteX2" fmla="*/ 0 w 2052858"/>
              <a:gd name="connsiteY2" fmla="*/ 0 h 538951"/>
            </a:gdLst>
            <a:ahLst/>
            <a:cxnLst>
              <a:cxn ang="0">
                <a:pos x="connsiteX0" y="connsiteY0"/>
              </a:cxn>
              <a:cxn ang="0">
                <a:pos x="connsiteX1" y="connsiteY1"/>
              </a:cxn>
              <a:cxn ang="0">
                <a:pos x="connsiteX2" y="connsiteY2"/>
              </a:cxn>
            </a:cxnLst>
            <a:rect l="l" t="t" r="r" b="b"/>
            <a:pathLst>
              <a:path w="2052858" h="538951">
                <a:moveTo>
                  <a:pt x="2052858" y="538951"/>
                </a:moveTo>
                <a:cubicBezTo>
                  <a:pt x="1533587" y="520279"/>
                  <a:pt x="1014317" y="501608"/>
                  <a:pt x="672174" y="411783"/>
                </a:cubicBezTo>
                <a:cubicBezTo>
                  <a:pt x="330031" y="321958"/>
                  <a:pt x="153409" y="50464"/>
                  <a:pt x="0" y="0"/>
                </a:cubicBez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9" name="Freeform 78">
            <a:extLst>
              <a:ext uri="{FF2B5EF4-FFF2-40B4-BE49-F238E27FC236}">
                <a16:creationId xmlns:a16="http://schemas.microsoft.com/office/drawing/2014/main" id="{F09CE71C-49F5-600A-45B4-A591DE2B89DA}"/>
              </a:ext>
            </a:extLst>
          </p:cNvPr>
          <p:cNvSpPr/>
          <p:nvPr/>
        </p:nvSpPr>
        <p:spPr>
          <a:xfrm flipV="1">
            <a:off x="2077288" y="3457148"/>
            <a:ext cx="2052858" cy="538951"/>
          </a:xfrm>
          <a:custGeom>
            <a:avLst/>
            <a:gdLst>
              <a:gd name="connsiteX0" fmla="*/ 2052858 w 2052858"/>
              <a:gd name="connsiteY0" fmla="*/ 538951 h 538951"/>
              <a:gd name="connsiteX1" fmla="*/ 672174 w 2052858"/>
              <a:gd name="connsiteY1" fmla="*/ 411783 h 538951"/>
              <a:gd name="connsiteX2" fmla="*/ 0 w 2052858"/>
              <a:gd name="connsiteY2" fmla="*/ 0 h 538951"/>
            </a:gdLst>
            <a:ahLst/>
            <a:cxnLst>
              <a:cxn ang="0">
                <a:pos x="connsiteX0" y="connsiteY0"/>
              </a:cxn>
              <a:cxn ang="0">
                <a:pos x="connsiteX1" y="connsiteY1"/>
              </a:cxn>
              <a:cxn ang="0">
                <a:pos x="connsiteX2" y="connsiteY2"/>
              </a:cxn>
            </a:cxnLst>
            <a:rect l="l" t="t" r="r" b="b"/>
            <a:pathLst>
              <a:path w="2052858" h="538951">
                <a:moveTo>
                  <a:pt x="2052858" y="538951"/>
                </a:moveTo>
                <a:cubicBezTo>
                  <a:pt x="1533587" y="520279"/>
                  <a:pt x="1014317" y="501608"/>
                  <a:pt x="672174" y="411783"/>
                </a:cubicBezTo>
                <a:cubicBezTo>
                  <a:pt x="330031" y="321958"/>
                  <a:pt x="153409" y="50464"/>
                  <a:pt x="0" y="0"/>
                </a:cubicBezTo>
              </a:path>
            </a:pathLst>
          </a:custGeom>
          <a:noFill/>
          <a:ln>
            <a:solidFill>
              <a:srgbClr val="FF0000"/>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0" name="TextBox 79">
            <a:extLst>
              <a:ext uri="{FF2B5EF4-FFF2-40B4-BE49-F238E27FC236}">
                <a16:creationId xmlns:a16="http://schemas.microsoft.com/office/drawing/2014/main" id="{EC000423-ADFF-12B5-9C5C-1D89548B6775}"/>
              </a:ext>
            </a:extLst>
          </p:cNvPr>
          <p:cNvSpPr txBox="1"/>
          <p:nvPr/>
        </p:nvSpPr>
        <p:spPr>
          <a:xfrm>
            <a:off x="4729408" y="3590236"/>
            <a:ext cx="1912703" cy="369332"/>
          </a:xfrm>
          <a:prstGeom prst="rect">
            <a:avLst/>
          </a:prstGeom>
          <a:noFill/>
        </p:spPr>
        <p:txBody>
          <a:bodyPr wrap="none" rtlCol="0">
            <a:spAutoFit/>
          </a:bodyPr>
          <a:lstStyle/>
          <a:p>
            <a:r>
              <a:rPr lang="en-MX">
                <a:solidFill>
                  <a:schemeClr val="bg1"/>
                </a:solidFill>
              </a:rPr>
              <a:t>Outbound Queue</a:t>
            </a:r>
          </a:p>
        </p:txBody>
      </p:sp>
    </p:spTree>
    <p:extLst>
      <p:ext uri="{BB962C8B-B14F-4D97-AF65-F5344CB8AC3E}">
        <p14:creationId xmlns:p14="http://schemas.microsoft.com/office/powerpoint/2010/main" val="350797969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500"/>
                                        <p:tgtEl>
                                          <p:spTgt spid="63"/>
                                        </p:tgtEl>
                                      </p:cBhvr>
                                    </p:animEffect>
                                  </p:childTnLst>
                                </p:cTn>
                              </p:par>
                              <p:par>
                                <p:cTn id="14" presetID="10" presetClass="entr" presetSubtype="0" fill="hold" nodeType="with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fade">
                                      <p:cBhvr>
                                        <p:cTn id="16" dur="500"/>
                                        <p:tgtEl>
                                          <p:spTgt spid="6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fade">
                                      <p:cBhvr>
                                        <p:cTn id="21" dur="500"/>
                                        <p:tgtEl>
                                          <p:spTgt spid="6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8"/>
                                        </p:tgtEl>
                                        <p:attrNameLst>
                                          <p:attrName>style.visibility</p:attrName>
                                        </p:attrNameLst>
                                      </p:cBhvr>
                                      <p:to>
                                        <p:strVal val="visible"/>
                                      </p:to>
                                    </p:set>
                                    <p:animEffect transition="in" filter="fade">
                                      <p:cBhvr>
                                        <p:cTn id="24" dur="500"/>
                                        <p:tgtEl>
                                          <p:spTgt spid="7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500"/>
                                        <p:tgtEl>
                                          <p:spTgt spid="7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0"/>
                                        </p:tgtEl>
                                        <p:attrNameLst>
                                          <p:attrName>style.visibility</p:attrName>
                                        </p:attrNameLst>
                                      </p:cBhvr>
                                      <p:to>
                                        <p:strVal val="visible"/>
                                      </p:to>
                                    </p:set>
                                    <p:animEffect transition="in" filter="fade">
                                      <p:cBhvr>
                                        <p:cTn id="3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78" grpId="0" animBg="1"/>
      <p:bldP spid="79" grpId="0" animBg="1"/>
      <p:bldP spid="8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E52B1-B925-FEE6-4E85-6E9312CB04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6974B2-4CD6-BE83-9BB2-EC5F83F9456D}"/>
              </a:ext>
            </a:extLst>
          </p:cNvPr>
          <p:cNvSpPr/>
          <p:nvPr/>
        </p:nvSpPr>
        <p:spPr>
          <a:xfrm>
            <a:off x="1108469" y="2634202"/>
            <a:ext cx="4947449" cy="2852201"/>
          </a:xfrm>
          <a:prstGeom prst="rect">
            <a:avLst/>
          </a:prstGeom>
          <a:solidFill>
            <a:schemeClr val="accent1">
              <a:lumMod val="75000"/>
              <a:alpha val="29000"/>
            </a:schemeClr>
          </a:solidFill>
          <a:ln>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0656CE71-9093-F149-353A-67718F0EA7FB}"/>
              </a:ext>
            </a:extLst>
          </p:cNvPr>
          <p:cNvSpPr txBox="1"/>
          <p:nvPr/>
        </p:nvSpPr>
        <p:spPr>
          <a:xfrm>
            <a:off x="1017634" y="2108877"/>
            <a:ext cx="1845826" cy="369332"/>
          </a:xfrm>
          <a:prstGeom prst="rect">
            <a:avLst/>
          </a:prstGeom>
          <a:noFill/>
        </p:spPr>
        <p:txBody>
          <a:bodyPr wrap="none" rtlCol="0">
            <a:spAutoFit/>
          </a:bodyPr>
          <a:lstStyle/>
          <a:p>
            <a:r>
              <a:rPr lang="en-MX">
                <a:solidFill>
                  <a:schemeClr val="bg1"/>
                </a:solidFill>
              </a:rPr>
              <a:t>Traffic Controller</a:t>
            </a:r>
          </a:p>
        </p:txBody>
      </p:sp>
      <p:sp>
        <p:nvSpPr>
          <p:cNvPr id="6" name="Rectangle 5">
            <a:extLst>
              <a:ext uri="{FF2B5EF4-FFF2-40B4-BE49-F238E27FC236}">
                <a16:creationId xmlns:a16="http://schemas.microsoft.com/office/drawing/2014/main" id="{28A318DF-25D1-3CD2-33D5-7E6ED6AAC4B8}"/>
              </a:ext>
            </a:extLst>
          </p:cNvPr>
          <p:cNvSpPr/>
          <p:nvPr/>
        </p:nvSpPr>
        <p:spPr>
          <a:xfrm>
            <a:off x="1556585" y="3333878"/>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 name="Rectangle 6">
            <a:extLst>
              <a:ext uri="{FF2B5EF4-FFF2-40B4-BE49-F238E27FC236}">
                <a16:creationId xmlns:a16="http://schemas.microsoft.com/office/drawing/2014/main" id="{EBBB40E1-1758-202D-3936-C77823CCBE2D}"/>
              </a:ext>
            </a:extLst>
          </p:cNvPr>
          <p:cNvSpPr/>
          <p:nvPr/>
        </p:nvSpPr>
        <p:spPr>
          <a:xfrm>
            <a:off x="4234182" y="3333878"/>
            <a:ext cx="1363526" cy="1452847"/>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FD49ED73-F1EC-DC4A-3201-24A4D642D60D}"/>
              </a:ext>
            </a:extLst>
          </p:cNvPr>
          <p:cNvSpPr txBox="1"/>
          <p:nvPr/>
        </p:nvSpPr>
        <p:spPr>
          <a:xfrm>
            <a:off x="1597788" y="3891024"/>
            <a:ext cx="1281120" cy="338554"/>
          </a:xfrm>
          <a:prstGeom prst="rect">
            <a:avLst/>
          </a:prstGeom>
          <a:noFill/>
        </p:spPr>
        <p:txBody>
          <a:bodyPr wrap="none" rtlCol="0">
            <a:spAutoFit/>
          </a:bodyPr>
          <a:lstStyle/>
          <a:p>
            <a:r>
              <a:rPr lang="en-MX" sz="1600">
                <a:solidFill>
                  <a:schemeClr val="bg1"/>
                </a:solidFill>
              </a:rPr>
              <a:t>On-Demand</a:t>
            </a:r>
          </a:p>
        </p:txBody>
      </p:sp>
      <p:sp>
        <p:nvSpPr>
          <p:cNvPr id="9" name="TextBox 8">
            <a:extLst>
              <a:ext uri="{FF2B5EF4-FFF2-40B4-BE49-F238E27FC236}">
                <a16:creationId xmlns:a16="http://schemas.microsoft.com/office/drawing/2014/main" id="{6EAACFE5-3E65-8D4B-3660-A588011DF65C}"/>
              </a:ext>
            </a:extLst>
          </p:cNvPr>
          <p:cNvSpPr txBox="1"/>
          <p:nvPr/>
        </p:nvSpPr>
        <p:spPr>
          <a:xfrm>
            <a:off x="4556551" y="3891024"/>
            <a:ext cx="718787" cy="338554"/>
          </a:xfrm>
          <a:prstGeom prst="rect">
            <a:avLst/>
          </a:prstGeom>
          <a:noFill/>
        </p:spPr>
        <p:txBody>
          <a:bodyPr wrap="none" rtlCol="0">
            <a:spAutoFit/>
          </a:bodyPr>
          <a:lstStyle/>
          <a:p>
            <a:r>
              <a:rPr lang="en-MX" sz="1600">
                <a:solidFill>
                  <a:schemeClr val="bg1"/>
                </a:solidFill>
              </a:rPr>
              <a:t>Async</a:t>
            </a:r>
          </a:p>
        </p:txBody>
      </p:sp>
      <p:sp>
        <p:nvSpPr>
          <p:cNvPr id="3" name="TextBox 2">
            <a:extLst>
              <a:ext uri="{FF2B5EF4-FFF2-40B4-BE49-F238E27FC236}">
                <a16:creationId xmlns:a16="http://schemas.microsoft.com/office/drawing/2014/main" id="{E2668182-5764-0B5B-1B24-5339E14AE50D}"/>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11" name="Straight Connector 10">
            <a:extLst>
              <a:ext uri="{FF2B5EF4-FFF2-40B4-BE49-F238E27FC236}">
                <a16:creationId xmlns:a16="http://schemas.microsoft.com/office/drawing/2014/main" id="{56D65FB7-5645-0F36-2AC2-DBA429178B81}"/>
              </a:ext>
            </a:extLst>
          </p:cNvPr>
          <p:cNvCxnSpPr>
            <a:cxnSpLocks/>
          </p:cNvCxnSpPr>
          <p:nvPr/>
        </p:nvCxnSpPr>
        <p:spPr>
          <a:xfrm>
            <a:off x="9646093" y="3576632"/>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E5402F-7CBD-3729-A4D3-8A943FE6A05B}"/>
              </a:ext>
            </a:extLst>
          </p:cNvPr>
          <p:cNvCxnSpPr>
            <a:cxnSpLocks/>
          </p:cNvCxnSpPr>
          <p:nvPr/>
        </p:nvCxnSpPr>
        <p:spPr>
          <a:xfrm>
            <a:off x="8649714" y="3919832"/>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FD67933-0CF5-9BE5-B4B7-4388679EC6F7}"/>
              </a:ext>
            </a:extLst>
          </p:cNvPr>
          <p:cNvSpPr txBox="1"/>
          <p:nvPr/>
        </p:nvSpPr>
        <p:spPr>
          <a:xfrm>
            <a:off x="8746991" y="3582816"/>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16" name="Straight Connector 15">
            <a:extLst>
              <a:ext uri="{FF2B5EF4-FFF2-40B4-BE49-F238E27FC236}">
                <a16:creationId xmlns:a16="http://schemas.microsoft.com/office/drawing/2014/main" id="{3B9AE7D1-129E-E790-1688-9871164C4A95}"/>
              </a:ext>
            </a:extLst>
          </p:cNvPr>
          <p:cNvCxnSpPr>
            <a:cxnSpLocks/>
          </p:cNvCxnSpPr>
          <p:nvPr/>
        </p:nvCxnSpPr>
        <p:spPr>
          <a:xfrm>
            <a:off x="8649714" y="4289164"/>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8B1A078-E173-C114-D80A-2F7E164A0177}"/>
              </a:ext>
            </a:extLst>
          </p:cNvPr>
          <p:cNvSpPr txBox="1"/>
          <p:nvPr/>
        </p:nvSpPr>
        <p:spPr>
          <a:xfrm>
            <a:off x="8807722" y="393325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ser_1</a:t>
            </a:r>
          </a:p>
        </p:txBody>
      </p:sp>
      <p:cxnSp>
        <p:nvCxnSpPr>
          <p:cNvPr id="18" name="Straight Connector 17">
            <a:extLst>
              <a:ext uri="{FF2B5EF4-FFF2-40B4-BE49-F238E27FC236}">
                <a16:creationId xmlns:a16="http://schemas.microsoft.com/office/drawing/2014/main" id="{54C785C9-A881-6DF8-BAB7-FC19CA9F30B5}"/>
              </a:ext>
            </a:extLst>
          </p:cNvPr>
          <p:cNvCxnSpPr>
            <a:cxnSpLocks/>
          </p:cNvCxnSpPr>
          <p:nvPr/>
        </p:nvCxnSpPr>
        <p:spPr>
          <a:xfrm>
            <a:off x="8649714" y="465849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3029C5F-A8FC-8964-157F-FD585CF91B28}"/>
              </a:ext>
            </a:extLst>
          </p:cNvPr>
          <p:cNvSpPr txBox="1"/>
          <p:nvPr/>
        </p:nvSpPr>
        <p:spPr>
          <a:xfrm>
            <a:off x="8791075" y="431529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ser_2</a:t>
            </a:r>
          </a:p>
        </p:txBody>
      </p:sp>
      <p:cxnSp>
        <p:nvCxnSpPr>
          <p:cNvPr id="20" name="Straight Connector 19">
            <a:extLst>
              <a:ext uri="{FF2B5EF4-FFF2-40B4-BE49-F238E27FC236}">
                <a16:creationId xmlns:a16="http://schemas.microsoft.com/office/drawing/2014/main" id="{17AE28D3-FF2F-999A-0EB3-5EAD7785444F}"/>
              </a:ext>
            </a:extLst>
          </p:cNvPr>
          <p:cNvCxnSpPr>
            <a:cxnSpLocks/>
          </p:cNvCxnSpPr>
          <p:nvPr/>
        </p:nvCxnSpPr>
        <p:spPr>
          <a:xfrm>
            <a:off x="8649714" y="502782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B11F27E-0885-C1AF-5AFC-4FC296677E11}"/>
              </a:ext>
            </a:extLst>
          </p:cNvPr>
          <p:cNvSpPr txBox="1"/>
          <p:nvPr/>
        </p:nvSpPr>
        <p:spPr>
          <a:xfrm>
            <a:off x="8791075" y="468462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24" name="Straight Connector 23">
            <a:extLst>
              <a:ext uri="{FF2B5EF4-FFF2-40B4-BE49-F238E27FC236}">
                <a16:creationId xmlns:a16="http://schemas.microsoft.com/office/drawing/2014/main" id="{5DA81A85-E8DD-E1DC-14D2-976FBB222FB0}"/>
              </a:ext>
            </a:extLst>
          </p:cNvPr>
          <p:cNvCxnSpPr>
            <a:cxnSpLocks/>
          </p:cNvCxnSpPr>
          <p:nvPr/>
        </p:nvCxnSpPr>
        <p:spPr>
          <a:xfrm>
            <a:off x="8649714" y="5357599"/>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08DB9B2-716F-E4C1-EE50-FDCBA493CDE8}"/>
              </a:ext>
            </a:extLst>
          </p:cNvPr>
          <p:cNvSpPr txBox="1"/>
          <p:nvPr/>
        </p:nvSpPr>
        <p:spPr>
          <a:xfrm>
            <a:off x="8791075" y="501439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27" name="TextBox 26">
            <a:extLst>
              <a:ext uri="{FF2B5EF4-FFF2-40B4-BE49-F238E27FC236}">
                <a16:creationId xmlns:a16="http://schemas.microsoft.com/office/drawing/2014/main" id="{68A1FFCE-5965-0EA7-EB76-58815E122ADD}"/>
              </a:ext>
            </a:extLst>
          </p:cNvPr>
          <p:cNvSpPr txBox="1"/>
          <p:nvPr/>
        </p:nvSpPr>
        <p:spPr>
          <a:xfrm>
            <a:off x="9668488" y="3590059"/>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28" name="TextBox 27">
            <a:extLst>
              <a:ext uri="{FF2B5EF4-FFF2-40B4-BE49-F238E27FC236}">
                <a16:creationId xmlns:a16="http://schemas.microsoft.com/office/drawing/2014/main" id="{D13E2DDB-0B2D-3C42-FCE8-221224E8AC0C}"/>
              </a:ext>
            </a:extLst>
          </p:cNvPr>
          <p:cNvSpPr txBox="1"/>
          <p:nvPr/>
        </p:nvSpPr>
        <p:spPr>
          <a:xfrm>
            <a:off x="9713528" y="397310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15:00:00.000</a:t>
            </a:r>
            <a:endParaRPr lang="en-MX" sz="900">
              <a:solidFill>
                <a:schemeClr val="bg1"/>
              </a:solidFill>
              <a:latin typeface="0xProto Nerd Font" panose="02000009000000000000" pitchFamily="49" charset="0"/>
            </a:endParaRPr>
          </a:p>
        </p:txBody>
      </p:sp>
      <p:sp>
        <p:nvSpPr>
          <p:cNvPr id="29" name="TextBox 28">
            <a:extLst>
              <a:ext uri="{FF2B5EF4-FFF2-40B4-BE49-F238E27FC236}">
                <a16:creationId xmlns:a16="http://schemas.microsoft.com/office/drawing/2014/main" id="{6F3FBB19-CA2D-16B7-CC75-D778395BACA2}"/>
              </a:ext>
            </a:extLst>
          </p:cNvPr>
          <p:cNvSpPr txBox="1"/>
          <p:nvPr/>
        </p:nvSpPr>
        <p:spPr>
          <a:xfrm>
            <a:off x="9720586" y="4359339"/>
            <a:ext cx="1915909"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15:012:00.000</a:t>
            </a:r>
            <a:endParaRPr lang="en-MX" sz="900">
              <a:solidFill>
                <a:schemeClr val="bg1"/>
              </a:solidFill>
              <a:latin typeface="0xProto Nerd Font" panose="02000009000000000000" pitchFamily="49" charset="0"/>
            </a:endParaRPr>
          </a:p>
        </p:txBody>
      </p:sp>
      <p:sp>
        <p:nvSpPr>
          <p:cNvPr id="30" name="TextBox 29">
            <a:extLst>
              <a:ext uri="{FF2B5EF4-FFF2-40B4-BE49-F238E27FC236}">
                <a16:creationId xmlns:a16="http://schemas.microsoft.com/office/drawing/2014/main" id="{C351EF48-135D-2774-6F61-0A5EC43289C7}"/>
              </a:ext>
            </a:extLst>
          </p:cNvPr>
          <p:cNvSpPr txBox="1"/>
          <p:nvPr/>
        </p:nvSpPr>
        <p:spPr>
          <a:xfrm>
            <a:off x="9720585" y="4733384"/>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31" name="TextBox 30">
            <a:extLst>
              <a:ext uri="{FF2B5EF4-FFF2-40B4-BE49-F238E27FC236}">
                <a16:creationId xmlns:a16="http://schemas.microsoft.com/office/drawing/2014/main" id="{BAF9A5FB-AA3A-0F16-E986-116D2B0EB696}"/>
              </a:ext>
            </a:extLst>
          </p:cNvPr>
          <p:cNvSpPr txBox="1"/>
          <p:nvPr/>
        </p:nvSpPr>
        <p:spPr>
          <a:xfrm>
            <a:off x="9720586" y="507828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grpSp>
        <p:nvGrpSpPr>
          <p:cNvPr id="33" name="Group 32">
            <a:extLst>
              <a:ext uri="{FF2B5EF4-FFF2-40B4-BE49-F238E27FC236}">
                <a16:creationId xmlns:a16="http://schemas.microsoft.com/office/drawing/2014/main" id="{DE01D9DC-19F2-4E8D-8371-68A495854762}"/>
              </a:ext>
            </a:extLst>
          </p:cNvPr>
          <p:cNvGrpSpPr/>
          <p:nvPr/>
        </p:nvGrpSpPr>
        <p:grpSpPr>
          <a:xfrm>
            <a:off x="9478653" y="1595636"/>
            <a:ext cx="1212589" cy="1581921"/>
            <a:chOff x="9510641" y="943218"/>
            <a:chExt cx="1212589" cy="1581921"/>
          </a:xfrm>
        </p:grpSpPr>
        <p:pic>
          <p:nvPicPr>
            <p:cNvPr id="2" name="Picture 2" descr="Database - Free technology icons">
              <a:extLst>
                <a:ext uri="{FF2B5EF4-FFF2-40B4-BE49-F238E27FC236}">
                  <a16:creationId xmlns:a16="http://schemas.microsoft.com/office/drawing/2014/main" id="{7EE455D0-D8FA-A718-5397-17184F316AB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BE268C-87EA-21FA-BB9A-3096020F5651}"/>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cxnSp>
        <p:nvCxnSpPr>
          <p:cNvPr id="35" name="Straight Arrow Connector 34">
            <a:extLst>
              <a:ext uri="{FF2B5EF4-FFF2-40B4-BE49-F238E27FC236}">
                <a16:creationId xmlns:a16="http://schemas.microsoft.com/office/drawing/2014/main" id="{BF13BC56-0103-6FCE-A399-06617BE14DDD}"/>
              </a:ext>
            </a:extLst>
          </p:cNvPr>
          <p:cNvCxnSpPr>
            <a:cxnSpLocks/>
          </p:cNvCxnSpPr>
          <p:nvPr/>
        </p:nvCxnSpPr>
        <p:spPr>
          <a:xfrm flipV="1">
            <a:off x="2167915" y="4899004"/>
            <a:ext cx="0" cy="1241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8EC831FA-5A89-8030-E476-47CD30AE32F7}"/>
              </a:ext>
            </a:extLst>
          </p:cNvPr>
          <p:cNvSpPr txBox="1"/>
          <p:nvPr/>
        </p:nvSpPr>
        <p:spPr>
          <a:xfrm>
            <a:off x="1017606" y="6186079"/>
            <a:ext cx="2300631" cy="261610"/>
          </a:xfrm>
          <a:prstGeom prst="rect">
            <a:avLst/>
          </a:prstGeom>
          <a:noFill/>
        </p:spPr>
        <p:txBody>
          <a:bodyPr wrap="none" rtlCol="0">
            <a:spAutoFit/>
          </a:bodyPr>
          <a:lstStyle/>
          <a:p>
            <a:pPr algn="ctr"/>
            <a:r>
              <a:rPr lang="en-MX" sz="1100">
                <a:solidFill>
                  <a:schemeClr val="bg1"/>
                </a:solidFill>
                <a:latin typeface="0xProto Nerd Font" panose="02000009000000000000" pitchFamily="49" charset="0"/>
              </a:rPr>
              <a:t>on demand report request</a:t>
            </a:r>
          </a:p>
        </p:txBody>
      </p:sp>
      <p:cxnSp>
        <p:nvCxnSpPr>
          <p:cNvPr id="39" name="Straight Arrow Connector 38">
            <a:extLst>
              <a:ext uri="{FF2B5EF4-FFF2-40B4-BE49-F238E27FC236}">
                <a16:creationId xmlns:a16="http://schemas.microsoft.com/office/drawing/2014/main" id="{467B11F9-71B3-C25E-7782-ADA6CD2A97D8}"/>
              </a:ext>
            </a:extLst>
          </p:cNvPr>
          <p:cNvCxnSpPr>
            <a:cxnSpLocks/>
          </p:cNvCxnSpPr>
          <p:nvPr/>
        </p:nvCxnSpPr>
        <p:spPr>
          <a:xfrm>
            <a:off x="6153197" y="3933259"/>
            <a:ext cx="2358379" cy="1497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017A2657-252B-99E4-5F7D-7E150094A8F5}"/>
              </a:ext>
            </a:extLst>
          </p:cNvPr>
          <p:cNvSpPr txBox="1"/>
          <p:nvPr/>
        </p:nvSpPr>
        <p:spPr>
          <a:xfrm>
            <a:off x="5991249" y="4103912"/>
            <a:ext cx="2565126" cy="200055"/>
          </a:xfrm>
          <a:prstGeom prst="rect">
            <a:avLst/>
          </a:prstGeom>
          <a:noFill/>
        </p:spPr>
        <p:txBody>
          <a:bodyPr wrap="square" rtlCol="0">
            <a:spAutoFit/>
          </a:bodyPr>
          <a:lstStyle/>
          <a:p>
            <a:pPr algn="ctr"/>
            <a:r>
              <a:rPr lang="en-MX" sz="700">
                <a:solidFill>
                  <a:schemeClr val="bg1"/>
                </a:solidFill>
                <a:latin typeface="0xProto Nerd Font" panose="02000009000000000000" pitchFamily="49" charset="0"/>
              </a:rPr>
              <a:t>check user[0] for “data freshness”</a:t>
            </a:r>
          </a:p>
        </p:txBody>
      </p:sp>
    </p:spTree>
    <p:extLst>
      <p:ext uri="{BB962C8B-B14F-4D97-AF65-F5344CB8AC3E}">
        <p14:creationId xmlns:p14="http://schemas.microsoft.com/office/powerpoint/2010/main" val="3245670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7" presetClass="emph" presetSubtype="2" repeatCount="indefinite" fill="remove" nodeType="clickEffect">
                                  <p:stCondLst>
                                    <p:cond delay="0"/>
                                  </p:stCondLst>
                                  <p:childTnLst>
                                    <p:animClr clrSpc="rgb" dir="cw">
                                      <p:cBhvr>
                                        <p:cTn id="14" dur="500" fill="hold"/>
                                        <p:tgtEl>
                                          <p:spTgt spid="39"/>
                                        </p:tgtEl>
                                        <p:attrNameLst>
                                          <p:attrName>stroke.color</p:attrName>
                                        </p:attrNameLst>
                                      </p:cBhvr>
                                      <p:to>
                                        <a:srgbClr val="FF0000"/>
                                      </p:to>
                                    </p:animClr>
                                    <p:set>
                                      <p:cBhvr>
                                        <p:cTn id="15" dur="500" fill="hold"/>
                                        <p:tgtEl>
                                          <p:spTgt spid="39"/>
                                        </p:tgtEl>
                                        <p:attrNameLst>
                                          <p:attrName>stroke.on</p:attrName>
                                        </p:attrNameLst>
                                      </p:cBhvr>
                                      <p:to>
                                        <p:strVal val="true"/>
                                      </p:to>
                                    </p:set>
                                  </p:childTnLst>
                                </p:cTn>
                              </p:par>
                              <p:par>
                                <p:cTn id="16" presetID="7" presetClass="emph" presetSubtype="2" repeatCount="indefinite" grpId="0" nodeType="withEffect">
                                  <p:stCondLst>
                                    <p:cond delay="0"/>
                                  </p:stCondLst>
                                  <p:childTnLst>
                                    <p:animClr clrSpc="rgb" dir="cw">
                                      <p:cBhvr>
                                        <p:cTn id="17" dur="500" fill="hold"/>
                                        <p:tgtEl>
                                          <p:spTgt spid="7"/>
                                        </p:tgtEl>
                                        <p:attrNameLst>
                                          <p:attrName>stroke.color</p:attrName>
                                        </p:attrNameLst>
                                      </p:cBhvr>
                                      <p:to>
                                        <a:srgbClr val="E90014"/>
                                      </p:to>
                                    </p:animClr>
                                    <p:set>
                                      <p:cBhvr>
                                        <p:cTn id="18" dur="500" fill="hold"/>
                                        <p:tgtEl>
                                          <p:spTgt spid="7"/>
                                        </p:tgtEl>
                                        <p:attrNameLst>
                                          <p:attrName>stroke.on</p:attrName>
                                        </p:attrNameLst>
                                      </p:cBhvr>
                                      <p:to>
                                        <p:strVal val="true"/>
                                      </p:to>
                                    </p:set>
                                  </p:childTnLst>
                                </p:cTn>
                              </p:par>
                              <p:par>
                                <p:cTn id="19" presetID="3" presetClass="emph" presetSubtype="2" repeatCount="indefinite" fill="hold" grpId="0" nodeType="withEffect">
                                  <p:stCondLst>
                                    <p:cond delay="0"/>
                                  </p:stCondLst>
                                  <p:childTnLst>
                                    <p:animClr clrSpc="rgb" dir="cw">
                                      <p:cBhvr override="childStyle">
                                        <p:cTn id="20" dur="500" fill="hold"/>
                                        <p:tgtEl>
                                          <p:spTgt spid="17"/>
                                        </p:tgtEl>
                                        <p:attrNameLst>
                                          <p:attrName>style.color</p:attrName>
                                        </p:attrNameLst>
                                      </p:cBhvr>
                                      <p:to>
                                        <a:srgbClr val="E90014"/>
                                      </p:to>
                                    </p:animClr>
                                  </p:childTnLst>
                                </p:cTn>
                              </p:par>
                              <p:par>
                                <p:cTn id="21" presetID="3" presetClass="emph" presetSubtype="2" repeatCount="indefinite" fill="hold" grpId="0" nodeType="withEffect">
                                  <p:stCondLst>
                                    <p:cond delay="0"/>
                                  </p:stCondLst>
                                  <p:childTnLst>
                                    <p:animClr clrSpc="rgb" dir="cw">
                                      <p:cBhvr override="childStyle">
                                        <p:cTn id="22" dur="500" fill="hold"/>
                                        <p:tgtEl>
                                          <p:spTgt spid="28"/>
                                        </p:tgtEl>
                                        <p:attrNameLst>
                                          <p:attrName>style.color</p:attrName>
                                        </p:attrNameLst>
                                      </p:cBhvr>
                                      <p:to>
                                        <a:srgbClr val="E90014"/>
                                      </p:to>
                                    </p:animClr>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1" presetID="7" presetClass="emph" presetSubtype="2" repeatCount="indefinite" fill="remove" nodeType="withEffect">
                                  <p:stCondLst>
                                    <p:cond delay="1000"/>
                                  </p:stCondLst>
                                  <p:childTnLst>
                                    <p:animClr clrSpc="rgb" dir="cw">
                                      <p:cBhvr>
                                        <p:cTn id="32" dur="2000" fill="hold"/>
                                        <p:tgtEl>
                                          <p:spTgt spid="35"/>
                                        </p:tgtEl>
                                        <p:attrNameLst>
                                          <p:attrName>stroke.color</p:attrName>
                                        </p:attrNameLst>
                                      </p:cBhvr>
                                      <p:to>
                                        <a:srgbClr val="FF0000"/>
                                      </p:to>
                                    </p:animClr>
                                    <p:set>
                                      <p:cBhvr>
                                        <p:cTn id="33" dur="2000" fill="hold"/>
                                        <p:tgtEl>
                                          <p:spTgt spid="35"/>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p:bldP spid="28" grpId="0"/>
      <p:bldP spid="37" grpId="0"/>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DC00AE-2E5C-C828-41DC-204AAC4ECCCA}"/>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5" name="Straight Connector 4">
            <a:extLst>
              <a:ext uri="{FF2B5EF4-FFF2-40B4-BE49-F238E27FC236}">
                <a16:creationId xmlns:a16="http://schemas.microsoft.com/office/drawing/2014/main" id="{9969A5C4-F64B-335E-59B6-2C5A4FA84C59}"/>
              </a:ext>
            </a:extLst>
          </p:cNvPr>
          <p:cNvCxnSpPr>
            <a:cxnSpLocks/>
          </p:cNvCxnSpPr>
          <p:nvPr/>
        </p:nvCxnSpPr>
        <p:spPr>
          <a:xfrm>
            <a:off x="9646093" y="3576632"/>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BF9815C-B1C0-682A-3590-3920F9B79B46}"/>
              </a:ext>
            </a:extLst>
          </p:cNvPr>
          <p:cNvCxnSpPr>
            <a:cxnSpLocks/>
          </p:cNvCxnSpPr>
          <p:nvPr/>
        </p:nvCxnSpPr>
        <p:spPr>
          <a:xfrm>
            <a:off x="8649714" y="3919832"/>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D91FDB3-EBE0-A2CF-4F8A-B4893BB346A8}"/>
              </a:ext>
            </a:extLst>
          </p:cNvPr>
          <p:cNvSpPr txBox="1"/>
          <p:nvPr/>
        </p:nvSpPr>
        <p:spPr>
          <a:xfrm>
            <a:off x="8746991" y="3582816"/>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8" name="Straight Connector 7">
            <a:extLst>
              <a:ext uri="{FF2B5EF4-FFF2-40B4-BE49-F238E27FC236}">
                <a16:creationId xmlns:a16="http://schemas.microsoft.com/office/drawing/2014/main" id="{F33B29DC-5518-9821-56D7-64257D61FC01}"/>
              </a:ext>
            </a:extLst>
          </p:cNvPr>
          <p:cNvCxnSpPr>
            <a:cxnSpLocks/>
          </p:cNvCxnSpPr>
          <p:nvPr/>
        </p:nvCxnSpPr>
        <p:spPr>
          <a:xfrm>
            <a:off x="8649714" y="4289164"/>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5315CF-FACD-1018-0004-4BBE7E6F80CB}"/>
              </a:ext>
            </a:extLst>
          </p:cNvPr>
          <p:cNvSpPr txBox="1"/>
          <p:nvPr/>
        </p:nvSpPr>
        <p:spPr>
          <a:xfrm>
            <a:off x="8807722" y="393325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ser_1</a:t>
            </a:r>
          </a:p>
        </p:txBody>
      </p:sp>
      <p:cxnSp>
        <p:nvCxnSpPr>
          <p:cNvPr id="10" name="Straight Connector 9">
            <a:extLst>
              <a:ext uri="{FF2B5EF4-FFF2-40B4-BE49-F238E27FC236}">
                <a16:creationId xmlns:a16="http://schemas.microsoft.com/office/drawing/2014/main" id="{21257B7F-93BA-78C7-1E4B-8D538176CF99}"/>
              </a:ext>
            </a:extLst>
          </p:cNvPr>
          <p:cNvCxnSpPr>
            <a:cxnSpLocks/>
          </p:cNvCxnSpPr>
          <p:nvPr/>
        </p:nvCxnSpPr>
        <p:spPr>
          <a:xfrm>
            <a:off x="8649714" y="465849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83A3F82-7598-1FCF-5374-45D61049872E}"/>
              </a:ext>
            </a:extLst>
          </p:cNvPr>
          <p:cNvSpPr txBox="1"/>
          <p:nvPr/>
        </p:nvSpPr>
        <p:spPr>
          <a:xfrm>
            <a:off x="8791075" y="431529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ser_2</a:t>
            </a:r>
          </a:p>
        </p:txBody>
      </p:sp>
      <p:cxnSp>
        <p:nvCxnSpPr>
          <p:cNvPr id="12" name="Straight Connector 11">
            <a:extLst>
              <a:ext uri="{FF2B5EF4-FFF2-40B4-BE49-F238E27FC236}">
                <a16:creationId xmlns:a16="http://schemas.microsoft.com/office/drawing/2014/main" id="{AC234C5C-C2EA-FF8A-54B9-A9CEA0E86241}"/>
              </a:ext>
            </a:extLst>
          </p:cNvPr>
          <p:cNvCxnSpPr>
            <a:cxnSpLocks/>
          </p:cNvCxnSpPr>
          <p:nvPr/>
        </p:nvCxnSpPr>
        <p:spPr>
          <a:xfrm>
            <a:off x="8649714" y="502782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3B88701-A634-90E1-119F-7E99621223EA}"/>
              </a:ext>
            </a:extLst>
          </p:cNvPr>
          <p:cNvSpPr txBox="1"/>
          <p:nvPr/>
        </p:nvSpPr>
        <p:spPr>
          <a:xfrm>
            <a:off x="8791075" y="468462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14" name="Straight Connector 13">
            <a:extLst>
              <a:ext uri="{FF2B5EF4-FFF2-40B4-BE49-F238E27FC236}">
                <a16:creationId xmlns:a16="http://schemas.microsoft.com/office/drawing/2014/main" id="{EE65BA00-B1DA-2E07-2130-6648A706252E}"/>
              </a:ext>
            </a:extLst>
          </p:cNvPr>
          <p:cNvCxnSpPr>
            <a:cxnSpLocks/>
          </p:cNvCxnSpPr>
          <p:nvPr/>
        </p:nvCxnSpPr>
        <p:spPr>
          <a:xfrm>
            <a:off x="8649714" y="5357599"/>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33E4859-3A70-4414-717B-67D75B9C547A}"/>
              </a:ext>
            </a:extLst>
          </p:cNvPr>
          <p:cNvSpPr txBox="1"/>
          <p:nvPr/>
        </p:nvSpPr>
        <p:spPr>
          <a:xfrm>
            <a:off x="8791075" y="501439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16" name="TextBox 15">
            <a:extLst>
              <a:ext uri="{FF2B5EF4-FFF2-40B4-BE49-F238E27FC236}">
                <a16:creationId xmlns:a16="http://schemas.microsoft.com/office/drawing/2014/main" id="{B094A390-9FC5-95B4-604E-6A6963633A45}"/>
              </a:ext>
            </a:extLst>
          </p:cNvPr>
          <p:cNvSpPr txBox="1"/>
          <p:nvPr/>
        </p:nvSpPr>
        <p:spPr>
          <a:xfrm>
            <a:off x="9668488" y="3590059"/>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17" name="TextBox 16">
            <a:extLst>
              <a:ext uri="{FF2B5EF4-FFF2-40B4-BE49-F238E27FC236}">
                <a16:creationId xmlns:a16="http://schemas.microsoft.com/office/drawing/2014/main" id="{5432A6CD-B639-7C8F-4358-DA16FD35EEF3}"/>
              </a:ext>
            </a:extLst>
          </p:cNvPr>
          <p:cNvSpPr txBox="1"/>
          <p:nvPr/>
        </p:nvSpPr>
        <p:spPr>
          <a:xfrm>
            <a:off x="9713528" y="397310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15:00:00.000</a:t>
            </a:r>
            <a:endParaRPr lang="en-MX" sz="900">
              <a:solidFill>
                <a:schemeClr val="bg1"/>
              </a:solidFill>
              <a:latin typeface="0xProto Nerd Font" panose="02000009000000000000" pitchFamily="49" charset="0"/>
            </a:endParaRPr>
          </a:p>
        </p:txBody>
      </p:sp>
      <p:sp>
        <p:nvSpPr>
          <p:cNvPr id="18" name="TextBox 17">
            <a:extLst>
              <a:ext uri="{FF2B5EF4-FFF2-40B4-BE49-F238E27FC236}">
                <a16:creationId xmlns:a16="http://schemas.microsoft.com/office/drawing/2014/main" id="{DE38C56E-4D07-7267-9D3C-454589C80FA5}"/>
              </a:ext>
            </a:extLst>
          </p:cNvPr>
          <p:cNvSpPr txBox="1"/>
          <p:nvPr/>
        </p:nvSpPr>
        <p:spPr>
          <a:xfrm>
            <a:off x="9720586" y="4359339"/>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15:01:00.000</a:t>
            </a:r>
            <a:endParaRPr lang="en-MX" sz="900">
              <a:solidFill>
                <a:schemeClr val="bg1"/>
              </a:solidFill>
              <a:latin typeface="0xProto Nerd Font" panose="02000009000000000000" pitchFamily="49" charset="0"/>
            </a:endParaRPr>
          </a:p>
        </p:txBody>
      </p:sp>
      <p:sp>
        <p:nvSpPr>
          <p:cNvPr id="19" name="TextBox 18">
            <a:extLst>
              <a:ext uri="{FF2B5EF4-FFF2-40B4-BE49-F238E27FC236}">
                <a16:creationId xmlns:a16="http://schemas.microsoft.com/office/drawing/2014/main" id="{34233655-8466-50C9-7A56-3B346E75CFDA}"/>
              </a:ext>
            </a:extLst>
          </p:cNvPr>
          <p:cNvSpPr txBox="1"/>
          <p:nvPr/>
        </p:nvSpPr>
        <p:spPr>
          <a:xfrm>
            <a:off x="9720585" y="4733384"/>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20" name="TextBox 19">
            <a:extLst>
              <a:ext uri="{FF2B5EF4-FFF2-40B4-BE49-F238E27FC236}">
                <a16:creationId xmlns:a16="http://schemas.microsoft.com/office/drawing/2014/main" id="{6DA65707-794E-7038-2D53-3A4CF67A9F86}"/>
              </a:ext>
            </a:extLst>
          </p:cNvPr>
          <p:cNvSpPr txBox="1"/>
          <p:nvPr/>
        </p:nvSpPr>
        <p:spPr>
          <a:xfrm>
            <a:off x="9720586" y="507828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grpSp>
        <p:nvGrpSpPr>
          <p:cNvPr id="21" name="Group 20">
            <a:extLst>
              <a:ext uri="{FF2B5EF4-FFF2-40B4-BE49-F238E27FC236}">
                <a16:creationId xmlns:a16="http://schemas.microsoft.com/office/drawing/2014/main" id="{CF2D71EF-9410-1DAF-FEC4-FB14E8C6369D}"/>
              </a:ext>
            </a:extLst>
          </p:cNvPr>
          <p:cNvGrpSpPr/>
          <p:nvPr/>
        </p:nvGrpSpPr>
        <p:grpSpPr>
          <a:xfrm>
            <a:off x="9478653" y="1595636"/>
            <a:ext cx="1212589" cy="1581921"/>
            <a:chOff x="9510641" y="943218"/>
            <a:chExt cx="1212589" cy="1581921"/>
          </a:xfrm>
        </p:grpSpPr>
        <p:pic>
          <p:nvPicPr>
            <p:cNvPr id="22" name="Picture 2" descr="Database - Free technology icons">
              <a:extLst>
                <a:ext uri="{FF2B5EF4-FFF2-40B4-BE49-F238E27FC236}">
                  <a16:creationId xmlns:a16="http://schemas.microsoft.com/office/drawing/2014/main" id="{B8C87069-ECDB-0DAF-0B91-1C4C789243B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F7D40FE-106C-ABB8-56F2-A508ABD34B8F}"/>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sp>
        <p:nvSpPr>
          <p:cNvPr id="25" name="Rectangle 24">
            <a:extLst>
              <a:ext uri="{FF2B5EF4-FFF2-40B4-BE49-F238E27FC236}">
                <a16:creationId xmlns:a16="http://schemas.microsoft.com/office/drawing/2014/main" id="{75C306ED-1850-DDAE-E60A-0CDB87247E4F}"/>
              </a:ext>
            </a:extLst>
          </p:cNvPr>
          <p:cNvSpPr/>
          <p:nvPr/>
        </p:nvSpPr>
        <p:spPr>
          <a:xfrm>
            <a:off x="467581" y="1274964"/>
            <a:ext cx="1363526" cy="1452847"/>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6" name="TextBox 25">
            <a:extLst>
              <a:ext uri="{FF2B5EF4-FFF2-40B4-BE49-F238E27FC236}">
                <a16:creationId xmlns:a16="http://schemas.microsoft.com/office/drawing/2014/main" id="{04420B42-1B9B-CDB2-5A8B-DC38A5F1D8F8}"/>
              </a:ext>
            </a:extLst>
          </p:cNvPr>
          <p:cNvSpPr txBox="1"/>
          <p:nvPr/>
        </p:nvSpPr>
        <p:spPr>
          <a:xfrm>
            <a:off x="789950" y="1832110"/>
            <a:ext cx="718787" cy="338554"/>
          </a:xfrm>
          <a:prstGeom prst="rect">
            <a:avLst/>
          </a:prstGeom>
          <a:noFill/>
        </p:spPr>
        <p:txBody>
          <a:bodyPr wrap="none" rtlCol="0">
            <a:spAutoFit/>
          </a:bodyPr>
          <a:lstStyle/>
          <a:p>
            <a:r>
              <a:rPr lang="en-MX" sz="1600">
                <a:solidFill>
                  <a:schemeClr val="bg1"/>
                </a:solidFill>
              </a:rPr>
              <a:t>Async</a:t>
            </a:r>
          </a:p>
        </p:txBody>
      </p:sp>
      <p:pic>
        <p:nvPicPr>
          <p:cNvPr id="28" name="Graphic 27" descr="Stopwatch with solid fill">
            <a:extLst>
              <a:ext uri="{FF2B5EF4-FFF2-40B4-BE49-F238E27FC236}">
                <a16:creationId xmlns:a16="http://schemas.microsoft.com/office/drawing/2014/main" id="{06E6CECA-7CFA-FE6D-F9C3-E5418A21F1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90148" y="692845"/>
            <a:ext cx="420415" cy="420415"/>
          </a:xfrm>
          <a:prstGeom prst="rect">
            <a:avLst/>
          </a:prstGeom>
        </p:spPr>
      </p:pic>
      <p:sp>
        <p:nvSpPr>
          <p:cNvPr id="29" name="Rectangle 28">
            <a:extLst>
              <a:ext uri="{FF2B5EF4-FFF2-40B4-BE49-F238E27FC236}">
                <a16:creationId xmlns:a16="http://schemas.microsoft.com/office/drawing/2014/main" id="{223B6D58-09D9-287E-F92F-449CA5789149}"/>
              </a:ext>
            </a:extLst>
          </p:cNvPr>
          <p:cNvSpPr/>
          <p:nvPr/>
        </p:nvSpPr>
        <p:spPr>
          <a:xfrm>
            <a:off x="4790828" y="1585650"/>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first user</a:t>
            </a:r>
          </a:p>
        </p:txBody>
      </p:sp>
      <p:sp>
        <p:nvSpPr>
          <p:cNvPr id="30" name="Decision 29">
            <a:extLst>
              <a:ext uri="{FF2B5EF4-FFF2-40B4-BE49-F238E27FC236}">
                <a16:creationId xmlns:a16="http://schemas.microsoft.com/office/drawing/2014/main" id="{51F82AE6-9AE5-C273-8DA8-B04FA4E9C45F}"/>
              </a:ext>
            </a:extLst>
          </p:cNvPr>
          <p:cNvSpPr/>
          <p:nvPr/>
        </p:nvSpPr>
        <p:spPr>
          <a:xfrm>
            <a:off x="4749936" y="2530499"/>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31" name="Rectangle 30">
            <a:extLst>
              <a:ext uri="{FF2B5EF4-FFF2-40B4-BE49-F238E27FC236}">
                <a16:creationId xmlns:a16="http://schemas.microsoft.com/office/drawing/2014/main" id="{DA5A6B87-A23D-4055-712E-6345F7A6FA43}"/>
              </a:ext>
            </a:extLst>
          </p:cNvPr>
          <p:cNvSpPr/>
          <p:nvPr/>
        </p:nvSpPr>
        <p:spPr>
          <a:xfrm>
            <a:off x="4814449" y="5486403"/>
            <a:ext cx="1371812" cy="456730"/>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 an async pull</a:t>
            </a:r>
          </a:p>
        </p:txBody>
      </p:sp>
      <p:sp>
        <p:nvSpPr>
          <p:cNvPr id="34" name="Decision 33">
            <a:extLst>
              <a:ext uri="{FF2B5EF4-FFF2-40B4-BE49-F238E27FC236}">
                <a16:creationId xmlns:a16="http://schemas.microsoft.com/office/drawing/2014/main" id="{3BE23489-6D41-0642-2158-CC938ECF2CDC}"/>
              </a:ext>
            </a:extLst>
          </p:cNvPr>
          <p:cNvSpPr/>
          <p:nvPr/>
        </p:nvSpPr>
        <p:spPr>
          <a:xfrm>
            <a:off x="4749937" y="4008450"/>
            <a:ext cx="1500836" cy="1005560"/>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0xProto Nerd Font" panose="02000009000000000000" pitchFamily="49" charset="0"/>
              </a:rPr>
              <a:t>do we have spare bandwidth?</a:t>
            </a:r>
            <a:endParaRPr lang="en-MX" sz="700">
              <a:latin typeface="0xProto Nerd Font" panose="02000009000000000000" pitchFamily="49" charset="0"/>
            </a:endParaRPr>
          </a:p>
        </p:txBody>
      </p:sp>
      <p:cxnSp>
        <p:nvCxnSpPr>
          <p:cNvPr id="36" name="Straight Arrow Connector 35">
            <a:extLst>
              <a:ext uri="{FF2B5EF4-FFF2-40B4-BE49-F238E27FC236}">
                <a16:creationId xmlns:a16="http://schemas.microsoft.com/office/drawing/2014/main" id="{4CC9D740-1450-E9D9-37E6-CE7CBD4D9E6F}"/>
              </a:ext>
            </a:extLst>
          </p:cNvPr>
          <p:cNvCxnSpPr>
            <a:cxnSpLocks/>
          </p:cNvCxnSpPr>
          <p:nvPr/>
        </p:nvCxnSpPr>
        <p:spPr>
          <a:xfrm>
            <a:off x="5500355" y="1155063"/>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53E3D8C-102E-92F9-1EA1-FE9503F06F1B}"/>
              </a:ext>
            </a:extLst>
          </p:cNvPr>
          <p:cNvCxnSpPr>
            <a:cxnSpLocks/>
          </p:cNvCxnSpPr>
          <p:nvPr/>
        </p:nvCxnSpPr>
        <p:spPr>
          <a:xfrm>
            <a:off x="5500355" y="2099912"/>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BFEB666-E3A0-6581-98FB-798BE2C52855}"/>
              </a:ext>
            </a:extLst>
          </p:cNvPr>
          <p:cNvCxnSpPr>
            <a:cxnSpLocks/>
          </p:cNvCxnSpPr>
          <p:nvPr/>
        </p:nvCxnSpPr>
        <p:spPr>
          <a:xfrm>
            <a:off x="5500355" y="3577863"/>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9DF1C2C-8F34-D20A-19D7-BBD942B4593C}"/>
              </a:ext>
            </a:extLst>
          </p:cNvPr>
          <p:cNvCxnSpPr>
            <a:cxnSpLocks/>
          </p:cNvCxnSpPr>
          <p:nvPr/>
        </p:nvCxnSpPr>
        <p:spPr>
          <a:xfrm>
            <a:off x="5500355" y="5055813"/>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1B67D43-93D3-68CE-6BAB-2A0E4A71F3C9}"/>
              </a:ext>
            </a:extLst>
          </p:cNvPr>
          <p:cNvCxnSpPr>
            <a:cxnSpLocks/>
          </p:cNvCxnSpPr>
          <p:nvPr/>
        </p:nvCxnSpPr>
        <p:spPr>
          <a:xfrm flipH="1" flipV="1">
            <a:off x="3996712" y="3033279"/>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D658DCA-6CAF-93CD-F264-03A1D42E9C37}"/>
              </a:ext>
            </a:extLst>
          </p:cNvPr>
          <p:cNvCxnSpPr>
            <a:cxnSpLocks/>
          </p:cNvCxnSpPr>
          <p:nvPr/>
        </p:nvCxnSpPr>
        <p:spPr>
          <a:xfrm flipV="1">
            <a:off x="3996712" y="903052"/>
            <a:ext cx="0" cy="21302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80E87C99-A7A4-4222-8C02-E97AAA6E9319}"/>
              </a:ext>
            </a:extLst>
          </p:cNvPr>
          <p:cNvCxnSpPr>
            <a:cxnSpLocks/>
          </p:cNvCxnSpPr>
          <p:nvPr/>
        </p:nvCxnSpPr>
        <p:spPr>
          <a:xfrm>
            <a:off x="3996712" y="903052"/>
            <a:ext cx="118084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DD90C3E-83AC-AF3D-8D23-61599B77BFD5}"/>
              </a:ext>
            </a:extLst>
          </p:cNvPr>
          <p:cNvCxnSpPr/>
          <p:nvPr/>
        </p:nvCxnSpPr>
        <p:spPr>
          <a:xfrm flipH="1" flipV="1">
            <a:off x="3996712" y="4511230"/>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4595064B-C14F-6B3B-9F7E-029A095FA424}"/>
              </a:ext>
            </a:extLst>
          </p:cNvPr>
          <p:cNvCxnSpPr>
            <a:cxnSpLocks/>
          </p:cNvCxnSpPr>
          <p:nvPr/>
        </p:nvCxnSpPr>
        <p:spPr>
          <a:xfrm flipH="1" flipV="1">
            <a:off x="3996712" y="3033279"/>
            <a:ext cx="7665" cy="14779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293936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8"/>
                                        </p:tgtEl>
                                      </p:cBhvr>
                                    </p:animEffect>
                                    <p:animScale>
                                      <p:cBhvr>
                                        <p:cTn id="7" dur="250" autoRev="1" fill="hold"/>
                                        <p:tgtEl>
                                          <p:spTgt spid="28"/>
                                        </p:tgtEl>
                                      </p:cBhvr>
                                      <p:by x="105000" y="105000"/>
                                    </p:animScale>
                                  </p:childTnLst>
                                </p:cTn>
                              </p:par>
                            </p:childTnLst>
                          </p:cTn>
                        </p:par>
                        <p:par>
                          <p:cTn id="8" fill="hold">
                            <p:stCondLst>
                              <p:cond delay="500"/>
                            </p:stCondLst>
                            <p:childTnLst>
                              <p:par>
                                <p:cTn id="9" presetID="26" presetClass="emph" presetSubtype="0" fill="hold" grpId="0" nodeType="afterEffect">
                                  <p:stCondLst>
                                    <p:cond delay="0"/>
                                  </p:stCondLst>
                                  <p:childTnLst>
                                    <p:animEffect transition="out" filter="fade">
                                      <p:cBhvr>
                                        <p:cTn id="10" dur="500" tmFilter="0, 0; .2, .5; .8, .5; 1, 0"/>
                                        <p:tgtEl>
                                          <p:spTgt spid="29"/>
                                        </p:tgtEl>
                                      </p:cBhvr>
                                    </p:animEffect>
                                    <p:animScale>
                                      <p:cBhvr>
                                        <p:cTn id="11" dur="250" autoRev="1" fill="hold"/>
                                        <p:tgtEl>
                                          <p:spTgt spid="29"/>
                                        </p:tgtEl>
                                      </p:cBhvr>
                                      <p:by x="105000" y="105000"/>
                                    </p:animScale>
                                  </p:childTnLst>
                                </p:cTn>
                              </p:par>
                            </p:childTnLst>
                          </p:cTn>
                        </p:par>
                        <p:par>
                          <p:cTn id="12" fill="hold">
                            <p:stCondLst>
                              <p:cond delay="1000"/>
                            </p:stCondLst>
                            <p:childTnLst>
                              <p:par>
                                <p:cTn id="13" presetID="26" presetClass="emph" presetSubtype="0" fill="hold" grpId="0" nodeType="afterEffect">
                                  <p:stCondLst>
                                    <p:cond delay="0"/>
                                  </p:stCondLst>
                                  <p:childTnLst>
                                    <p:animEffect transition="out" filter="fade">
                                      <p:cBhvr>
                                        <p:cTn id="14" dur="500" tmFilter="0, 0; .2, .5; .8, .5; 1, 0"/>
                                        <p:tgtEl>
                                          <p:spTgt spid="30"/>
                                        </p:tgtEl>
                                      </p:cBhvr>
                                    </p:animEffect>
                                    <p:animScale>
                                      <p:cBhvr>
                                        <p:cTn id="15" dur="250" autoRev="1" fill="hold"/>
                                        <p:tgtEl>
                                          <p:spTgt spid="30"/>
                                        </p:tgtEl>
                                      </p:cBhvr>
                                      <p:by x="105000" y="105000"/>
                                    </p:animScale>
                                  </p:childTnLst>
                                </p:cTn>
                              </p:par>
                            </p:childTnLst>
                          </p:cTn>
                        </p:par>
                        <p:par>
                          <p:cTn id="16" fill="hold">
                            <p:stCondLst>
                              <p:cond delay="1500"/>
                            </p:stCondLst>
                            <p:childTnLst>
                              <p:par>
                                <p:cTn id="17" presetID="26" presetClass="emph" presetSubtype="0" fill="hold" grpId="0" nodeType="afterEffect">
                                  <p:stCondLst>
                                    <p:cond delay="0"/>
                                  </p:stCondLst>
                                  <p:childTnLst>
                                    <p:animEffect transition="out" filter="fade">
                                      <p:cBhvr>
                                        <p:cTn id="18" dur="500" tmFilter="0, 0; .2, .5; .8, .5; 1, 0"/>
                                        <p:tgtEl>
                                          <p:spTgt spid="34"/>
                                        </p:tgtEl>
                                      </p:cBhvr>
                                    </p:animEffect>
                                    <p:animScale>
                                      <p:cBhvr>
                                        <p:cTn id="19" dur="250" autoRev="1" fill="hold"/>
                                        <p:tgtEl>
                                          <p:spTgt spid="34"/>
                                        </p:tgtEl>
                                      </p:cBhvr>
                                      <p:by x="105000" y="105000"/>
                                    </p:animScale>
                                  </p:childTnLst>
                                </p:cTn>
                              </p:par>
                            </p:childTnLst>
                          </p:cTn>
                        </p:par>
                        <p:par>
                          <p:cTn id="20" fill="hold">
                            <p:stCondLst>
                              <p:cond delay="2000"/>
                            </p:stCondLst>
                            <p:childTnLst>
                              <p:par>
                                <p:cTn id="21" presetID="26" presetClass="emph" presetSubtype="0" fill="remove" grpId="0" nodeType="afterEffect">
                                  <p:stCondLst>
                                    <p:cond delay="0"/>
                                  </p:stCondLst>
                                  <p:childTnLst>
                                    <p:animEffect transition="out" filter="fade">
                                      <p:cBhvr>
                                        <p:cTn id="22" dur="500" tmFilter="0, 0; .2, .5; .8, .5; 1, 0"/>
                                        <p:tgtEl>
                                          <p:spTgt spid="31"/>
                                        </p:tgtEl>
                                      </p:cBhvr>
                                    </p:animEffect>
                                    <p:animScale>
                                      <p:cBhvr>
                                        <p:cTn id="23" dur="250" autoRev="1" fill="hold"/>
                                        <p:tgtEl>
                                          <p:spTgt spid="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FB37-4EAF-0C3A-7EFD-78C602142D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158776F-8B40-8101-E1DB-BE28D22CA585}"/>
              </a:ext>
            </a:extLst>
          </p:cNvPr>
          <p:cNvSpPr/>
          <p:nvPr/>
        </p:nvSpPr>
        <p:spPr>
          <a:xfrm>
            <a:off x="1108469" y="2634202"/>
            <a:ext cx="4947449" cy="2852201"/>
          </a:xfrm>
          <a:prstGeom prst="rect">
            <a:avLst/>
          </a:prstGeom>
          <a:solidFill>
            <a:schemeClr val="accent1">
              <a:lumMod val="75000"/>
              <a:alpha val="29000"/>
            </a:schemeClr>
          </a:solidFill>
          <a:ln>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317D918D-0568-0603-0785-31A4CFE4DFA1}"/>
              </a:ext>
            </a:extLst>
          </p:cNvPr>
          <p:cNvSpPr txBox="1"/>
          <p:nvPr/>
        </p:nvSpPr>
        <p:spPr>
          <a:xfrm>
            <a:off x="1017634" y="2108877"/>
            <a:ext cx="1845826" cy="369332"/>
          </a:xfrm>
          <a:prstGeom prst="rect">
            <a:avLst/>
          </a:prstGeom>
          <a:noFill/>
        </p:spPr>
        <p:txBody>
          <a:bodyPr wrap="none" rtlCol="0">
            <a:spAutoFit/>
          </a:bodyPr>
          <a:lstStyle/>
          <a:p>
            <a:r>
              <a:rPr lang="en-MX">
                <a:solidFill>
                  <a:schemeClr val="bg1"/>
                </a:solidFill>
              </a:rPr>
              <a:t>Traffic Controller</a:t>
            </a:r>
          </a:p>
        </p:txBody>
      </p:sp>
      <p:sp>
        <p:nvSpPr>
          <p:cNvPr id="6" name="Rectangle 5">
            <a:extLst>
              <a:ext uri="{FF2B5EF4-FFF2-40B4-BE49-F238E27FC236}">
                <a16:creationId xmlns:a16="http://schemas.microsoft.com/office/drawing/2014/main" id="{A0652A5B-8660-1CB2-1AE9-5FE91C95E084}"/>
              </a:ext>
            </a:extLst>
          </p:cNvPr>
          <p:cNvSpPr/>
          <p:nvPr/>
        </p:nvSpPr>
        <p:spPr>
          <a:xfrm>
            <a:off x="1556585" y="3333878"/>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 name="Rectangle 6">
            <a:extLst>
              <a:ext uri="{FF2B5EF4-FFF2-40B4-BE49-F238E27FC236}">
                <a16:creationId xmlns:a16="http://schemas.microsoft.com/office/drawing/2014/main" id="{761051C3-7235-939C-75D4-2A8623308C45}"/>
              </a:ext>
            </a:extLst>
          </p:cNvPr>
          <p:cNvSpPr/>
          <p:nvPr/>
        </p:nvSpPr>
        <p:spPr>
          <a:xfrm>
            <a:off x="4234182" y="3333878"/>
            <a:ext cx="1363526" cy="1452847"/>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E6FBFED8-99DC-C1BD-8CB3-C283B215A83B}"/>
              </a:ext>
            </a:extLst>
          </p:cNvPr>
          <p:cNvSpPr txBox="1"/>
          <p:nvPr/>
        </p:nvSpPr>
        <p:spPr>
          <a:xfrm>
            <a:off x="1597788" y="3891024"/>
            <a:ext cx="1281120" cy="338554"/>
          </a:xfrm>
          <a:prstGeom prst="rect">
            <a:avLst/>
          </a:prstGeom>
          <a:noFill/>
        </p:spPr>
        <p:txBody>
          <a:bodyPr wrap="none" rtlCol="0">
            <a:spAutoFit/>
          </a:bodyPr>
          <a:lstStyle/>
          <a:p>
            <a:r>
              <a:rPr lang="en-MX" sz="1600">
                <a:solidFill>
                  <a:schemeClr val="bg1"/>
                </a:solidFill>
              </a:rPr>
              <a:t>On-Demand</a:t>
            </a:r>
          </a:p>
        </p:txBody>
      </p:sp>
      <p:sp>
        <p:nvSpPr>
          <p:cNvPr id="9" name="TextBox 8">
            <a:extLst>
              <a:ext uri="{FF2B5EF4-FFF2-40B4-BE49-F238E27FC236}">
                <a16:creationId xmlns:a16="http://schemas.microsoft.com/office/drawing/2014/main" id="{B992AFFC-78B4-EC5B-7073-93F34B97FE52}"/>
              </a:ext>
            </a:extLst>
          </p:cNvPr>
          <p:cNvSpPr txBox="1"/>
          <p:nvPr/>
        </p:nvSpPr>
        <p:spPr>
          <a:xfrm>
            <a:off x="4556551" y="3891024"/>
            <a:ext cx="718787" cy="338554"/>
          </a:xfrm>
          <a:prstGeom prst="rect">
            <a:avLst/>
          </a:prstGeom>
          <a:noFill/>
        </p:spPr>
        <p:txBody>
          <a:bodyPr wrap="none" rtlCol="0">
            <a:spAutoFit/>
          </a:bodyPr>
          <a:lstStyle/>
          <a:p>
            <a:r>
              <a:rPr lang="en-MX" sz="1600">
                <a:solidFill>
                  <a:schemeClr val="bg1"/>
                </a:solidFill>
              </a:rPr>
              <a:t>Async</a:t>
            </a:r>
          </a:p>
        </p:txBody>
      </p:sp>
      <p:sp>
        <p:nvSpPr>
          <p:cNvPr id="3" name="TextBox 2">
            <a:extLst>
              <a:ext uri="{FF2B5EF4-FFF2-40B4-BE49-F238E27FC236}">
                <a16:creationId xmlns:a16="http://schemas.microsoft.com/office/drawing/2014/main" id="{84D28225-85DA-793A-1714-B96A8B554212}"/>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11" name="Straight Connector 10">
            <a:extLst>
              <a:ext uri="{FF2B5EF4-FFF2-40B4-BE49-F238E27FC236}">
                <a16:creationId xmlns:a16="http://schemas.microsoft.com/office/drawing/2014/main" id="{75007069-F9FC-632A-1465-5BB6B0316C98}"/>
              </a:ext>
            </a:extLst>
          </p:cNvPr>
          <p:cNvCxnSpPr>
            <a:cxnSpLocks/>
          </p:cNvCxnSpPr>
          <p:nvPr/>
        </p:nvCxnSpPr>
        <p:spPr>
          <a:xfrm>
            <a:off x="9646093" y="3576632"/>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6A07FC5-8D3C-5E44-7F2C-EDDF20FE2756}"/>
              </a:ext>
            </a:extLst>
          </p:cNvPr>
          <p:cNvCxnSpPr>
            <a:cxnSpLocks/>
          </p:cNvCxnSpPr>
          <p:nvPr/>
        </p:nvCxnSpPr>
        <p:spPr>
          <a:xfrm>
            <a:off x="8649714" y="3919832"/>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754C6BF-66BE-94BD-4CF6-E94BEFD2F891}"/>
              </a:ext>
            </a:extLst>
          </p:cNvPr>
          <p:cNvSpPr txBox="1"/>
          <p:nvPr/>
        </p:nvSpPr>
        <p:spPr>
          <a:xfrm>
            <a:off x="8746991" y="3582816"/>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16" name="Straight Connector 15">
            <a:extLst>
              <a:ext uri="{FF2B5EF4-FFF2-40B4-BE49-F238E27FC236}">
                <a16:creationId xmlns:a16="http://schemas.microsoft.com/office/drawing/2014/main" id="{6DCF85C0-051C-6BF6-923C-5FD54BE8E95C}"/>
              </a:ext>
            </a:extLst>
          </p:cNvPr>
          <p:cNvCxnSpPr>
            <a:cxnSpLocks/>
          </p:cNvCxnSpPr>
          <p:nvPr/>
        </p:nvCxnSpPr>
        <p:spPr>
          <a:xfrm>
            <a:off x="8649714" y="4289164"/>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06D928B-E367-A5DA-7C9F-16794D2AA70E}"/>
              </a:ext>
            </a:extLst>
          </p:cNvPr>
          <p:cNvSpPr txBox="1"/>
          <p:nvPr/>
        </p:nvSpPr>
        <p:spPr>
          <a:xfrm>
            <a:off x="8807722" y="393325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ser_1</a:t>
            </a:r>
          </a:p>
        </p:txBody>
      </p:sp>
      <p:cxnSp>
        <p:nvCxnSpPr>
          <p:cNvPr id="18" name="Straight Connector 17">
            <a:extLst>
              <a:ext uri="{FF2B5EF4-FFF2-40B4-BE49-F238E27FC236}">
                <a16:creationId xmlns:a16="http://schemas.microsoft.com/office/drawing/2014/main" id="{1BAC09A7-FE1B-796A-C98F-B55C537A51E1}"/>
              </a:ext>
            </a:extLst>
          </p:cNvPr>
          <p:cNvCxnSpPr>
            <a:cxnSpLocks/>
          </p:cNvCxnSpPr>
          <p:nvPr/>
        </p:nvCxnSpPr>
        <p:spPr>
          <a:xfrm>
            <a:off x="8649714" y="465849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2BC599C-51BD-A331-CDC3-64FEA18B4065}"/>
              </a:ext>
            </a:extLst>
          </p:cNvPr>
          <p:cNvSpPr txBox="1"/>
          <p:nvPr/>
        </p:nvSpPr>
        <p:spPr>
          <a:xfrm>
            <a:off x="8791075" y="431529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ser_2</a:t>
            </a:r>
          </a:p>
        </p:txBody>
      </p:sp>
      <p:cxnSp>
        <p:nvCxnSpPr>
          <p:cNvPr id="20" name="Straight Connector 19">
            <a:extLst>
              <a:ext uri="{FF2B5EF4-FFF2-40B4-BE49-F238E27FC236}">
                <a16:creationId xmlns:a16="http://schemas.microsoft.com/office/drawing/2014/main" id="{733B3F13-91CA-30B8-A908-69EB41F7F6E7}"/>
              </a:ext>
            </a:extLst>
          </p:cNvPr>
          <p:cNvCxnSpPr>
            <a:cxnSpLocks/>
          </p:cNvCxnSpPr>
          <p:nvPr/>
        </p:nvCxnSpPr>
        <p:spPr>
          <a:xfrm>
            <a:off x="8649714" y="502782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8DC8155-4948-0626-8D4B-7AC3536C6A64}"/>
              </a:ext>
            </a:extLst>
          </p:cNvPr>
          <p:cNvSpPr txBox="1"/>
          <p:nvPr/>
        </p:nvSpPr>
        <p:spPr>
          <a:xfrm>
            <a:off x="8791075" y="468462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24" name="Straight Connector 23">
            <a:extLst>
              <a:ext uri="{FF2B5EF4-FFF2-40B4-BE49-F238E27FC236}">
                <a16:creationId xmlns:a16="http://schemas.microsoft.com/office/drawing/2014/main" id="{95D39A3B-B16E-61DF-F3E0-52AB0911E5CB}"/>
              </a:ext>
            </a:extLst>
          </p:cNvPr>
          <p:cNvCxnSpPr>
            <a:cxnSpLocks/>
          </p:cNvCxnSpPr>
          <p:nvPr/>
        </p:nvCxnSpPr>
        <p:spPr>
          <a:xfrm>
            <a:off x="8649714" y="5357599"/>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D9785421-15C2-AEEC-E701-F540412207B9}"/>
              </a:ext>
            </a:extLst>
          </p:cNvPr>
          <p:cNvSpPr txBox="1"/>
          <p:nvPr/>
        </p:nvSpPr>
        <p:spPr>
          <a:xfrm>
            <a:off x="8791075" y="501439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27" name="TextBox 26">
            <a:extLst>
              <a:ext uri="{FF2B5EF4-FFF2-40B4-BE49-F238E27FC236}">
                <a16:creationId xmlns:a16="http://schemas.microsoft.com/office/drawing/2014/main" id="{27DB1EE1-A7CD-50AF-FDA2-EC9C4B90C7EB}"/>
              </a:ext>
            </a:extLst>
          </p:cNvPr>
          <p:cNvSpPr txBox="1"/>
          <p:nvPr/>
        </p:nvSpPr>
        <p:spPr>
          <a:xfrm>
            <a:off x="9668488" y="3590059"/>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28" name="TextBox 27">
            <a:extLst>
              <a:ext uri="{FF2B5EF4-FFF2-40B4-BE49-F238E27FC236}">
                <a16:creationId xmlns:a16="http://schemas.microsoft.com/office/drawing/2014/main" id="{C0802C2A-108E-3A49-F720-EC5C6A4E0FC7}"/>
              </a:ext>
            </a:extLst>
          </p:cNvPr>
          <p:cNvSpPr txBox="1"/>
          <p:nvPr/>
        </p:nvSpPr>
        <p:spPr>
          <a:xfrm>
            <a:off x="9713528" y="397310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15:00:00.000</a:t>
            </a:r>
            <a:endParaRPr lang="en-MX" sz="900">
              <a:solidFill>
                <a:schemeClr val="bg1"/>
              </a:solidFill>
              <a:latin typeface="0xProto Nerd Font" panose="02000009000000000000" pitchFamily="49" charset="0"/>
            </a:endParaRPr>
          </a:p>
        </p:txBody>
      </p:sp>
      <p:sp>
        <p:nvSpPr>
          <p:cNvPr id="29" name="TextBox 28">
            <a:extLst>
              <a:ext uri="{FF2B5EF4-FFF2-40B4-BE49-F238E27FC236}">
                <a16:creationId xmlns:a16="http://schemas.microsoft.com/office/drawing/2014/main" id="{CBF0C7B6-DD43-E95B-5A52-8E13AD177AFE}"/>
              </a:ext>
            </a:extLst>
          </p:cNvPr>
          <p:cNvSpPr txBox="1"/>
          <p:nvPr/>
        </p:nvSpPr>
        <p:spPr>
          <a:xfrm>
            <a:off x="9720586" y="4359339"/>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15:01:00.000</a:t>
            </a:r>
            <a:endParaRPr lang="en-MX" sz="900">
              <a:solidFill>
                <a:schemeClr val="bg1"/>
              </a:solidFill>
              <a:latin typeface="0xProto Nerd Font" panose="02000009000000000000" pitchFamily="49" charset="0"/>
            </a:endParaRPr>
          </a:p>
        </p:txBody>
      </p:sp>
      <p:sp>
        <p:nvSpPr>
          <p:cNvPr id="30" name="TextBox 29">
            <a:extLst>
              <a:ext uri="{FF2B5EF4-FFF2-40B4-BE49-F238E27FC236}">
                <a16:creationId xmlns:a16="http://schemas.microsoft.com/office/drawing/2014/main" id="{96ACAAFF-684E-D798-F20D-B2473C1F255E}"/>
              </a:ext>
            </a:extLst>
          </p:cNvPr>
          <p:cNvSpPr txBox="1"/>
          <p:nvPr/>
        </p:nvSpPr>
        <p:spPr>
          <a:xfrm>
            <a:off x="9720585" y="4733384"/>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31" name="TextBox 30">
            <a:extLst>
              <a:ext uri="{FF2B5EF4-FFF2-40B4-BE49-F238E27FC236}">
                <a16:creationId xmlns:a16="http://schemas.microsoft.com/office/drawing/2014/main" id="{EFD1729A-1A12-C5D2-0AD1-A0D5E4123933}"/>
              </a:ext>
            </a:extLst>
          </p:cNvPr>
          <p:cNvSpPr txBox="1"/>
          <p:nvPr/>
        </p:nvSpPr>
        <p:spPr>
          <a:xfrm>
            <a:off x="9720586" y="507828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grpSp>
        <p:nvGrpSpPr>
          <p:cNvPr id="33" name="Group 32">
            <a:extLst>
              <a:ext uri="{FF2B5EF4-FFF2-40B4-BE49-F238E27FC236}">
                <a16:creationId xmlns:a16="http://schemas.microsoft.com/office/drawing/2014/main" id="{6A980436-84E9-741C-EFAB-90DD79F03BF7}"/>
              </a:ext>
            </a:extLst>
          </p:cNvPr>
          <p:cNvGrpSpPr/>
          <p:nvPr/>
        </p:nvGrpSpPr>
        <p:grpSpPr>
          <a:xfrm>
            <a:off x="9478653" y="1595636"/>
            <a:ext cx="1212589" cy="1581921"/>
            <a:chOff x="9510641" y="943218"/>
            <a:chExt cx="1212589" cy="1581921"/>
          </a:xfrm>
        </p:grpSpPr>
        <p:pic>
          <p:nvPicPr>
            <p:cNvPr id="2" name="Picture 2" descr="Database - Free technology icons">
              <a:extLst>
                <a:ext uri="{FF2B5EF4-FFF2-40B4-BE49-F238E27FC236}">
                  <a16:creationId xmlns:a16="http://schemas.microsoft.com/office/drawing/2014/main" id="{639F6704-DC37-DC71-CF9C-F9D36E586B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9328FA0-CB2C-B68A-B76C-9627DA6C1C75}"/>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cxnSp>
        <p:nvCxnSpPr>
          <p:cNvPr id="35" name="Straight Arrow Connector 34">
            <a:extLst>
              <a:ext uri="{FF2B5EF4-FFF2-40B4-BE49-F238E27FC236}">
                <a16:creationId xmlns:a16="http://schemas.microsoft.com/office/drawing/2014/main" id="{589E6DBE-9033-1D5D-E5AB-861D7AF1E3FE}"/>
              </a:ext>
            </a:extLst>
          </p:cNvPr>
          <p:cNvCxnSpPr>
            <a:cxnSpLocks/>
          </p:cNvCxnSpPr>
          <p:nvPr/>
        </p:nvCxnSpPr>
        <p:spPr>
          <a:xfrm flipV="1">
            <a:off x="2167915" y="4899004"/>
            <a:ext cx="0" cy="1241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8424EBB-B1C9-8763-A274-DD9D5724532E}"/>
              </a:ext>
            </a:extLst>
          </p:cNvPr>
          <p:cNvSpPr txBox="1"/>
          <p:nvPr/>
        </p:nvSpPr>
        <p:spPr>
          <a:xfrm>
            <a:off x="1017606" y="6186079"/>
            <a:ext cx="2300631" cy="261610"/>
          </a:xfrm>
          <a:prstGeom prst="rect">
            <a:avLst/>
          </a:prstGeom>
          <a:noFill/>
        </p:spPr>
        <p:txBody>
          <a:bodyPr wrap="none" rtlCol="0">
            <a:spAutoFit/>
          </a:bodyPr>
          <a:lstStyle/>
          <a:p>
            <a:pPr algn="ctr"/>
            <a:r>
              <a:rPr lang="en-MX" sz="1100">
                <a:solidFill>
                  <a:schemeClr val="bg1"/>
                </a:solidFill>
                <a:latin typeface="0xProto Nerd Font" panose="02000009000000000000" pitchFamily="49" charset="0"/>
              </a:rPr>
              <a:t>on demand report request</a:t>
            </a:r>
          </a:p>
        </p:txBody>
      </p:sp>
      <p:cxnSp>
        <p:nvCxnSpPr>
          <p:cNvPr id="39" name="Straight Arrow Connector 38">
            <a:extLst>
              <a:ext uri="{FF2B5EF4-FFF2-40B4-BE49-F238E27FC236}">
                <a16:creationId xmlns:a16="http://schemas.microsoft.com/office/drawing/2014/main" id="{4C49D9BA-B4D1-A340-1A40-0A2891476BB8}"/>
              </a:ext>
            </a:extLst>
          </p:cNvPr>
          <p:cNvCxnSpPr>
            <a:cxnSpLocks/>
          </p:cNvCxnSpPr>
          <p:nvPr/>
        </p:nvCxnSpPr>
        <p:spPr>
          <a:xfrm>
            <a:off x="6153197" y="3933259"/>
            <a:ext cx="2358379" cy="1497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6EDBEEF-BAA3-A98D-FD34-E20A50517F57}"/>
              </a:ext>
            </a:extLst>
          </p:cNvPr>
          <p:cNvSpPr txBox="1"/>
          <p:nvPr/>
        </p:nvSpPr>
        <p:spPr>
          <a:xfrm>
            <a:off x="5991249" y="4103912"/>
            <a:ext cx="2565126" cy="200055"/>
          </a:xfrm>
          <a:prstGeom prst="rect">
            <a:avLst/>
          </a:prstGeom>
          <a:noFill/>
        </p:spPr>
        <p:txBody>
          <a:bodyPr wrap="square" rtlCol="0">
            <a:spAutoFit/>
          </a:bodyPr>
          <a:lstStyle/>
          <a:p>
            <a:pPr algn="ctr"/>
            <a:r>
              <a:rPr lang="en-MX" sz="700">
                <a:solidFill>
                  <a:schemeClr val="bg1"/>
                </a:solidFill>
                <a:latin typeface="0xProto Nerd Font" panose="02000009000000000000" pitchFamily="49" charset="0"/>
              </a:rPr>
              <a:t>check user[0] for “data freshness”</a:t>
            </a:r>
          </a:p>
        </p:txBody>
      </p:sp>
    </p:spTree>
    <p:extLst>
      <p:ext uri="{BB962C8B-B14F-4D97-AF65-F5344CB8AC3E}">
        <p14:creationId xmlns:p14="http://schemas.microsoft.com/office/powerpoint/2010/main" val="3800510048"/>
      </p:ext>
    </p:extLst>
  </p:cSld>
  <p:clrMapOvr>
    <a:masterClrMapping/>
  </p:clrMapOvr>
  <p:transition spd="slow">
    <p:push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799A6-B958-3253-7875-8CD7EE67608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7AC2BDB-C80B-E95E-0BD5-6139DC4884F1}"/>
              </a:ext>
            </a:extLst>
          </p:cNvPr>
          <p:cNvSpPr/>
          <p:nvPr/>
        </p:nvSpPr>
        <p:spPr>
          <a:xfrm>
            <a:off x="346349" y="1047042"/>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A8D17EE9-ACF3-4779-8C7D-7A9F39CC240C}"/>
              </a:ext>
            </a:extLst>
          </p:cNvPr>
          <p:cNvSpPr txBox="1"/>
          <p:nvPr/>
        </p:nvSpPr>
        <p:spPr>
          <a:xfrm>
            <a:off x="387552" y="1604188"/>
            <a:ext cx="1281120" cy="338554"/>
          </a:xfrm>
          <a:prstGeom prst="rect">
            <a:avLst/>
          </a:prstGeom>
          <a:noFill/>
        </p:spPr>
        <p:txBody>
          <a:bodyPr wrap="none" rtlCol="0">
            <a:spAutoFit/>
          </a:bodyPr>
          <a:lstStyle/>
          <a:p>
            <a:r>
              <a:rPr lang="en-MX" sz="1600">
                <a:solidFill>
                  <a:schemeClr val="bg1"/>
                </a:solidFill>
              </a:rPr>
              <a:t>On-Demand</a:t>
            </a:r>
          </a:p>
        </p:txBody>
      </p:sp>
      <p:sp>
        <p:nvSpPr>
          <p:cNvPr id="3" name="TextBox 2">
            <a:extLst>
              <a:ext uri="{FF2B5EF4-FFF2-40B4-BE49-F238E27FC236}">
                <a16:creationId xmlns:a16="http://schemas.microsoft.com/office/drawing/2014/main" id="{60981F90-6ED5-2892-1449-A7DE00B1DE2B}"/>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11" name="Straight Connector 10">
            <a:extLst>
              <a:ext uri="{FF2B5EF4-FFF2-40B4-BE49-F238E27FC236}">
                <a16:creationId xmlns:a16="http://schemas.microsoft.com/office/drawing/2014/main" id="{39106B9B-742D-62C4-53FF-0A2EE04A5E38}"/>
              </a:ext>
            </a:extLst>
          </p:cNvPr>
          <p:cNvCxnSpPr>
            <a:cxnSpLocks/>
          </p:cNvCxnSpPr>
          <p:nvPr/>
        </p:nvCxnSpPr>
        <p:spPr>
          <a:xfrm>
            <a:off x="9646093" y="3576632"/>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5CB224B-7CE6-5980-7BC8-6F50F90C3EAE}"/>
              </a:ext>
            </a:extLst>
          </p:cNvPr>
          <p:cNvCxnSpPr>
            <a:cxnSpLocks/>
          </p:cNvCxnSpPr>
          <p:nvPr/>
        </p:nvCxnSpPr>
        <p:spPr>
          <a:xfrm>
            <a:off x="8649714" y="3919832"/>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909AF97-D425-F190-CF5F-6182C8D0C35A}"/>
              </a:ext>
            </a:extLst>
          </p:cNvPr>
          <p:cNvSpPr txBox="1"/>
          <p:nvPr/>
        </p:nvSpPr>
        <p:spPr>
          <a:xfrm>
            <a:off x="8746991" y="3582816"/>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16" name="Straight Connector 15">
            <a:extLst>
              <a:ext uri="{FF2B5EF4-FFF2-40B4-BE49-F238E27FC236}">
                <a16:creationId xmlns:a16="http://schemas.microsoft.com/office/drawing/2014/main" id="{54C1FFF1-5F9C-9888-652D-FD66513B4B1B}"/>
              </a:ext>
            </a:extLst>
          </p:cNvPr>
          <p:cNvCxnSpPr>
            <a:cxnSpLocks/>
          </p:cNvCxnSpPr>
          <p:nvPr/>
        </p:nvCxnSpPr>
        <p:spPr>
          <a:xfrm>
            <a:off x="8649714" y="4289164"/>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C279331-F6DC-67EE-A826-4EE1BF05E9A7}"/>
              </a:ext>
            </a:extLst>
          </p:cNvPr>
          <p:cNvSpPr txBox="1"/>
          <p:nvPr/>
        </p:nvSpPr>
        <p:spPr>
          <a:xfrm>
            <a:off x="8807722" y="393325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ser_1</a:t>
            </a:r>
          </a:p>
        </p:txBody>
      </p:sp>
      <p:cxnSp>
        <p:nvCxnSpPr>
          <p:cNvPr id="18" name="Straight Connector 17">
            <a:extLst>
              <a:ext uri="{FF2B5EF4-FFF2-40B4-BE49-F238E27FC236}">
                <a16:creationId xmlns:a16="http://schemas.microsoft.com/office/drawing/2014/main" id="{61F9DB3B-63FA-DC86-9F69-055A76AB99DF}"/>
              </a:ext>
            </a:extLst>
          </p:cNvPr>
          <p:cNvCxnSpPr>
            <a:cxnSpLocks/>
          </p:cNvCxnSpPr>
          <p:nvPr/>
        </p:nvCxnSpPr>
        <p:spPr>
          <a:xfrm>
            <a:off x="8649714" y="465849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069B597C-93DC-48B2-9725-9489A11FC24C}"/>
              </a:ext>
            </a:extLst>
          </p:cNvPr>
          <p:cNvSpPr txBox="1"/>
          <p:nvPr/>
        </p:nvSpPr>
        <p:spPr>
          <a:xfrm>
            <a:off x="8791075" y="431529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ser_2</a:t>
            </a:r>
          </a:p>
        </p:txBody>
      </p:sp>
      <p:cxnSp>
        <p:nvCxnSpPr>
          <p:cNvPr id="20" name="Straight Connector 19">
            <a:extLst>
              <a:ext uri="{FF2B5EF4-FFF2-40B4-BE49-F238E27FC236}">
                <a16:creationId xmlns:a16="http://schemas.microsoft.com/office/drawing/2014/main" id="{8E332502-E6AD-3289-7077-F2A7B363C529}"/>
              </a:ext>
            </a:extLst>
          </p:cNvPr>
          <p:cNvCxnSpPr>
            <a:cxnSpLocks/>
          </p:cNvCxnSpPr>
          <p:nvPr/>
        </p:nvCxnSpPr>
        <p:spPr>
          <a:xfrm>
            <a:off x="8649714" y="502782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A9872D9-B666-46C5-C2AA-67132F197D15}"/>
              </a:ext>
            </a:extLst>
          </p:cNvPr>
          <p:cNvSpPr txBox="1"/>
          <p:nvPr/>
        </p:nvSpPr>
        <p:spPr>
          <a:xfrm>
            <a:off x="8791075" y="468462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24" name="Straight Connector 23">
            <a:extLst>
              <a:ext uri="{FF2B5EF4-FFF2-40B4-BE49-F238E27FC236}">
                <a16:creationId xmlns:a16="http://schemas.microsoft.com/office/drawing/2014/main" id="{A90A638F-3F21-C8DF-A13A-1EBEE0030E76}"/>
              </a:ext>
            </a:extLst>
          </p:cNvPr>
          <p:cNvCxnSpPr>
            <a:cxnSpLocks/>
          </p:cNvCxnSpPr>
          <p:nvPr/>
        </p:nvCxnSpPr>
        <p:spPr>
          <a:xfrm>
            <a:off x="8649714" y="5357599"/>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3D93416-0AB6-8391-BC06-F7415AC434AC}"/>
              </a:ext>
            </a:extLst>
          </p:cNvPr>
          <p:cNvSpPr txBox="1"/>
          <p:nvPr/>
        </p:nvSpPr>
        <p:spPr>
          <a:xfrm>
            <a:off x="8791075" y="501439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27" name="TextBox 26">
            <a:extLst>
              <a:ext uri="{FF2B5EF4-FFF2-40B4-BE49-F238E27FC236}">
                <a16:creationId xmlns:a16="http://schemas.microsoft.com/office/drawing/2014/main" id="{D4F72E5C-091A-D939-7C25-E35D52E4CCDE}"/>
              </a:ext>
            </a:extLst>
          </p:cNvPr>
          <p:cNvSpPr txBox="1"/>
          <p:nvPr/>
        </p:nvSpPr>
        <p:spPr>
          <a:xfrm>
            <a:off x="9668488" y="3590059"/>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28" name="TextBox 27">
            <a:extLst>
              <a:ext uri="{FF2B5EF4-FFF2-40B4-BE49-F238E27FC236}">
                <a16:creationId xmlns:a16="http://schemas.microsoft.com/office/drawing/2014/main" id="{1E4F1291-171B-84A4-3E84-63366BFB0487}"/>
              </a:ext>
            </a:extLst>
          </p:cNvPr>
          <p:cNvSpPr txBox="1"/>
          <p:nvPr/>
        </p:nvSpPr>
        <p:spPr>
          <a:xfrm>
            <a:off x="9713528" y="397310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15:00:00.000</a:t>
            </a:r>
            <a:endParaRPr lang="en-MX" sz="900">
              <a:solidFill>
                <a:schemeClr val="bg1"/>
              </a:solidFill>
              <a:latin typeface="0xProto Nerd Font" panose="02000009000000000000" pitchFamily="49" charset="0"/>
            </a:endParaRPr>
          </a:p>
        </p:txBody>
      </p:sp>
      <p:sp>
        <p:nvSpPr>
          <p:cNvPr id="29" name="TextBox 28">
            <a:extLst>
              <a:ext uri="{FF2B5EF4-FFF2-40B4-BE49-F238E27FC236}">
                <a16:creationId xmlns:a16="http://schemas.microsoft.com/office/drawing/2014/main" id="{C1D90F37-7466-593C-51F0-A19D07D436B3}"/>
              </a:ext>
            </a:extLst>
          </p:cNvPr>
          <p:cNvSpPr txBox="1"/>
          <p:nvPr/>
        </p:nvSpPr>
        <p:spPr>
          <a:xfrm>
            <a:off x="9720586" y="4359339"/>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15:01:00.000</a:t>
            </a:r>
            <a:endParaRPr lang="en-MX" sz="900">
              <a:solidFill>
                <a:schemeClr val="bg1"/>
              </a:solidFill>
              <a:latin typeface="0xProto Nerd Font" panose="02000009000000000000" pitchFamily="49" charset="0"/>
            </a:endParaRPr>
          </a:p>
        </p:txBody>
      </p:sp>
      <p:sp>
        <p:nvSpPr>
          <p:cNvPr id="30" name="TextBox 29">
            <a:extLst>
              <a:ext uri="{FF2B5EF4-FFF2-40B4-BE49-F238E27FC236}">
                <a16:creationId xmlns:a16="http://schemas.microsoft.com/office/drawing/2014/main" id="{61D583B9-DFDD-690E-616A-56353546B857}"/>
              </a:ext>
            </a:extLst>
          </p:cNvPr>
          <p:cNvSpPr txBox="1"/>
          <p:nvPr/>
        </p:nvSpPr>
        <p:spPr>
          <a:xfrm>
            <a:off x="9720585" y="4733384"/>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31" name="TextBox 30">
            <a:extLst>
              <a:ext uri="{FF2B5EF4-FFF2-40B4-BE49-F238E27FC236}">
                <a16:creationId xmlns:a16="http://schemas.microsoft.com/office/drawing/2014/main" id="{F21D203F-8A2A-1AD5-309A-893F546F04C2}"/>
              </a:ext>
            </a:extLst>
          </p:cNvPr>
          <p:cNvSpPr txBox="1"/>
          <p:nvPr/>
        </p:nvSpPr>
        <p:spPr>
          <a:xfrm>
            <a:off x="9720586" y="507828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grpSp>
        <p:nvGrpSpPr>
          <p:cNvPr id="33" name="Group 32">
            <a:extLst>
              <a:ext uri="{FF2B5EF4-FFF2-40B4-BE49-F238E27FC236}">
                <a16:creationId xmlns:a16="http://schemas.microsoft.com/office/drawing/2014/main" id="{00A08DC4-9C95-5488-3EC4-798FDD9F32DC}"/>
              </a:ext>
            </a:extLst>
          </p:cNvPr>
          <p:cNvGrpSpPr/>
          <p:nvPr/>
        </p:nvGrpSpPr>
        <p:grpSpPr>
          <a:xfrm>
            <a:off x="9478653" y="1595636"/>
            <a:ext cx="1212589" cy="1581921"/>
            <a:chOff x="9510641" y="943218"/>
            <a:chExt cx="1212589" cy="1581921"/>
          </a:xfrm>
        </p:grpSpPr>
        <p:pic>
          <p:nvPicPr>
            <p:cNvPr id="2" name="Picture 2" descr="Database - Free technology icons">
              <a:extLst>
                <a:ext uri="{FF2B5EF4-FFF2-40B4-BE49-F238E27FC236}">
                  <a16:creationId xmlns:a16="http://schemas.microsoft.com/office/drawing/2014/main" id="{418371D9-2392-1EB8-3A2C-81B995ABC28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D84475-2B45-25EF-29F4-859565520941}"/>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sp>
        <p:nvSpPr>
          <p:cNvPr id="13" name="Oval 12">
            <a:extLst>
              <a:ext uri="{FF2B5EF4-FFF2-40B4-BE49-F238E27FC236}">
                <a16:creationId xmlns:a16="http://schemas.microsoft.com/office/drawing/2014/main" id="{844AB9BE-6A43-722D-413E-47BF0D5E401E}"/>
              </a:ext>
            </a:extLst>
          </p:cNvPr>
          <p:cNvSpPr/>
          <p:nvPr/>
        </p:nvSpPr>
        <p:spPr>
          <a:xfrm>
            <a:off x="4706468" y="600553"/>
            <a:ext cx="995083" cy="995083"/>
          </a:xfrm>
          <a:prstGeom prst="ellipse">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a:t>
            </a:r>
          </a:p>
        </p:txBody>
      </p:sp>
      <p:sp>
        <p:nvSpPr>
          <p:cNvPr id="14" name="Rectangle 13">
            <a:extLst>
              <a:ext uri="{FF2B5EF4-FFF2-40B4-BE49-F238E27FC236}">
                <a16:creationId xmlns:a16="http://schemas.microsoft.com/office/drawing/2014/main" id="{95A5EFF6-394D-39F6-BA7B-17E9B956799B}"/>
              </a:ext>
            </a:extLst>
          </p:cNvPr>
          <p:cNvSpPr/>
          <p:nvPr/>
        </p:nvSpPr>
        <p:spPr>
          <a:xfrm>
            <a:off x="4494482" y="2131613"/>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user</a:t>
            </a:r>
          </a:p>
        </p:txBody>
      </p:sp>
      <p:sp>
        <p:nvSpPr>
          <p:cNvPr id="22" name="Decision 21">
            <a:extLst>
              <a:ext uri="{FF2B5EF4-FFF2-40B4-BE49-F238E27FC236}">
                <a16:creationId xmlns:a16="http://schemas.microsoft.com/office/drawing/2014/main" id="{3C8C74FC-DEC0-7EC4-5653-F43B9A1346C0}"/>
              </a:ext>
            </a:extLst>
          </p:cNvPr>
          <p:cNvSpPr/>
          <p:nvPr/>
        </p:nvSpPr>
        <p:spPr>
          <a:xfrm>
            <a:off x="4453590" y="3218818"/>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23" name="Rectangle 22">
            <a:extLst>
              <a:ext uri="{FF2B5EF4-FFF2-40B4-BE49-F238E27FC236}">
                <a16:creationId xmlns:a16="http://schemas.microsoft.com/office/drawing/2014/main" id="{2319A938-9FB9-72A3-FFE1-3ED1E5BBAD5A}"/>
              </a:ext>
            </a:extLst>
          </p:cNvPr>
          <p:cNvSpPr/>
          <p:nvPr/>
        </p:nvSpPr>
        <p:spPr>
          <a:xfrm>
            <a:off x="4494482" y="4839125"/>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create a correlation id</a:t>
            </a:r>
          </a:p>
        </p:txBody>
      </p:sp>
      <p:sp>
        <p:nvSpPr>
          <p:cNvPr id="26" name="Rectangle 25">
            <a:extLst>
              <a:ext uri="{FF2B5EF4-FFF2-40B4-BE49-F238E27FC236}">
                <a16:creationId xmlns:a16="http://schemas.microsoft.com/office/drawing/2014/main" id="{12B71DA2-B4F6-53D5-61B9-F72C854F9A0D}"/>
              </a:ext>
            </a:extLst>
          </p:cNvPr>
          <p:cNvSpPr/>
          <p:nvPr/>
        </p:nvSpPr>
        <p:spPr>
          <a:xfrm>
            <a:off x="2070484" y="5852533"/>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no fresh data and correlation id</a:t>
            </a:r>
          </a:p>
        </p:txBody>
      </p:sp>
      <p:sp>
        <p:nvSpPr>
          <p:cNvPr id="32" name="Rectangle 31">
            <a:extLst>
              <a:ext uri="{FF2B5EF4-FFF2-40B4-BE49-F238E27FC236}">
                <a16:creationId xmlns:a16="http://schemas.microsoft.com/office/drawing/2014/main" id="{47573E96-C027-D805-4E22-8D539402FD81}"/>
              </a:ext>
            </a:extLst>
          </p:cNvPr>
          <p:cNvSpPr/>
          <p:nvPr/>
        </p:nvSpPr>
        <p:spPr>
          <a:xfrm>
            <a:off x="2070484" y="3456138"/>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data is fresh</a:t>
            </a:r>
          </a:p>
        </p:txBody>
      </p:sp>
      <p:cxnSp>
        <p:nvCxnSpPr>
          <p:cNvPr id="36" name="Straight Arrow Connector 35">
            <a:extLst>
              <a:ext uri="{FF2B5EF4-FFF2-40B4-BE49-F238E27FC236}">
                <a16:creationId xmlns:a16="http://schemas.microsoft.com/office/drawing/2014/main" id="{B582A522-3E09-B7AF-ABD3-50E2AA44AE81}"/>
              </a:ext>
            </a:extLst>
          </p:cNvPr>
          <p:cNvCxnSpPr>
            <a:cxnSpLocks/>
          </p:cNvCxnSpPr>
          <p:nvPr/>
        </p:nvCxnSpPr>
        <p:spPr>
          <a:xfrm>
            <a:off x="5204009" y="1667952"/>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75FA1C65-F85D-87C6-EF24-37540BAB0F2D}"/>
              </a:ext>
            </a:extLst>
          </p:cNvPr>
          <p:cNvCxnSpPr>
            <a:cxnSpLocks/>
          </p:cNvCxnSpPr>
          <p:nvPr/>
        </p:nvCxnSpPr>
        <p:spPr>
          <a:xfrm>
            <a:off x="5204009" y="2736633"/>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17D83E5-D29F-AEA5-E3C0-2486DE003316}"/>
              </a:ext>
            </a:extLst>
          </p:cNvPr>
          <p:cNvCxnSpPr>
            <a:cxnSpLocks/>
          </p:cNvCxnSpPr>
          <p:nvPr/>
        </p:nvCxnSpPr>
        <p:spPr>
          <a:xfrm>
            <a:off x="5204009" y="4356940"/>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0CDE3FE-FD39-5C04-6903-DCE8D2384403}"/>
              </a:ext>
            </a:extLst>
          </p:cNvPr>
          <p:cNvCxnSpPr>
            <a:cxnSpLocks/>
          </p:cNvCxnSpPr>
          <p:nvPr/>
        </p:nvCxnSpPr>
        <p:spPr>
          <a:xfrm>
            <a:off x="5204009" y="5444145"/>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64FD56E-3294-31F4-7734-F2989E9877A9}"/>
              </a:ext>
            </a:extLst>
          </p:cNvPr>
          <p:cNvCxnSpPr>
            <a:cxnSpLocks/>
          </p:cNvCxnSpPr>
          <p:nvPr/>
        </p:nvCxnSpPr>
        <p:spPr>
          <a:xfrm flipH="1">
            <a:off x="3863785" y="3715322"/>
            <a:ext cx="4191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7BF5899F-78EE-EE77-0009-55AE07080FEA}"/>
              </a:ext>
            </a:extLst>
          </p:cNvPr>
          <p:cNvSpPr/>
          <p:nvPr/>
        </p:nvSpPr>
        <p:spPr>
          <a:xfrm>
            <a:off x="4494486" y="5926329"/>
            <a:ext cx="1419046" cy="472456"/>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send message to the queue</a:t>
            </a:r>
          </a:p>
        </p:txBody>
      </p:sp>
      <p:cxnSp>
        <p:nvCxnSpPr>
          <p:cNvPr id="46" name="Straight Arrow Connector 45">
            <a:extLst>
              <a:ext uri="{FF2B5EF4-FFF2-40B4-BE49-F238E27FC236}">
                <a16:creationId xmlns:a16="http://schemas.microsoft.com/office/drawing/2014/main" id="{584B5C53-C25F-DACB-6F91-A29AE94F8DA8}"/>
              </a:ext>
            </a:extLst>
          </p:cNvPr>
          <p:cNvCxnSpPr>
            <a:cxnSpLocks/>
          </p:cNvCxnSpPr>
          <p:nvPr/>
        </p:nvCxnSpPr>
        <p:spPr>
          <a:xfrm flipH="1">
            <a:off x="3863785" y="6173170"/>
            <a:ext cx="41910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6281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3"/>
                                        </p:tgtEl>
                                      </p:cBhvr>
                                    </p:animEffect>
                                    <p:animScale>
                                      <p:cBhvr>
                                        <p:cTn id="7" dur="250" autoRev="1" fill="hold"/>
                                        <p:tgtEl>
                                          <p:spTgt spid="13"/>
                                        </p:tgtEl>
                                      </p:cBhvr>
                                      <p:by x="105000" y="105000"/>
                                    </p:animScale>
                                  </p:childTnLst>
                                </p:cTn>
                              </p:par>
                            </p:childTnLst>
                          </p:cTn>
                        </p:par>
                        <p:par>
                          <p:cTn id="8" fill="hold">
                            <p:stCondLst>
                              <p:cond delay="500"/>
                            </p:stCondLst>
                            <p:childTnLst>
                              <p:par>
                                <p:cTn id="9" presetID="26" presetClass="emph" presetSubtype="0" fill="hold" grpId="0" nodeType="afterEffect">
                                  <p:stCondLst>
                                    <p:cond delay="0"/>
                                  </p:stCondLst>
                                  <p:childTnLst>
                                    <p:animEffect transition="out" filter="fade">
                                      <p:cBhvr>
                                        <p:cTn id="10" dur="500" tmFilter="0, 0; .2, .5; .8, .5; 1, 0"/>
                                        <p:tgtEl>
                                          <p:spTgt spid="14"/>
                                        </p:tgtEl>
                                      </p:cBhvr>
                                    </p:animEffect>
                                    <p:animScale>
                                      <p:cBhvr>
                                        <p:cTn id="11" dur="250" autoRev="1" fill="hold"/>
                                        <p:tgtEl>
                                          <p:spTgt spid="14"/>
                                        </p:tgtEl>
                                      </p:cBhvr>
                                      <p:by x="105000" y="105000"/>
                                    </p:animScale>
                                  </p:childTnLst>
                                </p:cTn>
                              </p:par>
                            </p:childTnLst>
                          </p:cTn>
                        </p:par>
                        <p:par>
                          <p:cTn id="12" fill="hold">
                            <p:stCondLst>
                              <p:cond delay="1000"/>
                            </p:stCondLst>
                            <p:childTnLst>
                              <p:par>
                                <p:cTn id="13" presetID="26" presetClass="emph" presetSubtype="0" fill="hold" grpId="0" nodeType="afterEffect">
                                  <p:stCondLst>
                                    <p:cond delay="0"/>
                                  </p:stCondLst>
                                  <p:childTnLst>
                                    <p:animEffect transition="out" filter="fade">
                                      <p:cBhvr>
                                        <p:cTn id="14" dur="500" tmFilter="0, 0; .2, .5; .8, .5; 1, 0"/>
                                        <p:tgtEl>
                                          <p:spTgt spid="22"/>
                                        </p:tgtEl>
                                      </p:cBhvr>
                                    </p:animEffect>
                                    <p:animScale>
                                      <p:cBhvr>
                                        <p:cTn id="15" dur="250" autoRev="1" fill="hold"/>
                                        <p:tgtEl>
                                          <p:spTgt spid="22"/>
                                        </p:tgtEl>
                                      </p:cBhvr>
                                      <p:by x="105000" y="105000"/>
                                    </p:animScale>
                                  </p:childTnLst>
                                </p:cTn>
                              </p:par>
                            </p:childTnLst>
                          </p:cTn>
                        </p:par>
                        <p:par>
                          <p:cTn id="16" fill="hold">
                            <p:stCondLst>
                              <p:cond delay="1500"/>
                            </p:stCondLst>
                            <p:childTnLst>
                              <p:par>
                                <p:cTn id="17" presetID="26" presetClass="emph" presetSubtype="0" fill="hold" grpId="0" nodeType="afterEffect">
                                  <p:stCondLst>
                                    <p:cond delay="0"/>
                                  </p:stCondLst>
                                  <p:childTnLst>
                                    <p:animEffect transition="out" filter="fade">
                                      <p:cBhvr>
                                        <p:cTn id="18" dur="500" tmFilter="0, 0; .2, .5; .8, .5; 1, 0"/>
                                        <p:tgtEl>
                                          <p:spTgt spid="23"/>
                                        </p:tgtEl>
                                      </p:cBhvr>
                                    </p:animEffect>
                                    <p:animScale>
                                      <p:cBhvr>
                                        <p:cTn id="19" dur="250" autoRev="1" fill="hold"/>
                                        <p:tgtEl>
                                          <p:spTgt spid="23"/>
                                        </p:tgtEl>
                                      </p:cBhvr>
                                      <p:by x="105000" y="105000"/>
                                    </p:animScale>
                                  </p:childTnLst>
                                </p:cTn>
                              </p:par>
                            </p:childTnLst>
                          </p:cTn>
                        </p:par>
                        <p:par>
                          <p:cTn id="20" fill="hold">
                            <p:stCondLst>
                              <p:cond delay="2000"/>
                            </p:stCondLst>
                            <p:childTnLst>
                              <p:par>
                                <p:cTn id="21" presetID="26" presetClass="emph" presetSubtype="0" fill="hold" grpId="0" nodeType="afterEffect">
                                  <p:stCondLst>
                                    <p:cond delay="0"/>
                                  </p:stCondLst>
                                  <p:childTnLst>
                                    <p:animEffect transition="out" filter="fade">
                                      <p:cBhvr>
                                        <p:cTn id="22" dur="500" tmFilter="0, 0; .2, .5; .8, .5; 1, 0"/>
                                        <p:tgtEl>
                                          <p:spTgt spid="45"/>
                                        </p:tgtEl>
                                      </p:cBhvr>
                                    </p:animEffect>
                                    <p:animScale>
                                      <p:cBhvr>
                                        <p:cTn id="23" dur="250" autoRev="1" fill="hold"/>
                                        <p:tgtEl>
                                          <p:spTgt spid="45"/>
                                        </p:tgtEl>
                                      </p:cBhvr>
                                      <p:by x="105000" y="105000"/>
                                    </p:animScale>
                                  </p:childTnLst>
                                </p:cTn>
                              </p:par>
                            </p:childTnLst>
                          </p:cTn>
                        </p:par>
                        <p:par>
                          <p:cTn id="24" fill="hold">
                            <p:stCondLst>
                              <p:cond delay="2500"/>
                            </p:stCondLst>
                            <p:childTnLst>
                              <p:par>
                                <p:cTn id="25" presetID="26" presetClass="emph" presetSubtype="0" fill="hold" grpId="0" nodeType="afterEffect">
                                  <p:stCondLst>
                                    <p:cond delay="0"/>
                                  </p:stCondLst>
                                  <p:childTnLst>
                                    <p:animEffect transition="out" filter="fade">
                                      <p:cBhvr>
                                        <p:cTn id="26" dur="500" tmFilter="0, 0; .2, .5; .8, .5; 1, 0"/>
                                        <p:tgtEl>
                                          <p:spTgt spid="26"/>
                                        </p:tgtEl>
                                      </p:cBhvr>
                                    </p:animEffect>
                                    <p:animScale>
                                      <p:cBhvr>
                                        <p:cTn id="27" dur="250" autoRev="1" fill="hold"/>
                                        <p:tgtEl>
                                          <p:spTgt spid="26"/>
                                        </p:tgtEl>
                                      </p:cBhvr>
                                      <p:by x="105000" y="105000"/>
                                    </p:animScale>
                                  </p:childTnLst>
                                </p:cTn>
                              </p:par>
                            </p:childTnLst>
                          </p:cTn>
                        </p:par>
                        <p:par>
                          <p:cTn id="28" fill="hold">
                            <p:stCondLst>
                              <p:cond delay="3000"/>
                            </p:stCondLst>
                            <p:childTnLst>
                              <p:par>
                                <p:cTn id="29" presetID="26" presetClass="emph" presetSubtype="0" fill="hold" grpId="1" nodeType="afterEffect">
                                  <p:stCondLst>
                                    <p:cond delay="0"/>
                                  </p:stCondLst>
                                  <p:childTnLst>
                                    <p:animEffect transition="out" filter="fade">
                                      <p:cBhvr>
                                        <p:cTn id="30" dur="500" tmFilter="0, 0; .2, .5; .8, .5; 1, 0"/>
                                        <p:tgtEl>
                                          <p:spTgt spid="13"/>
                                        </p:tgtEl>
                                      </p:cBhvr>
                                    </p:animEffect>
                                    <p:animScale>
                                      <p:cBhvr>
                                        <p:cTn id="31" dur="250" autoRev="1" fill="hold"/>
                                        <p:tgtEl>
                                          <p:spTgt spid="13"/>
                                        </p:tgtEl>
                                      </p:cBhvr>
                                      <p:by x="105000" y="105000"/>
                                    </p:animScale>
                                  </p:childTnLst>
                                </p:cTn>
                              </p:par>
                            </p:childTnLst>
                          </p:cTn>
                        </p:par>
                        <p:par>
                          <p:cTn id="32" fill="hold">
                            <p:stCondLst>
                              <p:cond delay="3500"/>
                            </p:stCondLst>
                            <p:childTnLst>
                              <p:par>
                                <p:cTn id="33" presetID="26" presetClass="emph" presetSubtype="0" fill="hold" grpId="1" nodeType="afterEffect">
                                  <p:stCondLst>
                                    <p:cond delay="0"/>
                                  </p:stCondLst>
                                  <p:childTnLst>
                                    <p:animEffect transition="out" filter="fade">
                                      <p:cBhvr>
                                        <p:cTn id="34" dur="500" tmFilter="0, 0; .2, .5; .8, .5; 1, 0"/>
                                        <p:tgtEl>
                                          <p:spTgt spid="14"/>
                                        </p:tgtEl>
                                      </p:cBhvr>
                                    </p:animEffect>
                                    <p:animScale>
                                      <p:cBhvr>
                                        <p:cTn id="35" dur="250" autoRev="1" fill="hold"/>
                                        <p:tgtEl>
                                          <p:spTgt spid="14"/>
                                        </p:tgtEl>
                                      </p:cBhvr>
                                      <p:by x="105000" y="105000"/>
                                    </p:animScale>
                                  </p:childTnLst>
                                </p:cTn>
                              </p:par>
                            </p:childTnLst>
                          </p:cTn>
                        </p:par>
                        <p:par>
                          <p:cTn id="36" fill="hold">
                            <p:stCondLst>
                              <p:cond delay="4000"/>
                            </p:stCondLst>
                            <p:childTnLst>
                              <p:par>
                                <p:cTn id="37" presetID="26" presetClass="emph" presetSubtype="0" fill="hold" grpId="1" nodeType="afterEffect">
                                  <p:stCondLst>
                                    <p:cond delay="0"/>
                                  </p:stCondLst>
                                  <p:childTnLst>
                                    <p:animEffect transition="out" filter="fade">
                                      <p:cBhvr>
                                        <p:cTn id="38" dur="500" tmFilter="0, 0; .2, .5; .8, .5; 1, 0"/>
                                        <p:tgtEl>
                                          <p:spTgt spid="22"/>
                                        </p:tgtEl>
                                      </p:cBhvr>
                                    </p:animEffect>
                                    <p:animScale>
                                      <p:cBhvr>
                                        <p:cTn id="39" dur="250" autoRev="1" fill="hold"/>
                                        <p:tgtEl>
                                          <p:spTgt spid="22"/>
                                        </p:tgtEl>
                                      </p:cBhvr>
                                      <p:by x="105000" y="105000"/>
                                    </p:animScale>
                                  </p:childTnLst>
                                </p:cTn>
                              </p:par>
                            </p:childTnLst>
                          </p:cTn>
                        </p:par>
                        <p:par>
                          <p:cTn id="40" fill="hold">
                            <p:stCondLst>
                              <p:cond delay="4500"/>
                            </p:stCondLst>
                            <p:childTnLst>
                              <p:par>
                                <p:cTn id="41" presetID="26" presetClass="emph" presetSubtype="0" fill="hold" grpId="0" nodeType="afterEffect">
                                  <p:stCondLst>
                                    <p:cond delay="0"/>
                                  </p:stCondLst>
                                  <p:childTnLst>
                                    <p:animEffect transition="out" filter="fade">
                                      <p:cBhvr>
                                        <p:cTn id="42" dur="500" tmFilter="0, 0; .2, .5; .8, .5; 1, 0"/>
                                        <p:tgtEl>
                                          <p:spTgt spid="32"/>
                                        </p:tgtEl>
                                      </p:cBhvr>
                                    </p:animEffect>
                                    <p:animScale>
                                      <p:cBhvr>
                                        <p:cTn id="43" dur="250" autoRev="1" fill="hold"/>
                                        <p:tgtEl>
                                          <p:spTgt spid="3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22" grpId="0" animBg="1"/>
      <p:bldP spid="22" grpId="1" animBg="1"/>
      <p:bldP spid="23" grpId="0" animBg="1"/>
      <p:bldP spid="26" grpId="0" animBg="1"/>
      <p:bldP spid="32" grpId="0" animBg="1"/>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C11B7-2E10-44A9-D1CD-C569716DF15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3A112A-5892-98D1-AA13-A74EF4472839}"/>
              </a:ext>
            </a:extLst>
          </p:cNvPr>
          <p:cNvSpPr/>
          <p:nvPr/>
        </p:nvSpPr>
        <p:spPr>
          <a:xfrm>
            <a:off x="1108469" y="2634202"/>
            <a:ext cx="4947449" cy="2852201"/>
          </a:xfrm>
          <a:prstGeom prst="rect">
            <a:avLst/>
          </a:prstGeom>
          <a:solidFill>
            <a:schemeClr val="accent1">
              <a:lumMod val="75000"/>
              <a:alpha val="29000"/>
            </a:schemeClr>
          </a:solidFill>
          <a:ln>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1569239E-ABCD-0DE9-6D5A-89237661258B}"/>
              </a:ext>
            </a:extLst>
          </p:cNvPr>
          <p:cNvSpPr txBox="1"/>
          <p:nvPr/>
        </p:nvSpPr>
        <p:spPr>
          <a:xfrm>
            <a:off x="1017634" y="2108877"/>
            <a:ext cx="1845826" cy="369332"/>
          </a:xfrm>
          <a:prstGeom prst="rect">
            <a:avLst/>
          </a:prstGeom>
          <a:noFill/>
        </p:spPr>
        <p:txBody>
          <a:bodyPr wrap="none" rtlCol="0">
            <a:spAutoFit/>
          </a:bodyPr>
          <a:lstStyle/>
          <a:p>
            <a:r>
              <a:rPr lang="en-MX">
                <a:solidFill>
                  <a:schemeClr val="bg1"/>
                </a:solidFill>
              </a:rPr>
              <a:t>Traffic Controller</a:t>
            </a:r>
          </a:p>
        </p:txBody>
      </p:sp>
      <p:sp>
        <p:nvSpPr>
          <p:cNvPr id="6" name="Rectangle 5">
            <a:extLst>
              <a:ext uri="{FF2B5EF4-FFF2-40B4-BE49-F238E27FC236}">
                <a16:creationId xmlns:a16="http://schemas.microsoft.com/office/drawing/2014/main" id="{4FFE9643-7E1A-C196-5DD8-62FB1BCB989E}"/>
              </a:ext>
            </a:extLst>
          </p:cNvPr>
          <p:cNvSpPr/>
          <p:nvPr/>
        </p:nvSpPr>
        <p:spPr>
          <a:xfrm>
            <a:off x="1556585" y="3333878"/>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 name="Rectangle 6">
            <a:extLst>
              <a:ext uri="{FF2B5EF4-FFF2-40B4-BE49-F238E27FC236}">
                <a16:creationId xmlns:a16="http://schemas.microsoft.com/office/drawing/2014/main" id="{AF73CD7C-958D-27B7-4782-F8BEA6727D53}"/>
              </a:ext>
            </a:extLst>
          </p:cNvPr>
          <p:cNvSpPr/>
          <p:nvPr/>
        </p:nvSpPr>
        <p:spPr>
          <a:xfrm>
            <a:off x="4234182" y="3333878"/>
            <a:ext cx="1363526" cy="1452847"/>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2EF6662D-7BC4-F460-B4DE-DD8862677EF6}"/>
              </a:ext>
            </a:extLst>
          </p:cNvPr>
          <p:cNvSpPr txBox="1"/>
          <p:nvPr/>
        </p:nvSpPr>
        <p:spPr>
          <a:xfrm>
            <a:off x="1597788" y="3891024"/>
            <a:ext cx="1281120" cy="338554"/>
          </a:xfrm>
          <a:prstGeom prst="rect">
            <a:avLst/>
          </a:prstGeom>
          <a:noFill/>
        </p:spPr>
        <p:txBody>
          <a:bodyPr wrap="none" rtlCol="0">
            <a:spAutoFit/>
          </a:bodyPr>
          <a:lstStyle/>
          <a:p>
            <a:r>
              <a:rPr lang="en-MX" sz="1600">
                <a:solidFill>
                  <a:schemeClr val="bg1"/>
                </a:solidFill>
              </a:rPr>
              <a:t>On-Demand</a:t>
            </a:r>
          </a:p>
        </p:txBody>
      </p:sp>
      <p:sp>
        <p:nvSpPr>
          <p:cNvPr id="9" name="TextBox 8">
            <a:extLst>
              <a:ext uri="{FF2B5EF4-FFF2-40B4-BE49-F238E27FC236}">
                <a16:creationId xmlns:a16="http://schemas.microsoft.com/office/drawing/2014/main" id="{0BB5CA23-B6CF-D810-8998-16B7F69D9382}"/>
              </a:ext>
            </a:extLst>
          </p:cNvPr>
          <p:cNvSpPr txBox="1"/>
          <p:nvPr/>
        </p:nvSpPr>
        <p:spPr>
          <a:xfrm>
            <a:off x="4556551" y="3891024"/>
            <a:ext cx="718787" cy="338554"/>
          </a:xfrm>
          <a:prstGeom prst="rect">
            <a:avLst/>
          </a:prstGeom>
          <a:noFill/>
        </p:spPr>
        <p:txBody>
          <a:bodyPr wrap="none" rtlCol="0">
            <a:spAutoFit/>
          </a:bodyPr>
          <a:lstStyle/>
          <a:p>
            <a:r>
              <a:rPr lang="en-MX" sz="1600">
                <a:solidFill>
                  <a:schemeClr val="bg1"/>
                </a:solidFill>
              </a:rPr>
              <a:t>Async</a:t>
            </a:r>
          </a:p>
        </p:txBody>
      </p:sp>
      <p:sp>
        <p:nvSpPr>
          <p:cNvPr id="3" name="TextBox 2">
            <a:extLst>
              <a:ext uri="{FF2B5EF4-FFF2-40B4-BE49-F238E27FC236}">
                <a16:creationId xmlns:a16="http://schemas.microsoft.com/office/drawing/2014/main" id="{F345F674-07B6-9721-1114-064A78883050}"/>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11" name="Straight Connector 10">
            <a:extLst>
              <a:ext uri="{FF2B5EF4-FFF2-40B4-BE49-F238E27FC236}">
                <a16:creationId xmlns:a16="http://schemas.microsoft.com/office/drawing/2014/main" id="{75F75761-C3B9-128F-BF9A-237DA7A16D2E}"/>
              </a:ext>
            </a:extLst>
          </p:cNvPr>
          <p:cNvCxnSpPr>
            <a:cxnSpLocks/>
          </p:cNvCxnSpPr>
          <p:nvPr/>
        </p:nvCxnSpPr>
        <p:spPr>
          <a:xfrm>
            <a:off x="9646093" y="3576632"/>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5BA4C8A-3B97-E111-90C2-1EE75291AA84}"/>
              </a:ext>
            </a:extLst>
          </p:cNvPr>
          <p:cNvCxnSpPr>
            <a:cxnSpLocks/>
          </p:cNvCxnSpPr>
          <p:nvPr/>
        </p:nvCxnSpPr>
        <p:spPr>
          <a:xfrm>
            <a:off x="8649714" y="3919832"/>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473F7C3-798B-E947-C5ED-555C21E7897F}"/>
              </a:ext>
            </a:extLst>
          </p:cNvPr>
          <p:cNvSpPr txBox="1"/>
          <p:nvPr/>
        </p:nvSpPr>
        <p:spPr>
          <a:xfrm>
            <a:off x="8746991" y="3582816"/>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16" name="Straight Connector 15">
            <a:extLst>
              <a:ext uri="{FF2B5EF4-FFF2-40B4-BE49-F238E27FC236}">
                <a16:creationId xmlns:a16="http://schemas.microsoft.com/office/drawing/2014/main" id="{E3056E56-6A20-6470-5138-B7F3F7080314}"/>
              </a:ext>
            </a:extLst>
          </p:cNvPr>
          <p:cNvCxnSpPr>
            <a:cxnSpLocks/>
          </p:cNvCxnSpPr>
          <p:nvPr/>
        </p:nvCxnSpPr>
        <p:spPr>
          <a:xfrm>
            <a:off x="8649714" y="4289164"/>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1FAA449-BD39-DC27-39B3-430320DC286B}"/>
              </a:ext>
            </a:extLst>
          </p:cNvPr>
          <p:cNvSpPr txBox="1"/>
          <p:nvPr/>
        </p:nvSpPr>
        <p:spPr>
          <a:xfrm>
            <a:off x="8807722" y="393325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ser_1</a:t>
            </a:r>
          </a:p>
        </p:txBody>
      </p:sp>
      <p:cxnSp>
        <p:nvCxnSpPr>
          <p:cNvPr id="18" name="Straight Connector 17">
            <a:extLst>
              <a:ext uri="{FF2B5EF4-FFF2-40B4-BE49-F238E27FC236}">
                <a16:creationId xmlns:a16="http://schemas.microsoft.com/office/drawing/2014/main" id="{7073F266-93BD-E6BC-17E2-C8848BC0028E}"/>
              </a:ext>
            </a:extLst>
          </p:cNvPr>
          <p:cNvCxnSpPr>
            <a:cxnSpLocks/>
          </p:cNvCxnSpPr>
          <p:nvPr/>
        </p:nvCxnSpPr>
        <p:spPr>
          <a:xfrm>
            <a:off x="8649714" y="465849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AACA7F8-B66A-B9F0-3E7E-2DC5B4CE461A}"/>
              </a:ext>
            </a:extLst>
          </p:cNvPr>
          <p:cNvSpPr txBox="1"/>
          <p:nvPr/>
        </p:nvSpPr>
        <p:spPr>
          <a:xfrm>
            <a:off x="8791075" y="431529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ser_2</a:t>
            </a:r>
          </a:p>
        </p:txBody>
      </p:sp>
      <p:cxnSp>
        <p:nvCxnSpPr>
          <p:cNvPr id="20" name="Straight Connector 19">
            <a:extLst>
              <a:ext uri="{FF2B5EF4-FFF2-40B4-BE49-F238E27FC236}">
                <a16:creationId xmlns:a16="http://schemas.microsoft.com/office/drawing/2014/main" id="{5BFFD003-733E-51E0-A05F-6B8781948D7D}"/>
              </a:ext>
            </a:extLst>
          </p:cNvPr>
          <p:cNvCxnSpPr>
            <a:cxnSpLocks/>
          </p:cNvCxnSpPr>
          <p:nvPr/>
        </p:nvCxnSpPr>
        <p:spPr>
          <a:xfrm>
            <a:off x="8649714" y="5027825"/>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72272FF-CD92-19AA-AD45-B138B2B751FB}"/>
              </a:ext>
            </a:extLst>
          </p:cNvPr>
          <p:cNvSpPr txBox="1"/>
          <p:nvPr/>
        </p:nvSpPr>
        <p:spPr>
          <a:xfrm>
            <a:off x="8791075" y="4684625"/>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24" name="Straight Connector 23">
            <a:extLst>
              <a:ext uri="{FF2B5EF4-FFF2-40B4-BE49-F238E27FC236}">
                <a16:creationId xmlns:a16="http://schemas.microsoft.com/office/drawing/2014/main" id="{592B2CFA-8557-525D-FB87-9EBE9AFB988D}"/>
              </a:ext>
            </a:extLst>
          </p:cNvPr>
          <p:cNvCxnSpPr>
            <a:cxnSpLocks/>
          </p:cNvCxnSpPr>
          <p:nvPr/>
        </p:nvCxnSpPr>
        <p:spPr>
          <a:xfrm>
            <a:off x="8649714" y="5357599"/>
            <a:ext cx="2870469"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CF572D8-B8F2-AC16-3B26-9230023E9708}"/>
              </a:ext>
            </a:extLst>
          </p:cNvPr>
          <p:cNvSpPr txBox="1"/>
          <p:nvPr/>
        </p:nvSpPr>
        <p:spPr>
          <a:xfrm>
            <a:off x="8791075" y="5014399"/>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27" name="TextBox 26">
            <a:extLst>
              <a:ext uri="{FF2B5EF4-FFF2-40B4-BE49-F238E27FC236}">
                <a16:creationId xmlns:a16="http://schemas.microsoft.com/office/drawing/2014/main" id="{B47D791A-3CBF-EACC-C7F5-3E8BAFBAB706}"/>
              </a:ext>
            </a:extLst>
          </p:cNvPr>
          <p:cNvSpPr txBox="1"/>
          <p:nvPr/>
        </p:nvSpPr>
        <p:spPr>
          <a:xfrm>
            <a:off x="9668488" y="3590059"/>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28" name="TextBox 27">
            <a:extLst>
              <a:ext uri="{FF2B5EF4-FFF2-40B4-BE49-F238E27FC236}">
                <a16:creationId xmlns:a16="http://schemas.microsoft.com/office/drawing/2014/main" id="{018F5080-1E3C-805F-0BEA-40DCB7BF87F1}"/>
              </a:ext>
            </a:extLst>
          </p:cNvPr>
          <p:cNvSpPr txBox="1"/>
          <p:nvPr/>
        </p:nvSpPr>
        <p:spPr>
          <a:xfrm>
            <a:off x="9713528" y="397310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15:00:00.000</a:t>
            </a:r>
            <a:endParaRPr lang="en-MX" sz="900">
              <a:solidFill>
                <a:schemeClr val="bg1"/>
              </a:solidFill>
              <a:latin typeface="0xProto Nerd Font" panose="02000009000000000000" pitchFamily="49" charset="0"/>
            </a:endParaRPr>
          </a:p>
        </p:txBody>
      </p:sp>
      <p:sp>
        <p:nvSpPr>
          <p:cNvPr id="29" name="TextBox 28">
            <a:extLst>
              <a:ext uri="{FF2B5EF4-FFF2-40B4-BE49-F238E27FC236}">
                <a16:creationId xmlns:a16="http://schemas.microsoft.com/office/drawing/2014/main" id="{BDE5F021-7BA2-22FE-BB77-50CEBD96BA1D}"/>
              </a:ext>
            </a:extLst>
          </p:cNvPr>
          <p:cNvSpPr txBox="1"/>
          <p:nvPr/>
        </p:nvSpPr>
        <p:spPr>
          <a:xfrm>
            <a:off x="9720586" y="4359339"/>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15:01:00.000</a:t>
            </a:r>
            <a:endParaRPr lang="en-MX" sz="900">
              <a:solidFill>
                <a:schemeClr val="bg1"/>
              </a:solidFill>
              <a:latin typeface="0xProto Nerd Font" panose="02000009000000000000" pitchFamily="49" charset="0"/>
            </a:endParaRPr>
          </a:p>
        </p:txBody>
      </p:sp>
      <p:sp>
        <p:nvSpPr>
          <p:cNvPr id="30" name="TextBox 29">
            <a:extLst>
              <a:ext uri="{FF2B5EF4-FFF2-40B4-BE49-F238E27FC236}">
                <a16:creationId xmlns:a16="http://schemas.microsoft.com/office/drawing/2014/main" id="{01D8B998-46BC-87DC-71D6-9D4F3D364C7E}"/>
              </a:ext>
            </a:extLst>
          </p:cNvPr>
          <p:cNvSpPr txBox="1"/>
          <p:nvPr/>
        </p:nvSpPr>
        <p:spPr>
          <a:xfrm>
            <a:off x="9720585" y="4733384"/>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31" name="TextBox 30">
            <a:extLst>
              <a:ext uri="{FF2B5EF4-FFF2-40B4-BE49-F238E27FC236}">
                <a16:creationId xmlns:a16="http://schemas.microsoft.com/office/drawing/2014/main" id="{86413A33-A4AA-55CA-8F82-DC1E34DE0C3A}"/>
              </a:ext>
            </a:extLst>
          </p:cNvPr>
          <p:cNvSpPr txBox="1"/>
          <p:nvPr/>
        </p:nvSpPr>
        <p:spPr>
          <a:xfrm>
            <a:off x="9720586" y="5078288"/>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grpSp>
        <p:nvGrpSpPr>
          <p:cNvPr id="33" name="Group 32">
            <a:extLst>
              <a:ext uri="{FF2B5EF4-FFF2-40B4-BE49-F238E27FC236}">
                <a16:creationId xmlns:a16="http://schemas.microsoft.com/office/drawing/2014/main" id="{C5BBA9F1-14FB-B0F3-EDDF-ED05E3DCE3D9}"/>
              </a:ext>
            </a:extLst>
          </p:cNvPr>
          <p:cNvGrpSpPr/>
          <p:nvPr/>
        </p:nvGrpSpPr>
        <p:grpSpPr>
          <a:xfrm>
            <a:off x="9478653" y="1595636"/>
            <a:ext cx="1212589" cy="1581921"/>
            <a:chOff x="9510641" y="943218"/>
            <a:chExt cx="1212589" cy="1581921"/>
          </a:xfrm>
        </p:grpSpPr>
        <p:pic>
          <p:nvPicPr>
            <p:cNvPr id="2" name="Picture 2" descr="Database - Free technology icons">
              <a:extLst>
                <a:ext uri="{FF2B5EF4-FFF2-40B4-BE49-F238E27FC236}">
                  <a16:creationId xmlns:a16="http://schemas.microsoft.com/office/drawing/2014/main" id="{BDDDF88E-37B7-A49A-17D2-E2A3F6251B3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1664627-A8BC-1286-1417-405A6028D89A}"/>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cxnSp>
        <p:nvCxnSpPr>
          <p:cNvPr id="35" name="Straight Arrow Connector 34">
            <a:extLst>
              <a:ext uri="{FF2B5EF4-FFF2-40B4-BE49-F238E27FC236}">
                <a16:creationId xmlns:a16="http://schemas.microsoft.com/office/drawing/2014/main" id="{F2CF9353-767A-E757-F374-2AB5D347D838}"/>
              </a:ext>
            </a:extLst>
          </p:cNvPr>
          <p:cNvCxnSpPr>
            <a:cxnSpLocks/>
          </p:cNvCxnSpPr>
          <p:nvPr/>
        </p:nvCxnSpPr>
        <p:spPr>
          <a:xfrm flipV="1">
            <a:off x="2167915" y="4899004"/>
            <a:ext cx="0" cy="1241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B297F7C-6997-75DD-C18E-99CD7194C04F}"/>
              </a:ext>
            </a:extLst>
          </p:cNvPr>
          <p:cNvSpPr txBox="1"/>
          <p:nvPr/>
        </p:nvSpPr>
        <p:spPr>
          <a:xfrm>
            <a:off x="1017606" y="6186079"/>
            <a:ext cx="2300631" cy="261610"/>
          </a:xfrm>
          <a:prstGeom prst="rect">
            <a:avLst/>
          </a:prstGeom>
          <a:noFill/>
        </p:spPr>
        <p:txBody>
          <a:bodyPr wrap="none" rtlCol="0">
            <a:spAutoFit/>
          </a:bodyPr>
          <a:lstStyle/>
          <a:p>
            <a:pPr algn="ctr"/>
            <a:r>
              <a:rPr lang="en-MX" sz="1100">
                <a:solidFill>
                  <a:schemeClr val="bg1"/>
                </a:solidFill>
                <a:latin typeface="0xProto Nerd Font" panose="02000009000000000000" pitchFamily="49" charset="0"/>
              </a:rPr>
              <a:t>on demand report request</a:t>
            </a:r>
          </a:p>
        </p:txBody>
      </p:sp>
      <p:cxnSp>
        <p:nvCxnSpPr>
          <p:cNvPr id="39" name="Straight Arrow Connector 38">
            <a:extLst>
              <a:ext uri="{FF2B5EF4-FFF2-40B4-BE49-F238E27FC236}">
                <a16:creationId xmlns:a16="http://schemas.microsoft.com/office/drawing/2014/main" id="{47358FB9-B6AA-9DE2-332A-8F143A09220D}"/>
              </a:ext>
            </a:extLst>
          </p:cNvPr>
          <p:cNvCxnSpPr>
            <a:cxnSpLocks/>
          </p:cNvCxnSpPr>
          <p:nvPr/>
        </p:nvCxnSpPr>
        <p:spPr>
          <a:xfrm>
            <a:off x="6153197" y="3933259"/>
            <a:ext cx="2358379" cy="1497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50C6AB47-4662-F953-4D85-58EB994058B1}"/>
              </a:ext>
            </a:extLst>
          </p:cNvPr>
          <p:cNvSpPr txBox="1"/>
          <p:nvPr/>
        </p:nvSpPr>
        <p:spPr>
          <a:xfrm>
            <a:off x="5991249" y="4103912"/>
            <a:ext cx="2565126" cy="200055"/>
          </a:xfrm>
          <a:prstGeom prst="rect">
            <a:avLst/>
          </a:prstGeom>
          <a:noFill/>
        </p:spPr>
        <p:txBody>
          <a:bodyPr wrap="square" rtlCol="0">
            <a:spAutoFit/>
          </a:bodyPr>
          <a:lstStyle/>
          <a:p>
            <a:pPr algn="ctr"/>
            <a:r>
              <a:rPr lang="en-MX" sz="700">
                <a:solidFill>
                  <a:schemeClr val="bg1"/>
                </a:solidFill>
                <a:latin typeface="0xProto Nerd Font" panose="02000009000000000000" pitchFamily="49" charset="0"/>
              </a:rPr>
              <a:t>check user[0] for “data freshness”</a:t>
            </a:r>
          </a:p>
        </p:txBody>
      </p:sp>
    </p:spTree>
    <p:extLst>
      <p:ext uri="{BB962C8B-B14F-4D97-AF65-F5344CB8AC3E}">
        <p14:creationId xmlns:p14="http://schemas.microsoft.com/office/powerpoint/2010/main" val="2473709482"/>
      </p:ext>
    </p:extLst>
  </p:cSld>
  <p:clrMapOvr>
    <a:masterClrMapping/>
  </p:clrMapOvr>
  <p:transition spd="slow">
    <p:push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7FF1F-A573-B293-8F76-0DBD680FDDB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CCFBE13-65C8-AD80-88A2-50852B34975B}"/>
              </a:ext>
            </a:extLst>
          </p:cNvPr>
          <p:cNvSpPr/>
          <p:nvPr/>
        </p:nvSpPr>
        <p:spPr>
          <a:xfrm>
            <a:off x="6093144" y="2634202"/>
            <a:ext cx="5442194" cy="2852201"/>
          </a:xfrm>
          <a:prstGeom prst="rect">
            <a:avLst/>
          </a:prstGeom>
          <a:solidFill>
            <a:schemeClr val="accent1">
              <a:lumMod val="75000"/>
              <a:alpha val="29000"/>
            </a:schemeClr>
          </a:solidFill>
          <a:ln>
            <a:solidFill>
              <a:schemeClr val="bg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3BE1059A-8779-2F68-71CC-CA0A51590842}"/>
              </a:ext>
            </a:extLst>
          </p:cNvPr>
          <p:cNvSpPr txBox="1"/>
          <p:nvPr/>
        </p:nvSpPr>
        <p:spPr>
          <a:xfrm>
            <a:off x="9504929" y="2104148"/>
            <a:ext cx="2030409" cy="369332"/>
          </a:xfrm>
          <a:prstGeom prst="rect">
            <a:avLst/>
          </a:prstGeom>
          <a:noFill/>
        </p:spPr>
        <p:txBody>
          <a:bodyPr wrap="none" rtlCol="0">
            <a:spAutoFit/>
          </a:bodyPr>
          <a:lstStyle/>
          <a:p>
            <a:r>
              <a:rPr lang="en-MX">
                <a:solidFill>
                  <a:schemeClr val="bg1"/>
                </a:solidFill>
              </a:rPr>
              <a:t>Traffic Controller</a:t>
            </a:r>
          </a:p>
        </p:txBody>
      </p:sp>
      <p:sp>
        <p:nvSpPr>
          <p:cNvPr id="6" name="Rectangle 5">
            <a:extLst>
              <a:ext uri="{FF2B5EF4-FFF2-40B4-BE49-F238E27FC236}">
                <a16:creationId xmlns:a16="http://schemas.microsoft.com/office/drawing/2014/main" id="{BB56EB90-0D21-D096-0A24-069111A5B576}"/>
              </a:ext>
            </a:extLst>
          </p:cNvPr>
          <p:cNvSpPr/>
          <p:nvPr/>
        </p:nvSpPr>
        <p:spPr>
          <a:xfrm>
            <a:off x="6720457" y="3333878"/>
            <a:ext cx="1499879"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 name="Rectangle 6">
            <a:extLst>
              <a:ext uri="{FF2B5EF4-FFF2-40B4-BE49-F238E27FC236}">
                <a16:creationId xmlns:a16="http://schemas.microsoft.com/office/drawing/2014/main" id="{8BD679AB-D77C-2C5F-02D9-B74746049A97}"/>
              </a:ext>
            </a:extLst>
          </p:cNvPr>
          <p:cNvSpPr/>
          <p:nvPr/>
        </p:nvSpPr>
        <p:spPr>
          <a:xfrm>
            <a:off x="9398054" y="3333878"/>
            <a:ext cx="1499879" cy="1452847"/>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BCDBBC69-63EF-E1D4-F694-FA06D9830BC3}"/>
              </a:ext>
            </a:extLst>
          </p:cNvPr>
          <p:cNvSpPr txBox="1"/>
          <p:nvPr/>
        </p:nvSpPr>
        <p:spPr>
          <a:xfrm>
            <a:off x="6765780" y="3891024"/>
            <a:ext cx="1409232" cy="338554"/>
          </a:xfrm>
          <a:prstGeom prst="rect">
            <a:avLst/>
          </a:prstGeom>
          <a:noFill/>
        </p:spPr>
        <p:txBody>
          <a:bodyPr wrap="none" rtlCol="0">
            <a:spAutoFit/>
          </a:bodyPr>
          <a:lstStyle/>
          <a:p>
            <a:r>
              <a:rPr lang="en-MX" sz="1600">
                <a:solidFill>
                  <a:schemeClr val="bg1"/>
                </a:solidFill>
              </a:rPr>
              <a:t>On-Demand</a:t>
            </a:r>
          </a:p>
        </p:txBody>
      </p:sp>
      <p:sp>
        <p:nvSpPr>
          <p:cNvPr id="9" name="TextBox 8">
            <a:extLst>
              <a:ext uri="{FF2B5EF4-FFF2-40B4-BE49-F238E27FC236}">
                <a16:creationId xmlns:a16="http://schemas.microsoft.com/office/drawing/2014/main" id="{A6A2CF49-29ED-2646-49D4-7ED43D875BC4}"/>
              </a:ext>
            </a:extLst>
          </p:cNvPr>
          <p:cNvSpPr txBox="1"/>
          <p:nvPr/>
        </p:nvSpPr>
        <p:spPr>
          <a:xfrm>
            <a:off x="9752659" y="3891024"/>
            <a:ext cx="790666" cy="338554"/>
          </a:xfrm>
          <a:prstGeom prst="rect">
            <a:avLst/>
          </a:prstGeom>
          <a:noFill/>
        </p:spPr>
        <p:txBody>
          <a:bodyPr wrap="none" rtlCol="0">
            <a:spAutoFit/>
          </a:bodyPr>
          <a:lstStyle/>
          <a:p>
            <a:r>
              <a:rPr lang="en-MX" sz="1600">
                <a:solidFill>
                  <a:schemeClr val="bg1"/>
                </a:solidFill>
              </a:rPr>
              <a:t>Async</a:t>
            </a:r>
          </a:p>
        </p:txBody>
      </p:sp>
      <p:sp>
        <p:nvSpPr>
          <p:cNvPr id="3" name="TextBox 2">
            <a:extLst>
              <a:ext uri="{FF2B5EF4-FFF2-40B4-BE49-F238E27FC236}">
                <a16:creationId xmlns:a16="http://schemas.microsoft.com/office/drawing/2014/main" id="{8313B0A7-CC98-6548-1CEB-13AE2D9C7815}"/>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cxnSp>
        <p:nvCxnSpPr>
          <p:cNvPr id="13" name="Straight Arrow Connector 12">
            <a:extLst>
              <a:ext uri="{FF2B5EF4-FFF2-40B4-BE49-F238E27FC236}">
                <a16:creationId xmlns:a16="http://schemas.microsoft.com/office/drawing/2014/main" id="{9F223515-96D5-BBFD-D6EF-4FDA5631772F}"/>
              </a:ext>
            </a:extLst>
          </p:cNvPr>
          <p:cNvCxnSpPr>
            <a:cxnSpLocks/>
          </p:cNvCxnSpPr>
          <p:nvPr/>
        </p:nvCxnSpPr>
        <p:spPr>
          <a:xfrm flipV="1">
            <a:off x="7414888" y="4899004"/>
            <a:ext cx="0" cy="12414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69CE89E-D6C6-3AC1-7828-6D1F0F774796}"/>
              </a:ext>
            </a:extLst>
          </p:cNvPr>
          <p:cNvSpPr txBox="1"/>
          <p:nvPr/>
        </p:nvSpPr>
        <p:spPr>
          <a:xfrm>
            <a:off x="6264579" y="6186079"/>
            <a:ext cx="2300631" cy="261610"/>
          </a:xfrm>
          <a:prstGeom prst="rect">
            <a:avLst/>
          </a:prstGeom>
          <a:noFill/>
        </p:spPr>
        <p:txBody>
          <a:bodyPr wrap="none" rtlCol="0">
            <a:spAutoFit/>
          </a:bodyPr>
          <a:lstStyle/>
          <a:p>
            <a:pPr algn="ctr"/>
            <a:r>
              <a:rPr lang="en-MX" sz="1100">
                <a:solidFill>
                  <a:schemeClr val="bg1"/>
                </a:solidFill>
                <a:latin typeface="0xProto Nerd Font" panose="02000009000000000000" pitchFamily="49" charset="0"/>
              </a:rPr>
              <a:t>on demand report request</a:t>
            </a:r>
          </a:p>
        </p:txBody>
      </p:sp>
      <p:grpSp>
        <p:nvGrpSpPr>
          <p:cNvPr id="23" name="Group 22">
            <a:extLst>
              <a:ext uri="{FF2B5EF4-FFF2-40B4-BE49-F238E27FC236}">
                <a16:creationId xmlns:a16="http://schemas.microsoft.com/office/drawing/2014/main" id="{D9047712-791B-8AF0-45AA-789C6A9C2912}"/>
              </a:ext>
            </a:extLst>
          </p:cNvPr>
          <p:cNvGrpSpPr/>
          <p:nvPr/>
        </p:nvGrpSpPr>
        <p:grpSpPr>
          <a:xfrm>
            <a:off x="517492" y="3891024"/>
            <a:ext cx="3015702" cy="351405"/>
            <a:chOff x="3355572" y="2867718"/>
            <a:chExt cx="4365354" cy="508673"/>
          </a:xfrm>
        </p:grpSpPr>
        <p:sp>
          <p:nvSpPr>
            <p:cNvPr id="26" name="Rectangle 25">
              <a:extLst>
                <a:ext uri="{FF2B5EF4-FFF2-40B4-BE49-F238E27FC236}">
                  <a16:creationId xmlns:a16="http://schemas.microsoft.com/office/drawing/2014/main" id="{911DE5AF-F8A0-C50C-4A41-7E5423F33BEF}"/>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2" name="Rectangle 31">
              <a:extLst>
                <a:ext uri="{FF2B5EF4-FFF2-40B4-BE49-F238E27FC236}">
                  <a16:creationId xmlns:a16="http://schemas.microsoft.com/office/drawing/2014/main" id="{7D10C360-C6B4-7E45-AC37-A0758A6894B2}"/>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4" name="Rectangle 33">
              <a:extLst>
                <a:ext uri="{FF2B5EF4-FFF2-40B4-BE49-F238E27FC236}">
                  <a16:creationId xmlns:a16="http://schemas.microsoft.com/office/drawing/2014/main" id="{7BC4EA94-55EA-2C2B-7690-208964AB87F7}"/>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6" name="Rectangle 35">
              <a:extLst>
                <a:ext uri="{FF2B5EF4-FFF2-40B4-BE49-F238E27FC236}">
                  <a16:creationId xmlns:a16="http://schemas.microsoft.com/office/drawing/2014/main" id="{88151F28-DB58-A897-40AB-A0DC21A560C1}"/>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8" name="Rectangle 37">
              <a:extLst>
                <a:ext uri="{FF2B5EF4-FFF2-40B4-BE49-F238E27FC236}">
                  <a16:creationId xmlns:a16="http://schemas.microsoft.com/office/drawing/2014/main" id="{4D68F1B5-2EA6-D7E4-E10B-51A4DF30F2D8}"/>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1" name="Rectangle 40">
              <a:extLst>
                <a:ext uri="{FF2B5EF4-FFF2-40B4-BE49-F238E27FC236}">
                  <a16:creationId xmlns:a16="http://schemas.microsoft.com/office/drawing/2014/main" id="{3FA2AE3F-592F-725B-95E3-06DC9D99EA26}"/>
                </a:ext>
              </a:extLst>
            </p:cNvPr>
            <p:cNvSpPr/>
            <p:nvPr/>
          </p:nvSpPr>
          <p:spPr>
            <a:xfrm rot="16200000">
              <a:off x="4799727" y="2997849"/>
              <a:ext cx="233141" cy="248413"/>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2" name="Rectangle 41">
              <a:extLst>
                <a:ext uri="{FF2B5EF4-FFF2-40B4-BE49-F238E27FC236}">
                  <a16:creationId xmlns:a16="http://schemas.microsoft.com/office/drawing/2014/main" id="{C28D5FCE-1F63-3686-E5E9-FA130D1B65B8}"/>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3" name="Rectangle 42">
              <a:extLst>
                <a:ext uri="{FF2B5EF4-FFF2-40B4-BE49-F238E27FC236}">
                  <a16:creationId xmlns:a16="http://schemas.microsoft.com/office/drawing/2014/main" id="{9D66019E-0663-0C23-63E1-BBD999C825E8}"/>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4" name="Rectangle 43">
              <a:extLst>
                <a:ext uri="{FF2B5EF4-FFF2-40B4-BE49-F238E27FC236}">
                  <a16:creationId xmlns:a16="http://schemas.microsoft.com/office/drawing/2014/main" id="{49F4008D-C6BA-A33A-14AE-54D3CAA67FB2}"/>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5" name="Rectangle 44">
              <a:extLst>
                <a:ext uri="{FF2B5EF4-FFF2-40B4-BE49-F238E27FC236}">
                  <a16:creationId xmlns:a16="http://schemas.microsoft.com/office/drawing/2014/main" id="{378136B5-9C22-DFF9-3697-8BDF8B0EA7B3}"/>
                </a:ext>
              </a:extLst>
            </p:cNvPr>
            <p:cNvSpPr/>
            <p:nvPr/>
          </p:nvSpPr>
          <p:spPr>
            <a:xfrm rot="16200000">
              <a:off x="6448639" y="2997849"/>
              <a:ext cx="233141" cy="248413"/>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6" name="Rectangle 45">
              <a:extLst>
                <a:ext uri="{FF2B5EF4-FFF2-40B4-BE49-F238E27FC236}">
                  <a16:creationId xmlns:a16="http://schemas.microsoft.com/office/drawing/2014/main" id="{A5625831-2074-8700-690B-7097AB5E4A6B}"/>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sp>
        <p:nvSpPr>
          <p:cNvPr id="47" name="TextBox 46">
            <a:extLst>
              <a:ext uri="{FF2B5EF4-FFF2-40B4-BE49-F238E27FC236}">
                <a16:creationId xmlns:a16="http://schemas.microsoft.com/office/drawing/2014/main" id="{7398D298-17C5-BB0B-448E-EB556096BEC2}"/>
              </a:ext>
            </a:extLst>
          </p:cNvPr>
          <p:cNvSpPr txBox="1"/>
          <p:nvPr/>
        </p:nvSpPr>
        <p:spPr>
          <a:xfrm>
            <a:off x="1598784" y="4229578"/>
            <a:ext cx="853119" cy="369332"/>
          </a:xfrm>
          <a:prstGeom prst="rect">
            <a:avLst/>
          </a:prstGeom>
          <a:noFill/>
        </p:spPr>
        <p:txBody>
          <a:bodyPr wrap="none" rtlCol="0">
            <a:spAutoFit/>
          </a:bodyPr>
          <a:lstStyle/>
          <a:p>
            <a:r>
              <a:rPr lang="en-MX">
                <a:solidFill>
                  <a:schemeClr val="bg1"/>
                </a:solidFill>
              </a:rPr>
              <a:t>Queue</a:t>
            </a:r>
          </a:p>
        </p:txBody>
      </p:sp>
      <p:cxnSp>
        <p:nvCxnSpPr>
          <p:cNvPr id="48" name="Straight Arrow Connector 47">
            <a:extLst>
              <a:ext uri="{FF2B5EF4-FFF2-40B4-BE49-F238E27FC236}">
                <a16:creationId xmlns:a16="http://schemas.microsoft.com/office/drawing/2014/main" id="{02606D3A-47CA-751E-BFC3-33276C30EC7E}"/>
              </a:ext>
            </a:extLst>
          </p:cNvPr>
          <p:cNvCxnSpPr>
            <a:cxnSpLocks/>
          </p:cNvCxnSpPr>
          <p:nvPr/>
        </p:nvCxnSpPr>
        <p:spPr>
          <a:xfrm flipH="1">
            <a:off x="3645489" y="4060301"/>
            <a:ext cx="29006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4CEEC34F-E54F-26EC-C4D5-348C5CD4D518}"/>
              </a:ext>
            </a:extLst>
          </p:cNvPr>
          <p:cNvSpPr txBox="1"/>
          <p:nvPr/>
        </p:nvSpPr>
        <p:spPr>
          <a:xfrm>
            <a:off x="3998317" y="4098773"/>
            <a:ext cx="1947969" cy="261610"/>
          </a:xfrm>
          <a:prstGeom prst="rect">
            <a:avLst/>
          </a:prstGeom>
          <a:noFill/>
        </p:spPr>
        <p:txBody>
          <a:bodyPr wrap="none" rtlCol="0">
            <a:spAutoFit/>
          </a:bodyPr>
          <a:lstStyle/>
          <a:p>
            <a:pPr algn="ctr"/>
            <a:r>
              <a:rPr lang="en-US" sz="1100">
                <a:solidFill>
                  <a:schemeClr val="bg1"/>
                </a:solidFill>
                <a:latin typeface="0xProto Nerd Font" panose="02000009000000000000" pitchFamily="49" charset="0"/>
              </a:rPr>
              <a:t>if data is not fresh</a:t>
            </a:r>
            <a:endParaRPr lang="en-MX" sz="1100">
              <a:solidFill>
                <a:schemeClr val="bg1"/>
              </a:solidFill>
              <a:latin typeface="0xProto Nerd Font" panose="02000009000000000000" pitchFamily="49" charset="0"/>
            </a:endParaRPr>
          </a:p>
        </p:txBody>
      </p:sp>
      <p:sp>
        <p:nvSpPr>
          <p:cNvPr id="53" name="Rectangle 52">
            <a:extLst>
              <a:ext uri="{FF2B5EF4-FFF2-40B4-BE49-F238E27FC236}">
                <a16:creationId xmlns:a16="http://schemas.microsoft.com/office/drawing/2014/main" id="{9DFC16D2-ABC2-A84C-F3EC-129BBECDD116}"/>
              </a:ext>
            </a:extLst>
          </p:cNvPr>
          <p:cNvSpPr/>
          <p:nvPr/>
        </p:nvSpPr>
        <p:spPr>
          <a:xfrm>
            <a:off x="1343580" y="1747056"/>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Cloud ETL</a:t>
            </a:r>
          </a:p>
        </p:txBody>
      </p:sp>
      <p:cxnSp>
        <p:nvCxnSpPr>
          <p:cNvPr id="54" name="Straight Arrow Connector 53">
            <a:extLst>
              <a:ext uri="{FF2B5EF4-FFF2-40B4-BE49-F238E27FC236}">
                <a16:creationId xmlns:a16="http://schemas.microsoft.com/office/drawing/2014/main" id="{1CF919EB-92D5-57F6-2ED1-6CA748C7F312}"/>
              </a:ext>
            </a:extLst>
          </p:cNvPr>
          <p:cNvCxnSpPr>
            <a:cxnSpLocks/>
          </p:cNvCxnSpPr>
          <p:nvPr/>
        </p:nvCxnSpPr>
        <p:spPr>
          <a:xfrm flipV="1">
            <a:off x="2025343" y="3333878"/>
            <a:ext cx="0" cy="3759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2459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10" presetClass="entr" presetSubtype="0" fill="hold"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7" grpId="0"/>
      <p:bldP spid="51" grpId="0"/>
      <p:bldP spid="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55B4-BFA2-6C6E-C8E4-2A19B6391F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1C848B-05FE-6837-1C62-97E5E56B5701}"/>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E03544B3-EE7B-0001-B41F-0E98D24E3E5C}"/>
              </a:ext>
            </a:extLst>
          </p:cNvPr>
          <p:cNvSpPr/>
          <p:nvPr/>
        </p:nvSpPr>
        <p:spPr>
          <a:xfrm>
            <a:off x="2078951"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grpSp>
        <p:nvGrpSpPr>
          <p:cNvPr id="49" name="Group 48">
            <a:extLst>
              <a:ext uri="{FF2B5EF4-FFF2-40B4-BE49-F238E27FC236}">
                <a16:creationId xmlns:a16="http://schemas.microsoft.com/office/drawing/2014/main" id="{5F34AC25-8EC7-DAE3-8FE6-9276309657D3}"/>
              </a:ext>
            </a:extLst>
          </p:cNvPr>
          <p:cNvGrpSpPr/>
          <p:nvPr/>
        </p:nvGrpSpPr>
        <p:grpSpPr>
          <a:xfrm>
            <a:off x="6468068" y="2299105"/>
            <a:ext cx="4323820" cy="2388615"/>
            <a:chOff x="6178956" y="2285658"/>
            <a:chExt cx="4323820" cy="2388615"/>
          </a:xfrm>
        </p:grpSpPr>
        <p:grpSp>
          <p:nvGrpSpPr>
            <p:cNvPr id="4" name="Group 3">
              <a:extLst>
                <a:ext uri="{FF2B5EF4-FFF2-40B4-BE49-F238E27FC236}">
                  <a16:creationId xmlns:a16="http://schemas.microsoft.com/office/drawing/2014/main" id="{88BF743D-7CBC-71E1-700C-8CA724674F2B}"/>
                </a:ext>
              </a:extLst>
            </p:cNvPr>
            <p:cNvGrpSpPr/>
            <p:nvPr/>
          </p:nvGrpSpPr>
          <p:grpSpPr>
            <a:xfrm>
              <a:off x="7350956" y="2702576"/>
              <a:ext cx="3015702" cy="351405"/>
              <a:chOff x="3355572" y="2867718"/>
              <a:chExt cx="4365354" cy="508673"/>
            </a:xfrm>
          </p:grpSpPr>
          <p:sp>
            <p:nvSpPr>
              <p:cNvPr id="5" name="Rectangle 4">
                <a:extLst>
                  <a:ext uri="{FF2B5EF4-FFF2-40B4-BE49-F238E27FC236}">
                    <a16:creationId xmlns:a16="http://schemas.microsoft.com/office/drawing/2014/main" id="{99503B2B-F736-FFCF-EE45-0C284BDC5F19}"/>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6" name="Rectangle 5">
                <a:extLst>
                  <a:ext uri="{FF2B5EF4-FFF2-40B4-BE49-F238E27FC236}">
                    <a16:creationId xmlns:a16="http://schemas.microsoft.com/office/drawing/2014/main" id="{88776CCE-BB95-259D-1282-6383310D4703}"/>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7" name="Rectangle 6">
                <a:extLst>
                  <a:ext uri="{FF2B5EF4-FFF2-40B4-BE49-F238E27FC236}">
                    <a16:creationId xmlns:a16="http://schemas.microsoft.com/office/drawing/2014/main" id="{429E6D89-BCA4-3F87-1C23-5EEE6C831D79}"/>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Rectangle 7">
                <a:extLst>
                  <a:ext uri="{FF2B5EF4-FFF2-40B4-BE49-F238E27FC236}">
                    <a16:creationId xmlns:a16="http://schemas.microsoft.com/office/drawing/2014/main" id="{6A0AC6CF-C35A-2505-8D81-933C7BCD5D2A}"/>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9" name="Rectangle 8">
                <a:extLst>
                  <a:ext uri="{FF2B5EF4-FFF2-40B4-BE49-F238E27FC236}">
                    <a16:creationId xmlns:a16="http://schemas.microsoft.com/office/drawing/2014/main" id="{90EE1A41-0A3E-14BA-BFF9-5FF58ABDF476}"/>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1" name="Rectangle 10">
                <a:extLst>
                  <a:ext uri="{FF2B5EF4-FFF2-40B4-BE49-F238E27FC236}">
                    <a16:creationId xmlns:a16="http://schemas.microsoft.com/office/drawing/2014/main" id="{F9808357-4BFE-311D-E6C0-8BC34B1A071F}"/>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2" name="Rectangle 11">
                <a:extLst>
                  <a:ext uri="{FF2B5EF4-FFF2-40B4-BE49-F238E27FC236}">
                    <a16:creationId xmlns:a16="http://schemas.microsoft.com/office/drawing/2014/main" id="{EB623F0D-A28D-31A9-3663-938837815357}"/>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3" name="Rectangle 12">
                <a:extLst>
                  <a:ext uri="{FF2B5EF4-FFF2-40B4-BE49-F238E27FC236}">
                    <a16:creationId xmlns:a16="http://schemas.microsoft.com/office/drawing/2014/main" id="{23FFF021-15C6-DE27-5E24-2A89AE77324D}"/>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4" name="Rectangle 13">
                <a:extLst>
                  <a:ext uri="{FF2B5EF4-FFF2-40B4-BE49-F238E27FC236}">
                    <a16:creationId xmlns:a16="http://schemas.microsoft.com/office/drawing/2014/main" id="{795C5DCD-B3B3-EDDA-9356-44DA5E6B3863}"/>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5" name="Rectangle 14">
                <a:extLst>
                  <a:ext uri="{FF2B5EF4-FFF2-40B4-BE49-F238E27FC236}">
                    <a16:creationId xmlns:a16="http://schemas.microsoft.com/office/drawing/2014/main" id="{AF627F0C-5A0F-A7B2-864D-001C3512EA2A}"/>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16" name="Rectangle 15">
                <a:extLst>
                  <a:ext uri="{FF2B5EF4-FFF2-40B4-BE49-F238E27FC236}">
                    <a16:creationId xmlns:a16="http://schemas.microsoft.com/office/drawing/2014/main" id="{6484513B-5B4A-2F27-ABB7-E76304FF123F}"/>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sp>
          <p:nvSpPr>
            <p:cNvPr id="17" name="TextBox 16">
              <a:extLst>
                <a:ext uri="{FF2B5EF4-FFF2-40B4-BE49-F238E27FC236}">
                  <a16:creationId xmlns:a16="http://schemas.microsoft.com/office/drawing/2014/main" id="{29B6ACF0-C58F-ECFB-52FB-BC5B6F5C0161}"/>
                </a:ext>
              </a:extLst>
            </p:cNvPr>
            <p:cNvSpPr txBox="1"/>
            <p:nvPr/>
          </p:nvSpPr>
          <p:spPr>
            <a:xfrm>
              <a:off x="7853158" y="2285658"/>
              <a:ext cx="1838965" cy="369332"/>
            </a:xfrm>
            <a:prstGeom prst="rect">
              <a:avLst/>
            </a:prstGeom>
            <a:noFill/>
          </p:spPr>
          <p:txBody>
            <a:bodyPr wrap="none" rtlCol="0">
              <a:spAutoFit/>
            </a:bodyPr>
            <a:lstStyle/>
            <a:p>
              <a:r>
                <a:rPr lang="en-MX">
                  <a:solidFill>
                    <a:schemeClr val="bg1"/>
                  </a:solidFill>
                </a:rPr>
                <a:t>Inbound Queues</a:t>
              </a:r>
            </a:p>
          </p:txBody>
        </p:sp>
        <p:grpSp>
          <p:nvGrpSpPr>
            <p:cNvPr id="18" name="Group 17">
              <a:extLst>
                <a:ext uri="{FF2B5EF4-FFF2-40B4-BE49-F238E27FC236}">
                  <a16:creationId xmlns:a16="http://schemas.microsoft.com/office/drawing/2014/main" id="{512DC90C-442E-037D-A8D6-A8332ED60D66}"/>
                </a:ext>
              </a:extLst>
            </p:cNvPr>
            <p:cNvGrpSpPr/>
            <p:nvPr/>
          </p:nvGrpSpPr>
          <p:grpSpPr>
            <a:xfrm>
              <a:off x="7371399" y="3198672"/>
              <a:ext cx="3015702" cy="351405"/>
              <a:chOff x="3355572" y="2867718"/>
              <a:chExt cx="4365354" cy="508673"/>
            </a:xfrm>
          </p:grpSpPr>
          <p:sp>
            <p:nvSpPr>
              <p:cNvPr id="19" name="Rectangle 18">
                <a:extLst>
                  <a:ext uri="{FF2B5EF4-FFF2-40B4-BE49-F238E27FC236}">
                    <a16:creationId xmlns:a16="http://schemas.microsoft.com/office/drawing/2014/main" id="{B2D5C886-AE44-E51A-1882-43A9E108667E}"/>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0" name="Rectangle 19">
                <a:extLst>
                  <a:ext uri="{FF2B5EF4-FFF2-40B4-BE49-F238E27FC236}">
                    <a16:creationId xmlns:a16="http://schemas.microsoft.com/office/drawing/2014/main" id="{D1681A79-76E4-28C7-8DAD-0E9570572F57}"/>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1" name="Rectangle 20">
                <a:extLst>
                  <a:ext uri="{FF2B5EF4-FFF2-40B4-BE49-F238E27FC236}">
                    <a16:creationId xmlns:a16="http://schemas.microsoft.com/office/drawing/2014/main" id="{27AB743C-AD5B-A28E-5054-59268AA7318D}"/>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2" name="Rectangle 21">
                <a:extLst>
                  <a:ext uri="{FF2B5EF4-FFF2-40B4-BE49-F238E27FC236}">
                    <a16:creationId xmlns:a16="http://schemas.microsoft.com/office/drawing/2014/main" id="{A5D10ABA-89CA-AEB8-F038-5E963F75087F}"/>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3" name="Rectangle 22">
                <a:extLst>
                  <a:ext uri="{FF2B5EF4-FFF2-40B4-BE49-F238E27FC236}">
                    <a16:creationId xmlns:a16="http://schemas.microsoft.com/office/drawing/2014/main" id="{A53823F5-6268-BC17-7554-E5B19A3AEC9B}"/>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4" name="Rectangle 23">
                <a:extLst>
                  <a:ext uri="{FF2B5EF4-FFF2-40B4-BE49-F238E27FC236}">
                    <a16:creationId xmlns:a16="http://schemas.microsoft.com/office/drawing/2014/main" id="{AA374C00-E6BC-B610-0FFE-726ED4E4F8C9}"/>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5" name="Rectangle 24">
                <a:extLst>
                  <a:ext uri="{FF2B5EF4-FFF2-40B4-BE49-F238E27FC236}">
                    <a16:creationId xmlns:a16="http://schemas.microsoft.com/office/drawing/2014/main" id="{92B3BAA8-986F-81F4-50D1-058A0E6F0F2C}"/>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6" name="Rectangle 25">
                <a:extLst>
                  <a:ext uri="{FF2B5EF4-FFF2-40B4-BE49-F238E27FC236}">
                    <a16:creationId xmlns:a16="http://schemas.microsoft.com/office/drawing/2014/main" id="{ADE483E0-C248-B3C6-8CFB-92DE79EDF040}"/>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7" name="Rectangle 26">
                <a:extLst>
                  <a:ext uri="{FF2B5EF4-FFF2-40B4-BE49-F238E27FC236}">
                    <a16:creationId xmlns:a16="http://schemas.microsoft.com/office/drawing/2014/main" id="{2793C944-7A3C-DD9D-F9B0-B0269183AA7C}"/>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8" name="Rectangle 27">
                <a:extLst>
                  <a:ext uri="{FF2B5EF4-FFF2-40B4-BE49-F238E27FC236}">
                    <a16:creationId xmlns:a16="http://schemas.microsoft.com/office/drawing/2014/main" id="{8B423BA3-4FEF-3460-2A32-715EB6E4EB9C}"/>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9" name="Rectangle 28">
                <a:extLst>
                  <a:ext uri="{FF2B5EF4-FFF2-40B4-BE49-F238E27FC236}">
                    <a16:creationId xmlns:a16="http://schemas.microsoft.com/office/drawing/2014/main" id="{33B6CCE5-DB6E-E19E-C2D9-C77D9931A09E}"/>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grpSp>
          <p:nvGrpSpPr>
            <p:cNvPr id="30" name="Group 29">
              <a:extLst>
                <a:ext uri="{FF2B5EF4-FFF2-40B4-BE49-F238E27FC236}">
                  <a16:creationId xmlns:a16="http://schemas.microsoft.com/office/drawing/2014/main" id="{D652495C-5119-5025-1681-07AAE58198B1}"/>
                </a:ext>
              </a:extLst>
            </p:cNvPr>
            <p:cNvGrpSpPr/>
            <p:nvPr/>
          </p:nvGrpSpPr>
          <p:grpSpPr>
            <a:xfrm>
              <a:off x="7371399" y="3692543"/>
              <a:ext cx="3015702" cy="351405"/>
              <a:chOff x="3355572" y="2867718"/>
              <a:chExt cx="4365354" cy="508673"/>
            </a:xfrm>
          </p:grpSpPr>
          <p:sp>
            <p:nvSpPr>
              <p:cNvPr id="31" name="Rectangle 30">
                <a:extLst>
                  <a:ext uri="{FF2B5EF4-FFF2-40B4-BE49-F238E27FC236}">
                    <a16:creationId xmlns:a16="http://schemas.microsoft.com/office/drawing/2014/main" id="{F6FC8FBE-8E06-F340-8F3C-C0614CD881CC}"/>
                  </a:ext>
                </a:extLst>
              </p:cNvPr>
              <p:cNvSpPr/>
              <p:nvPr/>
            </p:nvSpPr>
            <p:spPr>
              <a:xfrm rot="16200000">
                <a:off x="5283912" y="939378"/>
                <a:ext cx="508673" cy="4365354"/>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2" name="Rectangle 31">
                <a:extLst>
                  <a:ext uri="{FF2B5EF4-FFF2-40B4-BE49-F238E27FC236}">
                    <a16:creationId xmlns:a16="http://schemas.microsoft.com/office/drawing/2014/main" id="{EC3AE4F9-4C07-F4E5-7316-55D4BFA4AFF3}"/>
                  </a:ext>
                </a:extLst>
              </p:cNvPr>
              <p:cNvSpPr/>
              <p:nvPr/>
            </p:nvSpPr>
            <p:spPr>
              <a:xfrm rot="16200000">
                <a:off x="727309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3" name="Rectangle 32">
                <a:extLst>
                  <a:ext uri="{FF2B5EF4-FFF2-40B4-BE49-F238E27FC236}">
                    <a16:creationId xmlns:a16="http://schemas.microsoft.com/office/drawing/2014/main" id="{3305FB93-A191-7EC7-9A03-F9A7E528EFC9}"/>
                  </a:ext>
                </a:extLst>
              </p:cNvPr>
              <p:cNvSpPr/>
              <p:nvPr/>
            </p:nvSpPr>
            <p:spPr>
              <a:xfrm rot="16200000">
                <a:off x="603641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4" name="Rectangle 33">
                <a:extLst>
                  <a:ext uri="{FF2B5EF4-FFF2-40B4-BE49-F238E27FC236}">
                    <a16:creationId xmlns:a16="http://schemas.microsoft.com/office/drawing/2014/main" id="{5A9B4F95-6970-C4BB-9F79-464FD2BFDC40}"/>
                  </a:ext>
                </a:extLst>
              </p:cNvPr>
              <p:cNvSpPr/>
              <p:nvPr/>
            </p:nvSpPr>
            <p:spPr>
              <a:xfrm rot="16200000">
                <a:off x="562418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5" name="Rectangle 34">
                <a:extLst>
                  <a:ext uri="{FF2B5EF4-FFF2-40B4-BE49-F238E27FC236}">
                    <a16:creationId xmlns:a16="http://schemas.microsoft.com/office/drawing/2014/main" id="{C663DE94-9F8C-B491-9F7A-FA4B50F5BB7E}"/>
                  </a:ext>
                </a:extLst>
              </p:cNvPr>
              <p:cNvSpPr/>
              <p:nvPr/>
            </p:nvSpPr>
            <p:spPr>
              <a:xfrm rot="16200000">
                <a:off x="5211955"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6" name="Rectangle 35">
                <a:extLst>
                  <a:ext uri="{FF2B5EF4-FFF2-40B4-BE49-F238E27FC236}">
                    <a16:creationId xmlns:a16="http://schemas.microsoft.com/office/drawing/2014/main" id="{C3B27E98-75D4-BC54-4B9F-07C9D05FDC16}"/>
                  </a:ext>
                </a:extLst>
              </p:cNvPr>
              <p:cNvSpPr/>
              <p:nvPr/>
            </p:nvSpPr>
            <p:spPr>
              <a:xfrm rot="16200000">
                <a:off x="479972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7" name="Rectangle 36">
                <a:extLst>
                  <a:ext uri="{FF2B5EF4-FFF2-40B4-BE49-F238E27FC236}">
                    <a16:creationId xmlns:a16="http://schemas.microsoft.com/office/drawing/2014/main" id="{3DF88A53-7C70-D5ED-2BAC-003C4DE5B260}"/>
                  </a:ext>
                </a:extLst>
              </p:cNvPr>
              <p:cNvSpPr/>
              <p:nvPr/>
            </p:nvSpPr>
            <p:spPr>
              <a:xfrm rot="16200000">
                <a:off x="3563043"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8" name="Rectangle 37">
                <a:extLst>
                  <a:ext uri="{FF2B5EF4-FFF2-40B4-BE49-F238E27FC236}">
                    <a16:creationId xmlns:a16="http://schemas.microsoft.com/office/drawing/2014/main" id="{CF4F37AD-5BEB-7620-B1A4-D054F866CE3C}"/>
                  </a:ext>
                </a:extLst>
              </p:cNvPr>
              <p:cNvSpPr/>
              <p:nvPr/>
            </p:nvSpPr>
            <p:spPr>
              <a:xfrm rot="16200000">
                <a:off x="3975271"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9" name="Rectangle 38">
                <a:extLst>
                  <a:ext uri="{FF2B5EF4-FFF2-40B4-BE49-F238E27FC236}">
                    <a16:creationId xmlns:a16="http://schemas.microsoft.com/office/drawing/2014/main" id="{48DFA1D1-05AE-3FEC-5F3C-EB38B281F392}"/>
                  </a:ext>
                </a:extLst>
              </p:cNvPr>
              <p:cNvSpPr/>
              <p:nvPr/>
            </p:nvSpPr>
            <p:spPr>
              <a:xfrm rot="16200000">
                <a:off x="438749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0" name="Rectangle 39">
                <a:extLst>
                  <a:ext uri="{FF2B5EF4-FFF2-40B4-BE49-F238E27FC236}">
                    <a16:creationId xmlns:a16="http://schemas.microsoft.com/office/drawing/2014/main" id="{5A4F08E1-9810-7F6E-A400-97FE63C3D4E6}"/>
                  </a:ext>
                </a:extLst>
              </p:cNvPr>
              <p:cNvSpPr/>
              <p:nvPr/>
            </p:nvSpPr>
            <p:spPr>
              <a:xfrm rot="16200000">
                <a:off x="6448639"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1" name="Rectangle 40">
                <a:extLst>
                  <a:ext uri="{FF2B5EF4-FFF2-40B4-BE49-F238E27FC236}">
                    <a16:creationId xmlns:a16="http://schemas.microsoft.com/office/drawing/2014/main" id="{1D5BE9AB-9896-1289-E3EA-574E53747AFF}"/>
                  </a:ext>
                </a:extLst>
              </p:cNvPr>
              <p:cNvSpPr/>
              <p:nvPr/>
            </p:nvSpPr>
            <p:spPr>
              <a:xfrm rot="16200000">
                <a:off x="6860867" y="2997849"/>
                <a:ext cx="233141" cy="248413"/>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cxnSp>
          <p:nvCxnSpPr>
            <p:cNvPr id="42" name="Straight Connector 41">
              <a:extLst>
                <a:ext uri="{FF2B5EF4-FFF2-40B4-BE49-F238E27FC236}">
                  <a16:creationId xmlns:a16="http://schemas.microsoft.com/office/drawing/2014/main" id="{8CDFB8D7-D574-6DE8-2EEE-A9B62131ABFA}"/>
                </a:ext>
              </a:extLst>
            </p:cNvPr>
            <p:cNvCxnSpPr>
              <a:cxnSpLocks/>
            </p:cNvCxnSpPr>
            <p:nvPr/>
          </p:nvCxnSpPr>
          <p:spPr>
            <a:xfrm>
              <a:off x="7163223" y="2498835"/>
              <a:ext cx="0" cy="217543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2F5F12F-DCAD-088E-EA02-D83C8BA75607}"/>
                </a:ext>
              </a:extLst>
            </p:cNvPr>
            <p:cNvCxnSpPr>
              <a:cxnSpLocks/>
            </p:cNvCxnSpPr>
            <p:nvPr/>
          </p:nvCxnSpPr>
          <p:spPr>
            <a:xfrm>
              <a:off x="6178956" y="3126650"/>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EE55DC48-3DA8-231F-6065-610C492A9ECC}"/>
                </a:ext>
              </a:extLst>
            </p:cNvPr>
            <p:cNvCxnSpPr>
              <a:cxnSpLocks/>
            </p:cNvCxnSpPr>
            <p:nvPr/>
          </p:nvCxnSpPr>
          <p:spPr>
            <a:xfrm>
              <a:off x="6178956" y="3630276"/>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DA246DE-1C35-AD46-05A0-3A9D020DEF56}"/>
                </a:ext>
              </a:extLst>
            </p:cNvPr>
            <p:cNvCxnSpPr>
              <a:cxnSpLocks/>
            </p:cNvCxnSpPr>
            <p:nvPr/>
          </p:nvCxnSpPr>
          <p:spPr>
            <a:xfrm>
              <a:off x="6178956" y="4160185"/>
              <a:ext cx="432382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36C93E8-9F87-C9BA-712F-679214BA1E56}"/>
                </a:ext>
              </a:extLst>
            </p:cNvPr>
            <p:cNvSpPr txBox="1"/>
            <p:nvPr/>
          </p:nvSpPr>
          <p:spPr>
            <a:xfrm>
              <a:off x="6376576" y="3268252"/>
              <a:ext cx="62549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bolus</a:t>
              </a:r>
            </a:p>
          </p:txBody>
        </p:sp>
        <p:sp>
          <p:nvSpPr>
            <p:cNvPr id="47" name="TextBox 46">
              <a:extLst>
                <a:ext uri="{FF2B5EF4-FFF2-40B4-BE49-F238E27FC236}">
                  <a16:creationId xmlns:a16="http://schemas.microsoft.com/office/drawing/2014/main" id="{0FDEF06A-15ED-E864-1BF0-B2C42CEB1830}"/>
                </a:ext>
              </a:extLst>
            </p:cNvPr>
            <p:cNvSpPr txBox="1"/>
            <p:nvPr/>
          </p:nvSpPr>
          <p:spPr>
            <a:xfrm>
              <a:off x="6446509" y="2747473"/>
              <a:ext cx="44916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cgm</a:t>
              </a:r>
            </a:p>
          </p:txBody>
        </p:sp>
        <p:sp>
          <p:nvSpPr>
            <p:cNvPr id="48" name="TextBox 47">
              <a:extLst>
                <a:ext uri="{FF2B5EF4-FFF2-40B4-BE49-F238E27FC236}">
                  <a16:creationId xmlns:a16="http://schemas.microsoft.com/office/drawing/2014/main" id="{D4DC4514-1710-7E4C-C05B-0A1600E0C777}"/>
                </a:ext>
              </a:extLst>
            </p:cNvPr>
            <p:cNvSpPr txBox="1"/>
            <p:nvPr/>
          </p:nvSpPr>
          <p:spPr>
            <a:xfrm>
              <a:off x="6377810" y="3782339"/>
              <a:ext cx="625492" cy="261610"/>
            </a:xfrm>
            <a:prstGeom prst="rect">
              <a:avLst/>
            </a:prstGeom>
            <a:noFill/>
          </p:spPr>
          <p:txBody>
            <a:bodyPr wrap="none" rtlCol="0">
              <a:spAutoFit/>
            </a:bodyPr>
            <a:lstStyle/>
            <a:p>
              <a:r>
                <a:rPr lang="en-MX" sz="1100">
                  <a:solidFill>
                    <a:schemeClr val="bg1"/>
                  </a:solidFill>
                  <a:latin typeface="0xProto Nerd Font" panose="02000009000000000000" pitchFamily="49" charset="0"/>
                </a:rPr>
                <a:t>basal</a:t>
              </a:r>
            </a:p>
          </p:txBody>
        </p:sp>
      </p:grpSp>
      <p:cxnSp>
        <p:nvCxnSpPr>
          <p:cNvPr id="51" name="Straight Arrow Connector 50">
            <a:extLst>
              <a:ext uri="{FF2B5EF4-FFF2-40B4-BE49-F238E27FC236}">
                <a16:creationId xmlns:a16="http://schemas.microsoft.com/office/drawing/2014/main" id="{95F756F7-D320-989D-B54B-168AAAB0DA1D}"/>
              </a:ext>
            </a:extLst>
          </p:cNvPr>
          <p:cNvCxnSpPr/>
          <p:nvPr/>
        </p:nvCxnSpPr>
        <p:spPr>
          <a:xfrm>
            <a:off x="3832412" y="3468352"/>
            <a:ext cx="206412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31279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7225-5F33-DAE5-58AC-D4B5F27CDF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D6AC02-87B8-C572-893D-713A6FAC933C}"/>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A74946FB-418A-4A4B-57A1-2F19EA4B3631}"/>
              </a:ext>
            </a:extLst>
          </p:cNvPr>
          <p:cNvSpPr/>
          <p:nvPr/>
        </p:nvSpPr>
        <p:spPr>
          <a:xfrm>
            <a:off x="10444918"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
        <p:nvSpPr>
          <p:cNvPr id="80" name="Round Same Side Corner Rectangle 79">
            <a:extLst>
              <a:ext uri="{FF2B5EF4-FFF2-40B4-BE49-F238E27FC236}">
                <a16:creationId xmlns:a16="http://schemas.microsoft.com/office/drawing/2014/main" id="{F63BE919-7C07-2FEC-42BD-66A9B0668D1D}"/>
              </a:ext>
            </a:extLst>
          </p:cNvPr>
          <p:cNvSpPr/>
          <p:nvPr/>
        </p:nvSpPr>
        <p:spPr>
          <a:xfrm rot="10800000">
            <a:off x="2250941" y="3390181"/>
            <a:ext cx="544464" cy="227611"/>
          </a:xfrm>
          <a:prstGeom prst="round2SameRect">
            <a:avLst>
              <a:gd name="adj1" fmla="val 50000"/>
              <a:gd name="adj2" fmla="val 0"/>
            </a:avLst>
          </a:prstGeom>
          <a:solidFill>
            <a:schemeClr val="accent1">
              <a:lumMod val="60000"/>
              <a:lumOff val="40000"/>
              <a:alpha val="2467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9" name="Graphic 78" descr="Paint outline">
            <a:extLst>
              <a:ext uri="{FF2B5EF4-FFF2-40B4-BE49-F238E27FC236}">
                <a16:creationId xmlns:a16="http://schemas.microsoft.com/office/drawing/2014/main" id="{AC7A5E76-5C5F-51E5-CD21-C85731EF0D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7941" y="2712488"/>
            <a:ext cx="950126" cy="1029558"/>
          </a:xfrm>
          <a:prstGeom prst="rect">
            <a:avLst/>
          </a:prstGeom>
        </p:spPr>
      </p:pic>
      <p:sp>
        <p:nvSpPr>
          <p:cNvPr id="82" name="TextBox 81">
            <a:extLst>
              <a:ext uri="{FF2B5EF4-FFF2-40B4-BE49-F238E27FC236}">
                <a16:creationId xmlns:a16="http://schemas.microsoft.com/office/drawing/2014/main" id="{1EA8D6B1-E216-F1B4-C781-5063A77777E4}"/>
              </a:ext>
            </a:extLst>
          </p:cNvPr>
          <p:cNvSpPr txBox="1"/>
          <p:nvPr/>
        </p:nvSpPr>
        <p:spPr>
          <a:xfrm>
            <a:off x="1738980" y="3673368"/>
            <a:ext cx="1556286" cy="261610"/>
          </a:xfrm>
          <a:prstGeom prst="rect">
            <a:avLst/>
          </a:prstGeom>
          <a:noFill/>
        </p:spPr>
        <p:txBody>
          <a:bodyPr wrap="square">
            <a:spAutoFit/>
          </a:bodyPr>
          <a:lstStyle/>
          <a:p>
            <a:pPr algn="ctr"/>
            <a:r>
              <a:rPr lang="en-MX" sz="1050">
                <a:solidFill>
                  <a:schemeClr val="bg1"/>
                </a:solidFill>
                <a:latin typeface="0xProto Nerd Font" panose="02000009000000000000" pitchFamily="49" charset="0"/>
              </a:rPr>
              <a:t>token bucket</a:t>
            </a:r>
          </a:p>
        </p:txBody>
      </p:sp>
      <p:sp>
        <p:nvSpPr>
          <p:cNvPr id="83" name="TextBox 82">
            <a:extLst>
              <a:ext uri="{FF2B5EF4-FFF2-40B4-BE49-F238E27FC236}">
                <a16:creationId xmlns:a16="http://schemas.microsoft.com/office/drawing/2014/main" id="{198F0218-5C3D-A76E-C683-F349A1B6D151}"/>
              </a:ext>
            </a:extLst>
          </p:cNvPr>
          <p:cNvSpPr txBox="1"/>
          <p:nvPr/>
        </p:nvSpPr>
        <p:spPr>
          <a:xfrm>
            <a:off x="25718" y="2150224"/>
            <a:ext cx="2063966" cy="738664"/>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it has an associated positive integer value that indicates the level</a:t>
            </a:r>
          </a:p>
        </p:txBody>
      </p:sp>
      <p:cxnSp>
        <p:nvCxnSpPr>
          <p:cNvPr id="85" name="Straight Arrow Connector 84">
            <a:extLst>
              <a:ext uri="{FF2B5EF4-FFF2-40B4-BE49-F238E27FC236}">
                <a16:creationId xmlns:a16="http://schemas.microsoft.com/office/drawing/2014/main" id="{A20E194C-A54A-FF7D-9E78-BFBC3DEAE023}"/>
              </a:ext>
            </a:extLst>
          </p:cNvPr>
          <p:cNvCxnSpPr/>
          <p:nvPr/>
        </p:nvCxnSpPr>
        <p:spPr>
          <a:xfrm>
            <a:off x="1057701" y="3009648"/>
            <a:ext cx="1079936" cy="3805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F6559866-5CC8-5BC0-9159-676B5C0B8C4A}"/>
              </a:ext>
            </a:extLst>
          </p:cNvPr>
          <p:cNvSpPr txBox="1"/>
          <p:nvPr/>
        </p:nvSpPr>
        <p:spPr>
          <a:xfrm>
            <a:off x="2834956" y="3263223"/>
            <a:ext cx="213448" cy="253916"/>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5</a:t>
            </a:r>
          </a:p>
        </p:txBody>
      </p:sp>
      <p:sp>
        <p:nvSpPr>
          <p:cNvPr id="87" name="TextBox 86">
            <a:extLst>
              <a:ext uri="{FF2B5EF4-FFF2-40B4-BE49-F238E27FC236}">
                <a16:creationId xmlns:a16="http://schemas.microsoft.com/office/drawing/2014/main" id="{37B5BB5F-528A-F102-0B9F-640104811181}"/>
              </a:ext>
            </a:extLst>
          </p:cNvPr>
          <p:cNvSpPr txBox="1"/>
          <p:nvPr/>
        </p:nvSpPr>
        <p:spPr>
          <a:xfrm>
            <a:off x="2834956" y="3263223"/>
            <a:ext cx="213448" cy="253916"/>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6</a:t>
            </a:r>
          </a:p>
        </p:txBody>
      </p:sp>
      <p:sp>
        <p:nvSpPr>
          <p:cNvPr id="88" name="TextBox 87">
            <a:extLst>
              <a:ext uri="{FF2B5EF4-FFF2-40B4-BE49-F238E27FC236}">
                <a16:creationId xmlns:a16="http://schemas.microsoft.com/office/drawing/2014/main" id="{2647385D-A927-5AE7-ED1F-517C7A398BBD}"/>
              </a:ext>
            </a:extLst>
          </p:cNvPr>
          <p:cNvSpPr txBox="1"/>
          <p:nvPr/>
        </p:nvSpPr>
        <p:spPr>
          <a:xfrm>
            <a:off x="2834956" y="3263223"/>
            <a:ext cx="213448" cy="253916"/>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7</a:t>
            </a:r>
          </a:p>
        </p:txBody>
      </p:sp>
      <p:cxnSp>
        <p:nvCxnSpPr>
          <p:cNvPr id="89" name="Straight Arrow Connector 88">
            <a:extLst>
              <a:ext uri="{FF2B5EF4-FFF2-40B4-BE49-F238E27FC236}">
                <a16:creationId xmlns:a16="http://schemas.microsoft.com/office/drawing/2014/main" id="{EAD10089-BECA-744B-02CC-CD3BFC94664C}"/>
              </a:ext>
            </a:extLst>
          </p:cNvPr>
          <p:cNvCxnSpPr/>
          <p:nvPr/>
        </p:nvCxnSpPr>
        <p:spPr>
          <a:xfrm>
            <a:off x="3087955" y="3390181"/>
            <a:ext cx="1079936" cy="3805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030829E2-DB15-7F49-5754-CD655E715202}"/>
              </a:ext>
            </a:extLst>
          </p:cNvPr>
          <p:cNvSpPr txBox="1"/>
          <p:nvPr/>
        </p:nvSpPr>
        <p:spPr>
          <a:xfrm>
            <a:off x="4077943" y="3764659"/>
            <a:ext cx="2063966"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it represents how many requests are available at a given moment</a:t>
            </a:r>
          </a:p>
        </p:txBody>
      </p:sp>
      <p:cxnSp>
        <p:nvCxnSpPr>
          <p:cNvPr id="91" name="Straight Arrow Connector 90">
            <a:extLst>
              <a:ext uri="{FF2B5EF4-FFF2-40B4-BE49-F238E27FC236}">
                <a16:creationId xmlns:a16="http://schemas.microsoft.com/office/drawing/2014/main" id="{25AEABEF-88E5-4132-49B1-C2EDDB5D919C}"/>
              </a:ext>
            </a:extLst>
          </p:cNvPr>
          <p:cNvCxnSpPr>
            <a:cxnSpLocks/>
          </p:cNvCxnSpPr>
          <p:nvPr/>
        </p:nvCxnSpPr>
        <p:spPr>
          <a:xfrm flipH="1" flipV="1">
            <a:off x="9412465" y="2902754"/>
            <a:ext cx="857882" cy="3245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7D7B5EB5-3B31-5284-7294-9A35E729C816}"/>
              </a:ext>
            </a:extLst>
          </p:cNvPr>
          <p:cNvSpPr txBox="1"/>
          <p:nvPr/>
        </p:nvSpPr>
        <p:spPr>
          <a:xfrm>
            <a:off x="7334728" y="2311807"/>
            <a:ext cx="2063966"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every time it wants to send a message it has to pay with a token</a:t>
            </a:r>
          </a:p>
        </p:txBody>
      </p:sp>
    </p:spTree>
    <p:extLst>
      <p:ext uri="{BB962C8B-B14F-4D97-AF65-F5344CB8AC3E}">
        <p14:creationId xmlns:p14="http://schemas.microsoft.com/office/powerpoint/2010/main" val="322313287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500" fill="hold"/>
                                        <p:tgtEl>
                                          <p:spTgt spid="80"/>
                                        </p:tgtEl>
                                      </p:cBhvr>
                                      <p:by x="100000" y="125000"/>
                                    </p:animScale>
                                  </p:childTnLst>
                                </p:cTn>
                              </p:par>
                              <p:par>
                                <p:cTn id="7" presetID="10"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animEffect transition="in" filter="fade">
                                      <p:cBhvr>
                                        <p:cTn id="9" dur="100"/>
                                        <p:tgtEl>
                                          <p:spTgt spid="86"/>
                                        </p:tgtEl>
                                      </p:cBhvr>
                                    </p:animEffect>
                                  </p:childTnLst>
                                  <p:subTnLst>
                                    <p:set>
                                      <p:cBhvr override="childStyle">
                                        <p:cTn dur="1" fill="hold" display="0" masterRel="sameClick" afterEffect="1">
                                          <p:stCondLst>
                                            <p:cond evt="end" delay="0">
                                              <p:tn val="7"/>
                                            </p:cond>
                                          </p:stCondLst>
                                        </p:cTn>
                                        <p:tgtEl>
                                          <p:spTgt spid="86"/>
                                        </p:tgtEl>
                                        <p:attrNameLst>
                                          <p:attrName>style.visibility</p:attrName>
                                        </p:attrNameLst>
                                      </p:cBhvr>
                                      <p:to>
                                        <p:strVal val="hidden"/>
                                      </p:to>
                                    </p:set>
                                  </p:subTnLst>
                                </p:cTn>
                              </p:par>
                              <p:par>
                                <p:cTn id="10" presetID="10" presetClass="entr" presetSubtype="0" fill="hold" grpId="0" nodeType="withEffect">
                                  <p:stCondLst>
                                    <p:cond delay="100"/>
                                  </p:stCondLst>
                                  <p:childTnLst>
                                    <p:set>
                                      <p:cBhvr>
                                        <p:cTn id="11" dur="1" fill="hold">
                                          <p:stCondLst>
                                            <p:cond delay="0"/>
                                          </p:stCondLst>
                                        </p:cTn>
                                        <p:tgtEl>
                                          <p:spTgt spid="87"/>
                                        </p:tgtEl>
                                        <p:attrNameLst>
                                          <p:attrName>style.visibility</p:attrName>
                                        </p:attrNameLst>
                                      </p:cBhvr>
                                      <p:to>
                                        <p:strVal val="visible"/>
                                      </p:to>
                                    </p:set>
                                    <p:animEffect transition="in" filter="fade">
                                      <p:cBhvr>
                                        <p:cTn id="12" dur="200"/>
                                        <p:tgtEl>
                                          <p:spTgt spid="87"/>
                                        </p:tgtEl>
                                      </p:cBhvr>
                                    </p:animEffect>
                                  </p:childTnLst>
                                  <p:subTnLst>
                                    <p:set>
                                      <p:cBhvr override="childStyle">
                                        <p:cTn dur="1" fill="hold" display="0" masterRel="sameClick" afterEffect="1">
                                          <p:stCondLst>
                                            <p:cond evt="end" delay="0">
                                              <p:tn val="10"/>
                                            </p:cond>
                                          </p:stCondLst>
                                        </p:cTn>
                                        <p:tgtEl>
                                          <p:spTgt spid="87"/>
                                        </p:tgtEl>
                                        <p:attrNameLst>
                                          <p:attrName>style.visibility</p:attrName>
                                        </p:attrNameLst>
                                      </p:cBhvr>
                                      <p:to>
                                        <p:strVal val="hidden"/>
                                      </p:to>
                                    </p:set>
                                  </p:subTnLst>
                                </p:cTn>
                              </p:par>
                              <p:par>
                                <p:cTn id="13" presetID="10" presetClass="entr" presetSubtype="0" fill="hold" grpId="0" nodeType="withEffect">
                                  <p:stCondLst>
                                    <p:cond delay="300"/>
                                  </p:stCondLst>
                                  <p:childTnLst>
                                    <p:set>
                                      <p:cBhvr>
                                        <p:cTn id="14" dur="1" fill="hold">
                                          <p:stCondLst>
                                            <p:cond delay="0"/>
                                          </p:stCondLst>
                                        </p:cTn>
                                        <p:tgtEl>
                                          <p:spTgt spid="88"/>
                                        </p:tgtEl>
                                        <p:attrNameLst>
                                          <p:attrName>style.visibility</p:attrName>
                                        </p:attrNameLst>
                                      </p:cBhvr>
                                      <p:to>
                                        <p:strVal val="visible"/>
                                      </p:to>
                                    </p:set>
                                    <p:animEffect transition="in" filter="fade">
                                      <p:cBhvr>
                                        <p:cTn id="15" dur="200"/>
                                        <p:tgtEl>
                                          <p:spTgt spid="88"/>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500"/>
                                        <p:tgtEl>
                                          <p:spTgt spid="8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fade">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500"/>
                                        <p:tgtEl>
                                          <p:spTgt spid="9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2"/>
                                        </p:tgtEl>
                                        <p:attrNameLst>
                                          <p:attrName>style.visibility</p:attrName>
                                        </p:attrNameLst>
                                      </p:cBhvr>
                                      <p:to>
                                        <p:strVal val="visible"/>
                                      </p:to>
                                    </p:set>
                                    <p:animEffect transition="in" filter="fade">
                                      <p:cBhvr>
                                        <p:cTn id="30"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6" grpId="0"/>
      <p:bldP spid="87" grpId="0"/>
      <p:bldP spid="88" grpId="0"/>
      <p:bldP spid="90" grpId="0"/>
      <p:bldP spid="9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E66CE-DEA3-A0B0-E1A6-B7C0D86061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912477-A7BD-79A0-D727-0410B95787E8}"/>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597B31E9-9B47-0CBC-990A-B923E5C1EF93}"/>
              </a:ext>
            </a:extLst>
          </p:cNvPr>
          <p:cNvSpPr/>
          <p:nvPr/>
        </p:nvSpPr>
        <p:spPr>
          <a:xfrm>
            <a:off x="10444918"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
        <p:nvSpPr>
          <p:cNvPr id="80" name="Round Same Side Corner Rectangle 79">
            <a:extLst>
              <a:ext uri="{FF2B5EF4-FFF2-40B4-BE49-F238E27FC236}">
                <a16:creationId xmlns:a16="http://schemas.microsoft.com/office/drawing/2014/main" id="{2E0D8BB1-9773-714C-CCFF-7C38E82C2764}"/>
              </a:ext>
            </a:extLst>
          </p:cNvPr>
          <p:cNvSpPr/>
          <p:nvPr/>
        </p:nvSpPr>
        <p:spPr>
          <a:xfrm rot="10800000">
            <a:off x="2202496" y="1959942"/>
            <a:ext cx="544464" cy="227611"/>
          </a:xfrm>
          <a:prstGeom prst="round2SameRect">
            <a:avLst>
              <a:gd name="adj1" fmla="val 50000"/>
              <a:gd name="adj2" fmla="val 0"/>
            </a:avLst>
          </a:prstGeom>
          <a:solidFill>
            <a:schemeClr val="accent1">
              <a:lumMod val="60000"/>
              <a:lumOff val="40000"/>
              <a:alpha val="2467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9" name="Graphic 78" descr="Paint outline">
            <a:extLst>
              <a:ext uri="{FF2B5EF4-FFF2-40B4-BE49-F238E27FC236}">
                <a16:creationId xmlns:a16="http://schemas.microsoft.com/office/drawing/2014/main" id="{012B7DB6-759B-5021-0C1C-C559BC3265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9496" y="1282249"/>
            <a:ext cx="950126" cy="1029558"/>
          </a:xfrm>
          <a:prstGeom prst="rect">
            <a:avLst/>
          </a:prstGeom>
        </p:spPr>
      </p:pic>
      <p:sp>
        <p:nvSpPr>
          <p:cNvPr id="82" name="TextBox 81">
            <a:extLst>
              <a:ext uri="{FF2B5EF4-FFF2-40B4-BE49-F238E27FC236}">
                <a16:creationId xmlns:a16="http://schemas.microsoft.com/office/drawing/2014/main" id="{A8CE5D25-B6B8-BA5A-B4E3-4C54F82E6E6B}"/>
              </a:ext>
            </a:extLst>
          </p:cNvPr>
          <p:cNvSpPr txBox="1"/>
          <p:nvPr/>
        </p:nvSpPr>
        <p:spPr>
          <a:xfrm>
            <a:off x="1690535" y="2243129"/>
            <a:ext cx="1556286" cy="261610"/>
          </a:xfrm>
          <a:prstGeom prst="rect">
            <a:avLst/>
          </a:prstGeom>
          <a:noFill/>
        </p:spPr>
        <p:txBody>
          <a:bodyPr wrap="square">
            <a:spAutoFit/>
          </a:bodyPr>
          <a:lstStyle/>
          <a:p>
            <a:pPr algn="ctr"/>
            <a:r>
              <a:rPr lang="en-MX" sz="1050">
                <a:solidFill>
                  <a:schemeClr val="bg1"/>
                </a:solidFill>
                <a:latin typeface="0xProto Nerd Font" panose="02000009000000000000" pitchFamily="49" charset="0"/>
              </a:rPr>
              <a:t>leaky bucket</a:t>
            </a:r>
          </a:p>
        </p:txBody>
      </p:sp>
      <p:cxnSp>
        <p:nvCxnSpPr>
          <p:cNvPr id="91" name="Straight Arrow Connector 90">
            <a:extLst>
              <a:ext uri="{FF2B5EF4-FFF2-40B4-BE49-F238E27FC236}">
                <a16:creationId xmlns:a16="http://schemas.microsoft.com/office/drawing/2014/main" id="{8456ACEF-CA87-1353-9AE4-AAF0D187812F}"/>
              </a:ext>
            </a:extLst>
          </p:cNvPr>
          <p:cNvCxnSpPr>
            <a:cxnSpLocks/>
          </p:cNvCxnSpPr>
          <p:nvPr/>
        </p:nvCxnSpPr>
        <p:spPr>
          <a:xfrm flipH="1" flipV="1">
            <a:off x="9412465" y="2902754"/>
            <a:ext cx="857882" cy="3245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F83F5F0C-6D3E-B443-CBD4-AB19C7E182DF}"/>
              </a:ext>
            </a:extLst>
          </p:cNvPr>
          <p:cNvSpPr txBox="1"/>
          <p:nvPr/>
        </p:nvSpPr>
        <p:spPr>
          <a:xfrm>
            <a:off x="7334728" y="2311807"/>
            <a:ext cx="2063966"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every time it wants to send a message it has to pay with a token</a:t>
            </a:r>
          </a:p>
        </p:txBody>
      </p:sp>
      <p:cxnSp>
        <p:nvCxnSpPr>
          <p:cNvPr id="5" name="Straight Connector 4">
            <a:extLst>
              <a:ext uri="{FF2B5EF4-FFF2-40B4-BE49-F238E27FC236}">
                <a16:creationId xmlns:a16="http://schemas.microsoft.com/office/drawing/2014/main" id="{1FD11728-6C98-40C5-FC1E-3099F370618C}"/>
              </a:ext>
            </a:extLst>
          </p:cNvPr>
          <p:cNvCxnSpPr>
            <a:cxnSpLocks/>
          </p:cNvCxnSpPr>
          <p:nvPr/>
        </p:nvCxnSpPr>
        <p:spPr>
          <a:xfrm>
            <a:off x="2231221" y="2073747"/>
            <a:ext cx="494967"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6C31C4A-71D3-0BD1-ACF8-69E244E36531}"/>
              </a:ext>
            </a:extLst>
          </p:cNvPr>
          <p:cNvCxnSpPr>
            <a:cxnSpLocks/>
          </p:cNvCxnSpPr>
          <p:nvPr/>
        </p:nvCxnSpPr>
        <p:spPr>
          <a:xfrm flipH="1" flipV="1">
            <a:off x="1427259" y="1681700"/>
            <a:ext cx="699715" cy="3443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7C7B697-8351-4591-90BB-FA914902FCFE}"/>
              </a:ext>
            </a:extLst>
          </p:cNvPr>
          <p:cNvSpPr txBox="1"/>
          <p:nvPr/>
        </p:nvSpPr>
        <p:spPr>
          <a:xfrm>
            <a:off x="878017" y="1282249"/>
            <a:ext cx="672488" cy="415498"/>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leak level</a:t>
            </a:r>
          </a:p>
        </p:txBody>
      </p:sp>
    </p:spTree>
    <p:extLst>
      <p:ext uri="{BB962C8B-B14F-4D97-AF65-F5344CB8AC3E}">
        <p14:creationId xmlns:p14="http://schemas.microsoft.com/office/powerpoint/2010/main" val="297950387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6F36-F26B-7993-1BA6-16EE62BF67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9BD763-FEE5-9913-E95C-6A9EB1D095DC}"/>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AC18269E-9DB9-507D-8860-E3CBAFB979AE}"/>
              </a:ext>
            </a:extLst>
          </p:cNvPr>
          <p:cNvSpPr/>
          <p:nvPr/>
        </p:nvSpPr>
        <p:spPr>
          <a:xfrm>
            <a:off x="10444918"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
        <p:nvSpPr>
          <p:cNvPr id="80" name="Round Same Side Corner Rectangle 79">
            <a:extLst>
              <a:ext uri="{FF2B5EF4-FFF2-40B4-BE49-F238E27FC236}">
                <a16:creationId xmlns:a16="http://schemas.microsoft.com/office/drawing/2014/main" id="{CD6BAB61-CDDF-7FA5-6987-878543F2D760}"/>
              </a:ext>
            </a:extLst>
          </p:cNvPr>
          <p:cNvSpPr/>
          <p:nvPr/>
        </p:nvSpPr>
        <p:spPr>
          <a:xfrm rot="10800000">
            <a:off x="2202496" y="2073746"/>
            <a:ext cx="544464" cy="113806"/>
          </a:xfrm>
          <a:prstGeom prst="round2SameRect">
            <a:avLst>
              <a:gd name="adj1" fmla="val 50000"/>
              <a:gd name="adj2" fmla="val 0"/>
            </a:avLst>
          </a:prstGeom>
          <a:solidFill>
            <a:schemeClr val="accent1">
              <a:lumMod val="60000"/>
              <a:lumOff val="40000"/>
              <a:alpha val="2467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9" name="Graphic 78" descr="Paint outline">
            <a:extLst>
              <a:ext uri="{FF2B5EF4-FFF2-40B4-BE49-F238E27FC236}">
                <a16:creationId xmlns:a16="http://schemas.microsoft.com/office/drawing/2014/main" id="{116DA6F8-0227-1E65-8ECB-63FE3731BE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9496" y="1282249"/>
            <a:ext cx="950126" cy="1029558"/>
          </a:xfrm>
          <a:prstGeom prst="rect">
            <a:avLst/>
          </a:prstGeom>
        </p:spPr>
      </p:pic>
      <p:sp>
        <p:nvSpPr>
          <p:cNvPr id="82" name="TextBox 81">
            <a:extLst>
              <a:ext uri="{FF2B5EF4-FFF2-40B4-BE49-F238E27FC236}">
                <a16:creationId xmlns:a16="http://schemas.microsoft.com/office/drawing/2014/main" id="{03D3F47D-EACE-2A0D-E319-925B26D7172B}"/>
              </a:ext>
            </a:extLst>
          </p:cNvPr>
          <p:cNvSpPr txBox="1"/>
          <p:nvPr/>
        </p:nvSpPr>
        <p:spPr>
          <a:xfrm>
            <a:off x="1690535" y="2243129"/>
            <a:ext cx="1556286" cy="261610"/>
          </a:xfrm>
          <a:prstGeom prst="rect">
            <a:avLst/>
          </a:prstGeom>
          <a:noFill/>
        </p:spPr>
        <p:txBody>
          <a:bodyPr wrap="square">
            <a:spAutoFit/>
          </a:bodyPr>
          <a:lstStyle/>
          <a:p>
            <a:pPr algn="ctr"/>
            <a:r>
              <a:rPr lang="en-MX" sz="1050">
                <a:solidFill>
                  <a:schemeClr val="bg1"/>
                </a:solidFill>
                <a:latin typeface="0xProto Nerd Font" panose="02000009000000000000" pitchFamily="49" charset="0"/>
              </a:rPr>
              <a:t>leaky bucket</a:t>
            </a:r>
          </a:p>
        </p:txBody>
      </p:sp>
      <p:cxnSp>
        <p:nvCxnSpPr>
          <p:cNvPr id="91" name="Straight Arrow Connector 90">
            <a:extLst>
              <a:ext uri="{FF2B5EF4-FFF2-40B4-BE49-F238E27FC236}">
                <a16:creationId xmlns:a16="http://schemas.microsoft.com/office/drawing/2014/main" id="{461C49FE-D60E-2937-47DD-AC98CD26EDCB}"/>
              </a:ext>
            </a:extLst>
          </p:cNvPr>
          <p:cNvCxnSpPr>
            <a:cxnSpLocks/>
          </p:cNvCxnSpPr>
          <p:nvPr/>
        </p:nvCxnSpPr>
        <p:spPr>
          <a:xfrm flipH="1" flipV="1">
            <a:off x="9412465" y="2902754"/>
            <a:ext cx="857882" cy="3245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2602B257-857F-B523-DCED-66F63565FB56}"/>
              </a:ext>
            </a:extLst>
          </p:cNvPr>
          <p:cNvSpPr txBox="1"/>
          <p:nvPr/>
        </p:nvSpPr>
        <p:spPr>
          <a:xfrm>
            <a:off x="7334728" y="2311807"/>
            <a:ext cx="2063966"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every time it wants to send a message it has to pay with a token</a:t>
            </a:r>
          </a:p>
        </p:txBody>
      </p:sp>
      <p:cxnSp>
        <p:nvCxnSpPr>
          <p:cNvPr id="5" name="Straight Connector 4">
            <a:extLst>
              <a:ext uri="{FF2B5EF4-FFF2-40B4-BE49-F238E27FC236}">
                <a16:creationId xmlns:a16="http://schemas.microsoft.com/office/drawing/2014/main" id="{D5033ABD-E0BC-9271-AB91-8EAB11099AB4}"/>
              </a:ext>
            </a:extLst>
          </p:cNvPr>
          <p:cNvCxnSpPr>
            <a:cxnSpLocks/>
          </p:cNvCxnSpPr>
          <p:nvPr/>
        </p:nvCxnSpPr>
        <p:spPr>
          <a:xfrm>
            <a:off x="2231221" y="2073747"/>
            <a:ext cx="494967"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4460721-71D2-5337-7568-F6150D28F747}"/>
              </a:ext>
            </a:extLst>
          </p:cNvPr>
          <p:cNvCxnSpPr>
            <a:cxnSpLocks/>
          </p:cNvCxnSpPr>
          <p:nvPr/>
        </p:nvCxnSpPr>
        <p:spPr>
          <a:xfrm flipH="1" flipV="1">
            <a:off x="1427259" y="1681700"/>
            <a:ext cx="699715" cy="3443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1625AF3-10E0-43D8-A3D4-66024AD0FAB9}"/>
              </a:ext>
            </a:extLst>
          </p:cNvPr>
          <p:cNvSpPr txBox="1"/>
          <p:nvPr/>
        </p:nvSpPr>
        <p:spPr>
          <a:xfrm>
            <a:off x="878017" y="1282249"/>
            <a:ext cx="672488" cy="415498"/>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leak level</a:t>
            </a:r>
          </a:p>
        </p:txBody>
      </p:sp>
      <p:sp>
        <p:nvSpPr>
          <p:cNvPr id="8" name="TextBox 7">
            <a:extLst>
              <a:ext uri="{FF2B5EF4-FFF2-40B4-BE49-F238E27FC236}">
                <a16:creationId xmlns:a16="http://schemas.microsoft.com/office/drawing/2014/main" id="{7EF96D86-9A1A-BF26-858A-DCFA60B28C67}"/>
              </a:ext>
            </a:extLst>
          </p:cNvPr>
          <p:cNvSpPr txBox="1"/>
          <p:nvPr/>
        </p:nvSpPr>
        <p:spPr>
          <a:xfrm>
            <a:off x="2999958" y="1719803"/>
            <a:ext cx="2364195" cy="553998"/>
          </a:xfrm>
          <a:prstGeom prst="rect">
            <a:avLst/>
          </a:prstGeom>
          <a:noFill/>
        </p:spPr>
        <p:txBody>
          <a:bodyPr wrap="square">
            <a:spAutoFit/>
          </a:bodyPr>
          <a:lstStyle/>
          <a:p>
            <a:pPr algn="ctr"/>
            <a:r>
              <a:rPr lang="en-MX" sz="1000">
                <a:solidFill>
                  <a:srgbClr val="FF0000"/>
                </a:solidFill>
                <a:latin typeface="0xProto Nerd Font" panose="02000009000000000000" pitchFamily="49" charset="0"/>
              </a:rPr>
              <a:t>it will leak at a constant rate until it reaches the leak level</a:t>
            </a:r>
          </a:p>
        </p:txBody>
      </p:sp>
      <p:pic>
        <p:nvPicPr>
          <p:cNvPr id="11" name="Graphic 10" descr="Leaky Tap outline">
            <a:extLst>
              <a:ext uri="{FF2B5EF4-FFF2-40B4-BE49-F238E27FC236}">
                <a16:creationId xmlns:a16="http://schemas.microsoft.com/office/drawing/2014/main" id="{35351C0F-16EF-ACC3-7D8C-2F21D1B3CA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367677" y="774406"/>
            <a:ext cx="531945" cy="531945"/>
          </a:xfrm>
          <a:prstGeom prst="rect">
            <a:avLst/>
          </a:prstGeom>
        </p:spPr>
      </p:pic>
      <p:sp>
        <p:nvSpPr>
          <p:cNvPr id="12" name="TextBox 11">
            <a:extLst>
              <a:ext uri="{FF2B5EF4-FFF2-40B4-BE49-F238E27FC236}">
                <a16:creationId xmlns:a16="http://schemas.microsoft.com/office/drawing/2014/main" id="{BFCF24EB-4C50-DA76-6AE2-8BB68935D02E}"/>
              </a:ext>
            </a:extLst>
          </p:cNvPr>
          <p:cNvSpPr txBox="1"/>
          <p:nvPr/>
        </p:nvSpPr>
        <p:spPr>
          <a:xfrm>
            <a:off x="2899622" y="705168"/>
            <a:ext cx="2899728"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it will get replenish at a constant rate until it reaches the bucket capacity</a:t>
            </a:r>
          </a:p>
        </p:txBody>
      </p:sp>
      <p:sp>
        <p:nvSpPr>
          <p:cNvPr id="13" name="TextBox 12">
            <a:extLst>
              <a:ext uri="{FF2B5EF4-FFF2-40B4-BE49-F238E27FC236}">
                <a16:creationId xmlns:a16="http://schemas.microsoft.com/office/drawing/2014/main" id="{98FB24E2-2135-E8EE-B681-AC95FEE3F9D8}"/>
              </a:ext>
            </a:extLst>
          </p:cNvPr>
          <p:cNvSpPr txBox="1"/>
          <p:nvPr/>
        </p:nvSpPr>
        <p:spPr>
          <a:xfrm>
            <a:off x="805069" y="3235999"/>
            <a:ext cx="4216795" cy="1938992"/>
          </a:xfrm>
          <a:prstGeom prst="rect">
            <a:avLst/>
          </a:prstGeom>
          <a:noFill/>
        </p:spPr>
        <p:txBody>
          <a:bodyPr wrap="square">
            <a:spAutoFit/>
          </a:bodyPr>
          <a:lstStyle/>
          <a:p>
            <a:r>
              <a:rPr lang="en-MX" sz="1000">
                <a:solidFill>
                  <a:schemeClr val="bg1"/>
                </a:solidFill>
                <a:latin typeface="0xProto Nerd Font" panose="02000009000000000000" pitchFamily="49" charset="0"/>
              </a:rPr>
              <a:t>The described mechanics will guarantee that:</a:t>
            </a:r>
          </a:p>
          <a:p>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With the combination of the replenish rate and the leak rate the available tokens will mimic a sliding window effect over time</a:t>
            </a:r>
          </a:p>
          <a:p>
            <a:pPr marL="228600" indent="-228600">
              <a:buFont typeface="+mj-lt"/>
              <a:buAutoNum type="arabicPeriod"/>
            </a:pPr>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Everything below the leak level will be considered buffer</a:t>
            </a:r>
          </a:p>
          <a:p>
            <a:pPr marL="228600" indent="-228600">
              <a:buFont typeface="+mj-lt"/>
              <a:buAutoNum type="arabicPeriod"/>
            </a:pPr>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There will never be more tokens that the bucket capacity matching the maximum available tokens we can spend at a given time</a:t>
            </a:r>
          </a:p>
        </p:txBody>
      </p:sp>
    </p:spTree>
    <p:extLst>
      <p:ext uri="{BB962C8B-B14F-4D97-AF65-F5344CB8AC3E}">
        <p14:creationId xmlns:p14="http://schemas.microsoft.com/office/powerpoint/2010/main" val="27526367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8C286-D949-0A53-1B5D-AF0BAA8497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06C2D5-1228-1E5E-FEB8-BA72C2CFA70A}"/>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D594440B-2B59-3AA5-3BAE-AFB1593BDEF2}"/>
              </a:ext>
            </a:extLst>
          </p:cNvPr>
          <p:cNvSpPr/>
          <p:nvPr/>
        </p:nvSpPr>
        <p:spPr>
          <a:xfrm>
            <a:off x="10444918"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sp>
        <p:nvSpPr>
          <p:cNvPr id="80" name="Round Same Side Corner Rectangle 79">
            <a:extLst>
              <a:ext uri="{FF2B5EF4-FFF2-40B4-BE49-F238E27FC236}">
                <a16:creationId xmlns:a16="http://schemas.microsoft.com/office/drawing/2014/main" id="{AB187D51-C417-6E24-F575-FE2539836F8D}"/>
              </a:ext>
            </a:extLst>
          </p:cNvPr>
          <p:cNvSpPr/>
          <p:nvPr/>
        </p:nvSpPr>
        <p:spPr>
          <a:xfrm rot="10800000">
            <a:off x="2202496" y="2073746"/>
            <a:ext cx="544464" cy="113806"/>
          </a:xfrm>
          <a:prstGeom prst="round2SameRect">
            <a:avLst>
              <a:gd name="adj1" fmla="val 50000"/>
              <a:gd name="adj2" fmla="val 0"/>
            </a:avLst>
          </a:prstGeom>
          <a:solidFill>
            <a:schemeClr val="accent1">
              <a:lumMod val="60000"/>
              <a:lumOff val="40000"/>
              <a:alpha val="2467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9" name="Graphic 78" descr="Paint outline">
            <a:extLst>
              <a:ext uri="{FF2B5EF4-FFF2-40B4-BE49-F238E27FC236}">
                <a16:creationId xmlns:a16="http://schemas.microsoft.com/office/drawing/2014/main" id="{2B2F1E88-97B9-4CEB-4E02-1A27F284E0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9496" y="1282249"/>
            <a:ext cx="950126" cy="1029558"/>
          </a:xfrm>
          <a:prstGeom prst="rect">
            <a:avLst/>
          </a:prstGeom>
        </p:spPr>
      </p:pic>
      <p:sp>
        <p:nvSpPr>
          <p:cNvPr id="82" name="TextBox 81">
            <a:extLst>
              <a:ext uri="{FF2B5EF4-FFF2-40B4-BE49-F238E27FC236}">
                <a16:creationId xmlns:a16="http://schemas.microsoft.com/office/drawing/2014/main" id="{9F97B88F-762A-3015-F6C2-E517C2E1355E}"/>
              </a:ext>
            </a:extLst>
          </p:cNvPr>
          <p:cNvSpPr txBox="1"/>
          <p:nvPr/>
        </p:nvSpPr>
        <p:spPr>
          <a:xfrm>
            <a:off x="1690535" y="2243129"/>
            <a:ext cx="1556286" cy="261610"/>
          </a:xfrm>
          <a:prstGeom prst="rect">
            <a:avLst/>
          </a:prstGeom>
          <a:noFill/>
        </p:spPr>
        <p:txBody>
          <a:bodyPr wrap="square">
            <a:spAutoFit/>
          </a:bodyPr>
          <a:lstStyle/>
          <a:p>
            <a:pPr algn="ctr"/>
            <a:r>
              <a:rPr lang="en-MX" sz="1050">
                <a:solidFill>
                  <a:schemeClr val="bg1"/>
                </a:solidFill>
                <a:latin typeface="0xProto Nerd Font" panose="02000009000000000000" pitchFamily="49" charset="0"/>
              </a:rPr>
              <a:t>main bucket</a:t>
            </a:r>
          </a:p>
        </p:txBody>
      </p:sp>
      <p:cxnSp>
        <p:nvCxnSpPr>
          <p:cNvPr id="91" name="Straight Arrow Connector 90">
            <a:extLst>
              <a:ext uri="{FF2B5EF4-FFF2-40B4-BE49-F238E27FC236}">
                <a16:creationId xmlns:a16="http://schemas.microsoft.com/office/drawing/2014/main" id="{BF860A70-AE26-89B3-BF27-0341B02D596F}"/>
              </a:ext>
            </a:extLst>
          </p:cNvPr>
          <p:cNvCxnSpPr>
            <a:cxnSpLocks/>
          </p:cNvCxnSpPr>
          <p:nvPr/>
        </p:nvCxnSpPr>
        <p:spPr>
          <a:xfrm flipH="1" flipV="1">
            <a:off x="9412465" y="2902754"/>
            <a:ext cx="857882" cy="3245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E7E9E577-FC0B-98E8-0CCD-1087E0104939}"/>
              </a:ext>
            </a:extLst>
          </p:cNvPr>
          <p:cNvSpPr txBox="1"/>
          <p:nvPr/>
        </p:nvSpPr>
        <p:spPr>
          <a:xfrm>
            <a:off x="7334728" y="2311807"/>
            <a:ext cx="2063966"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every time it wants to send a message it has to pay with a token</a:t>
            </a:r>
          </a:p>
        </p:txBody>
      </p:sp>
      <p:cxnSp>
        <p:nvCxnSpPr>
          <p:cNvPr id="5" name="Straight Connector 4">
            <a:extLst>
              <a:ext uri="{FF2B5EF4-FFF2-40B4-BE49-F238E27FC236}">
                <a16:creationId xmlns:a16="http://schemas.microsoft.com/office/drawing/2014/main" id="{B672568B-1E09-21B9-0C36-78AEFDB72E2B}"/>
              </a:ext>
            </a:extLst>
          </p:cNvPr>
          <p:cNvCxnSpPr>
            <a:cxnSpLocks/>
          </p:cNvCxnSpPr>
          <p:nvPr/>
        </p:nvCxnSpPr>
        <p:spPr>
          <a:xfrm>
            <a:off x="2231221" y="2073747"/>
            <a:ext cx="494967" cy="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pic>
        <p:nvPicPr>
          <p:cNvPr id="11" name="Graphic 10" descr="Leaky Tap outline">
            <a:extLst>
              <a:ext uri="{FF2B5EF4-FFF2-40B4-BE49-F238E27FC236}">
                <a16:creationId xmlns:a16="http://schemas.microsoft.com/office/drawing/2014/main" id="{631DE5CC-6DC9-D68D-83BC-C1F9684E1A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367677" y="774406"/>
            <a:ext cx="531945" cy="531945"/>
          </a:xfrm>
          <a:prstGeom prst="rect">
            <a:avLst/>
          </a:prstGeom>
        </p:spPr>
      </p:pic>
      <p:sp>
        <p:nvSpPr>
          <p:cNvPr id="6" name="Round Same Side Corner Rectangle 5">
            <a:extLst>
              <a:ext uri="{FF2B5EF4-FFF2-40B4-BE49-F238E27FC236}">
                <a16:creationId xmlns:a16="http://schemas.microsoft.com/office/drawing/2014/main" id="{83FE26C6-1D3A-45C4-2B4E-BB5201CDDCFC}"/>
              </a:ext>
            </a:extLst>
          </p:cNvPr>
          <p:cNvSpPr/>
          <p:nvPr/>
        </p:nvSpPr>
        <p:spPr>
          <a:xfrm rot="10800000">
            <a:off x="3565369" y="3433936"/>
            <a:ext cx="544464" cy="113806"/>
          </a:xfrm>
          <a:prstGeom prst="round2SameRect">
            <a:avLst>
              <a:gd name="adj1" fmla="val 50000"/>
              <a:gd name="adj2" fmla="val 0"/>
            </a:avLst>
          </a:prstGeom>
          <a:solidFill>
            <a:schemeClr val="accent1">
              <a:lumMod val="60000"/>
              <a:lumOff val="40000"/>
              <a:alpha val="2467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 name="Graphic 6" descr="Paint outline">
            <a:extLst>
              <a:ext uri="{FF2B5EF4-FFF2-40B4-BE49-F238E27FC236}">
                <a16:creationId xmlns:a16="http://schemas.microsoft.com/office/drawing/2014/main" id="{D9E5E13C-632B-1D30-D9F7-AA3AB1085D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12369" y="2642439"/>
            <a:ext cx="950126" cy="1029558"/>
          </a:xfrm>
          <a:prstGeom prst="rect">
            <a:avLst/>
          </a:prstGeom>
        </p:spPr>
      </p:pic>
      <p:sp>
        <p:nvSpPr>
          <p:cNvPr id="9" name="TextBox 8">
            <a:extLst>
              <a:ext uri="{FF2B5EF4-FFF2-40B4-BE49-F238E27FC236}">
                <a16:creationId xmlns:a16="http://schemas.microsoft.com/office/drawing/2014/main" id="{00939300-21D3-931F-115F-AE6EB58F4591}"/>
              </a:ext>
            </a:extLst>
          </p:cNvPr>
          <p:cNvSpPr txBox="1"/>
          <p:nvPr/>
        </p:nvSpPr>
        <p:spPr>
          <a:xfrm>
            <a:off x="3053408" y="3603319"/>
            <a:ext cx="1556286" cy="261610"/>
          </a:xfrm>
          <a:prstGeom prst="rect">
            <a:avLst/>
          </a:prstGeom>
          <a:noFill/>
        </p:spPr>
        <p:txBody>
          <a:bodyPr wrap="square">
            <a:spAutoFit/>
          </a:bodyPr>
          <a:lstStyle/>
          <a:p>
            <a:pPr algn="ctr"/>
            <a:r>
              <a:rPr lang="en-MX" sz="1050">
                <a:solidFill>
                  <a:schemeClr val="bg1"/>
                </a:solidFill>
                <a:latin typeface="0xProto Nerd Font" panose="02000009000000000000" pitchFamily="49" charset="0"/>
              </a:rPr>
              <a:t>spare bucket</a:t>
            </a:r>
          </a:p>
        </p:txBody>
      </p:sp>
      <p:cxnSp>
        <p:nvCxnSpPr>
          <p:cNvPr id="19" name="Straight Connector 18">
            <a:extLst>
              <a:ext uri="{FF2B5EF4-FFF2-40B4-BE49-F238E27FC236}">
                <a16:creationId xmlns:a16="http://schemas.microsoft.com/office/drawing/2014/main" id="{FE4E6EE9-82EB-ADED-F426-14C4F1A677BD}"/>
              </a:ext>
            </a:extLst>
          </p:cNvPr>
          <p:cNvCxnSpPr/>
          <p:nvPr/>
        </p:nvCxnSpPr>
        <p:spPr>
          <a:xfrm>
            <a:off x="2899622" y="2073746"/>
            <a:ext cx="93890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F85DB09-8316-A3DF-B236-79AAF32132A9}"/>
              </a:ext>
            </a:extLst>
          </p:cNvPr>
          <p:cNvCxnSpPr/>
          <p:nvPr/>
        </p:nvCxnSpPr>
        <p:spPr>
          <a:xfrm>
            <a:off x="3838524" y="2063966"/>
            <a:ext cx="0" cy="568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D8A5160-1BE8-09CF-2D71-05AEBFC1978C}"/>
              </a:ext>
            </a:extLst>
          </p:cNvPr>
          <p:cNvCxnSpPr>
            <a:cxnSpLocks/>
          </p:cNvCxnSpPr>
          <p:nvPr/>
        </p:nvCxnSpPr>
        <p:spPr>
          <a:xfrm flipV="1">
            <a:off x="3926541" y="1655895"/>
            <a:ext cx="508543" cy="3438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4228F37-4334-0667-4338-36A861564FA5}"/>
              </a:ext>
            </a:extLst>
          </p:cNvPr>
          <p:cNvSpPr txBox="1"/>
          <p:nvPr/>
        </p:nvSpPr>
        <p:spPr>
          <a:xfrm>
            <a:off x="4014559" y="1405108"/>
            <a:ext cx="1053534" cy="253916"/>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leaks into</a:t>
            </a:r>
          </a:p>
        </p:txBody>
      </p:sp>
      <p:sp>
        <p:nvSpPr>
          <p:cNvPr id="27" name="TextBox 26">
            <a:extLst>
              <a:ext uri="{FF2B5EF4-FFF2-40B4-BE49-F238E27FC236}">
                <a16:creationId xmlns:a16="http://schemas.microsoft.com/office/drawing/2014/main" id="{9D99ACFE-5E48-9867-B88E-A9327F556516}"/>
              </a:ext>
            </a:extLst>
          </p:cNvPr>
          <p:cNvSpPr txBox="1"/>
          <p:nvPr/>
        </p:nvSpPr>
        <p:spPr>
          <a:xfrm>
            <a:off x="478899" y="2903355"/>
            <a:ext cx="2469267" cy="738664"/>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the replenish rate of the spare bucket matches the leak rate of the main bucket</a:t>
            </a:r>
          </a:p>
        </p:txBody>
      </p:sp>
      <p:sp>
        <p:nvSpPr>
          <p:cNvPr id="32" name="TextBox 31">
            <a:extLst>
              <a:ext uri="{FF2B5EF4-FFF2-40B4-BE49-F238E27FC236}">
                <a16:creationId xmlns:a16="http://schemas.microsoft.com/office/drawing/2014/main" id="{5CDA7365-4544-C120-7AF8-A9CDCE64CA00}"/>
              </a:ext>
            </a:extLst>
          </p:cNvPr>
          <p:cNvSpPr txBox="1"/>
          <p:nvPr/>
        </p:nvSpPr>
        <p:spPr>
          <a:xfrm>
            <a:off x="5706442" y="3869626"/>
            <a:ext cx="3535777"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every time it wants to send a message for an async synchronization it has to pay with a token from the spare bucket</a:t>
            </a:r>
          </a:p>
        </p:txBody>
      </p:sp>
      <p:cxnSp>
        <p:nvCxnSpPr>
          <p:cNvPr id="33" name="Straight Arrow Connector 32">
            <a:extLst>
              <a:ext uri="{FF2B5EF4-FFF2-40B4-BE49-F238E27FC236}">
                <a16:creationId xmlns:a16="http://schemas.microsoft.com/office/drawing/2014/main" id="{0EA45857-1122-A183-C2AA-0BC77F4AEE84}"/>
              </a:ext>
            </a:extLst>
          </p:cNvPr>
          <p:cNvCxnSpPr>
            <a:cxnSpLocks/>
            <a:endCxn id="32" idx="3"/>
          </p:cNvCxnSpPr>
          <p:nvPr/>
        </p:nvCxnSpPr>
        <p:spPr>
          <a:xfrm flipH="1">
            <a:off x="9242219" y="3969113"/>
            <a:ext cx="992215" cy="18905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2DF72807-4235-3E5B-DAF2-02080B1F6E0A}"/>
              </a:ext>
            </a:extLst>
          </p:cNvPr>
          <p:cNvSpPr txBox="1"/>
          <p:nvPr/>
        </p:nvSpPr>
        <p:spPr>
          <a:xfrm>
            <a:off x="324531" y="4578743"/>
            <a:ext cx="4216795" cy="1938992"/>
          </a:xfrm>
          <a:prstGeom prst="rect">
            <a:avLst/>
          </a:prstGeom>
          <a:noFill/>
        </p:spPr>
        <p:txBody>
          <a:bodyPr wrap="square">
            <a:spAutoFit/>
          </a:bodyPr>
          <a:lstStyle/>
          <a:p>
            <a:r>
              <a:rPr lang="en-MX" sz="1000">
                <a:solidFill>
                  <a:schemeClr val="bg1"/>
                </a:solidFill>
                <a:latin typeface="0xProto Nerd Font" panose="02000009000000000000" pitchFamily="49" charset="0"/>
              </a:rPr>
              <a:t>The described mechanics will guarantee that:</a:t>
            </a:r>
          </a:p>
          <a:p>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The traffic controller only performs an async synchronization if there is unused bandwidth represented as tokens in the spare bucket</a:t>
            </a:r>
          </a:p>
          <a:p>
            <a:pPr marL="228600" indent="-228600">
              <a:buFont typeface="+mj-lt"/>
              <a:buAutoNum type="arabicPeriod"/>
            </a:pPr>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The buffer is never leaked, so there is always tokens for an on-demand synchronization</a:t>
            </a:r>
          </a:p>
          <a:p>
            <a:pPr marL="228600" indent="-228600">
              <a:buFont typeface="+mj-lt"/>
              <a:buAutoNum type="arabicPeriod"/>
            </a:pPr>
            <a:endParaRPr lang="en-MX" sz="1000">
              <a:solidFill>
                <a:schemeClr val="bg1"/>
              </a:solidFill>
              <a:latin typeface="0xProto Nerd Font" panose="02000009000000000000" pitchFamily="49" charset="0"/>
            </a:endParaRPr>
          </a:p>
          <a:p>
            <a:pPr marL="228600" indent="-228600">
              <a:buFont typeface="+mj-lt"/>
              <a:buAutoNum type="arabicPeriod"/>
            </a:pPr>
            <a:r>
              <a:rPr lang="en-MX" sz="1000">
                <a:solidFill>
                  <a:schemeClr val="bg1"/>
                </a:solidFill>
                <a:latin typeface="0xProto Nerd Font" panose="02000009000000000000" pitchFamily="49" charset="0"/>
              </a:rPr>
              <a:t>The traffic will be distributed through the day </a:t>
            </a:r>
            <a:r>
              <a:rPr lang="en-US" sz="1000">
                <a:solidFill>
                  <a:schemeClr val="bg1"/>
                </a:solidFill>
                <a:latin typeface="0xProto Nerd Font" panose="02000009000000000000" pitchFamily="49" charset="0"/>
              </a:rPr>
              <a:t>prioritizing on-demand requests and (at a slower rate) using the “spare bandwidth”</a:t>
            </a:r>
            <a:r>
              <a:rPr lang="en-MX" sz="1000">
                <a:solidFill>
                  <a:schemeClr val="bg1"/>
                </a:solidFill>
                <a:latin typeface="0xProto Nerd Font" panose="02000009000000000000" pitchFamily="49" charset="0"/>
              </a:rPr>
              <a:t> </a:t>
            </a:r>
          </a:p>
        </p:txBody>
      </p:sp>
    </p:spTree>
    <p:extLst>
      <p:ext uri="{BB962C8B-B14F-4D97-AF65-F5344CB8AC3E}">
        <p14:creationId xmlns:p14="http://schemas.microsoft.com/office/powerpoint/2010/main" val="518369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25" grpId="0"/>
      <p:bldP spid="27" grpId="0"/>
      <p:bldP spid="32"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3077-321B-CE9B-45F4-1252F131AF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7BB324-788E-6591-CEC2-BE61062A6D6B}"/>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Application architecture</a:t>
            </a:r>
          </a:p>
        </p:txBody>
      </p:sp>
      <p:sp>
        <p:nvSpPr>
          <p:cNvPr id="2" name="Rectangle 1">
            <a:extLst>
              <a:ext uri="{FF2B5EF4-FFF2-40B4-BE49-F238E27FC236}">
                <a16:creationId xmlns:a16="http://schemas.microsoft.com/office/drawing/2014/main" id="{250C107B-F208-4452-DA14-3BC56B0FB5BD}"/>
              </a:ext>
            </a:extLst>
          </p:cNvPr>
          <p:cNvSpPr/>
          <p:nvPr/>
        </p:nvSpPr>
        <p:spPr>
          <a:xfrm>
            <a:off x="9136797" y="2766989"/>
            <a:ext cx="1363526" cy="1452847"/>
          </a:xfrm>
          <a:prstGeom prst="rect">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a:t>Traffic</a:t>
            </a:r>
          </a:p>
          <a:p>
            <a:pPr algn="ctr"/>
            <a:r>
              <a:rPr lang="en-MX"/>
              <a:t>Controller</a:t>
            </a:r>
          </a:p>
        </p:txBody>
      </p:sp>
      <p:grpSp>
        <p:nvGrpSpPr>
          <p:cNvPr id="10" name="Group 9">
            <a:extLst>
              <a:ext uri="{FF2B5EF4-FFF2-40B4-BE49-F238E27FC236}">
                <a16:creationId xmlns:a16="http://schemas.microsoft.com/office/drawing/2014/main" id="{A1A76E7D-3767-718A-A811-F4507FC7320C}"/>
              </a:ext>
            </a:extLst>
          </p:cNvPr>
          <p:cNvGrpSpPr/>
          <p:nvPr/>
        </p:nvGrpSpPr>
        <p:grpSpPr>
          <a:xfrm>
            <a:off x="1458709" y="2702451"/>
            <a:ext cx="1212589" cy="1581921"/>
            <a:chOff x="9510641" y="943218"/>
            <a:chExt cx="1212589" cy="1581921"/>
          </a:xfrm>
        </p:grpSpPr>
        <p:pic>
          <p:nvPicPr>
            <p:cNvPr id="50" name="Picture 2" descr="Database - Free technology icons">
              <a:extLst>
                <a:ext uri="{FF2B5EF4-FFF2-40B4-BE49-F238E27FC236}">
                  <a16:creationId xmlns:a16="http://schemas.microsoft.com/office/drawing/2014/main" id="{5E61B549-D12B-BAC4-4C72-6E983A774F7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9510641" y="943218"/>
              <a:ext cx="1212589" cy="121258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DE2AB211-36CB-63D1-A2E0-2664C5205D6F}"/>
                </a:ext>
              </a:extLst>
            </p:cNvPr>
            <p:cNvSpPr txBox="1"/>
            <p:nvPr/>
          </p:nvSpPr>
          <p:spPr>
            <a:xfrm>
              <a:off x="9745679" y="2155807"/>
              <a:ext cx="742511" cy="369332"/>
            </a:xfrm>
            <a:prstGeom prst="rect">
              <a:avLst/>
            </a:prstGeom>
            <a:noFill/>
          </p:spPr>
          <p:txBody>
            <a:bodyPr wrap="none" rtlCol="0">
              <a:spAutoFit/>
            </a:bodyPr>
            <a:lstStyle/>
            <a:p>
              <a:r>
                <a:rPr lang="en-MX">
                  <a:solidFill>
                    <a:schemeClr val="bg1"/>
                  </a:solidFill>
                </a:rPr>
                <a:t>Redis</a:t>
              </a:r>
            </a:p>
          </p:txBody>
        </p:sp>
      </p:grpSp>
      <p:grpSp>
        <p:nvGrpSpPr>
          <p:cNvPr id="77" name="Group 76">
            <a:extLst>
              <a:ext uri="{FF2B5EF4-FFF2-40B4-BE49-F238E27FC236}">
                <a16:creationId xmlns:a16="http://schemas.microsoft.com/office/drawing/2014/main" id="{4B8D537D-0B47-AA6C-6E92-86C0B45D4B17}"/>
              </a:ext>
            </a:extLst>
          </p:cNvPr>
          <p:cNvGrpSpPr/>
          <p:nvPr/>
        </p:nvGrpSpPr>
        <p:grpSpPr>
          <a:xfrm>
            <a:off x="2995907" y="2810293"/>
            <a:ext cx="1868140" cy="1237414"/>
            <a:chOff x="2401557" y="2716468"/>
            <a:chExt cx="1868140" cy="1237414"/>
          </a:xfrm>
        </p:grpSpPr>
        <p:cxnSp>
          <p:nvCxnSpPr>
            <p:cNvPr id="53" name="Straight Connector 52">
              <a:extLst>
                <a:ext uri="{FF2B5EF4-FFF2-40B4-BE49-F238E27FC236}">
                  <a16:creationId xmlns:a16="http://schemas.microsoft.com/office/drawing/2014/main" id="{62CABFFC-ECEC-C7F0-0194-2F27D60700AD}"/>
                </a:ext>
              </a:extLst>
            </p:cNvPr>
            <p:cNvCxnSpPr>
              <a:cxnSpLocks/>
            </p:cNvCxnSpPr>
            <p:nvPr/>
          </p:nvCxnSpPr>
          <p:spPr>
            <a:xfrm>
              <a:off x="3621810" y="2716468"/>
              <a:ext cx="0" cy="123741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8E77FD19-08A9-8BC3-247F-D64BD0B8B1B1}"/>
                </a:ext>
              </a:extLst>
            </p:cNvPr>
            <p:cNvCxnSpPr>
              <a:cxnSpLocks/>
            </p:cNvCxnSpPr>
            <p:nvPr/>
          </p:nvCxnSpPr>
          <p:spPr>
            <a:xfrm>
              <a:off x="2401557" y="3059668"/>
              <a:ext cx="186814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36B24C4-43D5-9519-5995-96969A82D2DD}"/>
                </a:ext>
              </a:extLst>
            </p:cNvPr>
            <p:cNvSpPr txBox="1"/>
            <p:nvPr/>
          </p:nvSpPr>
          <p:spPr>
            <a:xfrm>
              <a:off x="2899039" y="2722652"/>
              <a:ext cx="449162" cy="261610"/>
            </a:xfrm>
            <a:prstGeom prst="rect">
              <a:avLst/>
            </a:prstGeom>
            <a:noFill/>
          </p:spPr>
          <p:txBody>
            <a:bodyPr wrap="none" rtlCol="0">
              <a:spAutoFit/>
            </a:bodyPr>
            <a:lstStyle/>
            <a:p>
              <a:pPr algn="ctr"/>
              <a:r>
                <a:rPr lang="en-US" sz="1100">
                  <a:solidFill>
                    <a:schemeClr val="bg1"/>
                  </a:solidFill>
                  <a:latin typeface="0xProto Nerd Font" panose="02000009000000000000" pitchFamily="49" charset="0"/>
                </a:rPr>
                <a:t>key</a:t>
              </a:r>
              <a:endParaRPr lang="en-MX" sz="1100">
                <a:solidFill>
                  <a:schemeClr val="bg1"/>
                </a:solidFill>
                <a:latin typeface="0xProto Nerd Font" panose="02000009000000000000" pitchFamily="49" charset="0"/>
              </a:endParaRPr>
            </a:p>
          </p:txBody>
        </p:sp>
        <p:cxnSp>
          <p:nvCxnSpPr>
            <p:cNvPr id="56" name="Straight Connector 55">
              <a:extLst>
                <a:ext uri="{FF2B5EF4-FFF2-40B4-BE49-F238E27FC236}">
                  <a16:creationId xmlns:a16="http://schemas.microsoft.com/office/drawing/2014/main" id="{97FE2DF5-26A0-EAF5-8735-88036B4949BD}"/>
                </a:ext>
              </a:extLst>
            </p:cNvPr>
            <p:cNvCxnSpPr>
              <a:cxnSpLocks/>
            </p:cNvCxnSpPr>
            <p:nvPr/>
          </p:nvCxnSpPr>
          <p:spPr>
            <a:xfrm>
              <a:off x="2401557" y="3429000"/>
              <a:ext cx="1868140"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4F3B858F-6095-57C5-FEC4-7B5BF86256D5}"/>
                </a:ext>
              </a:extLst>
            </p:cNvPr>
            <p:cNvSpPr txBox="1"/>
            <p:nvPr/>
          </p:nvSpPr>
          <p:spPr>
            <a:xfrm>
              <a:off x="2475627" y="3097555"/>
              <a:ext cx="115448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main_bucket</a:t>
              </a:r>
              <a:endParaRPr lang="en-MX" sz="1100">
                <a:solidFill>
                  <a:schemeClr val="bg1"/>
                </a:solidFill>
                <a:latin typeface="0xProto Nerd Font" panose="02000009000000000000" pitchFamily="49" charset="0"/>
              </a:endParaRPr>
            </a:p>
          </p:txBody>
        </p:sp>
        <p:cxnSp>
          <p:nvCxnSpPr>
            <p:cNvPr id="58" name="Straight Connector 57">
              <a:extLst>
                <a:ext uri="{FF2B5EF4-FFF2-40B4-BE49-F238E27FC236}">
                  <a16:creationId xmlns:a16="http://schemas.microsoft.com/office/drawing/2014/main" id="{3993AA3D-47AA-6888-8149-8D39E1E65B81}"/>
                </a:ext>
              </a:extLst>
            </p:cNvPr>
            <p:cNvCxnSpPr>
              <a:cxnSpLocks/>
            </p:cNvCxnSpPr>
            <p:nvPr/>
          </p:nvCxnSpPr>
          <p:spPr>
            <a:xfrm flipV="1">
              <a:off x="2401557" y="3796418"/>
              <a:ext cx="1868140" cy="16133"/>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8B8E2A52-79B4-1D92-31AA-64960B1C38F9}"/>
                </a:ext>
              </a:extLst>
            </p:cNvPr>
            <p:cNvSpPr txBox="1"/>
            <p:nvPr/>
          </p:nvSpPr>
          <p:spPr>
            <a:xfrm>
              <a:off x="2401557" y="3480767"/>
              <a:ext cx="1242648"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spare_bucket</a:t>
              </a:r>
              <a:endParaRPr lang="en-MX" sz="1100">
                <a:solidFill>
                  <a:schemeClr val="bg1"/>
                </a:solidFill>
                <a:latin typeface="0xProto Nerd Font" panose="02000009000000000000" pitchFamily="49" charset="0"/>
              </a:endParaRPr>
            </a:p>
          </p:txBody>
        </p:sp>
        <p:sp>
          <p:nvSpPr>
            <p:cNvPr id="64" name="TextBox 63">
              <a:extLst>
                <a:ext uri="{FF2B5EF4-FFF2-40B4-BE49-F238E27FC236}">
                  <a16:creationId xmlns:a16="http://schemas.microsoft.com/office/drawing/2014/main" id="{D45CEFFB-9E3B-4561-7564-552639B0C420}"/>
                </a:ext>
              </a:extLst>
            </p:cNvPr>
            <p:cNvSpPr txBox="1"/>
            <p:nvPr/>
          </p:nvSpPr>
          <p:spPr>
            <a:xfrm>
              <a:off x="3644205" y="2729895"/>
              <a:ext cx="625492"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value</a:t>
              </a:r>
              <a:endParaRPr lang="en-MX" sz="1100">
                <a:solidFill>
                  <a:schemeClr val="bg1"/>
                </a:solidFill>
                <a:latin typeface="0xProto Nerd Font" panose="02000009000000000000" pitchFamily="49" charset="0"/>
              </a:endParaRPr>
            </a:p>
          </p:txBody>
        </p:sp>
        <p:sp>
          <p:nvSpPr>
            <p:cNvPr id="65" name="TextBox 64">
              <a:extLst>
                <a:ext uri="{FF2B5EF4-FFF2-40B4-BE49-F238E27FC236}">
                  <a16:creationId xmlns:a16="http://schemas.microsoft.com/office/drawing/2014/main" id="{080FE259-E39B-F8FC-1243-BD1117577A95}"/>
                </a:ext>
              </a:extLst>
            </p:cNvPr>
            <p:cNvSpPr txBox="1"/>
            <p:nvPr/>
          </p:nvSpPr>
          <p:spPr>
            <a:xfrm>
              <a:off x="3689245" y="3112944"/>
              <a:ext cx="328936"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10</a:t>
              </a:r>
              <a:endParaRPr lang="en-MX" sz="900">
                <a:solidFill>
                  <a:schemeClr val="bg1"/>
                </a:solidFill>
                <a:latin typeface="0xProto Nerd Font" panose="02000009000000000000" pitchFamily="49" charset="0"/>
              </a:endParaRPr>
            </a:p>
          </p:txBody>
        </p:sp>
        <p:sp>
          <p:nvSpPr>
            <p:cNvPr id="66" name="TextBox 65">
              <a:extLst>
                <a:ext uri="{FF2B5EF4-FFF2-40B4-BE49-F238E27FC236}">
                  <a16:creationId xmlns:a16="http://schemas.microsoft.com/office/drawing/2014/main" id="{7A4BEAC3-CC53-6E67-7C94-11D22EE986EE}"/>
                </a:ext>
              </a:extLst>
            </p:cNvPr>
            <p:cNvSpPr txBox="1"/>
            <p:nvPr/>
          </p:nvSpPr>
          <p:spPr>
            <a:xfrm>
              <a:off x="3696303" y="3499175"/>
              <a:ext cx="256802"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a:t>
              </a:r>
              <a:endParaRPr lang="en-MX" sz="900">
                <a:solidFill>
                  <a:schemeClr val="bg1"/>
                </a:solidFill>
                <a:latin typeface="0xProto Nerd Font" panose="02000009000000000000" pitchFamily="49" charset="0"/>
              </a:endParaRPr>
            </a:p>
          </p:txBody>
        </p:sp>
      </p:grpSp>
      <p:cxnSp>
        <p:nvCxnSpPr>
          <p:cNvPr id="5" name="Straight Arrow Connector 4">
            <a:extLst>
              <a:ext uri="{FF2B5EF4-FFF2-40B4-BE49-F238E27FC236}">
                <a16:creationId xmlns:a16="http://schemas.microsoft.com/office/drawing/2014/main" id="{E2A2E9BD-A52E-1BC1-80E1-6336E1816E00}"/>
              </a:ext>
            </a:extLst>
          </p:cNvPr>
          <p:cNvCxnSpPr>
            <a:cxnSpLocks/>
          </p:cNvCxnSpPr>
          <p:nvPr/>
        </p:nvCxnSpPr>
        <p:spPr>
          <a:xfrm flipH="1">
            <a:off x="5274453" y="3452990"/>
            <a:ext cx="34577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C27913F-0548-96D5-2135-F0FCF909C084}"/>
              </a:ext>
            </a:extLst>
          </p:cNvPr>
          <p:cNvSpPr txBox="1"/>
          <p:nvPr/>
        </p:nvSpPr>
        <p:spPr>
          <a:xfrm>
            <a:off x="2436258" y="1871979"/>
            <a:ext cx="3535777" cy="577081"/>
          </a:xfrm>
          <a:prstGeom prst="rect">
            <a:avLst/>
          </a:prstGeom>
          <a:noFill/>
        </p:spPr>
        <p:txBody>
          <a:bodyPr wrap="square">
            <a:spAutoFit/>
          </a:bodyPr>
          <a:lstStyle/>
          <a:p>
            <a:pPr algn="ctr"/>
            <a:r>
              <a:rPr lang="en-MX" sz="1050">
                <a:solidFill>
                  <a:srgbClr val="FF0000"/>
                </a:solidFill>
                <a:latin typeface="0xProto Nerd Font" panose="02000009000000000000" pitchFamily="49" charset="0"/>
              </a:rPr>
              <a:t>while performing the leak or replenish operations atomic transactions are used to avoid locks</a:t>
            </a:r>
          </a:p>
        </p:txBody>
      </p:sp>
    </p:spTree>
    <p:extLst>
      <p:ext uri="{BB962C8B-B14F-4D97-AF65-F5344CB8AC3E}">
        <p14:creationId xmlns:p14="http://schemas.microsoft.com/office/powerpoint/2010/main" val="177168457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5D93-7FE6-A310-E54E-3F8893FCD2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334DB2-D3EC-36B9-6183-55B8AF22525B}"/>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Advantages and disadvantages</a:t>
            </a:r>
          </a:p>
        </p:txBody>
      </p:sp>
      <p:sp>
        <p:nvSpPr>
          <p:cNvPr id="4" name="Rectangle 3">
            <a:extLst>
              <a:ext uri="{FF2B5EF4-FFF2-40B4-BE49-F238E27FC236}">
                <a16:creationId xmlns:a16="http://schemas.microsoft.com/office/drawing/2014/main" id="{CF8A1094-D350-27AA-BF50-8D1360AE2E88}"/>
              </a:ext>
            </a:extLst>
          </p:cNvPr>
          <p:cNvSpPr/>
          <p:nvPr/>
        </p:nvSpPr>
        <p:spPr>
          <a:xfrm>
            <a:off x="308837" y="1138458"/>
            <a:ext cx="5643846" cy="5098840"/>
          </a:xfrm>
          <a:prstGeom prst="rect">
            <a:avLst/>
          </a:prstGeom>
          <a:solidFill>
            <a:srgbClr val="275317">
              <a:alpha val="22745"/>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MX">
                <a:solidFill>
                  <a:schemeClr val="bg1"/>
                </a:solidFill>
              </a:rPr>
              <a:t>Advantages</a:t>
            </a:r>
          </a:p>
          <a:p>
            <a:pPr marL="342900" indent="-342900">
              <a:buFont typeface="+mj-lt"/>
              <a:buAutoNum type="arabicPeriod"/>
            </a:pPr>
            <a:endParaRPr lang="en-MX">
              <a:solidFill>
                <a:schemeClr val="bg1"/>
              </a:solidFill>
            </a:endParaRPr>
          </a:p>
          <a:p>
            <a:pPr marL="342900" indent="-342900">
              <a:buFont typeface="+mj-lt"/>
              <a:buAutoNum type="arabicPeriod"/>
            </a:pPr>
            <a:r>
              <a:rPr lang="en-US" sz="1600">
                <a:solidFill>
                  <a:schemeClr val="bg1"/>
                </a:solidFill>
              </a:rPr>
              <a:t>It allows Discover to have the data available earlier preparing the system to introduce caching for improved response times</a:t>
            </a:r>
          </a:p>
          <a:p>
            <a:pPr marL="342900" indent="-342900">
              <a:buFont typeface="+mj-lt"/>
              <a:buAutoNum type="arabicPeriod"/>
            </a:pPr>
            <a:endParaRPr lang="en-MX" sz="1600">
              <a:solidFill>
                <a:schemeClr val="bg1"/>
              </a:solidFill>
            </a:endParaRPr>
          </a:p>
          <a:p>
            <a:pPr marL="342900" indent="-342900">
              <a:buFont typeface="+mj-lt"/>
              <a:buAutoNum type="arabicPeriod"/>
            </a:pPr>
            <a:endParaRPr lang="en-US" sz="1600">
              <a:solidFill>
                <a:schemeClr val="bg1"/>
              </a:solidFill>
            </a:endParaRPr>
          </a:p>
          <a:p>
            <a:pPr marL="342900" indent="-342900">
              <a:buFont typeface="+mj-lt"/>
              <a:buAutoNum type="arabicPeriod"/>
            </a:pPr>
            <a:r>
              <a:rPr lang="en-US" sz="1600">
                <a:solidFill>
                  <a:schemeClr val="bg1"/>
                </a:solidFill>
              </a:rPr>
              <a:t>It distributes the load for Product Cloud through out the day and not at just one event every 24h, hence, no ”single point of failure”</a:t>
            </a:r>
          </a:p>
          <a:p>
            <a:pPr marL="342900" indent="-342900">
              <a:buFont typeface="+mj-lt"/>
              <a:buAutoNum type="arabicPeriod"/>
            </a:pPr>
            <a:endParaRPr lang="en-US" sz="1600">
              <a:solidFill>
                <a:schemeClr val="bg1"/>
              </a:solidFill>
            </a:endParaRPr>
          </a:p>
          <a:p>
            <a:pPr marL="342900" indent="-342900">
              <a:buFont typeface="+mj-lt"/>
              <a:buAutoNum type="arabicPeriod"/>
            </a:pPr>
            <a:endParaRPr lang="en-US" sz="1600">
              <a:solidFill>
                <a:schemeClr val="bg1"/>
              </a:solidFill>
            </a:endParaRPr>
          </a:p>
          <a:p>
            <a:pPr marL="342900" indent="-342900">
              <a:buFont typeface="+mj-lt"/>
              <a:buAutoNum type="arabicPeriod"/>
            </a:pPr>
            <a:r>
              <a:rPr lang="en-US" sz="1600">
                <a:solidFill>
                  <a:schemeClr val="bg1"/>
                </a:solidFill>
              </a:rPr>
              <a:t>It prepares Discover for “(soft) real-time” features and push approaches</a:t>
            </a:r>
          </a:p>
          <a:p>
            <a:pPr marL="342900" indent="-342900">
              <a:buFont typeface="+mj-lt"/>
              <a:buAutoNum type="arabicPeriod"/>
            </a:pPr>
            <a:endParaRPr lang="en-US" sz="1600">
              <a:solidFill>
                <a:schemeClr val="bg1"/>
              </a:solidFill>
            </a:endParaRPr>
          </a:p>
          <a:p>
            <a:pPr marL="342900" indent="-342900">
              <a:buFont typeface="+mj-lt"/>
              <a:buAutoNum type="arabicPeriod"/>
            </a:pPr>
            <a:r>
              <a:rPr lang="en-US" sz="1600">
                <a:solidFill>
                  <a:schemeClr val="bg1"/>
                </a:solidFill>
              </a:rPr>
              <a:t>Improved user experience</a:t>
            </a:r>
          </a:p>
          <a:p>
            <a:pPr marL="342900" indent="-342900">
              <a:buFont typeface="+mj-lt"/>
              <a:buAutoNum type="arabicPeriod"/>
            </a:pPr>
            <a:endParaRPr lang="en-US" sz="1600">
              <a:solidFill>
                <a:schemeClr val="bg1"/>
              </a:solidFill>
            </a:endParaRPr>
          </a:p>
          <a:p>
            <a:pPr marL="342900" indent="-342900">
              <a:buFont typeface="+mj-lt"/>
              <a:buAutoNum type="arabicPeriod"/>
            </a:pPr>
            <a:r>
              <a:rPr lang="en-US" sz="1600">
                <a:solidFill>
                  <a:schemeClr val="bg1"/>
                </a:solidFill>
              </a:rPr>
              <a:t>Improved scalability</a:t>
            </a:r>
          </a:p>
          <a:p>
            <a:pPr marL="342900" indent="-342900">
              <a:buFont typeface="+mj-lt"/>
              <a:buAutoNum type="arabicPeriod"/>
            </a:pPr>
            <a:endParaRPr lang="en-US" sz="1600">
              <a:solidFill>
                <a:schemeClr val="bg1"/>
              </a:solidFill>
            </a:endParaRPr>
          </a:p>
          <a:p>
            <a:pPr marL="342900" indent="-342900">
              <a:buFont typeface="+mj-lt"/>
              <a:buAutoNum type="arabicPeriod"/>
            </a:pPr>
            <a:r>
              <a:rPr lang="en-US" sz="1600">
                <a:solidFill>
                  <a:schemeClr val="bg1"/>
                </a:solidFill>
              </a:rPr>
              <a:t>Improved adaptability</a:t>
            </a:r>
            <a:endParaRPr lang="en-MX" sz="1600">
              <a:solidFill>
                <a:schemeClr val="bg1"/>
              </a:solidFill>
            </a:endParaRPr>
          </a:p>
        </p:txBody>
      </p:sp>
      <p:sp>
        <p:nvSpPr>
          <p:cNvPr id="6" name="Rectangle 5">
            <a:extLst>
              <a:ext uri="{FF2B5EF4-FFF2-40B4-BE49-F238E27FC236}">
                <a16:creationId xmlns:a16="http://schemas.microsoft.com/office/drawing/2014/main" id="{6D360899-781F-02DA-5BD5-74506B1CCC14}"/>
              </a:ext>
            </a:extLst>
          </p:cNvPr>
          <p:cNvSpPr/>
          <p:nvPr/>
        </p:nvSpPr>
        <p:spPr>
          <a:xfrm>
            <a:off x="6239319" y="1138458"/>
            <a:ext cx="5643846" cy="5098840"/>
          </a:xfrm>
          <a:prstGeom prst="rect">
            <a:avLst/>
          </a:prstGeom>
          <a:solidFill>
            <a:srgbClr val="FF0000">
              <a:alpha val="24706"/>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MX">
                <a:solidFill>
                  <a:schemeClr val="bg1"/>
                </a:solidFill>
              </a:rPr>
              <a:t>Disadvantages</a:t>
            </a:r>
          </a:p>
          <a:p>
            <a:endParaRPr lang="en-MX">
              <a:solidFill>
                <a:schemeClr val="bg1"/>
              </a:solidFill>
            </a:endParaRPr>
          </a:p>
          <a:p>
            <a:pPr marL="342900" indent="-342900">
              <a:buFont typeface="+mj-lt"/>
              <a:buAutoNum type="arabicPeriod"/>
            </a:pPr>
            <a:r>
              <a:rPr lang="en-US" sz="1600">
                <a:solidFill>
                  <a:schemeClr val="bg1"/>
                </a:solidFill>
              </a:rPr>
              <a:t>Eventually consistent</a:t>
            </a:r>
            <a:endParaRPr lang="en-MX" sz="1600">
              <a:solidFill>
                <a:schemeClr val="bg1"/>
              </a:solidFill>
            </a:endParaRPr>
          </a:p>
          <a:p>
            <a:pPr marL="342900" indent="-342900">
              <a:buFont typeface="+mj-lt"/>
              <a:buAutoNum type="arabicPeriod"/>
            </a:pPr>
            <a:endParaRPr lang="en-MX" sz="1600">
              <a:solidFill>
                <a:schemeClr val="bg1"/>
              </a:solidFill>
            </a:endParaRPr>
          </a:p>
          <a:p>
            <a:pPr marL="342900" indent="-342900">
              <a:buFont typeface="+mj-lt"/>
              <a:buAutoNum type="arabicPeriod"/>
            </a:pPr>
            <a:r>
              <a:rPr lang="en-US" sz="1600">
                <a:solidFill>
                  <a:schemeClr val="bg1"/>
                </a:solidFill>
              </a:rPr>
              <a:t>Complicated to understand*</a:t>
            </a:r>
            <a:endParaRPr lang="en-MX" sz="1600">
              <a:solidFill>
                <a:schemeClr val="bg1"/>
              </a:solidFill>
            </a:endParaRPr>
          </a:p>
          <a:p>
            <a:pPr marL="342900" indent="-342900">
              <a:buFont typeface="+mj-lt"/>
              <a:buAutoNum type="arabicPeriod"/>
            </a:pPr>
            <a:endParaRPr lang="en-MX" sz="1600">
              <a:solidFill>
                <a:schemeClr val="bg1"/>
              </a:solidFill>
            </a:endParaRPr>
          </a:p>
          <a:p>
            <a:pPr marL="342900" indent="-342900">
              <a:buFont typeface="+mj-lt"/>
              <a:buAutoNum type="arabicPeriod"/>
            </a:pPr>
            <a:r>
              <a:rPr lang="en-US" sz="1600">
                <a:solidFill>
                  <a:schemeClr val="bg1"/>
                </a:solidFill>
              </a:rPr>
              <a:t>Somewhat hard to fine tune*</a:t>
            </a:r>
            <a:endParaRPr lang="en-MX" sz="1600">
              <a:solidFill>
                <a:schemeClr val="bg1"/>
              </a:solidFill>
            </a:endParaRPr>
          </a:p>
          <a:p>
            <a:pPr marL="342900" indent="-342900">
              <a:buFont typeface="+mj-lt"/>
              <a:buAutoNum type="arabicPeriod"/>
            </a:pPr>
            <a:endParaRPr lang="en-MX" sz="1600">
              <a:solidFill>
                <a:schemeClr val="bg1"/>
              </a:solidFill>
            </a:endParaRPr>
          </a:p>
          <a:p>
            <a:pPr marL="342900" indent="-342900">
              <a:buFont typeface="+mj-lt"/>
              <a:buAutoNum type="arabicPeriod"/>
            </a:pPr>
            <a:r>
              <a:rPr lang="en-US" sz="1600">
                <a:solidFill>
                  <a:schemeClr val="bg1"/>
                </a:solidFill>
              </a:rPr>
              <a:t>Harder to monitor*</a:t>
            </a:r>
            <a:endParaRPr lang="en-MX" sz="1600">
              <a:solidFill>
                <a:schemeClr val="bg1"/>
              </a:solidFill>
            </a:endParaRPr>
          </a:p>
          <a:p>
            <a:endParaRPr lang="en-MX" sz="1600">
              <a:solidFill>
                <a:schemeClr val="bg1"/>
              </a:solidFill>
            </a:endParaRPr>
          </a:p>
        </p:txBody>
      </p:sp>
      <p:sp>
        <p:nvSpPr>
          <p:cNvPr id="7" name="TextBox 6">
            <a:extLst>
              <a:ext uri="{FF2B5EF4-FFF2-40B4-BE49-F238E27FC236}">
                <a16:creationId xmlns:a16="http://schemas.microsoft.com/office/drawing/2014/main" id="{64D0B9F5-6354-19A6-EC2D-D66A8045B1EE}"/>
              </a:ext>
            </a:extLst>
          </p:cNvPr>
          <p:cNvSpPr txBox="1"/>
          <p:nvPr/>
        </p:nvSpPr>
        <p:spPr>
          <a:xfrm>
            <a:off x="9542458" y="5962187"/>
            <a:ext cx="2340705" cy="253916"/>
          </a:xfrm>
          <a:prstGeom prst="rect">
            <a:avLst/>
          </a:prstGeom>
          <a:noFill/>
        </p:spPr>
        <p:txBody>
          <a:bodyPr wrap="none" rtlCol="0">
            <a:spAutoFit/>
          </a:bodyPr>
          <a:lstStyle/>
          <a:p>
            <a:r>
              <a:rPr lang="en-US" sz="1050">
                <a:solidFill>
                  <a:schemeClr val="bg1"/>
                </a:solidFill>
              </a:rPr>
              <a:t>* c</a:t>
            </a:r>
            <a:r>
              <a:rPr lang="en-MX" sz="1050">
                <a:solidFill>
                  <a:schemeClr val="bg1"/>
                </a:solidFill>
              </a:rPr>
              <a:t>ompared to the previous approach</a:t>
            </a:r>
          </a:p>
        </p:txBody>
      </p:sp>
    </p:spTree>
    <p:extLst>
      <p:ext uri="{BB962C8B-B14F-4D97-AF65-F5344CB8AC3E}">
        <p14:creationId xmlns:p14="http://schemas.microsoft.com/office/powerpoint/2010/main" val="18788395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B5869-489C-2E2E-64A5-D689520F05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5F8C52-3034-38E6-A6F3-1255AAB5344E}"/>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E0C0F71C-F89C-20E6-EF50-0C5052CBB592}"/>
              </a:ext>
            </a:extLst>
          </p:cNvPr>
          <p:cNvSpPr txBox="1"/>
          <p:nvPr/>
        </p:nvSpPr>
        <p:spPr>
          <a:xfrm>
            <a:off x="1113222" y="3549866"/>
            <a:ext cx="2835048" cy="369332"/>
          </a:xfrm>
          <a:prstGeom prst="rect">
            <a:avLst/>
          </a:prstGeom>
          <a:noFill/>
        </p:spPr>
        <p:txBody>
          <a:bodyPr wrap="square">
            <a:spAutoFit/>
          </a:bodyPr>
          <a:lstStyle/>
          <a:p>
            <a:r>
              <a:rPr lang="en-MX">
                <a:solidFill>
                  <a:schemeClr val="bg1"/>
                </a:solidFill>
              </a:rPr>
              <a:t>Report generation request</a:t>
            </a:r>
          </a:p>
        </p:txBody>
      </p:sp>
      <p:sp>
        <p:nvSpPr>
          <p:cNvPr id="5" name="TextBox 4">
            <a:extLst>
              <a:ext uri="{FF2B5EF4-FFF2-40B4-BE49-F238E27FC236}">
                <a16:creationId xmlns:a16="http://schemas.microsoft.com/office/drawing/2014/main" id="{6FDAA26E-40C2-1019-577C-F1F9A29E99D6}"/>
              </a:ext>
            </a:extLst>
          </p:cNvPr>
          <p:cNvSpPr txBox="1"/>
          <p:nvPr/>
        </p:nvSpPr>
        <p:spPr>
          <a:xfrm>
            <a:off x="1113222" y="4921951"/>
            <a:ext cx="2835048" cy="369332"/>
          </a:xfrm>
          <a:prstGeom prst="rect">
            <a:avLst/>
          </a:prstGeom>
          <a:noFill/>
        </p:spPr>
        <p:txBody>
          <a:bodyPr wrap="square">
            <a:spAutoFit/>
          </a:bodyPr>
          <a:lstStyle/>
          <a:p>
            <a:r>
              <a:rPr lang="en-MX">
                <a:solidFill>
                  <a:schemeClr val="bg1"/>
                </a:solidFill>
              </a:rPr>
              <a:t>PwD onboard</a:t>
            </a:r>
          </a:p>
        </p:txBody>
      </p:sp>
      <p:sp>
        <p:nvSpPr>
          <p:cNvPr id="8" name="TextBox 7">
            <a:extLst>
              <a:ext uri="{FF2B5EF4-FFF2-40B4-BE49-F238E27FC236}">
                <a16:creationId xmlns:a16="http://schemas.microsoft.com/office/drawing/2014/main" id="{29D24794-9C4E-B685-D4B3-B7AED77AC9D7}"/>
              </a:ext>
            </a:extLst>
          </p:cNvPr>
          <p:cNvSpPr txBox="1"/>
          <p:nvPr/>
        </p:nvSpPr>
        <p:spPr>
          <a:xfrm>
            <a:off x="1113222" y="2177781"/>
            <a:ext cx="3549612" cy="369332"/>
          </a:xfrm>
          <a:prstGeom prst="rect">
            <a:avLst/>
          </a:prstGeom>
          <a:noFill/>
        </p:spPr>
        <p:txBody>
          <a:bodyPr wrap="square">
            <a:spAutoFit/>
          </a:bodyPr>
          <a:lstStyle/>
          <a:p>
            <a:r>
              <a:rPr lang="en-MX">
                <a:solidFill>
                  <a:schemeClr val="bg1"/>
                </a:solidFill>
              </a:rPr>
              <a:t>Idle (no report generation request)</a:t>
            </a:r>
          </a:p>
        </p:txBody>
      </p:sp>
    </p:spTree>
    <p:extLst>
      <p:ext uri="{BB962C8B-B14F-4D97-AF65-F5344CB8AC3E}">
        <p14:creationId xmlns:p14="http://schemas.microsoft.com/office/powerpoint/2010/main" val="35705220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DBF13-A5D7-AD82-EC33-76D1CA4622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BB8E95-1F25-E8C7-05EA-13880A17DDB3}"/>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87D38794-5711-F636-2F41-71FA2FC12C0D}"/>
              </a:ext>
            </a:extLst>
          </p:cNvPr>
          <p:cNvSpPr txBox="1"/>
          <p:nvPr/>
        </p:nvSpPr>
        <p:spPr>
          <a:xfrm>
            <a:off x="1113222" y="3549866"/>
            <a:ext cx="2835048" cy="369332"/>
          </a:xfrm>
          <a:prstGeom prst="rect">
            <a:avLst/>
          </a:prstGeom>
          <a:noFill/>
        </p:spPr>
        <p:txBody>
          <a:bodyPr wrap="square">
            <a:spAutoFit/>
          </a:bodyPr>
          <a:lstStyle/>
          <a:p>
            <a:r>
              <a:rPr lang="en-MX">
                <a:solidFill>
                  <a:schemeClr val="tx1">
                    <a:lumMod val="65000"/>
                    <a:lumOff val="35000"/>
                  </a:schemeClr>
                </a:solidFill>
              </a:rPr>
              <a:t>Report generation request</a:t>
            </a:r>
          </a:p>
        </p:txBody>
      </p:sp>
      <p:sp>
        <p:nvSpPr>
          <p:cNvPr id="5" name="TextBox 4">
            <a:extLst>
              <a:ext uri="{FF2B5EF4-FFF2-40B4-BE49-F238E27FC236}">
                <a16:creationId xmlns:a16="http://schemas.microsoft.com/office/drawing/2014/main" id="{9D40A350-DDCF-CF44-B1A9-E3853EC9C213}"/>
              </a:ext>
            </a:extLst>
          </p:cNvPr>
          <p:cNvSpPr txBox="1"/>
          <p:nvPr/>
        </p:nvSpPr>
        <p:spPr>
          <a:xfrm>
            <a:off x="1113222" y="4921951"/>
            <a:ext cx="2835048" cy="369332"/>
          </a:xfrm>
          <a:prstGeom prst="rect">
            <a:avLst/>
          </a:prstGeom>
          <a:noFill/>
        </p:spPr>
        <p:txBody>
          <a:bodyPr wrap="square">
            <a:spAutoFit/>
          </a:bodyPr>
          <a:lstStyle/>
          <a:p>
            <a:r>
              <a:rPr lang="en-MX">
                <a:solidFill>
                  <a:schemeClr val="tx1">
                    <a:lumMod val="65000"/>
                    <a:lumOff val="35000"/>
                  </a:schemeClr>
                </a:solidFill>
              </a:rPr>
              <a:t>PwD onboard</a:t>
            </a:r>
          </a:p>
        </p:txBody>
      </p:sp>
      <p:sp>
        <p:nvSpPr>
          <p:cNvPr id="8" name="TextBox 7">
            <a:extLst>
              <a:ext uri="{FF2B5EF4-FFF2-40B4-BE49-F238E27FC236}">
                <a16:creationId xmlns:a16="http://schemas.microsoft.com/office/drawing/2014/main" id="{CDB5753D-64BC-F87D-44BE-FACEC3BA2F5E}"/>
              </a:ext>
            </a:extLst>
          </p:cNvPr>
          <p:cNvSpPr txBox="1"/>
          <p:nvPr/>
        </p:nvSpPr>
        <p:spPr>
          <a:xfrm>
            <a:off x="1113222" y="2177781"/>
            <a:ext cx="3549612" cy="369332"/>
          </a:xfrm>
          <a:prstGeom prst="rect">
            <a:avLst/>
          </a:prstGeom>
          <a:noFill/>
        </p:spPr>
        <p:txBody>
          <a:bodyPr wrap="square">
            <a:spAutoFit/>
          </a:bodyPr>
          <a:lstStyle/>
          <a:p>
            <a:r>
              <a:rPr lang="en-MX">
                <a:solidFill>
                  <a:schemeClr val="bg1"/>
                </a:solidFill>
              </a:rPr>
              <a:t>Idle (no report generation request)</a:t>
            </a:r>
          </a:p>
        </p:txBody>
      </p:sp>
      <p:pic>
        <p:nvPicPr>
          <p:cNvPr id="4" name="Graphic 3" descr="Stopwatch with solid fill">
            <a:extLst>
              <a:ext uri="{FF2B5EF4-FFF2-40B4-BE49-F238E27FC236}">
                <a16:creationId xmlns:a16="http://schemas.microsoft.com/office/drawing/2014/main" id="{28DC8143-6B53-4490-B38D-D200D824D8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97836" y="916903"/>
            <a:ext cx="420415" cy="420415"/>
          </a:xfrm>
          <a:prstGeom prst="rect">
            <a:avLst/>
          </a:prstGeom>
        </p:spPr>
      </p:pic>
      <p:sp>
        <p:nvSpPr>
          <p:cNvPr id="6" name="Rectangle 5">
            <a:extLst>
              <a:ext uri="{FF2B5EF4-FFF2-40B4-BE49-F238E27FC236}">
                <a16:creationId xmlns:a16="http://schemas.microsoft.com/office/drawing/2014/main" id="{531A313E-95FA-A987-7AFD-67D2110D0B49}"/>
              </a:ext>
            </a:extLst>
          </p:cNvPr>
          <p:cNvSpPr/>
          <p:nvPr/>
        </p:nvSpPr>
        <p:spPr>
          <a:xfrm>
            <a:off x="6498516" y="1809708"/>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first user</a:t>
            </a:r>
          </a:p>
        </p:txBody>
      </p:sp>
      <p:sp>
        <p:nvSpPr>
          <p:cNvPr id="7" name="Decision 6">
            <a:extLst>
              <a:ext uri="{FF2B5EF4-FFF2-40B4-BE49-F238E27FC236}">
                <a16:creationId xmlns:a16="http://schemas.microsoft.com/office/drawing/2014/main" id="{CA6504CC-AECB-5CE2-3879-DEA4476677B6}"/>
              </a:ext>
            </a:extLst>
          </p:cNvPr>
          <p:cNvSpPr/>
          <p:nvPr/>
        </p:nvSpPr>
        <p:spPr>
          <a:xfrm>
            <a:off x="6457624" y="2754557"/>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9" name="Rectangle 8">
            <a:extLst>
              <a:ext uri="{FF2B5EF4-FFF2-40B4-BE49-F238E27FC236}">
                <a16:creationId xmlns:a16="http://schemas.microsoft.com/office/drawing/2014/main" id="{7933520C-FF08-A96D-68C3-A00FAA7E9512}"/>
              </a:ext>
            </a:extLst>
          </p:cNvPr>
          <p:cNvSpPr/>
          <p:nvPr/>
        </p:nvSpPr>
        <p:spPr>
          <a:xfrm>
            <a:off x="6522137" y="5710461"/>
            <a:ext cx="1371812" cy="456730"/>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 an async pull</a:t>
            </a:r>
          </a:p>
        </p:txBody>
      </p:sp>
      <p:sp>
        <p:nvSpPr>
          <p:cNvPr id="10" name="Decision 9">
            <a:extLst>
              <a:ext uri="{FF2B5EF4-FFF2-40B4-BE49-F238E27FC236}">
                <a16:creationId xmlns:a16="http://schemas.microsoft.com/office/drawing/2014/main" id="{D76D31F0-763C-C2A4-E8A6-46AF752346E7}"/>
              </a:ext>
            </a:extLst>
          </p:cNvPr>
          <p:cNvSpPr/>
          <p:nvPr/>
        </p:nvSpPr>
        <p:spPr>
          <a:xfrm>
            <a:off x="6457625" y="4232508"/>
            <a:ext cx="1500836" cy="1005560"/>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0xProto Nerd Font" panose="02000009000000000000" pitchFamily="49" charset="0"/>
              </a:rPr>
              <a:t>do we have spare bandwidth?</a:t>
            </a:r>
            <a:endParaRPr lang="en-MX" sz="700">
              <a:latin typeface="0xProto Nerd Font" panose="02000009000000000000" pitchFamily="49" charset="0"/>
            </a:endParaRPr>
          </a:p>
        </p:txBody>
      </p:sp>
      <p:cxnSp>
        <p:nvCxnSpPr>
          <p:cNvPr id="11" name="Straight Arrow Connector 10">
            <a:extLst>
              <a:ext uri="{FF2B5EF4-FFF2-40B4-BE49-F238E27FC236}">
                <a16:creationId xmlns:a16="http://schemas.microsoft.com/office/drawing/2014/main" id="{17898A3C-CD71-BC88-8EB8-BDEA040C7548}"/>
              </a:ext>
            </a:extLst>
          </p:cNvPr>
          <p:cNvCxnSpPr>
            <a:cxnSpLocks/>
          </p:cNvCxnSpPr>
          <p:nvPr/>
        </p:nvCxnSpPr>
        <p:spPr>
          <a:xfrm>
            <a:off x="7208043" y="137912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11BDF7D-02A8-126E-828A-99C36ABF54BA}"/>
              </a:ext>
            </a:extLst>
          </p:cNvPr>
          <p:cNvCxnSpPr>
            <a:cxnSpLocks/>
          </p:cNvCxnSpPr>
          <p:nvPr/>
        </p:nvCxnSpPr>
        <p:spPr>
          <a:xfrm>
            <a:off x="7208043" y="2323970"/>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E5D91D6-6A48-0B0E-7D95-36B77FEEA29E}"/>
              </a:ext>
            </a:extLst>
          </p:cNvPr>
          <p:cNvCxnSpPr>
            <a:cxnSpLocks/>
          </p:cNvCxnSpPr>
          <p:nvPr/>
        </p:nvCxnSpPr>
        <p:spPr>
          <a:xfrm>
            <a:off x="7208043" y="380192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86EC310-780F-7480-A23C-730085236F9C}"/>
              </a:ext>
            </a:extLst>
          </p:cNvPr>
          <p:cNvCxnSpPr>
            <a:cxnSpLocks/>
          </p:cNvCxnSpPr>
          <p:nvPr/>
        </p:nvCxnSpPr>
        <p:spPr>
          <a:xfrm>
            <a:off x="7208043" y="527987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42CF841-25AF-1102-02C7-627BCAB02CCB}"/>
              </a:ext>
            </a:extLst>
          </p:cNvPr>
          <p:cNvCxnSpPr>
            <a:cxnSpLocks/>
          </p:cNvCxnSpPr>
          <p:nvPr/>
        </p:nvCxnSpPr>
        <p:spPr>
          <a:xfrm flipH="1" flipV="1">
            <a:off x="5704400" y="3257337"/>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AA00DD2-C0DE-AD40-6D59-4B8484D56513}"/>
              </a:ext>
            </a:extLst>
          </p:cNvPr>
          <p:cNvCxnSpPr>
            <a:cxnSpLocks/>
          </p:cNvCxnSpPr>
          <p:nvPr/>
        </p:nvCxnSpPr>
        <p:spPr>
          <a:xfrm flipV="1">
            <a:off x="5704400" y="1127110"/>
            <a:ext cx="0" cy="21302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CE874AB-0781-5FD2-1EAA-05EDBC1F5785}"/>
              </a:ext>
            </a:extLst>
          </p:cNvPr>
          <p:cNvCxnSpPr>
            <a:cxnSpLocks/>
          </p:cNvCxnSpPr>
          <p:nvPr/>
        </p:nvCxnSpPr>
        <p:spPr>
          <a:xfrm>
            <a:off x="5704400" y="1127110"/>
            <a:ext cx="118084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B3284F4-01B5-3162-11BC-65AA2DEE76AC}"/>
              </a:ext>
            </a:extLst>
          </p:cNvPr>
          <p:cNvCxnSpPr/>
          <p:nvPr/>
        </p:nvCxnSpPr>
        <p:spPr>
          <a:xfrm flipH="1" flipV="1">
            <a:off x="5704400" y="4735288"/>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AD3ABD9-D8A8-7298-FF5A-854466231D1F}"/>
              </a:ext>
            </a:extLst>
          </p:cNvPr>
          <p:cNvCxnSpPr>
            <a:cxnSpLocks/>
          </p:cNvCxnSpPr>
          <p:nvPr/>
        </p:nvCxnSpPr>
        <p:spPr>
          <a:xfrm flipH="1" flipV="1">
            <a:off x="5704400" y="3257337"/>
            <a:ext cx="7665" cy="14779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AACE19F-CEBE-3D8D-FDDB-4E7305E6C492}"/>
              </a:ext>
            </a:extLst>
          </p:cNvPr>
          <p:cNvCxnSpPr>
            <a:cxnSpLocks/>
          </p:cNvCxnSpPr>
          <p:nvPr/>
        </p:nvCxnSpPr>
        <p:spPr>
          <a:xfrm>
            <a:off x="7709822" y="1104660"/>
            <a:ext cx="11808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E10239D-A07A-46CF-85D0-90A0FE374841}"/>
              </a:ext>
            </a:extLst>
          </p:cNvPr>
          <p:cNvSpPr txBox="1"/>
          <p:nvPr/>
        </p:nvSpPr>
        <p:spPr>
          <a:xfrm>
            <a:off x="8921892" y="916735"/>
            <a:ext cx="3189343" cy="1831271"/>
          </a:xfrm>
          <a:prstGeom prst="rect">
            <a:avLst/>
          </a:prstGeom>
          <a:noFill/>
        </p:spPr>
        <p:txBody>
          <a:bodyPr wrap="square">
            <a:spAutoFit/>
          </a:bodyPr>
          <a:lstStyle/>
          <a:p>
            <a:pPr algn="ctr"/>
            <a:r>
              <a:rPr lang="en-MX">
                <a:solidFill>
                  <a:schemeClr val="bg1"/>
                </a:solidFill>
                <a:latin typeface="0xProto Nerd Font" panose="02000009000000000000" pitchFamily="49" charset="0"/>
              </a:rPr>
              <a:t>when?</a:t>
            </a:r>
          </a:p>
          <a:p>
            <a:pPr algn="ctr"/>
            <a:endParaRPr lang="en-MX">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It is time</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The patient data is not fresh</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There is spare bandwithd (we have tokens in the spare bucket)</a:t>
            </a:r>
          </a:p>
        </p:txBody>
      </p:sp>
      <p:sp>
        <p:nvSpPr>
          <p:cNvPr id="23" name="TextBox 22">
            <a:extLst>
              <a:ext uri="{FF2B5EF4-FFF2-40B4-BE49-F238E27FC236}">
                <a16:creationId xmlns:a16="http://schemas.microsoft.com/office/drawing/2014/main" id="{76AC1A96-E6A7-73EE-7028-B3261EC84F25}"/>
              </a:ext>
            </a:extLst>
          </p:cNvPr>
          <p:cNvSpPr txBox="1"/>
          <p:nvPr/>
        </p:nvSpPr>
        <p:spPr>
          <a:xfrm>
            <a:off x="8890670" y="3257337"/>
            <a:ext cx="3189343" cy="2823850"/>
          </a:xfrm>
          <a:prstGeom prst="rect">
            <a:avLst/>
          </a:prstGeom>
          <a:noFill/>
        </p:spPr>
        <p:txBody>
          <a:bodyPr wrap="square">
            <a:spAutoFit/>
          </a:bodyPr>
          <a:lstStyle/>
          <a:p>
            <a:pPr algn="ctr"/>
            <a:r>
              <a:rPr lang="en-US">
                <a:solidFill>
                  <a:schemeClr val="bg1"/>
                </a:solidFill>
                <a:latin typeface="0xProto Nerd Font" panose="02000009000000000000" pitchFamily="49" charset="0"/>
              </a:rPr>
              <a:t>how frequent</a:t>
            </a:r>
            <a:r>
              <a:rPr lang="en-MX">
                <a:solidFill>
                  <a:schemeClr val="bg1"/>
                </a:solidFill>
                <a:latin typeface="0xProto Nerd Font" panose="02000009000000000000" pitchFamily="49" charset="0"/>
              </a:rPr>
              <a:t>?</a:t>
            </a:r>
          </a:p>
          <a:p>
            <a:pPr algn="ctr"/>
            <a:endParaRPr lang="en-MX">
              <a:solidFill>
                <a:schemeClr val="bg1"/>
              </a:solidFill>
              <a:latin typeface="0xProto Nerd Font" panose="02000009000000000000" pitchFamily="49" charset="0"/>
            </a:endParaRPr>
          </a:p>
          <a:p>
            <a:pPr>
              <a:lnSpc>
                <a:spcPct val="150000"/>
              </a:lnSpc>
            </a:pPr>
            <a:r>
              <a:rPr lang="en-MX" sz="1200">
                <a:solidFill>
                  <a:schemeClr val="bg1"/>
                </a:solidFill>
                <a:latin typeface="0xProto Nerd Font" panose="02000009000000000000" pitchFamily="49" charset="0"/>
              </a:rPr>
              <a:t>Frequency is determined by the async interval length, the freshness criteria, and the available spare tokens. Meaning that, we could fine tune those values to get an acceptable result without overflowing our data provider.</a:t>
            </a:r>
          </a:p>
        </p:txBody>
      </p:sp>
    </p:spTree>
    <p:extLst>
      <p:ext uri="{BB962C8B-B14F-4D97-AF65-F5344CB8AC3E}">
        <p14:creationId xmlns:p14="http://schemas.microsoft.com/office/powerpoint/2010/main" val="546365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par>
                          <p:cTn id="8" fill="hold">
                            <p:stCondLst>
                              <p:cond delay="500"/>
                            </p:stCondLst>
                            <p:childTnLst>
                              <p:par>
                                <p:cTn id="9" presetID="26" presetClass="emph" presetSubtype="0" fill="hold" grpId="0" nodeType="afterEffect">
                                  <p:stCondLst>
                                    <p:cond delay="0"/>
                                  </p:stCondLst>
                                  <p:childTnLst>
                                    <p:animEffect transition="out" filter="fade">
                                      <p:cBhvr>
                                        <p:cTn id="10" dur="500" tmFilter="0, 0; .2, .5; .8, .5; 1, 0"/>
                                        <p:tgtEl>
                                          <p:spTgt spid="6"/>
                                        </p:tgtEl>
                                      </p:cBhvr>
                                    </p:animEffect>
                                    <p:animScale>
                                      <p:cBhvr>
                                        <p:cTn id="11" dur="250" autoRev="1" fill="hold"/>
                                        <p:tgtEl>
                                          <p:spTgt spid="6"/>
                                        </p:tgtEl>
                                      </p:cBhvr>
                                      <p:by x="105000" y="105000"/>
                                    </p:animScale>
                                  </p:childTnLst>
                                </p:cTn>
                              </p:par>
                            </p:childTnLst>
                          </p:cTn>
                        </p:par>
                        <p:par>
                          <p:cTn id="12" fill="hold">
                            <p:stCondLst>
                              <p:cond delay="1000"/>
                            </p:stCondLst>
                            <p:childTnLst>
                              <p:par>
                                <p:cTn id="13" presetID="26" presetClass="emph" presetSubtype="0" fill="hold" grpId="0" nodeType="afterEffect">
                                  <p:stCondLst>
                                    <p:cond delay="0"/>
                                  </p:stCondLst>
                                  <p:childTnLst>
                                    <p:animEffect transition="out" filter="fade">
                                      <p:cBhvr>
                                        <p:cTn id="14" dur="500" tmFilter="0, 0; .2, .5; .8, .5; 1, 0"/>
                                        <p:tgtEl>
                                          <p:spTgt spid="7"/>
                                        </p:tgtEl>
                                      </p:cBhvr>
                                    </p:animEffect>
                                    <p:animScale>
                                      <p:cBhvr>
                                        <p:cTn id="15" dur="250" autoRev="1" fill="hold"/>
                                        <p:tgtEl>
                                          <p:spTgt spid="7"/>
                                        </p:tgtEl>
                                      </p:cBhvr>
                                      <p:by x="105000" y="105000"/>
                                    </p:animScale>
                                  </p:childTnLst>
                                </p:cTn>
                              </p:par>
                            </p:childTnLst>
                          </p:cTn>
                        </p:par>
                        <p:par>
                          <p:cTn id="16" fill="hold">
                            <p:stCondLst>
                              <p:cond delay="1500"/>
                            </p:stCondLst>
                            <p:childTnLst>
                              <p:par>
                                <p:cTn id="17" presetID="26" presetClass="emph" presetSubtype="0" fill="hold" grpId="0" nodeType="afterEffect">
                                  <p:stCondLst>
                                    <p:cond delay="0"/>
                                  </p:stCondLst>
                                  <p:childTnLst>
                                    <p:animEffect transition="out" filter="fade">
                                      <p:cBhvr>
                                        <p:cTn id="18" dur="500" tmFilter="0, 0; .2, .5; .8, .5; 1, 0"/>
                                        <p:tgtEl>
                                          <p:spTgt spid="10"/>
                                        </p:tgtEl>
                                      </p:cBhvr>
                                    </p:animEffect>
                                    <p:animScale>
                                      <p:cBhvr>
                                        <p:cTn id="19" dur="250" autoRev="1" fill="hold"/>
                                        <p:tgtEl>
                                          <p:spTgt spid="10"/>
                                        </p:tgtEl>
                                      </p:cBhvr>
                                      <p:by x="105000" y="105000"/>
                                    </p:animScale>
                                  </p:childTnLst>
                                </p:cTn>
                              </p:par>
                            </p:childTnLst>
                          </p:cTn>
                        </p:par>
                        <p:par>
                          <p:cTn id="20" fill="hold">
                            <p:stCondLst>
                              <p:cond delay="2000"/>
                            </p:stCondLst>
                            <p:childTnLst>
                              <p:par>
                                <p:cTn id="21" presetID="26" presetClass="emph" presetSubtype="0" fill="remove" grpId="0" nodeType="afterEffect">
                                  <p:stCondLst>
                                    <p:cond delay="0"/>
                                  </p:stCondLst>
                                  <p:childTnLst>
                                    <p:animEffect transition="out" filter="fade">
                                      <p:cBhvr>
                                        <p:cTn id="22" dur="500" tmFilter="0, 0; .2, .5; .8, .5; 1, 0"/>
                                        <p:tgtEl>
                                          <p:spTgt spid="9"/>
                                        </p:tgtEl>
                                      </p:cBhvr>
                                    </p:animEffect>
                                    <p:animScale>
                                      <p:cBhvr>
                                        <p:cTn id="23" dur="250" autoRev="1" fill="hold"/>
                                        <p:tgtEl>
                                          <p:spTgt spid="9"/>
                                        </p:tgtEl>
                                      </p:cBhvr>
                                      <p:by x="105000" y="105000"/>
                                    </p:animScale>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8FEE6-6AE4-9882-3251-65CC0C010F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B706CB-34DB-8407-FD39-48B149CF4EA2}"/>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DF8F1558-1958-E188-714C-D2C5528FC6A9}"/>
              </a:ext>
            </a:extLst>
          </p:cNvPr>
          <p:cNvSpPr txBox="1"/>
          <p:nvPr/>
        </p:nvSpPr>
        <p:spPr>
          <a:xfrm>
            <a:off x="1113222" y="3549866"/>
            <a:ext cx="2835048" cy="369332"/>
          </a:xfrm>
          <a:prstGeom prst="rect">
            <a:avLst/>
          </a:prstGeom>
          <a:noFill/>
        </p:spPr>
        <p:txBody>
          <a:bodyPr wrap="square">
            <a:spAutoFit/>
          </a:bodyPr>
          <a:lstStyle/>
          <a:p>
            <a:r>
              <a:rPr lang="en-MX">
                <a:solidFill>
                  <a:schemeClr val="tx1">
                    <a:lumMod val="65000"/>
                    <a:lumOff val="35000"/>
                  </a:schemeClr>
                </a:solidFill>
              </a:rPr>
              <a:t>Report generation request</a:t>
            </a:r>
          </a:p>
        </p:txBody>
      </p:sp>
      <p:sp>
        <p:nvSpPr>
          <p:cNvPr id="5" name="TextBox 4">
            <a:extLst>
              <a:ext uri="{FF2B5EF4-FFF2-40B4-BE49-F238E27FC236}">
                <a16:creationId xmlns:a16="http://schemas.microsoft.com/office/drawing/2014/main" id="{D4A52419-49B9-92EA-90FE-4B5264F77AF9}"/>
              </a:ext>
            </a:extLst>
          </p:cNvPr>
          <p:cNvSpPr txBox="1"/>
          <p:nvPr/>
        </p:nvSpPr>
        <p:spPr>
          <a:xfrm>
            <a:off x="1113222" y="4921951"/>
            <a:ext cx="2835048" cy="369332"/>
          </a:xfrm>
          <a:prstGeom prst="rect">
            <a:avLst/>
          </a:prstGeom>
          <a:noFill/>
        </p:spPr>
        <p:txBody>
          <a:bodyPr wrap="square">
            <a:spAutoFit/>
          </a:bodyPr>
          <a:lstStyle/>
          <a:p>
            <a:r>
              <a:rPr lang="en-MX">
                <a:solidFill>
                  <a:schemeClr val="tx1">
                    <a:lumMod val="65000"/>
                    <a:lumOff val="35000"/>
                  </a:schemeClr>
                </a:solidFill>
              </a:rPr>
              <a:t>PwD onboard</a:t>
            </a:r>
          </a:p>
        </p:txBody>
      </p:sp>
      <p:sp>
        <p:nvSpPr>
          <p:cNvPr id="8" name="TextBox 7">
            <a:extLst>
              <a:ext uri="{FF2B5EF4-FFF2-40B4-BE49-F238E27FC236}">
                <a16:creationId xmlns:a16="http://schemas.microsoft.com/office/drawing/2014/main" id="{2DA7EDE0-5550-EC41-27DD-6387CAFDADDD}"/>
              </a:ext>
            </a:extLst>
          </p:cNvPr>
          <p:cNvSpPr txBox="1"/>
          <p:nvPr/>
        </p:nvSpPr>
        <p:spPr>
          <a:xfrm>
            <a:off x="1113222" y="2177781"/>
            <a:ext cx="3549612" cy="369332"/>
          </a:xfrm>
          <a:prstGeom prst="rect">
            <a:avLst/>
          </a:prstGeom>
          <a:noFill/>
        </p:spPr>
        <p:txBody>
          <a:bodyPr wrap="square">
            <a:spAutoFit/>
          </a:bodyPr>
          <a:lstStyle/>
          <a:p>
            <a:r>
              <a:rPr lang="en-MX">
                <a:solidFill>
                  <a:schemeClr val="bg1"/>
                </a:solidFill>
              </a:rPr>
              <a:t>Idle (no report generation request)</a:t>
            </a:r>
          </a:p>
        </p:txBody>
      </p:sp>
      <p:pic>
        <p:nvPicPr>
          <p:cNvPr id="4" name="Graphic 3" descr="Stopwatch with solid fill">
            <a:extLst>
              <a:ext uri="{FF2B5EF4-FFF2-40B4-BE49-F238E27FC236}">
                <a16:creationId xmlns:a16="http://schemas.microsoft.com/office/drawing/2014/main" id="{9663E881-7057-8EE5-B547-DA115A5C9C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97836" y="916903"/>
            <a:ext cx="420415" cy="420415"/>
          </a:xfrm>
          <a:prstGeom prst="rect">
            <a:avLst/>
          </a:prstGeom>
        </p:spPr>
      </p:pic>
      <p:sp>
        <p:nvSpPr>
          <p:cNvPr id="6" name="Rectangle 5">
            <a:extLst>
              <a:ext uri="{FF2B5EF4-FFF2-40B4-BE49-F238E27FC236}">
                <a16:creationId xmlns:a16="http://schemas.microsoft.com/office/drawing/2014/main" id="{9A6F7CC0-FEFB-23E5-392D-0C5D4340E892}"/>
              </a:ext>
            </a:extLst>
          </p:cNvPr>
          <p:cNvSpPr/>
          <p:nvPr/>
        </p:nvSpPr>
        <p:spPr>
          <a:xfrm>
            <a:off x="6498516" y="1809708"/>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first user</a:t>
            </a:r>
          </a:p>
        </p:txBody>
      </p:sp>
      <p:sp>
        <p:nvSpPr>
          <p:cNvPr id="7" name="Decision 6">
            <a:extLst>
              <a:ext uri="{FF2B5EF4-FFF2-40B4-BE49-F238E27FC236}">
                <a16:creationId xmlns:a16="http://schemas.microsoft.com/office/drawing/2014/main" id="{AEC68F77-E938-0BA0-79C2-42B101EDC4D4}"/>
              </a:ext>
            </a:extLst>
          </p:cNvPr>
          <p:cNvSpPr/>
          <p:nvPr/>
        </p:nvSpPr>
        <p:spPr>
          <a:xfrm>
            <a:off x="6457624" y="2754557"/>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9" name="Rectangle 8">
            <a:extLst>
              <a:ext uri="{FF2B5EF4-FFF2-40B4-BE49-F238E27FC236}">
                <a16:creationId xmlns:a16="http://schemas.microsoft.com/office/drawing/2014/main" id="{1AC51C30-E80E-0DB5-0004-46F376157BFD}"/>
              </a:ext>
            </a:extLst>
          </p:cNvPr>
          <p:cNvSpPr/>
          <p:nvPr/>
        </p:nvSpPr>
        <p:spPr>
          <a:xfrm>
            <a:off x="6522137" y="5710461"/>
            <a:ext cx="1371812" cy="456730"/>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 an async pull</a:t>
            </a:r>
          </a:p>
        </p:txBody>
      </p:sp>
      <p:sp>
        <p:nvSpPr>
          <p:cNvPr id="10" name="Decision 9">
            <a:extLst>
              <a:ext uri="{FF2B5EF4-FFF2-40B4-BE49-F238E27FC236}">
                <a16:creationId xmlns:a16="http://schemas.microsoft.com/office/drawing/2014/main" id="{9A23086A-511B-802C-896D-A2B28E4F0C0F}"/>
              </a:ext>
            </a:extLst>
          </p:cNvPr>
          <p:cNvSpPr/>
          <p:nvPr/>
        </p:nvSpPr>
        <p:spPr>
          <a:xfrm>
            <a:off x="6457625" y="4232508"/>
            <a:ext cx="1500836" cy="1005560"/>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0xProto Nerd Font" panose="02000009000000000000" pitchFamily="49" charset="0"/>
              </a:rPr>
              <a:t>do we have spare bandwidth?</a:t>
            </a:r>
            <a:endParaRPr lang="en-MX" sz="700">
              <a:latin typeface="0xProto Nerd Font" panose="02000009000000000000" pitchFamily="49" charset="0"/>
            </a:endParaRPr>
          </a:p>
        </p:txBody>
      </p:sp>
      <p:cxnSp>
        <p:nvCxnSpPr>
          <p:cNvPr id="11" name="Straight Arrow Connector 10">
            <a:extLst>
              <a:ext uri="{FF2B5EF4-FFF2-40B4-BE49-F238E27FC236}">
                <a16:creationId xmlns:a16="http://schemas.microsoft.com/office/drawing/2014/main" id="{43E73099-9DB7-77D7-D59A-40009A2FAA44}"/>
              </a:ext>
            </a:extLst>
          </p:cNvPr>
          <p:cNvCxnSpPr>
            <a:cxnSpLocks/>
          </p:cNvCxnSpPr>
          <p:nvPr/>
        </p:nvCxnSpPr>
        <p:spPr>
          <a:xfrm>
            <a:off x="7208043" y="137912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8FC8185-D954-0797-BF2D-460621D4865A}"/>
              </a:ext>
            </a:extLst>
          </p:cNvPr>
          <p:cNvCxnSpPr>
            <a:cxnSpLocks/>
          </p:cNvCxnSpPr>
          <p:nvPr/>
        </p:nvCxnSpPr>
        <p:spPr>
          <a:xfrm>
            <a:off x="7208043" y="2323970"/>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8A40E4F-1C9D-7A65-A24A-F746DABB3C8D}"/>
              </a:ext>
            </a:extLst>
          </p:cNvPr>
          <p:cNvCxnSpPr>
            <a:cxnSpLocks/>
          </p:cNvCxnSpPr>
          <p:nvPr/>
        </p:nvCxnSpPr>
        <p:spPr>
          <a:xfrm>
            <a:off x="7208043" y="380192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7619A0F-D032-BDA6-BF67-5EEBB8848820}"/>
              </a:ext>
            </a:extLst>
          </p:cNvPr>
          <p:cNvCxnSpPr>
            <a:cxnSpLocks/>
          </p:cNvCxnSpPr>
          <p:nvPr/>
        </p:nvCxnSpPr>
        <p:spPr>
          <a:xfrm>
            <a:off x="7208043" y="5279871"/>
            <a:ext cx="0" cy="3887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743425C-D0EF-1FD6-09BE-4867F0A8490D}"/>
              </a:ext>
            </a:extLst>
          </p:cNvPr>
          <p:cNvCxnSpPr>
            <a:cxnSpLocks/>
          </p:cNvCxnSpPr>
          <p:nvPr/>
        </p:nvCxnSpPr>
        <p:spPr>
          <a:xfrm flipH="1" flipV="1">
            <a:off x="5704400" y="3257337"/>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DF0DC3C-FE0D-8B8B-4B1E-94258240B592}"/>
              </a:ext>
            </a:extLst>
          </p:cNvPr>
          <p:cNvCxnSpPr>
            <a:cxnSpLocks/>
          </p:cNvCxnSpPr>
          <p:nvPr/>
        </p:nvCxnSpPr>
        <p:spPr>
          <a:xfrm flipV="1">
            <a:off x="5704400" y="1127110"/>
            <a:ext cx="0" cy="21302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44C12FF-4B30-7694-9480-74A5803C4363}"/>
              </a:ext>
            </a:extLst>
          </p:cNvPr>
          <p:cNvCxnSpPr>
            <a:cxnSpLocks/>
          </p:cNvCxnSpPr>
          <p:nvPr/>
        </p:nvCxnSpPr>
        <p:spPr>
          <a:xfrm>
            <a:off x="5704400" y="1127110"/>
            <a:ext cx="118084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DF2E67E-EB2F-A4F8-DA61-58F856DDE724}"/>
              </a:ext>
            </a:extLst>
          </p:cNvPr>
          <p:cNvCxnSpPr/>
          <p:nvPr/>
        </p:nvCxnSpPr>
        <p:spPr>
          <a:xfrm flipH="1" flipV="1">
            <a:off x="5704400" y="4735288"/>
            <a:ext cx="69872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BE54286-14D5-F7ED-4716-E8A258A42662}"/>
              </a:ext>
            </a:extLst>
          </p:cNvPr>
          <p:cNvCxnSpPr>
            <a:cxnSpLocks/>
          </p:cNvCxnSpPr>
          <p:nvPr/>
        </p:nvCxnSpPr>
        <p:spPr>
          <a:xfrm flipH="1" flipV="1">
            <a:off x="5704400" y="3257337"/>
            <a:ext cx="7665" cy="14779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5C2C5AD-72BB-EABD-016E-8B7494602CBE}"/>
              </a:ext>
            </a:extLst>
          </p:cNvPr>
          <p:cNvCxnSpPr>
            <a:cxnSpLocks/>
          </p:cNvCxnSpPr>
          <p:nvPr/>
        </p:nvCxnSpPr>
        <p:spPr>
          <a:xfrm>
            <a:off x="7709822" y="1104660"/>
            <a:ext cx="11808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B2FFC53-FE12-E650-4474-7896FD023943}"/>
              </a:ext>
            </a:extLst>
          </p:cNvPr>
          <p:cNvSpPr txBox="1"/>
          <p:nvPr/>
        </p:nvSpPr>
        <p:spPr>
          <a:xfrm>
            <a:off x="8890670" y="980418"/>
            <a:ext cx="3189343" cy="2823850"/>
          </a:xfrm>
          <a:prstGeom prst="rect">
            <a:avLst/>
          </a:prstGeom>
          <a:noFill/>
        </p:spPr>
        <p:txBody>
          <a:bodyPr wrap="square">
            <a:spAutoFit/>
          </a:bodyPr>
          <a:lstStyle/>
          <a:p>
            <a:pPr algn="ctr"/>
            <a:r>
              <a:rPr lang="en-US">
                <a:solidFill>
                  <a:schemeClr val="bg1"/>
                </a:solidFill>
                <a:latin typeface="0xProto Nerd Font" panose="02000009000000000000" pitchFamily="49" charset="0"/>
              </a:rPr>
              <a:t>how frequent</a:t>
            </a:r>
            <a:r>
              <a:rPr lang="en-MX">
                <a:solidFill>
                  <a:schemeClr val="bg1"/>
                </a:solidFill>
                <a:latin typeface="0xProto Nerd Font" panose="02000009000000000000" pitchFamily="49" charset="0"/>
              </a:rPr>
              <a:t>?</a:t>
            </a:r>
          </a:p>
          <a:p>
            <a:pPr algn="ctr"/>
            <a:endParaRPr lang="en-MX">
              <a:solidFill>
                <a:schemeClr val="bg1"/>
              </a:solidFill>
              <a:latin typeface="0xProto Nerd Font" panose="02000009000000000000" pitchFamily="49" charset="0"/>
            </a:endParaRPr>
          </a:p>
          <a:p>
            <a:pPr>
              <a:lnSpc>
                <a:spcPct val="150000"/>
              </a:lnSpc>
            </a:pPr>
            <a:r>
              <a:rPr lang="en-MX" sz="1200">
                <a:solidFill>
                  <a:schemeClr val="bg1"/>
                </a:solidFill>
                <a:latin typeface="0xProto Nerd Font" panose="02000009000000000000" pitchFamily="49" charset="0"/>
              </a:rPr>
              <a:t>Frequency is determined by the async interval length, the freshness criteria, and the available spare tokens. Meaning that, we could fine tune those values to get an acceptable result without overflowing our data provider.</a:t>
            </a:r>
          </a:p>
        </p:txBody>
      </p:sp>
      <p:sp>
        <p:nvSpPr>
          <p:cNvPr id="21" name="TextBox 20">
            <a:extLst>
              <a:ext uri="{FF2B5EF4-FFF2-40B4-BE49-F238E27FC236}">
                <a16:creationId xmlns:a16="http://schemas.microsoft.com/office/drawing/2014/main" id="{08A46C27-30D5-94E6-FA54-239EBF422F15}"/>
              </a:ext>
            </a:extLst>
          </p:cNvPr>
          <p:cNvSpPr txBox="1"/>
          <p:nvPr/>
        </p:nvSpPr>
        <p:spPr>
          <a:xfrm>
            <a:off x="8890670" y="4171450"/>
            <a:ext cx="3189343" cy="2569934"/>
          </a:xfrm>
          <a:prstGeom prst="rect">
            <a:avLst/>
          </a:prstGeom>
          <a:noFill/>
        </p:spPr>
        <p:txBody>
          <a:bodyPr wrap="square">
            <a:spAutoFit/>
          </a:bodyPr>
          <a:lstStyle/>
          <a:p>
            <a:pPr algn="ctr"/>
            <a:r>
              <a:rPr lang="en-US">
                <a:solidFill>
                  <a:schemeClr val="bg1"/>
                </a:solidFill>
                <a:latin typeface="0xProto Nerd Font" panose="02000009000000000000" pitchFamily="49" charset="0"/>
              </a:rPr>
              <a:t>example:</a:t>
            </a:r>
            <a:endParaRPr lang="en-MX">
              <a:solidFill>
                <a:schemeClr val="bg1"/>
              </a:solidFill>
              <a:latin typeface="0xProto Nerd Font" panose="02000009000000000000" pitchFamily="49" charset="0"/>
            </a:endParaRPr>
          </a:p>
          <a:p>
            <a:endParaRPr lang="en-MX" sz="1400">
              <a:solidFill>
                <a:schemeClr val="bg1"/>
              </a:solidFill>
              <a:latin typeface="0xProto Nerd Font" panose="02000009000000000000" pitchFamily="49" charset="0"/>
            </a:endParaRPr>
          </a:p>
          <a:p>
            <a:r>
              <a:rPr lang="en-US" sz="1100">
                <a:solidFill>
                  <a:schemeClr val="bg1"/>
                </a:solidFill>
                <a:latin typeface="0xProto Nerd Font" panose="02000009000000000000" pitchFamily="49" charset="0"/>
              </a:rPr>
              <a:t>bandwidth limit: </a:t>
            </a:r>
            <a:r>
              <a:rPr lang="en-US" sz="1100">
                <a:solidFill>
                  <a:srgbClr val="92D050"/>
                </a:solidFill>
                <a:latin typeface="0xProto Nerd Font" panose="02000009000000000000" pitchFamily="49" charset="0"/>
              </a:rPr>
              <a:t>40 requests/min</a:t>
            </a:r>
          </a:p>
          <a:p>
            <a:r>
              <a:rPr lang="en-US" sz="1100">
                <a:solidFill>
                  <a:schemeClr val="bg1"/>
                </a:solidFill>
                <a:latin typeface="0xProto Nerd Font" panose="02000009000000000000" pitchFamily="49" charset="0"/>
              </a:rPr>
              <a:t>async interval: </a:t>
            </a:r>
            <a:r>
              <a:rPr lang="en-US" sz="1100">
                <a:solidFill>
                  <a:srgbClr val="92D050"/>
                </a:solidFill>
                <a:latin typeface="0xProto Nerd Font" panose="02000009000000000000" pitchFamily="49" charset="0"/>
              </a:rPr>
              <a:t>1 min</a:t>
            </a:r>
          </a:p>
          <a:p>
            <a:r>
              <a:rPr lang="en-US" sz="1100">
                <a:solidFill>
                  <a:schemeClr val="bg1"/>
                </a:solidFill>
                <a:latin typeface="0xProto Nerd Font" panose="02000009000000000000" pitchFamily="49" charset="0"/>
              </a:rPr>
              <a:t>batch size: </a:t>
            </a:r>
            <a:r>
              <a:rPr lang="en-US" sz="1100">
                <a:solidFill>
                  <a:srgbClr val="92D050"/>
                </a:solidFill>
                <a:latin typeface="0xProto Nerd Font" panose="02000009000000000000" pitchFamily="49" charset="0"/>
              </a:rPr>
              <a:t>10 patients</a:t>
            </a:r>
          </a:p>
          <a:p>
            <a:r>
              <a:rPr lang="en-US" sz="1100">
                <a:solidFill>
                  <a:schemeClr val="bg1"/>
                </a:solidFill>
                <a:latin typeface="0xProto Nerd Font" panose="02000009000000000000" pitchFamily="49" charset="0"/>
              </a:rPr>
              <a:t>freshness criteria: </a:t>
            </a:r>
            <a:r>
              <a:rPr lang="en-US" sz="1100">
                <a:solidFill>
                  <a:schemeClr val="accent2">
                    <a:lumMod val="75000"/>
                  </a:schemeClr>
                </a:solidFill>
                <a:latin typeface="0xProto Nerd Font" panose="02000009000000000000" pitchFamily="49" charset="0"/>
              </a:rPr>
              <a:t>0s</a:t>
            </a:r>
          </a:p>
          <a:p>
            <a:endParaRPr lang="en-US" sz="1100">
              <a:solidFill>
                <a:schemeClr val="accent2">
                  <a:lumMod val="75000"/>
                </a:schemeClr>
              </a:solidFill>
              <a:latin typeface="0xProto Nerd Font" panose="02000009000000000000" pitchFamily="49" charset="0"/>
            </a:endParaRPr>
          </a:p>
          <a:p>
            <a:r>
              <a:rPr lang="en-US" sz="900">
                <a:solidFill>
                  <a:schemeClr val="bg1"/>
                </a:solidFill>
                <a:latin typeface="0xProto Nerd Font" panose="02000009000000000000" pitchFamily="49" charset="0"/>
              </a:rPr>
              <a:t>assuming each patient synchronization needs 10 data points and cancelling the 10x by batching 10 patients each request</a:t>
            </a:r>
          </a:p>
          <a:p>
            <a:endParaRPr lang="en-US" sz="1100">
              <a:solidFill>
                <a:schemeClr val="bg1"/>
              </a:solidFill>
              <a:latin typeface="0xProto Nerd Font" panose="02000009000000000000" pitchFamily="49" charset="0"/>
            </a:endParaRPr>
          </a:p>
          <a:p>
            <a:r>
              <a:rPr lang="en-US" sz="1100">
                <a:solidFill>
                  <a:srgbClr val="92D050"/>
                </a:solidFill>
                <a:latin typeface="0xProto Nerd Font" panose="02000009000000000000" pitchFamily="49" charset="0"/>
              </a:rPr>
              <a:t>40req x 60m x 24h = </a:t>
            </a:r>
            <a:r>
              <a:rPr lang="en-MX" sz="1200" b="0" i="0">
                <a:solidFill>
                  <a:srgbClr val="92D050"/>
                </a:solidFill>
                <a:effectLst/>
                <a:latin typeface="Google Sans"/>
              </a:rPr>
              <a:t>57,600</a:t>
            </a:r>
          </a:p>
          <a:p>
            <a:endParaRPr lang="en-MX" sz="1200">
              <a:solidFill>
                <a:srgbClr val="ECECEC"/>
              </a:solidFill>
              <a:latin typeface="Google Sans"/>
            </a:endParaRPr>
          </a:p>
          <a:p>
            <a:r>
              <a:rPr lang="en-MX" sz="1200">
                <a:solidFill>
                  <a:srgbClr val="ECECEC"/>
                </a:solidFill>
                <a:latin typeface="Google Sans"/>
              </a:rPr>
              <a:t>over 57k patients could be synchronized in 1 day</a:t>
            </a:r>
            <a:endParaRPr lang="en-MX" sz="1200">
              <a:solidFill>
                <a:schemeClr val="bg1"/>
              </a:solidFill>
              <a:latin typeface="0xProto Nerd Font" panose="02000009000000000000" pitchFamily="49" charset="0"/>
            </a:endParaRPr>
          </a:p>
        </p:txBody>
      </p:sp>
    </p:spTree>
    <p:extLst>
      <p:ext uri="{BB962C8B-B14F-4D97-AF65-F5344CB8AC3E}">
        <p14:creationId xmlns:p14="http://schemas.microsoft.com/office/powerpoint/2010/main" val="75199106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831BF-5275-EEAE-94E2-F661FDB2EA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14D79D-9E56-70FB-F609-2B31823BB5E9}"/>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EDAEBBBA-C4A5-3574-51E3-89D20A32E480}"/>
              </a:ext>
            </a:extLst>
          </p:cNvPr>
          <p:cNvSpPr txBox="1"/>
          <p:nvPr/>
        </p:nvSpPr>
        <p:spPr>
          <a:xfrm>
            <a:off x="1113222" y="3549866"/>
            <a:ext cx="2835048" cy="369332"/>
          </a:xfrm>
          <a:prstGeom prst="rect">
            <a:avLst/>
          </a:prstGeom>
          <a:noFill/>
        </p:spPr>
        <p:txBody>
          <a:bodyPr wrap="square">
            <a:spAutoFit/>
          </a:bodyPr>
          <a:lstStyle/>
          <a:p>
            <a:r>
              <a:rPr lang="en-MX">
                <a:solidFill>
                  <a:schemeClr val="bg1"/>
                </a:solidFill>
              </a:rPr>
              <a:t>Report generation request</a:t>
            </a:r>
          </a:p>
        </p:txBody>
      </p:sp>
      <p:sp>
        <p:nvSpPr>
          <p:cNvPr id="5" name="TextBox 4">
            <a:extLst>
              <a:ext uri="{FF2B5EF4-FFF2-40B4-BE49-F238E27FC236}">
                <a16:creationId xmlns:a16="http://schemas.microsoft.com/office/drawing/2014/main" id="{76953A3B-81A0-0FF6-8030-1C564C07DCAB}"/>
              </a:ext>
            </a:extLst>
          </p:cNvPr>
          <p:cNvSpPr txBox="1"/>
          <p:nvPr/>
        </p:nvSpPr>
        <p:spPr>
          <a:xfrm>
            <a:off x="1113222" y="4921951"/>
            <a:ext cx="2835048" cy="369332"/>
          </a:xfrm>
          <a:prstGeom prst="rect">
            <a:avLst/>
          </a:prstGeom>
          <a:noFill/>
        </p:spPr>
        <p:txBody>
          <a:bodyPr wrap="square">
            <a:spAutoFit/>
          </a:bodyPr>
          <a:lstStyle/>
          <a:p>
            <a:r>
              <a:rPr lang="en-MX">
                <a:solidFill>
                  <a:schemeClr val="bg1"/>
                </a:solidFill>
              </a:rPr>
              <a:t>PwD onboard</a:t>
            </a:r>
          </a:p>
        </p:txBody>
      </p:sp>
      <p:sp>
        <p:nvSpPr>
          <p:cNvPr id="8" name="TextBox 7">
            <a:extLst>
              <a:ext uri="{FF2B5EF4-FFF2-40B4-BE49-F238E27FC236}">
                <a16:creationId xmlns:a16="http://schemas.microsoft.com/office/drawing/2014/main" id="{C5E2EB64-2E99-7D4A-6727-143B613070EC}"/>
              </a:ext>
            </a:extLst>
          </p:cNvPr>
          <p:cNvSpPr txBox="1"/>
          <p:nvPr/>
        </p:nvSpPr>
        <p:spPr>
          <a:xfrm>
            <a:off x="1113222" y="2177781"/>
            <a:ext cx="3549612" cy="369332"/>
          </a:xfrm>
          <a:prstGeom prst="rect">
            <a:avLst/>
          </a:prstGeom>
          <a:noFill/>
        </p:spPr>
        <p:txBody>
          <a:bodyPr wrap="square">
            <a:spAutoFit/>
          </a:bodyPr>
          <a:lstStyle/>
          <a:p>
            <a:r>
              <a:rPr lang="en-MX">
                <a:solidFill>
                  <a:schemeClr val="bg1"/>
                </a:solidFill>
              </a:rPr>
              <a:t>Idle (no report generation request)</a:t>
            </a:r>
          </a:p>
        </p:txBody>
      </p:sp>
    </p:spTree>
    <p:extLst>
      <p:ext uri="{BB962C8B-B14F-4D97-AF65-F5344CB8AC3E}">
        <p14:creationId xmlns:p14="http://schemas.microsoft.com/office/powerpoint/2010/main" val="29902498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41269-5EA9-C67C-FFED-0833B69941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74191C-FC1F-02A3-168E-0EFD26992114}"/>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CEBA66AC-28E4-DF40-A072-7D2579F13201}"/>
              </a:ext>
            </a:extLst>
          </p:cNvPr>
          <p:cNvSpPr txBox="1"/>
          <p:nvPr/>
        </p:nvSpPr>
        <p:spPr>
          <a:xfrm>
            <a:off x="1113222" y="3549866"/>
            <a:ext cx="2835048" cy="369332"/>
          </a:xfrm>
          <a:prstGeom prst="rect">
            <a:avLst/>
          </a:prstGeom>
          <a:noFill/>
        </p:spPr>
        <p:txBody>
          <a:bodyPr wrap="square">
            <a:spAutoFit/>
          </a:bodyPr>
          <a:lstStyle/>
          <a:p>
            <a:r>
              <a:rPr lang="en-MX">
                <a:solidFill>
                  <a:schemeClr val="bg1"/>
                </a:solidFill>
              </a:rPr>
              <a:t>Report generation request</a:t>
            </a:r>
          </a:p>
        </p:txBody>
      </p:sp>
      <p:sp>
        <p:nvSpPr>
          <p:cNvPr id="5" name="TextBox 4">
            <a:extLst>
              <a:ext uri="{FF2B5EF4-FFF2-40B4-BE49-F238E27FC236}">
                <a16:creationId xmlns:a16="http://schemas.microsoft.com/office/drawing/2014/main" id="{88772206-AB33-FBC7-5523-A3336EBEC741}"/>
              </a:ext>
            </a:extLst>
          </p:cNvPr>
          <p:cNvSpPr txBox="1"/>
          <p:nvPr/>
        </p:nvSpPr>
        <p:spPr>
          <a:xfrm>
            <a:off x="1113222" y="4921951"/>
            <a:ext cx="2835048"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PwD onboard</a:t>
            </a:r>
          </a:p>
        </p:txBody>
      </p:sp>
      <p:sp>
        <p:nvSpPr>
          <p:cNvPr id="8" name="TextBox 7">
            <a:extLst>
              <a:ext uri="{FF2B5EF4-FFF2-40B4-BE49-F238E27FC236}">
                <a16:creationId xmlns:a16="http://schemas.microsoft.com/office/drawing/2014/main" id="{65F323D8-F82C-C03F-0E4A-4E4A4A6E1166}"/>
              </a:ext>
            </a:extLst>
          </p:cNvPr>
          <p:cNvSpPr txBox="1"/>
          <p:nvPr/>
        </p:nvSpPr>
        <p:spPr>
          <a:xfrm>
            <a:off x="1113222" y="2177781"/>
            <a:ext cx="3549612" cy="369332"/>
          </a:xfrm>
          <a:prstGeom prst="rect">
            <a:avLst/>
          </a:prstGeom>
          <a:noFill/>
        </p:spPr>
        <p:txBody>
          <a:bodyPr wrap="square">
            <a:spAutoFit/>
          </a:bodyPr>
          <a:lstStyle/>
          <a:p>
            <a:r>
              <a:rPr lang="en-MX">
                <a:solidFill>
                  <a:schemeClr val="tx1">
                    <a:lumMod val="65000"/>
                    <a:lumOff val="35000"/>
                  </a:schemeClr>
                </a:solidFill>
              </a:rPr>
              <a:t>Idle (no report generation request)</a:t>
            </a:r>
          </a:p>
        </p:txBody>
      </p:sp>
      <p:sp>
        <p:nvSpPr>
          <p:cNvPr id="7" name="Oval 6">
            <a:extLst>
              <a:ext uri="{FF2B5EF4-FFF2-40B4-BE49-F238E27FC236}">
                <a16:creationId xmlns:a16="http://schemas.microsoft.com/office/drawing/2014/main" id="{680C2F8D-E344-9834-0104-262D583E919E}"/>
              </a:ext>
            </a:extLst>
          </p:cNvPr>
          <p:cNvSpPr/>
          <p:nvPr/>
        </p:nvSpPr>
        <p:spPr>
          <a:xfrm>
            <a:off x="7529168" y="557315"/>
            <a:ext cx="995083" cy="995083"/>
          </a:xfrm>
          <a:prstGeom prst="ellipse">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a:t>
            </a:r>
          </a:p>
        </p:txBody>
      </p:sp>
      <p:sp>
        <p:nvSpPr>
          <p:cNvPr id="9" name="Rectangle 8">
            <a:extLst>
              <a:ext uri="{FF2B5EF4-FFF2-40B4-BE49-F238E27FC236}">
                <a16:creationId xmlns:a16="http://schemas.microsoft.com/office/drawing/2014/main" id="{2EB2D90F-643C-7B1C-515F-63EA5DA746D1}"/>
              </a:ext>
            </a:extLst>
          </p:cNvPr>
          <p:cNvSpPr/>
          <p:nvPr/>
        </p:nvSpPr>
        <p:spPr>
          <a:xfrm>
            <a:off x="7317182" y="2088375"/>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user</a:t>
            </a:r>
          </a:p>
        </p:txBody>
      </p:sp>
      <p:sp>
        <p:nvSpPr>
          <p:cNvPr id="10" name="Decision 9">
            <a:extLst>
              <a:ext uri="{FF2B5EF4-FFF2-40B4-BE49-F238E27FC236}">
                <a16:creationId xmlns:a16="http://schemas.microsoft.com/office/drawing/2014/main" id="{16DD738E-C208-D41A-68F1-EDB6B1BAEE65}"/>
              </a:ext>
            </a:extLst>
          </p:cNvPr>
          <p:cNvSpPr/>
          <p:nvPr/>
        </p:nvSpPr>
        <p:spPr>
          <a:xfrm>
            <a:off x="7276290" y="3175580"/>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11" name="Rectangle 10">
            <a:extLst>
              <a:ext uri="{FF2B5EF4-FFF2-40B4-BE49-F238E27FC236}">
                <a16:creationId xmlns:a16="http://schemas.microsoft.com/office/drawing/2014/main" id="{74FA6710-67D6-7FB6-9351-209B4A4BD796}"/>
              </a:ext>
            </a:extLst>
          </p:cNvPr>
          <p:cNvSpPr/>
          <p:nvPr/>
        </p:nvSpPr>
        <p:spPr>
          <a:xfrm>
            <a:off x="7317182" y="4795887"/>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create a correlation id</a:t>
            </a:r>
          </a:p>
        </p:txBody>
      </p:sp>
      <p:sp>
        <p:nvSpPr>
          <p:cNvPr id="12" name="Rectangle 11">
            <a:extLst>
              <a:ext uri="{FF2B5EF4-FFF2-40B4-BE49-F238E27FC236}">
                <a16:creationId xmlns:a16="http://schemas.microsoft.com/office/drawing/2014/main" id="{8FEF1ACC-FDF5-597E-B309-1E07F3E31FC4}"/>
              </a:ext>
            </a:extLst>
          </p:cNvPr>
          <p:cNvSpPr/>
          <p:nvPr/>
        </p:nvSpPr>
        <p:spPr>
          <a:xfrm>
            <a:off x="4893184" y="5862460"/>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no fresh data and correlation id</a:t>
            </a:r>
          </a:p>
        </p:txBody>
      </p:sp>
      <p:sp>
        <p:nvSpPr>
          <p:cNvPr id="13" name="Rectangle 12">
            <a:extLst>
              <a:ext uri="{FF2B5EF4-FFF2-40B4-BE49-F238E27FC236}">
                <a16:creationId xmlns:a16="http://schemas.microsoft.com/office/drawing/2014/main" id="{B3E38600-7A92-7C9B-A0D9-C00AD4306B17}"/>
              </a:ext>
            </a:extLst>
          </p:cNvPr>
          <p:cNvSpPr/>
          <p:nvPr/>
        </p:nvSpPr>
        <p:spPr>
          <a:xfrm>
            <a:off x="4893184" y="3412900"/>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data is fresh</a:t>
            </a:r>
          </a:p>
        </p:txBody>
      </p:sp>
      <p:cxnSp>
        <p:nvCxnSpPr>
          <p:cNvPr id="14" name="Straight Arrow Connector 13">
            <a:extLst>
              <a:ext uri="{FF2B5EF4-FFF2-40B4-BE49-F238E27FC236}">
                <a16:creationId xmlns:a16="http://schemas.microsoft.com/office/drawing/2014/main" id="{975ABF07-73C2-BA19-F793-A86963F84E78}"/>
              </a:ext>
            </a:extLst>
          </p:cNvPr>
          <p:cNvCxnSpPr>
            <a:cxnSpLocks/>
          </p:cNvCxnSpPr>
          <p:nvPr/>
        </p:nvCxnSpPr>
        <p:spPr>
          <a:xfrm>
            <a:off x="8026709" y="1624714"/>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5C4CA4C-8707-D9D6-100B-F6719EAD2903}"/>
              </a:ext>
            </a:extLst>
          </p:cNvPr>
          <p:cNvCxnSpPr>
            <a:cxnSpLocks/>
          </p:cNvCxnSpPr>
          <p:nvPr/>
        </p:nvCxnSpPr>
        <p:spPr>
          <a:xfrm>
            <a:off x="8026709" y="2693395"/>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0CEDBD8-93E2-E8ED-EAE9-D5DD59EF3DCC}"/>
              </a:ext>
            </a:extLst>
          </p:cNvPr>
          <p:cNvCxnSpPr>
            <a:cxnSpLocks/>
          </p:cNvCxnSpPr>
          <p:nvPr/>
        </p:nvCxnSpPr>
        <p:spPr>
          <a:xfrm>
            <a:off x="8026709" y="4313702"/>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9AFAC66-623C-5898-6AC7-60A77E2E901A}"/>
              </a:ext>
            </a:extLst>
          </p:cNvPr>
          <p:cNvCxnSpPr>
            <a:cxnSpLocks/>
          </p:cNvCxnSpPr>
          <p:nvPr/>
        </p:nvCxnSpPr>
        <p:spPr>
          <a:xfrm>
            <a:off x="8026709" y="5400907"/>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3793C35-8400-B961-12C2-C37A0BDC5C90}"/>
              </a:ext>
            </a:extLst>
          </p:cNvPr>
          <p:cNvCxnSpPr>
            <a:cxnSpLocks/>
          </p:cNvCxnSpPr>
          <p:nvPr/>
        </p:nvCxnSpPr>
        <p:spPr>
          <a:xfrm flipH="1">
            <a:off x="6686485" y="3672084"/>
            <a:ext cx="4191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29488A2D-8519-24DD-7AB3-C24F9CADE5B1}"/>
              </a:ext>
            </a:extLst>
          </p:cNvPr>
          <p:cNvSpPr/>
          <p:nvPr/>
        </p:nvSpPr>
        <p:spPr>
          <a:xfrm>
            <a:off x="7317186" y="5883091"/>
            <a:ext cx="1419046" cy="472456"/>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send message to the queue</a:t>
            </a:r>
          </a:p>
        </p:txBody>
      </p:sp>
      <p:cxnSp>
        <p:nvCxnSpPr>
          <p:cNvPr id="20" name="Straight Arrow Connector 19">
            <a:extLst>
              <a:ext uri="{FF2B5EF4-FFF2-40B4-BE49-F238E27FC236}">
                <a16:creationId xmlns:a16="http://schemas.microsoft.com/office/drawing/2014/main" id="{735499AE-3F32-B5B9-7F1F-D98BB3DD3DC2}"/>
              </a:ext>
            </a:extLst>
          </p:cNvPr>
          <p:cNvCxnSpPr>
            <a:cxnSpLocks/>
          </p:cNvCxnSpPr>
          <p:nvPr/>
        </p:nvCxnSpPr>
        <p:spPr>
          <a:xfrm flipH="1">
            <a:off x="6686485" y="6129932"/>
            <a:ext cx="41910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7019C37-716A-2817-267F-2D7D8C19DEA7}"/>
              </a:ext>
            </a:extLst>
          </p:cNvPr>
          <p:cNvSpPr txBox="1"/>
          <p:nvPr/>
        </p:nvSpPr>
        <p:spPr>
          <a:xfrm>
            <a:off x="8921892" y="821038"/>
            <a:ext cx="3189343" cy="1661993"/>
          </a:xfrm>
          <a:prstGeom prst="rect">
            <a:avLst/>
          </a:prstGeom>
          <a:noFill/>
        </p:spPr>
        <p:txBody>
          <a:bodyPr wrap="square">
            <a:spAutoFit/>
          </a:bodyPr>
          <a:lstStyle/>
          <a:p>
            <a:pPr algn="ctr"/>
            <a:r>
              <a:rPr lang="en-MX">
                <a:solidFill>
                  <a:schemeClr val="bg1"/>
                </a:solidFill>
                <a:latin typeface="0xProto Nerd Font" panose="02000009000000000000" pitchFamily="49" charset="0"/>
              </a:rPr>
              <a:t>when?</a:t>
            </a:r>
          </a:p>
          <a:p>
            <a:pPr algn="ctr"/>
            <a:endParaRPr lang="en-MX">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A report generation was requested</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The patient data is not fresh</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There is bandwithd available</a:t>
            </a:r>
          </a:p>
        </p:txBody>
      </p:sp>
      <p:cxnSp>
        <p:nvCxnSpPr>
          <p:cNvPr id="23" name="Straight Arrow Connector 22">
            <a:extLst>
              <a:ext uri="{FF2B5EF4-FFF2-40B4-BE49-F238E27FC236}">
                <a16:creationId xmlns:a16="http://schemas.microsoft.com/office/drawing/2014/main" id="{849F4575-9669-947C-DB22-A0B2A3235481}"/>
              </a:ext>
            </a:extLst>
          </p:cNvPr>
          <p:cNvCxnSpPr>
            <a:cxnSpLocks/>
          </p:cNvCxnSpPr>
          <p:nvPr/>
        </p:nvCxnSpPr>
        <p:spPr>
          <a:xfrm>
            <a:off x="8645493" y="1040862"/>
            <a:ext cx="11808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30011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26" presetClass="emph" presetSubtype="0" fill="hold" grpId="0" nodeType="afterEffect">
                                  <p:stCondLst>
                                    <p:cond delay="0"/>
                                  </p:stCondLst>
                                  <p:childTnLst>
                                    <p:animEffect transition="out" filter="fade">
                                      <p:cBhvr>
                                        <p:cTn id="10" dur="500" tmFilter="0, 0; .2, .5; .8, .5; 1, 0"/>
                                        <p:tgtEl>
                                          <p:spTgt spid="9"/>
                                        </p:tgtEl>
                                      </p:cBhvr>
                                    </p:animEffect>
                                    <p:animScale>
                                      <p:cBhvr>
                                        <p:cTn id="11" dur="250" autoRev="1" fill="hold"/>
                                        <p:tgtEl>
                                          <p:spTgt spid="9"/>
                                        </p:tgtEl>
                                      </p:cBhvr>
                                      <p:by x="105000" y="105000"/>
                                    </p:animScale>
                                  </p:childTnLst>
                                </p:cTn>
                              </p:par>
                            </p:childTnLst>
                          </p:cTn>
                        </p:par>
                        <p:par>
                          <p:cTn id="12" fill="hold">
                            <p:stCondLst>
                              <p:cond delay="1000"/>
                            </p:stCondLst>
                            <p:childTnLst>
                              <p:par>
                                <p:cTn id="13" presetID="26" presetClass="emph" presetSubtype="0" fill="hold" grpId="0" nodeType="afterEffect">
                                  <p:stCondLst>
                                    <p:cond delay="0"/>
                                  </p:stCondLst>
                                  <p:childTnLst>
                                    <p:animEffect transition="out" filter="fade">
                                      <p:cBhvr>
                                        <p:cTn id="14" dur="500" tmFilter="0, 0; .2, .5; .8, .5; 1, 0"/>
                                        <p:tgtEl>
                                          <p:spTgt spid="10"/>
                                        </p:tgtEl>
                                      </p:cBhvr>
                                    </p:animEffect>
                                    <p:animScale>
                                      <p:cBhvr>
                                        <p:cTn id="15" dur="250" autoRev="1" fill="hold"/>
                                        <p:tgtEl>
                                          <p:spTgt spid="10"/>
                                        </p:tgtEl>
                                      </p:cBhvr>
                                      <p:by x="105000" y="105000"/>
                                    </p:animScale>
                                  </p:childTnLst>
                                </p:cTn>
                              </p:par>
                            </p:childTnLst>
                          </p:cTn>
                        </p:par>
                        <p:par>
                          <p:cTn id="16" fill="hold">
                            <p:stCondLst>
                              <p:cond delay="1500"/>
                            </p:stCondLst>
                            <p:childTnLst>
                              <p:par>
                                <p:cTn id="17" presetID="26" presetClass="emph" presetSubtype="0" fill="hold" grpId="0" nodeType="afterEffect">
                                  <p:stCondLst>
                                    <p:cond delay="0"/>
                                  </p:stCondLst>
                                  <p:childTnLst>
                                    <p:animEffect transition="out" filter="fade">
                                      <p:cBhvr>
                                        <p:cTn id="18" dur="500" tmFilter="0, 0; .2, .5; .8, .5; 1, 0"/>
                                        <p:tgtEl>
                                          <p:spTgt spid="11"/>
                                        </p:tgtEl>
                                      </p:cBhvr>
                                    </p:animEffect>
                                    <p:animScale>
                                      <p:cBhvr>
                                        <p:cTn id="19" dur="250" autoRev="1" fill="hold"/>
                                        <p:tgtEl>
                                          <p:spTgt spid="11"/>
                                        </p:tgtEl>
                                      </p:cBhvr>
                                      <p:by x="105000" y="105000"/>
                                    </p:animScale>
                                  </p:childTnLst>
                                </p:cTn>
                              </p:par>
                            </p:childTnLst>
                          </p:cTn>
                        </p:par>
                        <p:par>
                          <p:cTn id="20" fill="hold">
                            <p:stCondLst>
                              <p:cond delay="2000"/>
                            </p:stCondLst>
                            <p:childTnLst>
                              <p:par>
                                <p:cTn id="21" presetID="26" presetClass="emph" presetSubtype="0" fill="hold" grpId="0" nodeType="afterEffect">
                                  <p:stCondLst>
                                    <p:cond delay="0"/>
                                  </p:stCondLst>
                                  <p:childTnLst>
                                    <p:animEffect transition="out" filter="fade">
                                      <p:cBhvr>
                                        <p:cTn id="22" dur="500" tmFilter="0, 0; .2, .5; .8, .5; 1, 0"/>
                                        <p:tgtEl>
                                          <p:spTgt spid="19"/>
                                        </p:tgtEl>
                                      </p:cBhvr>
                                    </p:animEffect>
                                    <p:animScale>
                                      <p:cBhvr>
                                        <p:cTn id="23" dur="250" autoRev="1" fill="hold"/>
                                        <p:tgtEl>
                                          <p:spTgt spid="19"/>
                                        </p:tgtEl>
                                      </p:cBhvr>
                                      <p:by x="105000" y="105000"/>
                                    </p:animScale>
                                  </p:childTnLst>
                                </p:cTn>
                              </p:par>
                            </p:childTnLst>
                          </p:cTn>
                        </p:par>
                        <p:par>
                          <p:cTn id="24" fill="hold">
                            <p:stCondLst>
                              <p:cond delay="2500"/>
                            </p:stCondLst>
                            <p:childTnLst>
                              <p:par>
                                <p:cTn id="25" presetID="26" presetClass="emph" presetSubtype="0" fill="hold" grpId="0" nodeType="afterEffect">
                                  <p:stCondLst>
                                    <p:cond delay="0"/>
                                  </p:stCondLst>
                                  <p:childTnLst>
                                    <p:animEffect transition="out" filter="fade">
                                      <p:cBhvr>
                                        <p:cTn id="26" dur="500" tmFilter="0, 0; .2, .5; .8, .5; 1, 0"/>
                                        <p:tgtEl>
                                          <p:spTgt spid="12"/>
                                        </p:tgtEl>
                                      </p:cBhvr>
                                    </p:animEffect>
                                    <p:animScale>
                                      <p:cBhvr>
                                        <p:cTn id="27" dur="250" autoRev="1" fill="hold"/>
                                        <p:tgtEl>
                                          <p:spTgt spid="12"/>
                                        </p:tgtEl>
                                      </p:cBhvr>
                                      <p:by x="105000" y="105000"/>
                                    </p:animScale>
                                  </p:childTnLst>
                                </p:cTn>
                              </p:par>
                            </p:childTnLst>
                          </p:cTn>
                        </p:par>
                        <p:par>
                          <p:cTn id="28" fill="hold">
                            <p:stCondLst>
                              <p:cond delay="3000"/>
                            </p:stCondLst>
                            <p:childTnLst>
                              <p:par>
                                <p:cTn id="29" presetID="26" presetClass="emph" presetSubtype="0" fill="hold" grpId="1" nodeType="afterEffect">
                                  <p:stCondLst>
                                    <p:cond delay="0"/>
                                  </p:stCondLst>
                                  <p:childTnLst>
                                    <p:animEffect transition="out" filter="fade">
                                      <p:cBhvr>
                                        <p:cTn id="30" dur="500" tmFilter="0, 0; .2, .5; .8, .5; 1, 0"/>
                                        <p:tgtEl>
                                          <p:spTgt spid="7"/>
                                        </p:tgtEl>
                                      </p:cBhvr>
                                    </p:animEffect>
                                    <p:animScale>
                                      <p:cBhvr>
                                        <p:cTn id="31" dur="250" autoRev="1" fill="hold"/>
                                        <p:tgtEl>
                                          <p:spTgt spid="7"/>
                                        </p:tgtEl>
                                      </p:cBhvr>
                                      <p:by x="105000" y="105000"/>
                                    </p:animScale>
                                  </p:childTnLst>
                                </p:cTn>
                              </p:par>
                            </p:childTnLst>
                          </p:cTn>
                        </p:par>
                        <p:par>
                          <p:cTn id="32" fill="hold">
                            <p:stCondLst>
                              <p:cond delay="3500"/>
                            </p:stCondLst>
                            <p:childTnLst>
                              <p:par>
                                <p:cTn id="33" presetID="26" presetClass="emph" presetSubtype="0" fill="hold" grpId="1" nodeType="afterEffect">
                                  <p:stCondLst>
                                    <p:cond delay="0"/>
                                  </p:stCondLst>
                                  <p:childTnLst>
                                    <p:animEffect transition="out" filter="fade">
                                      <p:cBhvr>
                                        <p:cTn id="34" dur="500" tmFilter="0, 0; .2, .5; .8, .5; 1, 0"/>
                                        <p:tgtEl>
                                          <p:spTgt spid="9"/>
                                        </p:tgtEl>
                                      </p:cBhvr>
                                    </p:animEffect>
                                    <p:animScale>
                                      <p:cBhvr>
                                        <p:cTn id="35" dur="250" autoRev="1" fill="hold"/>
                                        <p:tgtEl>
                                          <p:spTgt spid="9"/>
                                        </p:tgtEl>
                                      </p:cBhvr>
                                      <p:by x="105000" y="105000"/>
                                    </p:animScale>
                                  </p:childTnLst>
                                </p:cTn>
                              </p:par>
                            </p:childTnLst>
                          </p:cTn>
                        </p:par>
                        <p:par>
                          <p:cTn id="36" fill="hold">
                            <p:stCondLst>
                              <p:cond delay="4000"/>
                            </p:stCondLst>
                            <p:childTnLst>
                              <p:par>
                                <p:cTn id="37" presetID="26" presetClass="emph" presetSubtype="0" fill="hold" grpId="1" nodeType="afterEffect">
                                  <p:stCondLst>
                                    <p:cond delay="0"/>
                                  </p:stCondLst>
                                  <p:childTnLst>
                                    <p:animEffect transition="out" filter="fade">
                                      <p:cBhvr>
                                        <p:cTn id="38" dur="500" tmFilter="0, 0; .2, .5; .8, .5; 1, 0"/>
                                        <p:tgtEl>
                                          <p:spTgt spid="10"/>
                                        </p:tgtEl>
                                      </p:cBhvr>
                                    </p:animEffect>
                                    <p:animScale>
                                      <p:cBhvr>
                                        <p:cTn id="39" dur="250" autoRev="1" fill="hold"/>
                                        <p:tgtEl>
                                          <p:spTgt spid="10"/>
                                        </p:tgtEl>
                                      </p:cBhvr>
                                      <p:by x="105000" y="105000"/>
                                    </p:animScale>
                                  </p:childTnLst>
                                </p:cTn>
                              </p:par>
                            </p:childTnLst>
                          </p:cTn>
                        </p:par>
                        <p:par>
                          <p:cTn id="40" fill="hold">
                            <p:stCondLst>
                              <p:cond delay="4500"/>
                            </p:stCondLst>
                            <p:childTnLst>
                              <p:par>
                                <p:cTn id="41" presetID="26" presetClass="emph" presetSubtype="0" fill="hold" grpId="0" nodeType="afterEffect">
                                  <p:stCondLst>
                                    <p:cond delay="0"/>
                                  </p:stCondLst>
                                  <p:childTnLst>
                                    <p:animEffect transition="out" filter="fade">
                                      <p:cBhvr>
                                        <p:cTn id="42" dur="500" tmFilter="0, 0; .2, .5; .8, .5; 1, 0"/>
                                        <p:tgtEl>
                                          <p:spTgt spid="13"/>
                                        </p:tgtEl>
                                      </p:cBhvr>
                                    </p:animEffect>
                                    <p:animScale>
                                      <p:cBhvr>
                                        <p:cTn id="43" dur="250" autoRev="1" fill="hold"/>
                                        <p:tgtEl>
                                          <p:spTgt spid="13"/>
                                        </p:tgtEl>
                                      </p:cBhvr>
                                      <p:by x="105000" y="105000"/>
                                    </p:animScale>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0" grpId="0" animBg="1"/>
      <p:bldP spid="10" grpId="1" animBg="1"/>
      <p:bldP spid="11" grpId="0" animBg="1"/>
      <p:bldP spid="12" grpId="0" animBg="1"/>
      <p:bldP spid="13" grpId="0" animBg="1"/>
      <p:bldP spid="19" grpId="0" animBg="1"/>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57BC7-311B-F18F-B7FF-79328C5323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B94D54-32E1-6D16-14E5-5B7B4F6B1686}"/>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97B8E7A6-7A80-58A7-B86F-6E57F399CEC3}"/>
              </a:ext>
            </a:extLst>
          </p:cNvPr>
          <p:cNvSpPr txBox="1"/>
          <p:nvPr/>
        </p:nvSpPr>
        <p:spPr>
          <a:xfrm>
            <a:off x="1113222" y="3549866"/>
            <a:ext cx="2835048" cy="369332"/>
          </a:xfrm>
          <a:prstGeom prst="rect">
            <a:avLst/>
          </a:prstGeom>
          <a:noFill/>
        </p:spPr>
        <p:txBody>
          <a:bodyPr wrap="square">
            <a:spAutoFit/>
          </a:bodyPr>
          <a:lstStyle/>
          <a:p>
            <a:r>
              <a:rPr lang="en-MX">
                <a:solidFill>
                  <a:schemeClr val="bg1"/>
                </a:solidFill>
              </a:rPr>
              <a:t>Report generation request</a:t>
            </a:r>
          </a:p>
        </p:txBody>
      </p:sp>
      <p:sp>
        <p:nvSpPr>
          <p:cNvPr id="5" name="TextBox 4">
            <a:extLst>
              <a:ext uri="{FF2B5EF4-FFF2-40B4-BE49-F238E27FC236}">
                <a16:creationId xmlns:a16="http://schemas.microsoft.com/office/drawing/2014/main" id="{301DB9A0-D082-0CB7-3EB2-9BABD19B7D64}"/>
              </a:ext>
            </a:extLst>
          </p:cNvPr>
          <p:cNvSpPr txBox="1"/>
          <p:nvPr/>
        </p:nvSpPr>
        <p:spPr>
          <a:xfrm>
            <a:off x="1113222" y="4921951"/>
            <a:ext cx="2835048" cy="369332"/>
          </a:xfrm>
          <a:prstGeom prst="rect">
            <a:avLst/>
          </a:prstGeom>
          <a:noFill/>
        </p:spPr>
        <p:txBody>
          <a:bodyPr wrap="square">
            <a:spAutoFit/>
          </a:bodyPr>
          <a:lstStyle/>
          <a:p>
            <a:r>
              <a:rPr lang="en-MX">
                <a:solidFill>
                  <a:schemeClr val="bg1"/>
                </a:solidFill>
              </a:rPr>
              <a:t>PwD onboard</a:t>
            </a:r>
          </a:p>
        </p:txBody>
      </p:sp>
      <p:sp>
        <p:nvSpPr>
          <p:cNvPr id="8" name="TextBox 7">
            <a:extLst>
              <a:ext uri="{FF2B5EF4-FFF2-40B4-BE49-F238E27FC236}">
                <a16:creationId xmlns:a16="http://schemas.microsoft.com/office/drawing/2014/main" id="{ABFF56F3-BE61-8ADA-0B1C-C98841B01CF1}"/>
              </a:ext>
            </a:extLst>
          </p:cNvPr>
          <p:cNvSpPr txBox="1"/>
          <p:nvPr/>
        </p:nvSpPr>
        <p:spPr>
          <a:xfrm>
            <a:off x="1113222" y="2177781"/>
            <a:ext cx="3549612" cy="369332"/>
          </a:xfrm>
          <a:prstGeom prst="rect">
            <a:avLst/>
          </a:prstGeom>
          <a:noFill/>
        </p:spPr>
        <p:txBody>
          <a:bodyPr wrap="square">
            <a:spAutoFit/>
          </a:bodyPr>
          <a:lstStyle/>
          <a:p>
            <a:r>
              <a:rPr lang="en-MX">
                <a:solidFill>
                  <a:schemeClr val="bg1"/>
                </a:solidFill>
              </a:rPr>
              <a:t>Idle (no report generation request)</a:t>
            </a:r>
          </a:p>
        </p:txBody>
      </p:sp>
    </p:spTree>
    <p:extLst>
      <p:ext uri="{BB962C8B-B14F-4D97-AF65-F5344CB8AC3E}">
        <p14:creationId xmlns:p14="http://schemas.microsoft.com/office/powerpoint/2010/main" val="12834333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8BE1A-2594-5E95-B6C5-805F1D5B09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461D56-012B-C7D5-055A-A3143F28C332}"/>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Expected scenarios</a:t>
            </a:r>
          </a:p>
        </p:txBody>
      </p:sp>
      <p:sp>
        <p:nvSpPr>
          <p:cNvPr id="2" name="TextBox 1">
            <a:extLst>
              <a:ext uri="{FF2B5EF4-FFF2-40B4-BE49-F238E27FC236}">
                <a16:creationId xmlns:a16="http://schemas.microsoft.com/office/drawing/2014/main" id="{D5A90B89-8438-0EEE-BB12-B237BEF605E6}"/>
              </a:ext>
            </a:extLst>
          </p:cNvPr>
          <p:cNvSpPr txBox="1"/>
          <p:nvPr/>
        </p:nvSpPr>
        <p:spPr>
          <a:xfrm>
            <a:off x="1113222" y="3549866"/>
            <a:ext cx="2835048"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Report generation request</a:t>
            </a:r>
          </a:p>
        </p:txBody>
      </p:sp>
      <p:sp>
        <p:nvSpPr>
          <p:cNvPr id="5" name="TextBox 4">
            <a:extLst>
              <a:ext uri="{FF2B5EF4-FFF2-40B4-BE49-F238E27FC236}">
                <a16:creationId xmlns:a16="http://schemas.microsoft.com/office/drawing/2014/main" id="{FAAA6B49-4643-F934-43DB-F09869618340}"/>
              </a:ext>
            </a:extLst>
          </p:cNvPr>
          <p:cNvSpPr txBox="1"/>
          <p:nvPr/>
        </p:nvSpPr>
        <p:spPr>
          <a:xfrm>
            <a:off x="1113222" y="4921951"/>
            <a:ext cx="2835048" cy="369332"/>
          </a:xfrm>
          <a:prstGeom prst="rect">
            <a:avLst/>
          </a:prstGeom>
          <a:noFill/>
        </p:spPr>
        <p:txBody>
          <a:bodyPr wrap="square">
            <a:spAutoFit/>
          </a:bodyPr>
          <a:lstStyle/>
          <a:p>
            <a:r>
              <a:rPr lang="en-MX">
                <a:solidFill>
                  <a:schemeClr val="bg1"/>
                </a:solidFill>
              </a:rPr>
              <a:t>PwD onboard</a:t>
            </a:r>
          </a:p>
        </p:txBody>
      </p:sp>
      <p:sp>
        <p:nvSpPr>
          <p:cNvPr id="8" name="TextBox 7">
            <a:extLst>
              <a:ext uri="{FF2B5EF4-FFF2-40B4-BE49-F238E27FC236}">
                <a16:creationId xmlns:a16="http://schemas.microsoft.com/office/drawing/2014/main" id="{E390CED7-19E7-0E04-35D9-CD9670DD41D3}"/>
              </a:ext>
            </a:extLst>
          </p:cNvPr>
          <p:cNvSpPr txBox="1"/>
          <p:nvPr/>
        </p:nvSpPr>
        <p:spPr>
          <a:xfrm>
            <a:off x="1113222" y="2177781"/>
            <a:ext cx="3549612"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Idle (no report generation request)</a:t>
            </a:r>
          </a:p>
        </p:txBody>
      </p:sp>
      <p:sp>
        <p:nvSpPr>
          <p:cNvPr id="6" name="Oval 5">
            <a:extLst>
              <a:ext uri="{FF2B5EF4-FFF2-40B4-BE49-F238E27FC236}">
                <a16:creationId xmlns:a16="http://schemas.microsoft.com/office/drawing/2014/main" id="{16B69B1F-0F6C-DCC5-5164-5A8BF6A63870}"/>
              </a:ext>
            </a:extLst>
          </p:cNvPr>
          <p:cNvSpPr/>
          <p:nvPr/>
        </p:nvSpPr>
        <p:spPr>
          <a:xfrm>
            <a:off x="9218692" y="604612"/>
            <a:ext cx="1100186" cy="1065151"/>
          </a:xfrm>
          <a:prstGeom prst="ellipse">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Scoring Mechanism</a:t>
            </a:r>
            <a:endParaRPr lang="en-US" sz="800">
              <a:latin typeface="0xProto Nerd Font" panose="02000009000000000000" pitchFamily="49" charset="0"/>
            </a:endParaRPr>
          </a:p>
        </p:txBody>
      </p:sp>
      <p:cxnSp>
        <p:nvCxnSpPr>
          <p:cNvPr id="10" name="Straight Arrow Connector 9">
            <a:extLst>
              <a:ext uri="{FF2B5EF4-FFF2-40B4-BE49-F238E27FC236}">
                <a16:creationId xmlns:a16="http://schemas.microsoft.com/office/drawing/2014/main" id="{F4EBEAD3-EF15-912B-CD08-EB87C8CD9CDB}"/>
              </a:ext>
            </a:extLst>
          </p:cNvPr>
          <p:cNvCxnSpPr>
            <a:cxnSpLocks/>
          </p:cNvCxnSpPr>
          <p:nvPr/>
        </p:nvCxnSpPr>
        <p:spPr>
          <a:xfrm>
            <a:off x="10405086" y="1149469"/>
            <a:ext cx="59402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7C1A8EB-CCB6-7DAA-4AD0-F09F6E3E9754}"/>
              </a:ext>
            </a:extLst>
          </p:cNvPr>
          <p:cNvSpPr txBox="1"/>
          <p:nvPr/>
        </p:nvSpPr>
        <p:spPr>
          <a:xfrm>
            <a:off x="10996796" y="920238"/>
            <a:ext cx="990930" cy="369332"/>
          </a:xfrm>
          <a:prstGeom prst="rect">
            <a:avLst/>
          </a:prstGeom>
          <a:noFill/>
        </p:spPr>
        <p:txBody>
          <a:bodyPr wrap="square" lIns="91440" tIns="45720" rIns="91440" bIns="45720" anchor="t">
            <a:spAutoFit/>
          </a:bodyPr>
          <a:lstStyle/>
          <a:p>
            <a:pPr algn="ctr"/>
            <a:r>
              <a:rPr lang="en-MX">
                <a:solidFill>
                  <a:schemeClr val="bg1"/>
                </a:solidFill>
                <a:latin typeface="0xProto Nerd Font"/>
              </a:rPr>
              <a:t>when?</a:t>
            </a:r>
          </a:p>
        </p:txBody>
      </p:sp>
      <p:sp>
        <p:nvSpPr>
          <p:cNvPr id="14" name="Rectangle 13">
            <a:extLst>
              <a:ext uri="{FF2B5EF4-FFF2-40B4-BE49-F238E27FC236}">
                <a16:creationId xmlns:a16="http://schemas.microsoft.com/office/drawing/2014/main" id="{CB515C59-E532-E016-9198-BAA677684FA3}"/>
              </a:ext>
            </a:extLst>
          </p:cNvPr>
          <p:cNvSpPr/>
          <p:nvPr/>
        </p:nvSpPr>
        <p:spPr>
          <a:xfrm>
            <a:off x="9103051" y="2161947"/>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Get all enrolled patients from discover DB</a:t>
            </a:r>
            <a:endParaRPr lang="en-US" sz="800">
              <a:latin typeface="0xProto Nerd Font"/>
            </a:endParaRPr>
          </a:p>
        </p:txBody>
      </p:sp>
      <p:sp>
        <p:nvSpPr>
          <p:cNvPr id="15" name="TextBox 14">
            <a:extLst>
              <a:ext uri="{FF2B5EF4-FFF2-40B4-BE49-F238E27FC236}">
                <a16:creationId xmlns:a16="http://schemas.microsoft.com/office/drawing/2014/main" id="{768D540C-744A-FA77-CE87-F3530225C897}"/>
              </a:ext>
            </a:extLst>
          </p:cNvPr>
          <p:cNvSpPr txBox="1"/>
          <p:nvPr/>
        </p:nvSpPr>
        <p:spPr>
          <a:xfrm>
            <a:off x="10702096" y="1289570"/>
            <a:ext cx="166589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rgbClr val="FFFFFF"/>
                </a:solidFill>
                <a:latin typeface="0xProto Nerd Font"/>
                <a:cs typeface="Arial"/>
              </a:rPr>
              <a:t>Every </a:t>
            </a:r>
            <a:r>
              <a:rPr lang="en-US" sz="1100">
                <a:solidFill>
                  <a:srgbClr val="00B050"/>
                </a:solidFill>
                <a:latin typeface="0xProto Nerd Font"/>
                <a:cs typeface="Arial"/>
              </a:rPr>
              <a:t>X</a:t>
            </a:r>
            <a:r>
              <a:rPr lang="en-US" sz="1100">
                <a:solidFill>
                  <a:srgbClr val="FFFFFF"/>
                </a:solidFill>
                <a:latin typeface="0xProto Nerd Font"/>
                <a:cs typeface="Arial"/>
              </a:rPr>
              <a:t> Seconds</a:t>
            </a:r>
            <a:r>
              <a:rPr lang="en-US" sz="1100">
                <a:latin typeface="0xProto Nerd Font"/>
                <a:cs typeface="Arial"/>
              </a:rPr>
              <a:t>​</a:t>
            </a:r>
          </a:p>
        </p:txBody>
      </p:sp>
      <p:cxnSp>
        <p:nvCxnSpPr>
          <p:cNvPr id="17" name="Straight Arrow Connector 16">
            <a:extLst>
              <a:ext uri="{FF2B5EF4-FFF2-40B4-BE49-F238E27FC236}">
                <a16:creationId xmlns:a16="http://schemas.microsoft.com/office/drawing/2014/main" id="{335569FC-F332-3E42-A34D-293C56268BC3}"/>
              </a:ext>
            </a:extLst>
          </p:cNvPr>
          <p:cNvCxnSpPr>
            <a:cxnSpLocks/>
          </p:cNvCxnSpPr>
          <p:nvPr/>
        </p:nvCxnSpPr>
        <p:spPr>
          <a:xfrm>
            <a:off x="9804244" y="1757318"/>
            <a:ext cx="7194" cy="367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CA0CF6B-515D-5C0F-BE4A-12E685F1B89A}"/>
              </a:ext>
            </a:extLst>
          </p:cNvPr>
          <p:cNvSpPr/>
          <p:nvPr/>
        </p:nvSpPr>
        <p:spPr>
          <a:xfrm>
            <a:off x="9101299" y="3235411"/>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700">
                <a:latin typeface="0xProto Nerd Font"/>
              </a:rPr>
              <a:t>Get Synchronization Records (empty list for new enrolled customer) </a:t>
            </a:r>
            <a:endParaRPr lang="en-US" sz="700">
              <a:latin typeface="0xProto Nerd Font"/>
            </a:endParaRPr>
          </a:p>
        </p:txBody>
      </p:sp>
      <p:cxnSp>
        <p:nvCxnSpPr>
          <p:cNvPr id="21" name="Straight Arrow Connector 20">
            <a:extLst>
              <a:ext uri="{FF2B5EF4-FFF2-40B4-BE49-F238E27FC236}">
                <a16:creationId xmlns:a16="http://schemas.microsoft.com/office/drawing/2014/main" id="{502CE77F-80ED-8CCE-CFC2-5DEA80BA096A}"/>
              </a:ext>
            </a:extLst>
          </p:cNvPr>
          <p:cNvCxnSpPr>
            <a:cxnSpLocks/>
          </p:cNvCxnSpPr>
          <p:nvPr/>
        </p:nvCxnSpPr>
        <p:spPr>
          <a:xfrm>
            <a:off x="9807229" y="2690826"/>
            <a:ext cx="7194" cy="534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44CFAAA3-C6C2-F1BE-CFA6-B58E33CCD88C}"/>
              </a:ext>
            </a:extLst>
          </p:cNvPr>
          <p:cNvSpPr/>
          <p:nvPr/>
        </p:nvSpPr>
        <p:spPr>
          <a:xfrm>
            <a:off x="9101299" y="4288594"/>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Assign score (highest for new patients)</a:t>
            </a:r>
            <a:endParaRPr lang="en-US"/>
          </a:p>
        </p:txBody>
      </p:sp>
      <p:cxnSp>
        <p:nvCxnSpPr>
          <p:cNvPr id="25" name="Straight Arrow Connector 24">
            <a:extLst>
              <a:ext uri="{FF2B5EF4-FFF2-40B4-BE49-F238E27FC236}">
                <a16:creationId xmlns:a16="http://schemas.microsoft.com/office/drawing/2014/main" id="{6F7C7F9F-BE93-D512-ADF3-E87066388AEF}"/>
              </a:ext>
            </a:extLst>
          </p:cNvPr>
          <p:cNvCxnSpPr>
            <a:cxnSpLocks/>
          </p:cNvCxnSpPr>
          <p:nvPr/>
        </p:nvCxnSpPr>
        <p:spPr>
          <a:xfrm>
            <a:off x="9815814" y="3714935"/>
            <a:ext cx="7194" cy="534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6BEBA055-BC1A-05E1-B914-0CAB9CDF280E}"/>
              </a:ext>
            </a:extLst>
          </p:cNvPr>
          <p:cNvSpPr/>
          <p:nvPr/>
        </p:nvSpPr>
        <p:spPr>
          <a:xfrm>
            <a:off x="7121016" y="604612"/>
            <a:ext cx="1100186" cy="1065151"/>
          </a:xfrm>
          <a:prstGeom prst="ellipse">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900">
                <a:latin typeface="0xProto Nerd Font"/>
              </a:rPr>
              <a:t>Async Pull</a:t>
            </a:r>
            <a:endParaRPr lang="en-US"/>
          </a:p>
        </p:txBody>
      </p:sp>
      <p:cxnSp>
        <p:nvCxnSpPr>
          <p:cNvPr id="29" name="Straight Arrow Connector 28">
            <a:extLst>
              <a:ext uri="{FF2B5EF4-FFF2-40B4-BE49-F238E27FC236}">
                <a16:creationId xmlns:a16="http://schemas.microsoft.com/office/drawing/2014/main" id="{8CDB5A30-6115-D546-5702-3F9F6D6E0555}"/>
              </a:ext>
            </a:extLst>
          </p:cNvPr>
          <p:cNvCxnSpPr>
            <a:cxnSpLocks/>
          </p:cNvCxnSpPr>
          <p:nvPr/>
        </p:nvCxnSpPr>
        <p:spPr>
          <a:xfrm flipV="1">
            <a:off x="6254389" y="1163483"/>
            <a:ext cx="865538" cy="175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D6189AA-E534-46F9-D783-2F220F705C4C}"/>
              </a:ext>
            </a:extLst>
          </p:cNvPr>
          <p:cNvSpPr txBox="1"/>
          <p:nvPr/>
        </p:nvSpPr>
        <p:spPr>
          <a:xfrm>
            <a:off x="5343120" y="990307"/>
            <a:ext cx="990930" cy="369332"/>
          </a:xfrm>
          <a:prstGeom prst="rect">
            <a:avLst/>
          </a:prstGeom>
          <a:noFill/>
        </p:spPr>
        <p:txBody>
          <a:bodyPr wrap="square" lIns="91440" tIns="45720" rIns="91440" bIns="45720" anchor="t">
            <a:spAutoFit/>
          </a:bodyPr>
          <a:lstStyle/>
          <a:p>
            <a:pPr algn="ctr"/>
            <a:r>
              <a:rPr lang="en-MX">
                <a:solidFill>
                  <a:schemeClr val="bg1"/>
                </a:solidFill>
                <a:latin typeface="0xProto Nerd Font"/>
              </a:rPr>
              <a:t>when?</a:t>
            </a:r>
          </a:p>
        </p:txBody>
      </p:sp>
      <p:sp>
        <p:nvSpPr>
          <p:cNvPr id="32" name="TextBox 31">
            <a:extLst>
              <a:ext uri="{FF2B5EF4-FFF2-40B4-BE49-F238E27FC236}">
                <a16:creationId xmlns:a16="http://schemas.microsoft.com/office/drawing/2014/main" id="{684E21CA-E9D4-380F-4879-9256B22227BF}"/>
              </a:ext>
            </a:extLst>
          </p:cNvPr>
          <p:cNvSpPr txBox="1"/>
          <p:nvPr/>
        </p:nvSpPr>
        <p:spPr>
          <a:xfrm>
            <a:off x="5118538" y="1317295"/>
            <a:ext cx="166589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rgbClr val="FFFFFF"/>
                </a:solidFill>
                <a:latin typeface="0xProto Nerd Font"/>
                <a:cs typeface="Arial"/>
              </a:rPr>
              <a:t>Every </a:t>
            </a:r>
            <a:r>
              <a:rPr lang="en-US" sz="1100">
                <a:solidFill>
                  <a:srgbClr val="00B050"/>
                </a:solidFill>
                <a:latin typeface="0xProto Nerd Font"/>
                <a:cs typeface="Arial"/>
              </a:rPr>
              <a:t>Y</a:t>
            </a:r>
            <a:r>
              <a:rPr lang="en-US" sz="1100">
                <a:solidFill>
                  <a:srgbClr val="FFFFFF"/>
                </a:solidFill>
                <a:latin typeface="0xProto Nerd Font"/>
                <a:cs typeface="Arial"/>
              </a:rPr>
              <a:t> Seconds</a:t>
            </a:r>
            <a:r>
              <a:rPr lang="en-US" sz="1100">
                <a:latin typeface="0xProto Nerd Font"/>
                <a:cs typeface="Arial"/>
              </a:rPr>
              <a:t>​</a:t>
            </a:r>
          </a:p>
        </p:txBody>
      </p:sp>
      <p:sp>
        <p:nvSpPr>
          <p:cNvPr id="38" name="Rectangle 37">
            <a:extLst>
              <a:ext uri="{FF2B5EF4-FFF2-40B4-BE49-F238E27FC236}">
                <a16:creationId xmlns:a16="http://schemas.microsoft.com/office/drawing/2014/main" id="{E357FEBB-0CF4-3176-7C38-ACED967AB509}"/>
              </a:ext>
            </a:extLst>
          </p:cNvPr>
          <p:cNvSpPr/>
          <p:nvPr/>
        </p:nvSpPr>
        <p:spPr>
          <a:xfrm>
            <a:off x="6961581" y="2126912"/>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Get all scores from all patients</a:t>
            </a:r>
            <a:endParaRPr lang="en-US"/>
          </a:p>
        </p:txBody>
      </p:sp>
      <p:cxnSp>
        <p:nvCxnSpPr>
          <p:cNvPr id="40" name="Straight Arrow Connector 39">
            <a:extLst>
              <a:ext uri="{FF2B5EF4-FFF2-40B4-BE49-F238E27FC236}">
                <a16:creationId xmlns:a16="http://schemas.microsoft.com/office/drawing/2014/main" id="{C0C9DDB2-7A35-0BF4-CC36-068986FD05AA}"/>
              </a:ext>
            </a:extLst>
          </p:cNvPr>
          <p:cNvCxnSpPr>
            <a:cxnSpLocks/>
          </p:cNvCxnSpPr>
          <p:nvPr/>
        </p:nvCxnSpPr>
        <p:spPr>
          <a:xfrm>
            <a:off x="7662774" y="1722283"/>
            <a:ext cx="7194" cy="367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5FBF39A7-BC4B-CAE1-7B15-468912B25246}"/>
              </a:ext>
            </a:extLst>
          </p:cNvPr>
          <p:cNvSpPr/>
          <p:nvPr/>
        </p:nvSpPr>
        <p:spPr>
          <a:xfrm>
            <a:off x="6961581" y="3221670"/>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Pull based on highest score</a:t>
            </a:r>
            <a:endParaRPr lang="en-US"/>
          </a:p>
        </p:txBody>
      </p:sp>
      <p:cxnSp>
        <p:nvCxnSpPr>
          <p:cNvPr id="44" name="Straight Arrow Connector 43">
            <a:extLst>
              <a:ext uri="{FF2B5EF4-FFF2-40B4-BE49-F238E27FC236}">
                <a16:creationId xmlns:a16="http://schemas.microsoft.com/office/drawing/2014/main" id="{D3AD1503-8238-A4B4-7FAF-84C9878C7397}"/>
              </a:ext>
            </a:extLst>
          </p:cNvPr>
          <p:cNvCxnSpPr>
            <a:cxnSpLocks/>
          </p:cNvCxnSpPr>
          <p:nvPr/>
        </p:nvCxnSpPr>
        <p:spPr>
          <a:xfrm>
            <a:off x="7669874" y="2669710"/>
            <a:ext cx="7194" cy="534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4F63D1B3-6417-392C-74B3-351C6E472646}"/>
              </a:ext>
            </a:extLst>
          </p:cNvPr>
          <p:cNvSpPr/>
          <p:nvPr/>
        </p:nvSpPr>
        <p:spPr>
          <a:xfrm>
            <a:off x="6921291" y="4290668"/>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MX" sz="800">
                <a:latin typeface="0xProto Nerd Font"/>
              </a:rPr>
              <a:t>Send Sync Request to SB/ETL</a:t>
            </a:r>
            <a:endParaRPr lang="en-US"/>
          </a:p>
        </p:txBody>
      </p:sp>
      <p:cxnSp>
        <p:nvCxnSpPr>
          <p:cNvPr id="48" name="Straight Arrow Connector 47">
            <a:extLst>
              <a:ext uri="{FF2B5EF4-FFF2-40B4-BE49-F238E27FC236}">
                <a16:creationId xmlns:a16="http://schemas.microsoft.com/office/drawing/2014/main" id="{C8411BA0-F224-41E1-773C-52CB3392F1AC}"/>
              </a:ext>
            </a:extLst>
          </p:cNvPr>
          <p:cNvCxnSpPr>
            <a:cxnSpLocks/>
          </p:cNvCxnSpPr>
          <p:nvPr/>
        </p:nvCxnSpPr>
        <p:spPr>
          <a:xfrm>
            <a:off x="7677068" y="3725261"/>
            <a:ext cx="7194" cy="534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5A42088-267A-2A91-B08F-F2C7A1A03253}"/>
              </a:ext>
            </a:extLst>
          </p:cNvPr>
          <p:cNvSpPr txBox="1"/>
          <p:nvPr/>
        </p:nvSpPr>
        <p:spPr>
          <a:xfrm>
            <a:off x="5118538" y="5279095"/>
            <a:ext cx="674834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rgbClr val="FFFFFF"/>
                </a:solidFill>
                <a:latin typeface="0xProto Nerd Font"/>
                <a:cs typeface="Arial"/>
              </a:rPr>
              <a:t>How long it would take for a patient to have its data available?</a:t>
            </a:r>
            <a:endParaRPr lang="en-US" sz="1100">
              <a:latin typeface="0xProto Nerd Font"/>
              <a:cs typeface="Arial"/>
            </a:endParaRPr>
          </a:p>
        </p:txBody>
      </p:sp>
      <p:sp>
        <p:nvSpPr>
          <p:cNvPr id="7" name="TextBox 6">
            <a:extLst>
              <a:ext uri="{FF2B5EF4-FFF2-40B4-BE49-F238E27FC236}">
                <a16:creationId xmlns:a16="http://schemas.microsoft.com/office/drawing/2014/main" id="{084FD486-6D04-FD0C-62E3-B5C41D05ACEE}"/>
              </a:ext>
            </a:extLst>
          </p:cNvPr>
          <p:cNvSpPr txBox="1"/>
          <p:nvPr/>
        </p:nvSpPr>
        <p:spPr>
          <a:xfrm>
            <a:off x="3698989" y="5744957"/>
            <a:ext cx="3602630"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solidFill>
                  <a:schemeClr val="bg1">
                    <a:lumMod val="95000"/>
                  </a:schemeClr>
                </a:solidFill>
                <a:latin typeface="0xProto Nerd Font"/>
                <a:cs typeface="Arial"/>
              </a:rPr>
              <a:t>Worst Case Time for user data available =</a:t>
            </a:r>
          </a:p>
        </p:txBody>
      </p:sp>
      <p:sp>
        <p:nvSpPr>
          <p:cNvPr id="16" name="TextBox 15">
            <a:extLst>
              <a:ext uri="{FF2B5EF4-FFF2-40B4-BE49-F238E27FC236}">
                <a16:creationId xmlns:a16="http://schemas.microsoft.com/office/drawing/2014/main" id="{468B962D-4A08-611F-45D8-48EE5FA0B740}"/>
              </a:ext>
            </a:extLst>
          </p:cNvPr>
          <p:cNvSpPr txBox="1"/>
          <p:nvPr/>
        </p:nvSpPr>
        <p:spPr>
          <a:xfrm>
            <a:off x="7176741" y="5764193"/>
            <a:ext cx="4810985"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solidFill>
                  <a:schemeClr val="bg1">
                    <a:lumMod val="95000"/>
                  </a:schemeClr>
                </a:solidFill>
                <a:latin typeface="0xProto Nerd Font"/>
                <a:cs typeface="Arial"/>
              </a:rPr>
              <a:t>SF ETL Time + Async Pull Interval + Scoring Interval + Cloud ETL Time</a:t>
            </a:r>
          </a:p>
        </p:txBody>
      </p:sp>
      <p:sp>
        <p:nvSpPr>
          <p:cNvPr id="18" name="TextBox 17">
            <a:extLst>
              <a:ext uri="{FF2B5EF4-FFF2-40B4-BE49-F238E27FC236}">
                <a16:creationId xmlns:a16="http://schemas.microsoft.com/office/drawing/2014/main" id="{1931BAA4-DD76-968A-3C70-F7363E2C7B32}"/>
              </a:ext>
            </a:extLst>
          </p:cNvPr>
          <p:cNvSpPr txBox="1"/>
          <p:nvPr/>
        </p:nvSpPr>
        <p:spPr>
          <a:xfrm>
            <a:off x="7185437" y="6071494"/>
            <a:ext cx="448586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rgbClr val="00B050"/>
                </a:solidFill>
                <a:latin typeface="0xProto Nerd Font"/>
                <a:cs typeface="Arial"/>
              </a:rPr>
              <a:t>5 min      +        5 s       +      1s        +    (&lt;) 30s</a:t>
            </a:r>
          </a:p>
        </p:txBody>
      </p:sp>
    </p:spTree>
    <p:extLst>
      <p:ext uri="{BB962C8B-B14F-4D97-AF65-F5344CB8AC3E}">
        <p14:creationId xmlns:p14="http://schemas.microsoft.com/office/powerpoint/2010/main" val="27548694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58C9-F692-9FD7-3581-BE33FB94CC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0537B7-CB72-6706-F043-512357E01B0B}"/>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Edge cases</a:t>
            </a:r>
          </a:p>
        </p:txBody>
      </p:sp>
      <p:sp>
        <p:nvSpPr>
          <p:cNvPr id="2" name="TextBox 1">
            <a:extLst>
              <a:ext uri="{FF2B5EF4-FFF2-40B4-BE49-F238E27FC236}">
                <a16:creationId xmlns:a16="http://schemas.microsoft.com/office/drawing/2014/main" id="{0F14E0FA-C2BF-D9B3-CB46-BE29F9E513B8}"/>
              </a:ext>
            </a:extLst>
          </p:cNvPr>
          <p:cNvSpPr txBox="1"/>
          <p:nvPr/>
        </p:nvSpPr>
        <p:spPr>
          <a:xfrm>
            <a:off x="1113221" y="3549866"/>
            <a:ext cx="4306567" cy="369332"/>
          </a:xfrm>
          <a:prstGeom prst="rect">
            <a:avLst/>
          </a:prstGeom>
          <a:noFill/>
        </p:spPr>
        <p:txBody>
          <a:bodyPr wrap="square">
            <a:spAutoFit/>
          </a:bodyPr>
          <a:lstStyle/>
          <a:p>
            <a:r>
              <a:rPr lang="en-MX">
                <a:solidFill>
                  <a:schemeClr val="bg1"/>
                </a:solidFill>
              </a:rPr>
              <a:t>Bulk PwD onboard</a:t>
            </a:r>
          </a:p>
        </p:txBody>
      </p:sp>
      <p:sp>
        <p:nvSpPr>
          <p:cNvPr id="5" name="TextBox 4">
            <a:extLst>
              <a:ext uri="{FF2B5EF4-FFF2-40B4-BE49-F238E27FC236}">
                <a16:creationId xmlns:a16="http://schemas.microsoft.com/office/drawing/2014/main" id="{7E08F57F-3DE4-6FE3-96BF-F7C5624D7B34}"/>
              </a:ext>
            </a:extLst>
          </p:cNvPr>
          <p:cNvSpPr txBox="1"/>
          <p:nvPr/>
        </p:nvSpPr>
        <p:spPr>
          <a:xfrm>
            <a:off x="1113222" y="4921951"/>
            <a:ext cx="4418148" cy="646331"/>
          </a:xfrm>
          <a:prstGeom prst="rect">
            <a:avLst/>
          </a:prstGeom>
          <a:noFill/>
        </p:spPr>
        <p:txBody>
          <a:bodyPr wrap="square">
            <a:spAutoFit/>
          </a:bodyPr>
          <a:lstStyle/>
          <a:p>
            <a:r>
              <a:rPr lang="en-MX">
                <a:solidFill>
                  <a:schemeClr val="bg1"/>
                </a:solidFill>
              </a:rPr>
              <a:t>Sustained traffic for report generation (traffic limit exceded)</a:t>
            </a:r>
          </a:p>
        </p:txBody>
      </p:sp>
      <p:sp>
        <p:nvSpPr>
          <p:cNvPr id="8" name="TextBox 7">
            <a:extLst>
              <a:ext uri="{FF2B5EF4-FFF2-40B4-BE49-F238E27FC236}">
                <a16:creationId xmlns:a16="http://schemas.microsoft.com/office/drawing/2014/main" id="{53876FB9-B7C2-2F17-C09D-35447DDF500D}"/>
              </a:ext>
            </a:extLst>
          </p:cNvPr>
          <p:cNvSpPr txBox="1"/>
          <p:nvPr/>
        </p:nvSpPr>
        <p:spPr>
          <a:xfrm>
            <a:off x="1113222" y="2177781"/>
            <a:ext cx="4306566" cy="369332"/>
          </a:xfrm>
          <a:prstGeom prst="rect">
            <a:avLst/>
          </a:prstGeom>
          <a:noFill/>
        </p:spPr>
        <p:txBody>
          <a:bodyPr wrap="square">
            <a:spAutoFit/>
          </a:bodyPr>
          <a:lstStyle/>
          <a:p>
            <a:r>
              <a:rPr lang="en-MX">
                <a:solidFill>
                  <a:schemeClr val="bg1"/>
                </a:solidFill>
              </a:rPr>
              <a:t>Report generation request (burst in traffic)</a:t>
            </a:r>
          </a:p>
        </p:txBody>
      </p:sp>
    </p:spTree>
    <p:extLst>
      <p:ext uri="{BB962C8B-B14F-4D97-AF65-F5344CB8AC3E}">
        <p14:creationId xmlns:p14="http://schemas.microsoft.com/office/powerpoint/2010/main" val="545611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21FB-89C1-5AB4-9A04-C3A6DD31B6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0AF7F6-E56E-15BC-2546-0891A487F2F4}"/>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Edge cases</a:t>
            </a:r>
          </a:p>
        </p:txBody>
      </p:sp>
      <p:sp>
        <p:nvSpPr>
          <p:cNvPr id="2" name="TextBox 1">
            <a:extLst>
              <a:ext uri="{FF2B5EF4-FFF2-40B4-BE49-F238E27FC236}">
                <a16:creationId xmlns:a16="http://schemas.microsoft.com/office/drawing/2014/main" id="{A98EC6C6-DED5-52D5-08FE-0F5AB4C0275D}"/>
              </a:ext>
            </a:extLst>
          </p:cNvPr>
          <p:cNvSpPr txBox="1"/>
          <p:nvPr/>
        </p:nvSpPr>
        <p:spPr>
          <a:xfrm>
            <a:off x="1113221" y="3549866"/>
            <a:ext cx="4306567"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Bulk PwD onboard</a:t>
            </a:r>
          </a:p>
        </p:txBody>
      </p:sp>
      <p:sp>
        <p:nvSpPr>
          <p:cNvPr id="5" name="TextBox 4">
            <a:extLst>
              <a:ext uri="{FF2B5EF4-FFF2-40B4-BE49-F238E27FC236}">
                <a16:creationId xmlns:a16="http://schemas.microsoft.com/office/drawing/2014/main" id="{5CF9AFB3-0122-BC84-7D0F-2E4DAF78EF4E}"/>
              </a:ext>
            </a:extLst>
          </p:cNvPr>
          <p:cNvSpPr txBox="1"/>
          <p:nvPr/>
        </p:nvSpPr>
        <p:spPr>
          <a:xfrm>
            <a:off x="1113221" y="4921951"/>
            <a:ext cx="4306551" cy="646331"/>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Sustained traffic for report generation (traffic limit exceded)</a:t>
            </a:r>
          </a:p>
        </p:txBody>
      </p:sp>
      <p:sp>
        <p:nvSpPr>
          <p:cNvPr id="8" name="TextBox 7">
            <a:extLst>
              <a:ext uri="{FF2B5EF4-FFF2-40B4-BE49-F238E27FC236}">
                <a16:creationId xmlns:a16="http://schemas.microsoft.com/office/drawing/2014/main" id="{04DCC3B5-84FA-9B25-A532-F9FD996046B2}"/>
              </a:ext>
            </a:extLst>
          </p:cNvPr>
          <p:cNvSpPr txBox="1"/>
          <p:nvPr/>
        </p:nvSpPr>
        <p:spPr>
          <a:xfrm>
            <a:off x="1113222" y="2177781"/>
            <a:ext cx="4306566" cy="369332"/>
          </a:xfrm>
          <a:prstGeom prst="rect">
            <a:avLst/>
          </a:prstGeom>
          <a:noFill/>
        </p:spPr>
        <p:txBody>
          <a:bodyPr wrap="square">
            <a:spAutoFit/>
          </a:bodyPr>
          <a:lstStyle/>
          <a:p>
            <a:r>
              <a:rPr lang="en-US">
                <a:solidFill>
                  <a:schemeClr val="bg1"/>
                </a:solidFill>
              </a:rPr>
              <a:t>Report generation request (burst in traffic)</a:t>
            </a:r>
          </a:p>
        </p:txBody>
      </p:sp>
      <p:sp>
        <p:nvSpPr>
          <p:cNvPr id="45" name="Oval 44">
            <a:extLst>
              <a:ext uri="{FF2B5EF4-FFF2-40B4-BE49-F238E27FC236}">
                <a16:creationId xmlns:a16="http://schemas.microsoft.com/office/drawing/2014/main" id="{8F9A310F-1F79-BC7D-896B-33DCD5D44EA1}"/>
              </a:ext>
            </a:extLst>
          </p:cNvPr>
          <p:cNvSpPr/>
          <p:nvPr/>
        </p:nvSpPr>
        <p:spPr>
          <a:xfrm>
            <a:off x="7529168" y="557315"/>
            <a:ext cx="995083" cy="995083"/>
          </a:xfrm>
          <a:prstGeom prst="ellipse">
            <a:avLst/>
          </a:prstGeom>
          <a:solidFill>
            <a:schemeClr val="accent1">
              <a:lumMod val="75000"/>
              <a:alpha val="24677"/>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900">
                <a:latin typeface="0xProto Nerd Font" panose="02000009000000000000" pitchFamily="49" charset="0"/>
              </a:rPr>
              <a:t>Request</a:t>
            </a:r>
          </a:p>
        </p:txBody>
      </p:sp>
      <p:sp>
        <p:nvSpPr>
          <p:cNvPr id="46" name="Rectangle 45">
            <a:extLst>
              <a:ext uri="{FF2B5EF4-FFF2-40B4-BE49-F238E27FC236}">
                <a16:creationId xmlns:a16="http://schemas.microsoft.com/office/drawing/2014/main" id="{8DD267BE-4C66-136F-1C15-314E57028D6C}"/>
              </a:ext>
            </a:extLst>
          </p:cNvPr>
          <p:cNvSpPr/>
          <p:nvPr/>
        </p:nvSpPr>
        <p:spPr>
          <a:xfrm>
            <a:off x="7317182" y="2088375"/>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get last sync time for the user</a:t>
            </a:r>
          </a:p>
        </p:txBody>
      </p:sp>
      <p:sp>
        <p:nvSpPr>
          <p:cNvPr id="47" name="Decision 46">
            <a:extLst>
              <a:ext uri="{FF2B5EF4-FFF2-40B4-BE49-F238E27FC236}">
                <a16:creationId xmlns:a16="http://schemas.microsoft.com/office/drawing/2014/main" id="{2307F516-92F9-1E91-466D-BEF1E0ABA2D2}"/>
              </a:ext>
            </a:extLst>
          </p:cNvPr>
          <p:cNvSpPr/>
          <p:nvPr/>
        </p:nvSpPr>
        <p:spPr>
          <a:xfrm>
            <a:off x="7276290" y="3175580"/>
            <a:ext cx="1500838" cy="1005561"/>
          </a:xfrm>
          <a:prstGeom prst="flowChartDecision">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1000">
                <a:latin typeface="0xProto Nerd Font" panose="02000009000000000000" pitchFamily="49" charset="0"/>
              </a:rPr>
              <a:t>it has fresh data?</a:t>
            </a:r>
          </a:p>
        </p:txBody>
      </p:sp>
      <p:sp>
        <p:nvSpPr>
          <p:cNvPr id="48" name="Rectangle 47">
            <a:extLst>
              <a:ext uri="{FF2B5EF4-FFF2-40B4-BE49-F238E27FC236}">
                <a16:creationId xmlns:a16="http://schemas.microsoft.com/office/drawing/2014/main" id="{D89BF10A-D1FB-8138-A586-BC03BED9E61D}"/>
              </a:ext>
            </a:extLst>
          </p:cNvPr>
          <p:cNvSpPr/>
          <p:nvPr/>
        </p:nvSpPr>
        <p:spPr>
          <a:xfrm>
            <a:off x="7317182" y="4795887"/>
            <a:ext cx="1419055" cy="472459"/>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create a correlation id</a:t>
            </a:r>
          </a:p>
        </p:txBody>
      </p:sp>
      <p:sp>
        <p:nvSpPr>
          <p:cNvPr id="49" name="Rectangle 48">
            <a:extLst>
              <a:ext uri="{FF2B5EF4-FFF2-40B4-BE49-F238E27FC236}">
                <a16:creationId xmlns:a16="http://schemas.microsoft.com/office/drawing/2014/main" id="{DC0FCF08-506B-7F07-8223-812AFB3F7DAC}"/>
              </a:ext>
            </a:extLst>
          </p:cNvPr>
          <p:cNvSpPr/>
          <p:nvPr/>
        </p:nvSpPr>
        <p:spPr>
          <a:xfrm>
            <a:off x="4893184" y="5862460"/>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no fresh data and correlation id</a:t>
            </a:r>
          </a:p>
        </p:txBody>
      </p:sp>
      <p:sp>
        <p:nvSpPr>
          <p:cNvPr id="50" name="Rectangle 49">
            <a:extLst>
              <a:ext uri="{FF2B5EF4-FFF2-40B4-BE49-F238E27FC236}">
                <a16:creationId xmlns:a16="http://schemas.microsoft.com/office/drawing/2014/main" id="{6B605B13-657B-8781-4FFC-5E5CD664F871}"/>
              </a:ext>
            </a:extLst>
          </p:cNvPr>
          <p:cNvSpPr/>
          <p:nvPr/>
        </p:nvSpPr>
        <p:spPr>
          <a:xfrm>
            <a:off x="4893184" y="3412900"/>
            <a:ext cx="1590236" cy="529452"/>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respond with data is fresh</a:t>
            </a:r>
          </a:p>
        </p:txBody>
      </p:sp>
      <p:cxnSp>
        <p:nvCxnSpPr>
          <p:cNvPr id="51" name="Straight Arrow Connector 50">
            <a:extLst>
              <a:ext uri="{FF2B5EF4-FFF2-40B4-BE49-F238E27FC236}">
                <a16:creationId xmlns:a16="http://schemas.microsoft.com/office/drawing/2014/main" id="{00ED73C6-CE26-9085-A61C-B3025C58F9C8}"/>
              </a:ext>
            </a:extLst>
          </p:cNvPr>
          <p:cNvCxnSpPr>
            <a:cxnSpLocks/>
          </p:cNvCxnSpPr>
          <p:nvPr/>
        </p:nvCxnSpPr>
        <p:spPr>
          <a:xfrm>
            <a:off x="8026709" y="1624714"/>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4DA7238E-3BB3-2A3F-3DAB-E6AA25A4F091}"/>
              </a:ext>
            </a:extLst>
          </p:cNvPr>
          <p:cNvCxnSpPr>
            <a:cxnSpLocks/>
          </p:cNvCxnSpPr>
          <p:nvPr/>
        </p:nvCxnSpPr>
        <p:spPr>
          <a:xfrm>
            <a:off x="8026709" y="2693395"/>
            <a:ext cx="0" cy="3496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E7F415BB-3863-BB5C-DFBD-139ADA04FEAD}"/>
              </a:ext>
            </a:extLst>
          </p:cNvPr>
          <p:cNvCxnSpPr>
            <a:cxnSpLocks/>
          </p:cNvCxnSpPr>
          <p:nvPr/>
        </p:nvCxnSpPr>
        <p:spPr>
          <a:xfrm>
            <a:off x="8026709" y="4313702"/>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A1159BB-FB70-53CE-E6BE-A67017AD9101}"/>
              </a:ext>
            </a:extLst>
          </p:cNvPr>
          <p:cNvCxnSpPr>
            <a:cxnSpLocks/>
          </p:cNvCxnSpPr>
          <p:nvPr/>
        </p:nvCxnSpPr>
        <p:spPr>
          <a:xfrm>
            <a:off x="8026709" y="5400907"/>
            <a:ext cx="0" cy="349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AF4FA1DD-E27D-00B2-F9F8-98866D2E7FF0}"/>
              </a:ext>
            </a:extLst>
          </p:cNvPr>
          <p:cNvCxnSpPr>
            <a:cxnSpLocks/>
          </p:cNvCxnSpPr>
          <p:nvPr/>
        </p:nvCxnSpPr>
        <p:spPr>
          <a:xfrm flipH="1">
            <a:off x="6686485" y="3672084"/>
            <a:ext cx="4191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CF46DBE0-CD8A-C4CD-6059-35804F86B854}"/>
              </a:ext>
            </a:extLst>
          </p:cNvPr>
          <p:cNvSpPr/>
          <p:nvPr/>
        </p:nvSpPr>
        <p:spPr>
          <a:xfrm>
            <a:off x="7317186" y="5883091"/>
            <a:ext cx="1419046" cy="472456"/>
          </a:xfrm>
          <a:prstGeom prst="rect">
            <a:avLst/>
          </a:prstGeom>
          <a:solidFill>
            <a:schemeClr val="accent1">
              <a:lumMod val="75000"/>
              <a:alpha val="2506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X" sz="800">
                <a:latin typeface="0xProto Nerd Font" panose="02000009000000000000" pitchFamily="49" charset="0"/>
              </a:rPr>
              <a:t>send message to the queue</a:t>
            </a:r>
          </a:p>
        </p:txBody>
      </p:sp>
      <p:cxnSp>
        <p:nvCxnSpPr>
          <p:cNvPr id="57" name="Straight Arrow Connector 56">
            <a:extLst>
              <a:ext uri="{FF2B5EF4-FFF2-40B4-BE49-F238E27FC236}">
                <a16:creationId xmlns:a16="http://schemas.microsoft.com/office/drawing/2014/main" id="{7EFEB2AD-D620-5D30-910A-8A11B5E61C6A}"/>
              </a:ext>
            </a:extLst>
          </p:cNvPr>
          <p:cNvCxnSpPr>
            <a:cxnSpLocks/>
          </p:cNvCxnSpPr>
          <p:nvPr/>
        </p:nvCxnSpPr>
        <p:spPr>
          <a:xfrm flipH="1">
            <a:off x="6686485" y="6129932"/>
            <a:ext cx="41910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C052DB9B-2480-735A-EEDC-631673B9EE96}"/>
              </a:ext>
            </a:extLst>
          </p:cNvPr>
          <p:cNvSpPr txBox="1"/>
          <p:nvPr/>
        </p:nvSpPr>
        <p:spPr>
          <a:xfrm>
            <a:off x="8921892" y="821038"/>
            <a:ext cx="3189343" cy="2508379"/>
          </a:xfrm>
          <a:prstGeom prst="rect">
            <a:avLst/>
          </a:prstGeom>
          <a:noFill/>
        </p:spPr>
        <p:txBody>
          <a:bodyPr wrap="square">
            <a:spAutoFit/>
          </a:bodyPr>
          <a:lstStyle/>
          <a:p>
            <a:pPr algn="ctr"/>
            <a:r>
              <a:rPr lang="en-MX">
                <a:solidFill>
                  <a:schemeClr val="bg1"/>
                </a:solidFill>
                <a:latin typeface="0xProto Nerd Font" panose="02000009000000000000" pitchFamily="49" charset="0"/>
              </a:rPr>
              <a:t>what happens?</a:t>
            </a:r>
          </a:p>
          <a:p>
            <a:pPr algn="ctr"/>
            <a:endParaRPr lang="en-MX">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Data requests and/or data requests payload size is reduced due to the upfront async pulling</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r>
              <a:rPr lang="en-MX" sz="1100">
                <a:solidFill>
                  <a:schemeClr val="bg1"/>
                </a:solidFill>
                <a:latin typeface="0xProto Nerd Font" panose="02000009000000000000" pitchFamily="49" charset="0"/>
              </a:rPr>
              <a:t>This version of the Cloud ETL can scale horizontally to solve an eventual queue instability</a:t>
            </a:r>
          </a:p>
          <a:p>
            <a:pPr marL="342900" indent="-342900">
              <a:buFont typeface="+mj-lt"/>
              <a:buAutoNum type="arabicPeriod"/>
            </a:pPr>
            <a:endParaRPr lang="en-MX" sz="1100">
              <a:solidFill>
                <a:schemeClr val="bg1"/>
              </a:solidFill>
              <a:latin typeface="0xProto Nerd Font" panose="02000009000000000000" pitchFamily="49" charset="0"/>
            </a:endParaRPr>
          </a:p>
          <a:p>
            <a:pPr marL="342900" indent="-342900">
              <a:buFont typeface="+mj-lt"/>
              <a:buAutoNum type="arabicPeriod"/>
            </a:pPr>
            <a:endParaRPr lang="en-MX" sz="1100">
              <a:solidFill>
                <a:schemeClr val="bg1"/>
              </a:solidFill>
              <a:latin typeface="0xProto Nerd Font" panose="02000009000000000000" pitchFamily="49" charset="0"/>
            </a:endParaRPr>
          </a:p>
        </p:txBody>
      </p:sp>
    </p:spTree>
    <p:extLst>
      <p:ext uri="{BB962C8B-B14F-4D97-AF65-F5344CB8AC3E}">
        <p14:creationId xmlns:p14="http://schemas.microsoft.com/office/powerpoint/2010/main" val="24053725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B693C-A3DC-D935-9D48-1447DECC4C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689F10-6682-EAFC-23B3-5F1BC220FF2A}"/>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Edge cases</a:t>
            </a:r>
          </a:p>
        </p:txBody>
      </p:sp>
      <p:sp>
        <p:nvSpPr>
          <p:cNvPr id="2" name="TextBox 1">
            <a:extLst>
              <a:ext uri="{FF2B5EF4-FFF2-40B4-BE49-F238E27FC236}">
                <a16:creationId xmlns:a16="http://schemas.microsoft.com/office/drawing/2014/main" id="{030153EB-7023-EA4E-C250-6031DF7194A4}"/>
              </a:ext>
            </a:extLst>
          </p:cNvPr>
          <p:cNvSpPr txBox="1"/>
          <p:nvPr/>
        </p:nvSpPr>
        <p:spPr>
          <a:xfrm>
            <a:off x="1113221" y="3549866"/>
            <a:ext cx="4306567" cy="369332"/>
          </a:xfrm>
          <a:prstGeom prst="rect">
            <a:avLst/>
          </a:prstGeom>
          <a:noFill/>
        </p:spPr>
        <p:txBody>
          <a:bodyPr wrap="square">
            <a:spAutoFit/>
          </a:bodyPr>
          <a:lstStyle/>
          <a:p>
            <a:r>
              <a:rPr lang="en-MX">
                <a:solidFill>
                  <a:schemeClr val="bg1"/>
                </a:solidFill>
              </a:rPr>
              <a:t>Bulk PwD onboard</a:t>
            </a:r>
          </a:p>
        </p:txBody>
      </p:sp>
      <p:sp>
        <p:nvSpPr>
          <p:cNvPr id="5" name="TextBox 4">
            <a:extLst>
              <a:ext uri="{FF2B5EF4-FFF2-40B4-BE49-F238E27FC236}">
                <a16:creationId xmlns:a16="http://schemas.microsoft.com/office/drawing/2014/main" id="{DC73A5B5-0E34-CF66-9647-633C430C9D6E}"/>
              </a:ext>
            </a:extLst>
          </p:cNvPr>
          <p:cNvSpPr txBox="1"/>
          <p:nvPr/>
        </p:nvSpPr>
        <p:spPr>
          <a:xfrm>
            <a:off x="1113222" y="4921951"/>
            <a:ext cx="4418148" cy="646331"/>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Sustained traffic for report generation (traffic limit exceded)</a:t>
            </a:r>
          </a:p>
        </p:txBody>
      </p:sp>
      <p:sp>
        <p:nvSpPr>
          <p:cNvPr id="8" name="TextBox 7">
            <a:extLst>
              <a:ext uri="{FF2B5EF4-FFF2-40B4-BE49-F238E27FC236}">
                <a16:creationId xmlns:a16="http://schemas.microsoft.com/office/drawing/2014/main" id="{D23C93B6-BA9E-A0FD-EBCC-313B9772BE61}"/>
              </a:ext>
            </a:extLst>
          </p:cNvPr>
          <p:cNvSpPr txBox="1"/>
          <p:nvPr/>
        </p:nvSpPr>
        <p:spPr>
          <a:xfrm>
            <a:off x="1113222" y="2177781"/>
            <a:ext cx="4306566"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Report generation request (burst in traffic)</a:t>
            </a:r>
          </a:p>
        </p:txBody>
      </p:sp>
      <p:sp>
        <p:nvSpPr>
          <p:cNvPr id="4" name="TextBox 3">
            <a:extLst>
              <a:ext uri="{FF2B5EF4-FFF2-40B4-BE49-F238E27FC236}">
                <a16:creationId xmlns:a16="http://schemas.microsoft.com/office/drawing/2014/main" id="{5E0FB043-86AE-DB4E-B0F5-1FB2271AD60C}"/>
              </a:ext>
            </a:extLst>
          </p:cNvPr>
          <p:cNvSpPr txBox="1"/>
          <p:nvPr/>
        </p:nvSpPr>
        <p:spPr>
          <a:xfrm>
            <a:off x="6096000" y="821038"/>
            <a:ext cx="6015235" cy="2108269"/>
          </a:xfrm>
          <a:prstGeom prst="rect">
            <a:avLst/>
          </a:prstGeom>
          <a:noFill/>
        </p:spPr>
        <p:txBody>
          <a:bodyPr wrap="square">
            <a:spAutoFit/>
          </a:bodyPr>
          <a:lstStyle/>
          <a:p>
            <a:pPr algn="ctr"/>
            <a:r>
              <a:rPr lang="en-MX">
                <a:solidFill>
                  <a:schemeClr val="bg1"/>
                </a:solidFill>
                <a:latin typeface="0xProto Nerd Font" panose="02000009000000000000" pitchFamily="49" charset="0"/>
              </a:rPr>
              <a:t>what happens?</a:t>
            </a:r>
          </a:p>
          <a:p>
            <a:pPr algn="ctr"/>
            <a:endParaRPr lang="en-MX">
              <a:solidFill>
                <a:schemeClr val="bg1"/>
              </a:solidFill>
              <a:latin typeface="0xProto Nerd Font" panose="02000009000000000000" pitchFamily="49" charset="0"/>
            </a:endParaRPr>
          </a:p>
          <a:p>
            <a:r>
              <a:rPr lang="en-MX" sz="1400">
                <a:solidFill>
                  <a:schemeClr val="bg1"/>
                </a:solidFill>
                <a:latin typeface="0xProto Nerd Font" panose="02000009000000000000" pitchFamily="49" charset="0"/>
              </a:rPr>
              <a:t>In the case of a bulk onboard, once the patients are synchronized, since they don’t have a “last successful synchronization” they will have the least fresh data and will be placed at the begin</a:t>
            </a:r>
            <a:r>
              <a:rPr lang="en-US" sz="1400">
                <a:solidFill>
                  <a:schemeClr val="bg1"/>
                </a:solidFill>
                <a:latin typeface="0xProto Nerd Font" panose="02000009000000000000" pitchFamily="49" charset="0"/>
              </a:rPr>
              <a:t>n</a:t>
            </a:r>
            <a:r>
              <a:rPr lang="en-MX" sz="1400">
                <a:solidFill>
                  <a:schemeClr val="bg1"/>
                </a:solidFill>
                <a:latin typeface="0xProto Nerd Font" panose="02000009000000000000" pitchFamily="49" charset="0"/>
              </a:rPr>
              <a:t>ing of the sorted set and will have the next turn for the async synchronization.</a:t>
            </a:r>
          </a:p>
          <a:p>
            <a:pPr marL="342900" indent="-342900">
              <a:buFont typeface="+mj-lt"/>
              <a:buAutoNum type="arabicPeriod"/>
            </a:pPr>
            <a:endParaRPr lang="en-MX" sz="1100">
              <a:solidFill>
                <a:schemeClr val="bg1"/>
              </a:solidFill>
              <a:latin typeface="0xProto Nerd Font" panose="02000009000000000000" pitchFamily="49" charset="0"/>
            </a:endParaRPr>
          </a:p>
        </p:txBody>
      </p:sp>
      <p:cxnSp>
        <p:nvCxnSpPr>
          <p:cNvPr id="19" name="Straight Connector 18">
            <a:extLst>
              <a:ext uri="{FF2B5EF4-FFF2-40B4-BE49-F238E27FC236}">
                <a16:creationId xmlns:a16="http://schemas.microsoft.com/office/drawing/2014/main" id="{5DF584EF-EC8C-7567-06A8-1A7917F2FD66}"/>
              </a:ext>
            </a:extLst>
          </p:cNvPr>
          <p:cNvCxnSpPr>
            <a:cxnSpLocks/>
          </p:cNvCxnSpPr>
          <p:nvPr/>
        </p:nvCxnSpPr>
        <p:spPr>
          <a:xfrm>
            <a:off x="7543519" y="3145987"/>
            <a:ext cx="0" cy="190977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7BCA7659-9C3D-22F9-ECC5-3CBCCA76549E}"/>
              </a:ext>
            </a:extLst>
          </p:cNvPr>
          <p:cNvCxnSpPr>
            <a:cxnSpLocks/>
          </p:cNvCxnSpPr>
          <p:nvPr/>
        </p:nvCxnSpPr>
        <p:spPr>
          <a:xfrm flipV="1">
            <a:off x="6352487" y="3489187"/>
            <a:ext cx="3065122" cy="13427"/>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94C5772C-B69C-1570-69CF-037306EC8880}"/>
              </a:ext>
            </a:extLst>
          </p:cNvPr>
          <p:cNvSpPr txBox="1"/>
          <p:nvPr/>
        </p:nvSpPr>
        <p:spPr>
          <a:xfrm>
            <a:off x="6644417" y="3152171"/>
            <a:ext cx="801823"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 id</a:t>
            </a:r>
          </a:p>
        </p:txBody>
      </p:sp>
      <p:cxnSp>
        <p:nvCxnSpPr>
          <p:cNvPr id="22" name="Straight Connector 21">
            <a:extLst>
              <a:ext uri="{FF2B5EF4-FFF2-40B4-BE49-F238E27FC236}">
                <a16:creationId xmlns:a16="http://schemas.microsoft.com/office/drawing/2014/main" id="{B845F1BC-7FBE-E1C3-8075-FB71D76F02E3}"/>
              </a:ext>
            </a:extLst>
          </p:cNvPr>
          <p:cNvCxnSpPr>
            <a:cxnSpLocks/>
          </p:cNvCxnSpPr>
          <p:nvPr/>
        </p:nvCxnSpPr>
        <p:spPr>
          <a:xfrm>
            <a:off x="6352487" y="3858519"/>
            <a:ext cx="3065122"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B8CFDA6-4B83-3899-6DCC-206AA51B7911}"/>
              </a:ext>
            </a:extLst>
          </p:cNvPr>
          <p:cNvSpPr txBox="1"/>
          <p:nvPr/>
        </p:nvSpPr>
        <p:spPr>
          <a:xfrm>
            <a:off x="6352487" y="3502614"/>
            <a:ext cx="1066318" cy="261610"/>
          </a:xfrm>
          <a:prstGeom prst="rect">
            <a:avLst/>
          </a:prstGeom>
          <a:noFill/>
        </p:spPr>
        <p:txBody>
          <a:bodyPr wrap="none" rtlCol="0">
            <a:spAutoFit/>
          </a:bodyPr>
          <a:lstStyle/>
          <a:p>
            <a:pPr algn="r"/>
            <a:r>
              <a:rPr lang="en-US" sz="1100" err="1">
                <a:solidFill>
                  <a:srgbClr val="92D050"/>
                </a:solidFill>
                <a:latin typeface="0xProto Nerd Font" panose="02000009000000000000" pitchFamily="49" charset="0"/>
              </a:rPr>
              <a:t>new_user</a:t>
            </a:r>
            <a:r>
              <a:rPr lang="en-MX" sz="1100">
                <a:solidFill>
                  <a:srgbClr val="92D050"/>
                </a:solidFill>
                <a:latin typeface="0xProto Nerd Font" panose="02000009000000000000" pitchFamily="49" charset="0"/>
              </a:rPr>
              <a:t>_1</a:t>
            </a:r>
          </a:p>
        </p:txBody>
      </p:sp>
      <p:cxnSp>
        <p:nvCxnSpPr>
          <p:cNvPr id="24" name="Straight Connector 23">
            <a:extLst>
              <a:ext uri="{FF2B5EF4-FFF2-40B4-BE49-F238E27FC236}">
                <a16:creationId xmlns:a16="http://schemas.microsoft.com/office/drawing/2014/main" id="{E4C155CC-0E33-F4F8-8ACE-C52C6560AD3A}"/>
              </a:ext>
            </a:extLst>
          </p:cNvPr>
          <p:cNvCxnSpPr>
            <a:cxnSpLocks/>
          </p:cNvCxnSpPr>
          <p:nvPr/>
        </p:nvCxnSpPr>
        <p:spPr>
          <a:xfrm>
            <a:off x="6352487" y="4227850"/>
            <a:ext cx="3065122"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75ABB6B4-0555-23A4-4055-365A515B7F8C}"/>
              </a:ext>
            </a:extLst>
          </p:cNvPr>
          <p:cNvSpPr txBox="1"/>
          <p:nvPr/>
        </p:nvSpPr>
        <p:spPr>
          <a:xfrm>
            <a:off x="6335840" y="3884650"/>
            <a:ext cx="1066318" cy="261610"/>
          </a:xfrm>
          <a:prstGeom prst="rect">
            <a:avLst/>
          </a:prstGeom>
          <a:noFill/>
        </p:spPr>
        <p:txBody>
          <a:bodyPr wrap="none" rtlCol="0">
            <a:spAutoFit/>
          </a:bodyPr>
          <a:lstStyle/>
          <a:p>
            <a:pPr algn="r"/>
            <a:r>
              <a:rPr lang="en-US" sz="1100" err="1">
                <a:solidFill>
                  <a:srgbClr val="92D050"/>
                </a:solidFill>
                <a:latin typeface="0xProto Nerd Font" panose="02000009000000000000" pitchFamily="49" charset="0"/>
              </a:rPr>
              <a:t>new_u</a:t>
            </a:r>
            <a:r>
              <a:rPr lang="en-MX" sz="1100">
                <a:solidFill>
                  <a:srgbClr val="92D050"/>
                </a:solidFill>
                <a:latin typeface="0xProto Nerd Font" panose="02000009000000000000" pitchFamily="49" charset="0"/>
              </a:rPr>
              <a:t>ser_2</a:t>
            </a:r>
          </a:p>
        </p:txBody>
      </p:sp>
      <p:cxnSp>
        <p:nvCxnSpPr>
          <p:cNvPr id="26" name="Straight Connector 25">
            <a:extLst>
              <a:ext uri="{FF2B5EF4-FFF2-40B4-BE49-F238E27FC236}">
                <a16:creationId xmlns:a16="http://schemas.microsoft.com/office/drawing/2014/main" id="{049B7760-12E0-80A5-FC59-337D96C60825}"/>
              </a:ext>
            </a:extLst>
          </p:cNvPr>
          <p:cNvCxnSpPr>
            <a:cxnSpLocks/>
          </p:cNvCxnSpPr>
          <p:nvPr/>
        </p:nvCxnSpPr>
        <p:spPr>
          <a:xfrm>
            <a:off x="6352487" y="4597180"/>
            <a:ext cx="3065122"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FDEA9BFA-9571-B314-B33C-FDA8D3F3E691}"/>
              </a:ext>
            </a:extLst>
          </p:cNvPr>
          <p:cNvSpPr txBox="1"/>
          <p:nvPr/>
        </p:nvSpPr>
        <p:spPr>
          <a:xfrm>
            <a:off x="6688501" y="4253980"/>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ser_3</a:t>
            </a:r>
          </a:p>
        </p:txBody>
      </p:sp>
      <p:cxnSp>
        <p:nvCxnSpPr>
          <p:cNvPr id="28" name="Straight Connector 27">
            <a:extLst>
              <a:ext uri="{FF2B5EF4-FFF2-40B4-BE49-F238E27FC236}">
                <a16:creationId xmlns:a16="http://schemas.microsoft.com/office/drawing/2014/main" id="{C4DCD794-C057-95E7-03F3-C54417CCEC5F}"/>
              </a:ext>
            </a:extLst>
          </p:cNvPr>
          <p:cNvCxnSpPr>
            <a:cxnSpLocks/>
          </p:cNvCxnSpPr>
          <p:nvPr/>
        </p:nvCxnSpPr>
        <p:spPr>
          <a:xfrm>
            <a:off x="6352487" y="4926954"/>
            <a:ext cx="3065122" cy="0"/>
          </a:xfrm>
          <a:prstGeom prst="line">
            <a:avLst/>
          </a:prstGeom>
          <a:ln>
            <a:solidFill>
              <a:schemeClr val="bg1"/>
            </a:solidFill>
            <a:prstDash val="dashDot"/>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BC1BAFA-C10F-C6F3-5E89-BB1A4A10CCF6}"/>
              </a:ext>
            </a:extLst>
          </p:cNvPr>
          <p:cNvSpPr txBox="1"/>
          <p:nvPr/>
        </p:nvSpPr>
        <p:spPr>
          <a:xfrm>
            <a:off x="6688501" y="4583754"/>
            <a:ext cx="713657" cy="261610"/>
          </a:xfrm>
          <a:prstGeom prst="rect">
            <a:avLst/>
          </a:prstGeom>
          <a:noFill/>
        </p:spPr>
        <p:txBody>
          <a:bodyPr wrap="none" rtlCol="0">
            <a:spAutoFit/>
          </a:bodyPr>
          <a:lstStyle/>
          <a:p>
            <a:r>
              <a:rPr lang="en-US" sz="1100">
                <a:solidFill>
                  <a:schemeClr val="bg1"/>
                </a:solidFill>
                <a:latin typeface="0xProto Nerd Font" panose="02000009000000000000" pitchFamily="49" charset="0"/>
              </a:rPr>
              <a:t>u</a:t>
            </a:r>
            <a:r>
              <a:rPr lang="en-MX" sz="1100">
                <a:solidFill>
                  <a:schemeClr val="bg1"/>
                </a:solidFill>
                <a:latin typeface="0xProto Nerd Font" panose="02000009000000000000" pitchFamily="49" charset="0"/>
              </a:rPr>
              <a:t>ser_n</a:t>
            </a:r>
          </a:p>
        </p:txBody>
      </p:sp>
      <p:sp>
        <p:nvSpPr>
          <p:cNvPr id="30" name="TextBox 29">
            <a:extLst>
              <a:ext uri="{FF2B5EF4-FFF2-40B4-BE49-F238E27FC236}">
                <a16:creationId xmlns:a16="http://schemas.microsoft.com/office/drawing/2014/main" id="{4ABADC8F-97C8-9DDD-1CE1-2C36700B4D8C}"/>
              </a:ext>
            </a:extLst>
          </p:cNvPr>
          <p:cNvSpPr txBox="1"/>
          <p:nvPr/>
        </p:nvSpPr>
        <p:spPr>
          <a:xfrm>
            <a:off x="7565914" y="3159414"/>
            <a:ext cx="978153" cy="261610"/>
          </a:xfrm>
          <a:prstGeom prst="rect">
            <a:avLst/>
          </a:prstGeom>
          <a:noFill/>
        </p:spPr>
        <p:txBody>
          <a:bodyPr wrap="none" rtlCol="0">
            <a:spAutoFit/>
          </a:bodyPr>
          <a:lstStyle/>
          <a:p>
            <a:r>
              <a:rPr lang="en-US" sz="1100" err="1">
                <a:solidFill>
                  <a:schemeClr val="bg1"/>
                </a:solidFill>
                <a:latin typeface="0xProto Nerd Font" panose="02000009000000000000" pitchFamily="49" charset="0"/>
              </a:rPr>
              <a:t>last_sync</a:t>
            </a:r>
            <a:endParaRPr lang="en-MX" sz="1100">
              <a:solidFill>
                <a:schemeClr val="bg1"/>
              </a:solidFill>
              <a:latin typeface="0xProto Nerd Font" panose="02000009000000000000" pitchFamily="49" charset="0"/>
            </a:endParaRPr>
          </a:p>
        </p:txBody>
      </p:sp>
      <p:sp>
        <p:nvSpPr>
          <p:cNvPr id="31" name="TextBox 30">
            <a:extLst>
              <a:ext uri="{FF2B5EF4-FFF2-40B4-BE49-F238E27FC236}">
                <a16:creationId xmlns:a16="http://schemas.microsoft.com/office/drawing/2014/main" id="{244E9DD5-D85B-98EA-72B3-BBBF5AE27DBA}"/>
              </a:ext>
            </a:extLst>
          </p:cNvPr>
          <p:cNvSpPr txBox="1"/>
          <p:nvPr/>
        </p:nvSpPr>
        <p:spPr>
          <a:xfrm>
            <a:off x="7610954" y="3542463"/>
            <a:ext cx="1843774" cy="230832"/>
          </a:xfrm>
          <a:prstGeom prst="rect">
            <a:avLst/>
          </a:prstGeom>
          <a:noFill/>
        </p:spPr>
        <p:txBody>
          <a:bodyPr wrap="none" rtlCol="0">
            <a:spAutoFit/>
          </a:bodyPr>
          <a:lstStyle/>
          <a:p>
            <a:r>
              <a:rPr lang="en-US" sz="900">
                <a:solidFill>
                  <a:srgbClr val="FF0000"/>
                </a:solidFill>
                <a:latin typeface="0xProto Nerd Font" panose="02000009000000000000" pitchFamily="49" charset="0"/>
              </a:rPr>
              <a:t>1970-01-01 00:00:00.000</a:t>
            </a:r>
            <a:endParaRPr lang="en-MX" sz="900">
              <a:solidFill>
                <a:srgbClr val="FF0000"/>
              </a:solidFill>
              <a:latin typeface="0xProto Nerd Font" panose="02000009000000000000" pitchFamily="49" charset="0"/>
            </a:endParaRPr>
          </a:p>
        </p:txBody>
      </p:sp>
      <p:sp>
        <p:nvSpPr>
          <p:cNvPr id="32" name="TextBox 31">
            <a:extLst>
              <a:ext uri="{FF2B5EF4-FFF2-40B4-BE49-F238E27FC236}">
                <a16:creationId xmlns:a16="http://schemas.microsoft.com/office/drawing/2014/main" id="{3D46B798-268D-C0DB-19EE-15A10A8BB339}"/>
              </a:ext>
            </a:extLst>
          </p:cNvPr>
          <p:cNvSpPr txBox="1"/>
          <p:nvPr/>
        </p:nvSpPr>
        <p:spPr>
          <a:xfrm>
            <a:off x="7618012" y="3928694"/>
            <a:ext cx="1843774" cy="230832"/>
          </a:xfrm>
          <a:prstGeom prst="rect">
            <a:avLst/>
          </a:prstGeom>
          <a:noFill/>
        </p:spPr>
        <p:txBody>
          <a:bodyPr wrap="none" rtlCol="0">
            <a:spAutoFit/>
          </a:bodyPr>
          <a:lstStyle/>
          <a:p>
            <a:r>
              <a:rPr lang="en-US" sz="900">
                <a:solidFill>
                  <a:srgbClr val="FF0000"/>
                </a:solidFill>
                <a:latin typeface="0xProto Nerd Font" panose="02000009000000000000" pitchFamily="49" charset="0"/>
              </a:rPr>
              <a:t>1970-01-01 00:00:00.000</a:t>
            </a:r>
            <a:endParaRPr lang="en-MX" sz="900">
              <a:solidFill>
                <a:srgbClr val="FF0000"/>
              </a:solidFill>
              <a:latin typeface="0xProto Nerd Font" panose="02000009000000000000" pitchFamily="49" charset="0"/>
            </a:endParaRPr>
          </a:p>
        </p:txBody>
      </p:sp>
      <p:sp>
        <p:nvSpPr>
          <p:cNvPr id="33" name="TextBox 32">
            <a:extLst>
              <a:ext uri="{FF2B5EF4-FFF2-40B4-BE49-F238E27FC236}">
                <a16:creationId xmlns:a16="http://schemas.microsoft.com/office/drawing/2014/main" id="{183BFEF2-85A1-39FC-E575-4E3B5D1DBDD1}"/>
              </a:ext>
            </a:extLst>
          </p:cNvPr>
          <p:cNvSpPr txBox="1"/>
          <p:nvPr/>
        </p:nvSpPr>
        <p:spPr>
          <a:xfrm>
            <a:off x="7618011" y="4302739"/>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15:02:00.000</a:t>
            </a:r>
            <a:endParaRPr lang="en-MX" sz="900">
              <a:solidFill>
                <a:schemeClr val="bg1"/>
              </a:solidFill>
              <a:latin typeface="0xProto Nerd Font" panose="02000009000000000000" pitchFamily="49" charset="0"/>
            </a:endParaRPr>
          </a:p>
        </p:txBody>
      </p:sp>
      <p:sp>
        <p:nvSpPr>
          <p:cNvPr id="34" name="TextBox 33">
            <a:extLst>
              <a:ext uri="{FF2B5EF4-FFF2-40B4-BE49-F238E27FC236}">
                <a16:creationId xmlns:a16="http://schemas.microsoft.com/office/drawing/2014/main" id="{2EFDCD15-89F9-1E3C-A9FA-6240E0C16D26}"/>
              </a:ext>
            </a:extLst>
          </p:cNvPr>
          <p:cNvSpPr txBox="1"/>
          <p:nvPr/>
        </p:nvSpPr>
        <p:spPr>
          <a:xfrm>
            <a:off x="7618012" y="4647643"/>
            <a:ext cx="1843774" cy="230832"/>
          </a:xfrm>
          <a:prstGeom prst="rect">
            <a:avLst/>
          </a:prstGeom>
          <a:noFill/>
        </p:spPr>
        <p:txBody>
          <a:bodyPr wrap="none" rtlCol="0">
            <a:spAutoFit/>
          </a:bodyPr>
          <a:lstStyle/>
          <a:p>
            <a:r>
              <a:rPr lang="en-US" sz="900">
                <a:solidFill>
                  <a:schemeClr val="bg1"/>
                </a:solidFill>
                <a:latin typeface="0xProto Nerd Font" panose="02000009000000000000" pitchFamily="49" charset="0"/>
              </a:rPr>
              <a:t>2020-07-10 15:03:00.000</a:t>
            </a:r>
            <a:endParaRPr lang="en-MX" sz="900">
              <a:solidFill>
                <a:schemeClr val="bg1"/>
              </a:solidFill>
              <a:latin typeface="0xProto Nerd Font" panose="02000009000000000000" pitchFamily="49" charset="0"/>
            </a:endParaRPr>
          </a:p>
        </p:txBody>
      </p:sp>
      <p:sp>
        <p:nvSpPr>
          <p:cNvPr id="40" name="TextBox 39">
            <a:extLst>
              <a:ext uri="{FF2B5EF4-FFF2-40B4-BE49-F238E27FC236}">
                <a16:creationId xmlns:a16="http://schemas.microsoft.com/office/drawing/2014/main" id="{203E8AAB-7AB0-AC67-E592-3DF2515BCD11}"/>
              </a:ext>
            </a:extLst>
          </p:cNvPr>
          <p:cNvSpPr txBox="1"/>
          <p:nvPr/>
        </p:nvSpPr>
        <p:spPr>
          <a:xfrm>
            <a:off x="9430954" y="3643075"/>
            <a:ext cx="2059096" cy="430887"/>
          </a:xfrm>
          <a:prstGeom prst="rect">
            <a:avLst/>
          </a:prstGeom>
          <a:noFill/>
        </p:spPr>
        <p:txBody>
          <a:bodyPr wrap="square" rtlCol="0">
            <a:spAutoFit/>
          </a:bodyPr>
          <a:lstStyle/>
          <a:p>
            <a:pPr algn="ctr"/>
            <a:r>
              <a:rPr lang="en-US" sz="1100">
                <a:solidFill>
                  <a:srgbClr val="FF0000"/>
                </a:solidFill>
                <a:latin typeface="0xProto Nerd Font" panose="02000009000000000000" pitchFamily="49" charset="0"/>
              </a:rPr>
              <a:t>assumed to be the “beginning of time”</a:t>
            </a:r>
            <a:endParaRPr lang="en-MX" sz="1100">
              <a:solidFill>
                <a:srgbClr val="FF0000"/>
              </a:solidFill>
              <a:latin typeface="0xProto Nerd Font" panose="02000009000000000000" pitchFamily="49" charset="0"/>
            </a:endParaRPr>
          </a:p>
        </p:txBody>
      </p:sp>
    </p:spTree>
    <p:extLst>
      <p:ext uri="{BB962C8B-B14F-4D97-AF65-F5344CB8AC3E}">
        <p14:creationId xmlns:p14="http://schemas.microsoft.com/office/powerpoint/2010/main" val="36938301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B84-7AB1-3B26-5D2F-45C2A65175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5A7E78-8856-1C44-B3C8-0BA394247BA8}"/>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Edge cases</a:t>
            </a:r>
          </a:p>
        </p:txBody>
      </p:sp>
      <p:sp>
        <p:nvSpPr>
          <p:cNvPr id="2" name="TextBox 1">
            <a:extLst>
              <a:ext uri="{FF2B5EF4-FFF2-40B4-BE49-F238E27FC236}">
                <a16:creationId xmlns:a16="http://schemas.microsoft.com/office/drawing/2014/main" id="{3391D632-9B80-2936-860B-A60D6040F880}"/>
              </a:ext>
            </a:extLst>
          </p:cNvPr>
          <p:cNvSpPr txBox="1"/>
          <p:nvPr/>
        </p:nvSpPr>
        <p:spPr>
          <a:xfrm>
            <a:off x="1113221" y="3549866"/>
            <a:ext cx="4306567" cy="369332"/>
          </a:xfrm>
          <a:prstGeom prst="rect">
            <a:avLst/>
          </a:prstGeom>
          <a:noFill/>
        </p:spPr>
        <p:txBody>
          <a:bodyPr wrap="square">
            <a:spAutoFit/>
          </a:bodyPr>
          <a:lstStyle/>
          <a:p>
            <a:r>
              <a:rPr lang="en-MX">
                <a:solidFill>
                  <a:schemeClr val="bg1"/>
                </a:solidFill>
              </a:rPr>
              <a:t>Bulk PwD onboard</a:t>
            </a:r>
          </a:p>
        </p:txBody>
      </p:sp>
      <p:sp>
        <p:nvSpPr>
          <p:cNvPr id="5" name="TextBox 4">
            <a:extLst>
              <a:ext uri="{FF2B5EF4-FFF2-40B4-BE49-F238E27FC236}">
                <a16:creationId xmlns:a16="http://schemas.microsoft.com/office/drawing/2014/main" id="{D5B26860-805D-7E75-B341-BB53D1654CBC}"/>
              </a:ext>
            </a:extLst>
          </p:cNvPr>
          <p:cNvSpPr txBox="1"/>
          <p:nvPr/>
        </p:nvSpPr>
        <p:spPr>
          <a:xfrm>
            <a:off x="1113222" y="4921951"/>
            <a:ext cx="4418148" cy="646331"/>
          </a:xfrm>
          <a:prstGeom prst="rect">
            <a:avLst/>
          </a:prstGeom>
          <a:noFill/>
        </p:spPr>
        <p:txBody>
          <a:bodyPr wrap="square">
            <a:spAutoFit/>
          </a:bodyPr>
          <a:lstStyle/>
          <a:p>
            <a:r>
              <a:rPr lang="en-MX">
                <a:solidFill>
                  <a:schemeClr val="bg1"/>
                </a:solidFill>
              </a:rPr>
              <a:t>Sustained traffic for report generation (traffic limit exceded)</a:t>
            </a:r>
          </a:p>
        </p:txBody>
      </p:sp>
      <p:sp>
        <p:nvSpPr>
          <p:cNvPr id="8" name="TextBox 7">
            <a:extLst>
              <a:ext uri="{FF2B5EF4-FFF2-40B4-BE49-F238E27FC236}">
                <a16:creationId xmlns:a16="http://schemas.microsoft.com/office/drawing/2014/main" id="{10387CAA-BA64-D2D8-81DE-6E006C50B699}"/>
              </a:ext>
            </a:extLst>
          </p:cNvPr>
          <p:cNvSpPr txBox="1"/>
          <p:nvPr/>
        </p:nvSpPr>
        <p:spPr>
          <a:xfrm>
            <a:off x="1113222" y="2177781"/>
            <a:ext cx="4306566" cy="369332"/>
          </a:xfrm>
          <a:prstGeom prst="rect">
            <a:avLst/>
          </a:prstGeom>
          <a:noFill/>
        </p:spPr>
        <p:txBody>
          <a:bodyPr wrap="square">
            <a:spAutoFit/>
          </a:bodyPr>
          <a:lstStyle/>
          <a:p>
            <a:r>
              <a:rPr lang="en-MX">
                <a:solidFill>
                  <a:schemeClr val="bg1"/>
                </a:solidFill>
              </a:rPr>
              <a:t>Report generation request (burst in traffic)</a:t>
            </a:r>
          </a:p>
        </p:txBody>
      </p:sp>
    </p:spTree>
    <p:extLst>
      <p:ext uri="{BB962C8B-B14F-4D97-AF65-F5344CB8AC3E}">
        <p14:creationId xmlns:p14="http://schemas.microsoft.com/office/powerpoint/2010/main" val="3532181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C54E-46ED-6C94-9F93-5B69E38B6A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07869E-FB0F-B899-CB23-B092586B2A25}"/>
              </a:ext>
            </a:extLst>
          </p:cNvPr>
          <p:cNvSpPr txBox="1"/>
          <p:nvPr/>
        </p:nvSpPr>
        <p:spPr>
          <a:xfrm>
            <a:off x="167535" y="187983"/>
            <a:ext cx="6097044" cy="369332"/>
          </a:xfrm>
          <a:prstGeom prst="rect">
            <a:avLst/>
          </a:prstGeom>
          <a:noFill/>
        </p:spPr>
        <p:txBody>
          <a:bodyPr wrap="square">
            <a:spAutoFit/>
          </a:bodyPr>
          <a:lstStyle/>
          <a:p>
            <a:r>
              <a:rPr lang="en-MX">
                <a:solidFill>
                  <a:schemeClr val="bg1"/>
                </a:solidFill>
              </a:rPr>
              <a:t>Edge cases</a:t>
            </a:r>
          </a:p>
        </p:txBody>
      </p:sp>
      <p:sp>
        <p:nvSpPr>
          <p:cNvPr id="2" name="TextBox 1">
            <a:extLst>
              <a:ext uri="{FF2B5EF4-FFF2-40B4-BE49-F238E27FC236}">
                <a16:creationId xmlns:a16="http://schemas.microsoft.com/office/drawing/2014/main" id="{C827DEF8-405D-823B-4C9E-1701F7E7549B}"/>
              </a:ext>
            </a:extLst>
          </p:cNvPr>
          <p:cNvSpPr txBox="1"/>
          <p:nvPr/>
        </p:nvSpPr>
        <p:spPr>
          <a:xfrm>
            <a:off x="1113221" y="3549866"/>
            <a:ext cx="4306567"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Bulk PwD onboard</a:t>
            </a:r>
          </a:p>
        </p:txBody>
      </p:sp>
      <p:sp>
        <p:nvSpPr>
          <p:cNvPr id="5" name="TextBox 4">
            <a:extLst>
              <a:ext uri="{FF2B5EF4-FFF2-40B4-BE49-F238E27FC236}">
                <a16:creationId xmlns:a16="http://schemas.microsoft.com/office/drawing/2014/main" id="{E8F83E29-F5A1-4CA9-4EC3-96BF60FEDE5A}"/>
              </a:ext>
            </a:extLst>
          </p:cNvPr>
          <p:cNvSpPr txBox="1"/>
          <p:nvPr/>
        </p:nvSpPr>
        <p:spPr>
          <a:xfrm>
            <a:off x="1113222" y="4921951"/>
            <a:ext cx="4418148" cy="646331"/>
          </a:xfrm>
          <a:prstGeom prst="rect">
            <a:avLst/>
          </a:prstGeom>
          <a:noFill/>
        </p:spPr>
        <p:txBody>
          <a:bodyPr wrap="square">
            <a:spAutoFit/>
          </a:bodyPr>
          <a:lstStyle/>
          <a:p>
            <a:r>
              <a:rPr lang="en-MX">
                <a:solidFill>
                  <a:schemeClr val="bg1"/>
                </a:solidFill>
              </a:rPr>
              <a:t>Sustained traffic for report generation (traffic limit exceded)</a:t>
            </a:r>
          </a:p>
        </p:txBody>
      </p:sp>
      <p:sp>
        <p:nvSpPr>
          <p:cNvPr id="8" name="TextBox 7">
            <a:extLst>
              <a:ext uri="{FF2B5EF4-FFF2-40B4-BE49-F238E27FC236}">
                <a16:creationId xmlns:a16="http://schemas.microsoft.com/office/drawing/2014/main" id="{C8B70469-6C4B-17D6-1B11-73C7CC9C5510}"/>
              </a:ext>
            </a:extLst>
          </p:cNvPr>
          <p:cNvSpPr txBox="1"/>
          <p:nvPr/>
        </p:nvSpPr>
        <p:spPr>
          <a:xfrm>
            <a:off x="1113222" y="2177781"/>
            <a:ext cx="4306566" cy="369332"/>
          </a:xfrm>
          <a:prstGeom prst="rect">
            <a:avLst/>
          </a:prstGeom>
          <a:noFill/>
        </p:spPr>
        <p:txBody>
          <a:bodyPr wrap="square">
            <a:spAutoFit/>
          </a:bodyPr>
          <a:lstStyle>
            <a:defPPr>
              <a:defRPr lang="en-MX"/>
            </a:defPPr>
            <a:lvl1pPr>
              <a:defRPr>
                <a:solidFill>
                  <a:schemeClr val="tx1">
                    <a:lumMod val="65000"/>
                    <a:lumOff val="35000"/>
                  </a:schemeClr>
                </a:solidFill>
              </a:defRPr>
            </a:lvl1pPr>
          </a:lstStyle>
          <a:p>
            <a:r>
              <a:rPr lang="en-MX"/>
              <a:t>Report generation request (burst in traffic)</a:t>
            </a:r>
          </a:p>
        </p:txBody>
      </p:sp>
      <p:sp>
        <p:nvSpPr>
          <p:cNvPr id="4" name="TextBox 3">
            <a:extLst>
              <a:ext uri="{FF2B5EF4-FFF2-40B4-BE49-F238E27FC236}">
                <a16:creationId xmlns:a16="http://schemas.microsoft.com/office/drawing/2014/main" id="{0F7D95E6-AD8F-045E-236A-BBDDF221B2B4}"/>
              </a:ext>
            </a:extLst>
          </p:cNvPr>
          <p:cNvSpPr txBox="1"/>
          <p:nvPr/>
        </p:nvSpPr>
        <p:spPr>
          <a:xfrm>
            <a:off x="6096000" y="821038"/>
            <a:ext cx="6015235" cy="538609"/>
          </a:xfrm>
          <a:prstGeom prst="rect">
            <a:avLst/>
          </a:prstGeom>
          <a:noFill/>
        </p:spPr>
        <p:txBody>
          <a:bodyPr wrap="square">
            <a:spAutoFit/>
          </a:bodyPr>
          <a:lstStyle/>
          <a:p>
            <a:pPr algn="ctr"/>
            <a:r>
              <a:rPr lang="en-MX">
                <a:solidFill>
                  <a:schemeClr val="bg1"/>
                </a:solidFill>
                <a:latin typeface="0xProto Nerd Font" panose="02000009000000000000" pitchFamily="49" charset="0"/>
              </a:rPr>
              <a:t>what happens?</a:t>
            </a:r>
          </a:p>
          <a:p>
            <a:pPr marL="342900" indent="-342900">
              <a:buFont typeface="+mj-lt"/>
              <a:buAutoNum type="arabicPeriod"/>
            </a:pPr>
            <a:endParaRPr lang="en-MX" sz="1100">
              <a:solidFill>
                <a:schemeClr val="bg1"/>
              </a:solidFill>
              <a:latin typeface="0xProto Nerd Font" panose="02000009000000000000" pitchFamily="49" charset="0"/>
            </a:endParaRPr>
          </a:p>
        </p:txBody>
      </p:sp>
      <p:grpSp>
        <p:nvGrpSpPr>
          <p:cNvPr id="23" name="Group 22">
            <a:extLst>
              <a:ext uri="{FF2B5EF4-FFF2-40B4-BE49-F238E27FC236}">
                <a16:creationId xmlns:a16="http://schemas.microsoft.com/office/drawing/2014/main" id="{58EB570C-ADE2-77A8-37CE-8F7BF2255277}"/>
              </a:ext>
            </a:extLst>
          </p:cNvPr>
          <p:cNvGrpSpPr/>
          <p:nvPr/>
        </p:nvGrpSpPr>
        <p:grpSpPr>
          <a:xfrm>
            <a:off x="7470325" y="2272766"/>
            <a:ext cx="3045981" cy="179362"/>
            <a:chOff x="7363645" y="2372831"/>
            <a:chExt cx="3045981" cy="179362"/>
          </a:xfrm>
        </p:grpSpPr>
        <p:cxnSp>
          <p:nvCxnSpPr>
            <p:cNvPr id="7" name="Straight Connector 6">
              <a:extLst>
                <a:ext uri="{FF2B5EF4-FFF2-40B4-BE49-F238E27FC236}">
                  <a16:creationId xmlns:a16="http://schemas.microsoft.com/office/drawing/2014/main" id="{9FC89E93-40CE-4F70-9B6F-2E2C08A1DF1E}"/>
                </a:ext>
              </a:extLst>
            </p:cNvPr>
            <p:cNvCxnSpPr/>
            <p:nvPr/>
          </p:nvCxnSpPr>
          <p:spPr>
            <a:xfrm>
              <a:off x="7363645" y="2547113"/>
              <a:ext cx="304598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E431721-DE75-6559-4972-948AC16BE9BD}"/>
                </a:ext>
              </a:extLst>
            </p:cNvPr>
            <p:cNvCxnSpPr>
              <a:cxnSpLocks/>
            </p:cNvCxnSpPr>
            <p:nvPr/>
          </p:nvCxnSpPr>
          <p:spPr>
            <a:xfrm flipV="1">
              <a:off x="7368725"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6E2360-D475-BE3D-585F-4D34FC33E9AE}"/>
                </a:ext>
              </a:extLst>
            </p:cNvPr>
            <p:cNvCxnSpPr>
              <a:cxnSpLocks/>
            </p:cNvCxnSpPr>
            <p:nvPr/>
          </p:nvCxnSpPr>
          <p:spPr>
            <a:xfrm flipV="1">
              <a:off x="8583537"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3940A5A-D5CE-EB0D-74F0-63F48BB8014E}"/>
                </a:ext>
              </a:extLst>
            </p:cNvPr>
            <p:cNvCxnSpPr>
              <a:cxnSpLocks/>
            </p:cNvCxnSpPr>
            <p:nvPr/>
          </p:nvCxnSpPr>
          <p:spPr>
            <a:xfrm flipV="1">
              <a:off x="9190943"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CE6D3EA-CBEF-0A9A-4D7E-5BBBCD3A1512}"/>
                </a:ext>
              </a:extLst>
            </p:cNvPr>
            <p:cNvCxnSpPr>
              <a:cxnSpLocks/>
            </p:cNvCxnSpPr>
            <p:nvPr/>
          </p:nvCxnSpPr>
          <p:spPr>
            <a:xfrm flipV="1">
              <a:off x="9798349"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00395AF-1AFF-08E8-10AA-55F7C6A48B1C}"/>
                </a:ext>
              </a:extLst>
            </p:cNvPr>
            <p:cNvCxnSpPr>
              <a:cxnSpLocks/>
            </p:cNvCxnSpPr>
            <p:nvPr/>
          </p:nvCxnSpPr>
          <p:spPr>
            <a:xfrm flipV="1">
              <a:off x="10405757"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C651D21-2B2B-E418-645B-5A0818D6907B}"/>
                </a:ext>
              </a:extLst>
            </p:cNvPr>
            <p:cNvCxnSpPr>
              <a:cxnSpLocks/>
            </p:cNvCxnSpPr>
            <p:nvPr/>
          </p:nvCxnSpPr>
          <p:spPr>
            <a:xfrm flipV="1">
              <a:off x="7976131" y="2372831"/>
              <a:ext cx="0" cy="1793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1C38EDE-CAB7-BD79-8327-4D4FF84E8BEE}"/>
                </a:ext>
              </a:extLst>
            </p:cNvPr>
            <p:cNvCxnSpPr>
              <a:cxnSpLocks/>
            </p:cNvCxnSpPr>
            <p:nvPr/>
          </p:nvCxnSpPr>
          <p:spPr>
            <a:xfrm flipV="1">
              <a:off x="7672428" y="2440904"/>
              <a:ext cx="0" cy="11128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5A293C2-A28E-0AC8-34D8-9C91EA7EFFF1}"/>
                </a:ext>
              </a:extLst>
            </p:cNvPr>
            <p:cNvCxnSpPr>
              <a:cxnSpLocks/>
            </p:cNvCxnSpPr>
            <p:nvPr/>
          </p:nvCxnSpPr>
          <p:spPr>
            <a:xfrm flipV="1">
              <a:off x="8279834" y="2440904"/>
              <a:ext cx="0" cy="11128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F0362EB-AE51-D482-FABE-8BA2C7CF71EC}"/>
                </a:ext>
              </a:extLst>
            </p:cNvPr>
            <p:cNvCxnSpPr>
              <a:cxnSpLocks/>
            </p:cNvCxnSpPr>
            <p:nvPr/>
          </p:nvCxnSpPr>
          <p:spPr>
            <a:xfrm flipV="1">
              <a:off x="8887240" y="2440904"/>
              <a:ext cx="0" cy="11128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CEE8578-303B-130F-4921-C556A45D3F01}"/>
                </a:ext>
              </a:extLst>
            </p:cNvPr>
            <p:cNvCxnSpPr>
              <a:cxnSpLocks/>
            </p:cNvCxnSpPr>
            <p:nvPr/>
          </p:nvCxnSpPr>
          <p:spPr>
            <a:xfrm flipV="1">
              <a:off x="9494646" y="2440904"/>
              <a:ext cx="0" cy="11128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FEFE53B-2FB8-763C-521D-8F4811051E68}"/>
                </a:ext>
              </a:extLst>
            </p:cNvPr>
            <p:cNvCxnSpPr>
              <a:cxnSpLocks/>
            </p:cNvCxnSpPr>
            <p:nvPr/>
          </p:nvCxnSpPr>
          <p:spPr>
            <a:xfrm flipV="1">
              <a:off x="10102052" y="2440904"/>
              <a:ext cx="0" cy="11128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4" name="TextBox 23">
            <a:extLst>
              <a:ext uri="{FF2B5EF4-FFF2-40B4-BE49-F238E27FC236}">
                <a16:creationId xmlns:a16="http://schemas.microsoft.com/office/drawing/2014/main" id="{B93A1694-361F-6894-514D-E301AC99563D}"/>
              </a:ext>
            </a:extLst>
          </p:cNvPr>
          <p:cNvSpPr txBox="1"/>
          <p:nvPr/>
        </p:nvSpPr>
        <p:spPr>
          <a:xfrm>
            <a:off x="7233299" y="2473698"/>
            <a:ext cx="474052" cy="169277"/>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10:00</a:t>
            </a:r>
          </a:p>
          <a:p>
            <a:pPr marL="342900" indent="-342900">
              <a:buFont typeface="+mj-lt"/>
              <a:buAutoNum type="arabicPeriod"/>
            </a:pPr>
            <a:endParaRPr lang="en-MX" sz="100">
              <a:solidFill>
                <a:schemeClr val="bg1"/>
              </a:solidFill>
              <a:latin typeface="0xProto Nerd Font" panose="02000009000000000000" pitchFamily="49" charset="0"/>
            </a:endParaRPr>
          </a:p>
        </p:txBody>
      </p:sp>
      <p:sp>
        <p:nvSpPr>
          <p:cNvPr id="25" name="TextBox 24">
            <a:extLst>
              <a:ext uri="{FF2B5EF4-FFF2-40B4-BE49-F238E27FC236}">
                <a16:creationId xmlns:a16="http://schemas.microsoft.com/office/drawing/2014/main" id="{C2FD7966-C987-7540-1943-2F8717F5DC98}"/>
              </a:ext>
            </a:extLst>
          </p:cNvPr>
          <p:cNvSpPr txBox="1"/>
          <p:nvPr/>
        </p:nvSpPr>
        <p:spPr>
          <a:xfrm>
            <a:off x="7886107" y="2475072"/>
            <a:ext cx="393408" cy="169277"/>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10:10</a:t>
            </a:r>
          </a:p>
          <a:p>
            <a:pPr marL="342900" indent="-342900">
              <a:buFont typeface="+mj-lt"/>
              <a:buAutoNum type="arabicPeriod"/>
            </a:pPr>
            <a:endParaRPr lang="en-MX" sz="100">
              <a:solidFill>
                <a:schemeClr val="bg1"/>
              </a:solidFill>
              <a:latin typeface="0xProto Nerd Font" panose="02000009000000000000" pitchFamily="49" charset="0"/>
            </a:endParaRPr>
          </a:p>
        </p:txBody>
      </p:sp>
      <p:sp>
        <p:nvSpPr>
          <p:cNvPr id="26" name="TextBox 25">
            <a:extLst>
              <a:ext uri="{FF2B5EF4-FFF2-40B4-BE49-F238E27FC236}">
                <a16:creationId xmlns:a16="http://schemas.microsoft.com/office/drawing/2014/main" id="{06F4B333-C435-69A2-91B8-FBF68D0D3CCE}"/>
              </a:ext>
            </a:extLst>
          </p:cNvPr>
          <p:cNvSpPr txBox="1"/>
          <p:nvPr/>
        </p:nvSpPr>
        <p:spPr>
          <a:xfrm>
            <a:off x="8493513" y="2473698"/>
            <a:ext cx="393408" cy="169277"/>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10:20</a:t>
            </a:r>
          </a:p>
          <a:p>
            <a:pPr marL="342900" indent="-342900">
              <a:buFont typeface="+mj-lt"/>
              <a:buAutoNum type="arabicPeriod"/>
            </a:pPr>
            <a:endParaRPr lang="en-MX" sz="100">
              <a:solidFill>
                <a:schemeClr val="bg1"/>
              </a:solidFill>
              <a:latin typeface="0xProto Nerd Font" panose="02000009000000000000" pitchFamily="49" charset="0"/>
            </a:endParaRPr>
          </a:p>
        </p:txBody>
      </p:sp>
      <p:sp>
        <p:nvSpPr>
          <p:cNvPr id="27" name="TextBox 26">
            <a:extLst>
              <a:ext uri="{FF2B5EF4-FFF2-40B4-BE49-F238E27FC236}">
                <a16:creationId xmlns:a16="http://schemas.microsoft.com/office/drawing/2014/main" id="{63EBB7F8-7566-5D5D-5C3B-0F5C921F013B}"/>
              </a:ext>
            </a:extLst>
          </p:cNvPr>
          <p:cNvSpPr txBox="1"/>
          <p:nvPr/>
        </p:nvSpPr>
        <p:spPr>
          <a:xfrm>
            <a:off x="9100919" y="2473697"/>
            <a:ext cx="393408" cy="169277"/>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10:30</a:t>
            </a:r>
          </a:p>
          <a:p>
            <a:pPr marL="342900" indent="-342900">
              <a:buFont typeface="+mj-lt"/>
              <a:buAutoNum type="arabicPeriod"/>
            </a:pPr>
            <a:endParaRPr lang="en-MX" sz="100">
              <a:solidFill>
                <a:schemeClr val="bg1"/>
              </a:solidFill>
              <a:latin typeface="0xProto Nerd Font" panose="02000009000000000000" pitchFamily="49" charset="0"/>
            </a:endParaRPr>
          </a:p>
        </p:txBody>
      </p:sp>
      <p:sp>
        <p:nvSpPr>
          <p:cNvPr id="28" name="TextBox 27">
            <a:extLst>
              <a:ext uri="{FF2B5EF4-FFF2-40B4-BE49-F238E27FC236}">
                <a16:creationId xmlns:a16="http://schemas.microsoft.com/office/drawing/2014/main" id="{531E382A-9E3A-DB23-BFB2-C77129002B67}"/>
              </a:ext>
            </a:extLst>
          </p:cNvPr>
          <p:cNvSpPr txBox="1"/>
          <p:nvPr/>
        </p:nvSpPr>
        <p:spPr>
          <a:xfrm>
            <a:off x="9708325" y="2473697"/>
            <a:ext cx="393408" cy="169277"/>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10:40</a:t>
            </a:r>
          </a:p>
          <a:p>
            <a:pPr marL="342900" indent="-342900">
              <a:buFont typeface="+mj-lt"/>
              <a:buAutoNum type="arabicPeriod"/>
            </a:pPr>
            <a:endParaRPr lang="en-MX" sz="100">
              <a:solidFill>
                <a:schemeClr val="bg1"/>
              </a:solidFill>
              <a:latin typeface="0xProto Nerd Font" panose="02000009000000000000" pitchFamily="49" charset="0"/>
            </a:endParaRPr>
          </a:p>
        </p:txBody>
      </p:sp>
      <p:sp>
        <p:nvSpPr>
          <p:cNvPr id="29" name="TextBox 28">
            <a:extLst>
              <a:ext uri="{FF2B5EF4-FFF2-40B4-BE49-F238E27FC236}">
                <a16:creationId xmlns:a16="http://schemas.microsoft.com/office/drawing/2014/main" id="{1B03263C-5421-A4AC-A16B-221BB1DC2925}"/>
              </a:ext>
            </a:extLst>
          </p:cNvPr>
          <p:cNvSpPr txBox="1"/>
          <p:nvPr/>
        </p:nvSpPr>
        <p:spPr>
          <a:xfrm>
            <a:off x="10315731" y="2473697"/>
            <a:ext cx="393408" cy="153888"/>
          </a:xfrm>
          <a:prstGeom prst="rect">
            <a:avLst/>
          </a:prstGeom>
          <a:noFill/>
        </p:spPr>
        <p:txBody>
          <a:bodyPr wrap="square">
            <a:spAutoFit/>
          </a:bodyPr>
          <a:lstStyle/>
          <a:p>
            <a:pPr algn="ctr"/>
            <a:r>
              <a:rPr lang="en-MX" sz="400">
                <a:solidFill>
                  <a:schemeClr val="bg1"/>
                </a:solidFill>
                <a:latin typeface="0xProto Nerd Font" panose="02000009000000000000" pitchFamily="49" charset="0"/>
              </a:rPr>
              <a:t>10:50</a:t>
            </a:r>
          </a:p>
        </p:txBody>
      </p:sp>
      <p:sp>
        <p:nvSpPr>
          <p:cNvPr id="30" name="Rectangle 29">
            <a:extLst>
              <a:ext uri="{FF2B5EF4-FFF2-40B4-BE49-F238E27FC236}">
                <a16:creationId xmlns:a16="http://schemas.microsoft.com/office/drawing/2014/main" id="{00A5E9F7-046C-5F32-9648-6F12B6F8F714}"/>
              </a:ext>
            </a:extLst>
          </p:cNvPr>
          <p:cNvSpPr/>
          <p:nvPr/>
        </p:nvSpPr>
        <p:spPr>
          <a:xfrm>
            <a:off x="7297197" y="2096001"/>
            <a:ext cx="426720" cy="702093"/>
          </a:xfrm>
          <a:prstGeom prst="rect">
            <a:avLst/>
          </a:prstGeom>
          <a:solidFill>
            <a:srgbClr val="FF0000">
              <a:alpha val="10196"/>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2" name="TextBox 31">
            <a:extLst>
              <a:ext uri="{FF2B5EF4-FFF2-40B4-BE49-F238E27FC236}">
                <a16:creationId xmlns:a16="http://schemas.microsoft.com/office/drawing/2014/main" id="{3E9F7D46-5FA7-B17C-44EA-9C43670CF8EA}"/>
              </a:ext>
            </a:extLst>
          </p:cNvPr>
          <p:cNvSpPr txBox="1"/>
          <p:nvPr/>
        </p:nvSpPr>
        <p:spPr>
          <a:xfrm>
            <a:off x="10635548" y="2337263"/>
            <a:ext cx="1556452" cy="246221"/>
          </a:xfrm>
          <a:prstGeom prst="rect">
            <a:avLst/>
          </a:prstGeom>
          <a:noFill/>
        </p:spPr>
        <p:txBody>
          <a:bodyPr wrap="square">
            <a:spAutoFit/>
          </a:bodyPr>
          <a:lstStyle/>
          <a:p>
            <a:pPr algn="ctr"/>
            <a:r>
              <a:rPr lang="en-MX" sz="700">
                <a:solidFill>
                  <a:schemeClr val="bg1"/>
                </a:solidFill>
                <a:latin typeface="0xProto Nerd Font" panose="02000009000000000000" pitchFamily="49" charset="0"/>
              </a:rPr>
              <a:t>Sliding window effect</a:t>
            </a:r>
          </a:p>
          <a:p>
            <a:pPr marL="342900" indent="-342900">
              <a:buFont typeface="+mj-lt"/>
              <a:buAutoNum type="arabicPeriod"/>
            </a:pPr>
            <a:endParaRPr lang="en-MX" sz="300">
              <a:solidFill>
                <a:schemeClr val="bg1"/>
              </a:solidFill>
              <a:latin typeface="0xProto Nerd Font" panose="02000009000000000000" pitchFamily="49" charset="0"/>
            </a:endParaRPr>
          </a:p>
        </p:txBody>
      </p:sp>
      <p:grpSp>
        <p:nvGrpSpPr>
          <p:cNvPr id="43" name="Group 42">
            <a:extLst>
              <a:ext uri="{FF2B5EF4-FFF2-40B4-BE49-F238E27FC236}">
                <a16:creationId xmlns:a16="http://schemas.microsoft.com/office/drawing/2014/main" id="{682209F3-39D0-6E26-27FA-F6F435ED6797}"/>
              </a:ext>
            </a:extLst>
          </p:cNvPr>
          <p:cNvGrpSpPr/>
          <p:nvPr/>
        </p:nvGrpSpPr>
        <p:grpSpPr>
          <a:xfrm>
            <a:off x="7671298" y="2954187"/>
            <a:ext cx="694629" cy="674803"/>
            <a:chOff x="7671298" y="2952790"/>
            <a:chExt cx="694629" cy="674803"/>
          </a:xfrm>
        </p:grpSpPr>
        <p:sp>
          <p:nvSpPr>
            <p:cNvPr id="33" name="TextBox 32">
              <a:extLst>
                <a:ext uri="{FF2B5EF4-FFF2-40B4-BE49-F238E27FC236}">
                  <a16:creationId xmlns:a16="http://schemas.microsoft.com/office/drawing/2014/main" id="{DEF4B574-C885-34AF-C54A-E41287165512}"/>
                </a:ext>
              </a:extLst>
            </p:cNvPr>
            <p:cNvSpPr txBox="1"/>
            <p:nvPr/>
          </p:nvSpPr>
          <p:spPr>
            <a:xfrm>
              <a:off x="7671298" y="3319816"/>
              <a:ext cx="694629" cy="307777"/>
            </a:xfrm>
            <a:prstGeom prst="rect">
              <a:avLst/>
            </a:prstGeom>
            <a:noFill/>
          </p:spPr>
          <p:txBody>
            <a:bodyPr wrap="square">
              <a:spAutoFit/>
            </a:bodyPr>
            <a:lstStyle/>
            <a:p>
              <a:pPr algn="ctr"/>
              <a:r>
                <a:rPr lang="en-MX" sz="700">
                  <a:solidFill>
                    <a:srgbClr val="00B050"/>
                  </a:solidFill>
                  <a:latin typeface="0xProto Nerd Font" panose="02000009000000000000" pitchFamily="49" charset="0"/>
                </a:rPr>
                <a:t>replenish event</a:t>
              </a:r>
            </a:p>
          </p:txBody>
        </p:sp>
        <p:cxnSp>
          <p:nvCxnSpPr>
            <p:cNvPr id="35" name="Straight Arrow Connector 34">
              <a:extLst>
                <a:ext uri="{FF2B5EF4-FFF2-40B4-BE49-F238E27FC236}">
                  <a16:creationId xmlns:a16="http://schemas.microsoft.com/office/drawing/2014/main" id="{2AD8D169-D268-A32E-C5F6-944BCD4B268F}"/>
                </a:ext>
              </a:extLst>
            </p:cNvPr>
            <p:cNvCxnSpPr/>
            <p:nvPr/>
          </p:nvCxnSpPr>
          <p:spPr>
            <a:xfrm flipV="1">
              <a:off x="8013831" y="2952790"/>
              <a:ext cx="0" cy="319308"/>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51E287BA-9167-9AE3-20AC-D097C772EC1F}"/>
              </a:ext>
            </a:extLst>
          </p:cNvPr>
          <p:cNvGrpSpPr/>
          <p:nvPr/>
        </p:nvGrpSpPr>
        <p:grpSpPr>
          <a:xfrm>
            <a:off x="8886515" y="2954187"/>
            <a:ext cx="694629" cy="674803"/>
            <a:chOff x="8907048" y="2950503"/>
            <a:chExt cx="694629" cy="674803"/>
          </a:xfrm>
        </p:grpSpPr>
        <p:sp>
          <p:nvSpPr>
            <p:cNvPr id="36" name="TextBox 35">
              <a:extLst>
                <a:ext uri="{FF2B5EF4-FFF2-40B4-BE49-F238E27FC236}">
                  <a16:creationId xmlns:a16="http://schemas.microsoft.com/office/drawing/2014/main" id="{6B5C83E5-2CEC-B366-93A4-9380F26CDD68}"/>
                </a:ext>
              </a:extLst>
            </p:cNvPr>
            <p:cNvSpPr txBox="1"/>
            <p:nvPr/>
          </p:nvSpPr>
          <p:spPr>
            <a:xfrm>
              <a:off x="8907048" y="3317529"/>
              <a:ext cx="694629" cy="307777"/>
            </a:xfrm>
            <a:prstGeom prst="rect">
              <a:avLst/>
            </a:prstGeom>
            <a:noFill/>
          </p:spPr>
          <p:txBody>
            <a:bodyPr wrap="square">
              <a:spAutoFit/>
            </a:bodyPr>
            <a:lstStyle/>
            <a:p>
              <a:pPr algn="ctr"/>
              <a:r>
                <a:rPr lang="en-MX" sz="700">
                  <a:solidFill>
                    <a:srgbClr val="00B050"/>
                  </a:solidFill>
                  <a:latin typeface="0xProto Nerd Font" panose="02000009000000000000" pitchFamily="49" charset="0"/>
                </a:rPr>
                <a:t>replenish event</a:t>
              </a:r>
            </a:p>
          </p:txBody>
        </p:sp>
        <p:cxnSp>
          <p:nvCxnSpPr>
            <p:cNvPr id="37" name="Straight Arrow Connector 36">
              <a:extLst>
                <a:ext uri="{FF2B5EF4-FFF2-40B4-BE49-F238E27FC236}">
                  <a16:creationId xmlns:a16="http://schemas.microsoft.com/office/drawing/2014/main" id="{C3D11FB3-9AFC-0E82-72D8-43F3EF411D00}"/>
                </a:ext>
              </a:extLst>
            </p:cNvPr>
            <p:cNvCxnSpPr/>
            <p:nvPr/>
          </p:nvCxnSpPr>
          <p:spPr>
            <a:xfrm flipV="1">
              <a:off x="9249581" y="2950503"/>
              <a:ext cx="0" cy="319308"/>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F86542EF-D2FB-51CE-294B-EA7EF9CD3F19}"/>
              </a:ext>
            </a:extLst>
          </p:cNvPr>
          <p:cNvGrpSpPr/>
          <p:nvPr/>
        </p:nvGrpSpPr>
        <p:grpSpPr>
          <a:xfrm>
            <a:off x="10101733" y="2954187"/>
            <a:ext cx="694629" cy="674803"/>
            <a:chOff x="10101733" y="2957870"/>
            <a:chExt cx="694629" cy="674803"/>
          </a:xfrm>
        </p:grpSpPr>
        <p:sp>
          <p:nvSpPr>
            <p:cNvPr id="38" name="TextBox 37">
              <a:extLst>
                <a:ext uri="{FF2B5EF4-FFF2-40B4-BE49-F238E27FC236}">
                  <a16:creationId xmlns:a16="http://schemas.microsoft.com/office/drawing/2014/main" id="{A7AC9C2B-C507-AA08-5C13-6D38FC4D3047}"/>
                </a:ext>
              </a:extLst>
            </p:cNvPr>
            <p:cNvSpPr txBox="1"/>
            <p:nvPr/>
          </p:nvSpPr>
          <p:spPr>
            <a:xfrm>
              <a:off x="10101733" y="3324896"/>
              <a:ext cx="694629" cy="307777"/>
            </a:xfrm>
            <a:prstGeom prst="rect">
              <a:avLst/>
            </a:prstGeom>
            <a:noFill/>
          </p:spPr>
          <p:txBody>
            <a:bodyPr wrap="square">
              <a:spAutoFit/>
            </a:bodyPr>
            <a:lstStyle/>
            <a:p>
              <a:pPr algn="ctr"/>
              <a:r>
                <a:rPr lang="en-MX" sz="700">
                  <a:solidFill>
                    <a:srgbClr val="00B050"/>
                  </a:solidFill>
                  <a:latin typeface="0xProto Nerd Font" panose="02000009000000000000" pitchFamily="49" charset="0"/>
                </a:rPr>
                <a:t>replenish event</a:t>
              </a:r>
            </a:p>
          </p:txBody>
        </p:sp>
        <p:cxnSp>
          <p:nvCxnSpPr>
            <p:cNvPr id="39" name="Straight Arrow Connector 38">
              <a:extLst>
                <a:ext uri="{FF2B5EF4-FFF2-40B4-BE49-F238E27FC236}">
                  <a16:creationId xmlns:a16="http://schemas.microsoft.com/office/drawing/2014/main" id="{C58A66DA-83CD-1456-19F4-5B896AA591A3}"/>
                </a:ext>
              </a:extLst>
            </p:cNvPr>
            <p:cNvCxnSpPr/>
            <p:nvPr/>
          </p:nvCxnSpPr>
          <p:spPr>
            <a:xfrm flipV="1">
              <a:off x="10444266" y="2957870"/>
              <a:ext cx="0" cy="319308"/>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A5881A22-163E-D1AF-DEE5-B8802BAC10A2}"/>
              </a:ext>
            </a:extLst>
          </p:cNvPr>
          <p:cNvSpPr txBox="1"/>
          <p:nvPr/>
        </p:nvSpPr>
        <p:spPr>
          <a:xfrm>
            <a:off x="7233299" y="4011224"/>
            <a:ext cx="4613262" cy="707886"/>
          </a:xfrm>
          <a:prstGeom prst="rect">
            <a:avLst/>
          </a:prstGeom>
          <a:noFill/>
        </p:spPr>
        <p:txBody>
          <a:bodyPr wrap="square">
            <a:spAutoFit/>
          </a:bodyPr>
          <a:lstStyle/>
          <a:p>
            <a:r>
              <a:rPr lang="en-MX" sz="800">
                <a:solidFill>
                  <a:schemeClr val="bg1"/>
                </a:solidFill>
                <a:latin typeface="0xProto Nerd Font" panose="02000009000000000000" pitchFamily="49" charset="0"/>
              </a:rPr>
              <a:t>The replenish events will guarantee that the available bandwidth is updated over time. The described problem can only be dealt with, it can’t be solved due to a hard limit in traffic to the data providers. </a:t>
            </a:r>
          </a:p>
          <a:p>
            <a:endParaRPr lang="en-MX" sz="800">
              <a:solidFill>
                <a:schemeClr val="bg1"/>
              </a:solidFill>
              <a:latin typeface="0xProto Nerd Font" panose="02000009000000000000" pitchFamily="49" charset="0"/>
            </a:endParaRPr>
          </a:p>
          <a:p>
            <a:r>
              <a:rPr lang="en-MX" sz="800">
                <a:solidFill>
                  <a:schemeClr val="bg1"/>
                </a:solidFill>
                <a:latin typeface="0xProto Nerd Font" panose="02000009000000000000" pitchFamily="49" charset="0"/>
              </a:rPr>
              <a:t>It is in Discover’s interest to never abuse the data providers</a:t>
            </a:r>
          </a:p>
        </p:txBody>
      </p:sp>
    </p:spTree>
    <p:extLst>
      <p:ext uri="{BB962C8B-B14F-4D97-AF65-F5344CB8AC3E}">
        <p14:creationId xmlns:p14="http://schemas.microsoft.com/office/powerpoint/2010/main" val="23204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fill="hold" grpId="0" nodeType="clickEffect">
                                  <p:stCondLst>
                                    <p:cond delay="0"/>
                                  </p:stCondLst>
                                  <p:childTnLst>
                                    <p:animMotion origin="layout" path="M 4.375E-6 -2.96296E-6 L 0.24648 -2.96296E-6 " pathEditMode="relative" rAng="0" ptsTypes="AA">
                                      <p:cBhvr>
                                        <p:cTn id="6" dur="3000" fill="hold"/>
                                        <p:tgtEl>
                                          <p:spTgt spid="30"/>
                                        </p:tgtEl>
                                        <p:attrNameLst>
                                          <p:attrName>ppt_x</p:attrName>
                                          <p:attrName>ppt_y</p:attrName>
                                        </p:attrNameLst>
                                      </p:cBhvr>
                                      <p:rCtr x="12318" y="0"/>
                                    </p:animMotion>
                                  </p:childTnLst>
                                </p:cTn>
                              </p:par>
                              <p:par>
                                <p:cTn id="7" presetID="10" presetClass="entr" presetSubtype="0" fill="hold" nodeType="withEffect">
                                  <p:stCondLst>
                                    <p:cond delay="300"/>
                                  </p:stCondLst>
                                  <p:childTnLst>
                                    <p:set>
                                      <p:cBhvr>
                                        <p:cTn id="8" dur="1" fill="hold">
                                          <p:stCondLst>
                                            <p:cond delay="0"/>
                                          </p:stCondLst>
                                        </p:cTn>
                                        <p:tgtEl>
                                          <p:spTgt spid="43"/>
                                        </p:tgtEl>
                                        <p:attrNameLst>
                                          <p:attrName>style.visibility</p:attrName>
                                        </p:attrNameLst>
                                      </p:cBhvr>
                                      <p:to>
                                        <p:strVal val="visible"/>
                                      </p:to>
                                    </p:set>
                                    <p:animEffect transition="in" filter="fade">
                                      <p:cBhvr>
                                        <p:cTn id="9" dur="500"/>
                                        <p:tgtEl>
                                          <p:spTgt spid="43"/>
                                        </p:tgtEl>
                                      </p:cBhvr>
                                    </p:animEffect>
                                  </p:childTnLst>
                                </p:cTn>
                              </p:par>
                              <p:par>
                                <p:cTn id="10" presetID="10" presetClass="entr" presetSubtype="0" fill="hold" nodeType="withEffect">
                                  <p:stCondLst>
                                    <p:cond delay="130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par>
                                <p:cTn id="13" presetID="10" presetClass="entr" presetSubtype="0" fill="hold" nodeType="withEffect">
                                  <p:stCondLst>
                                    <p:cond delay="250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B8A9-DF2B-F146-BE06-A4DFC08E95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E8058C-3145-53A3-659B-50A7D1F3079E}"/>
              </a:ext>
            </a:extLst>
          </p:cNvPr>
          <p:cNvSpPr txBox="1"/>
          <p:nvPr/>
        </p:nvSpPr>
        <p:spPr>
          <a:xfrm>
            <a:off x="3047478" y="3059668"/>
            <a:ext cx="6097044" cy="923330"/>
          </a:xfrm>
          <a:prstGeom prst="rect">
            <a:avLst/>
          </a:prstGeom>
          <a:noFill/>
        </p:spPr>
        <p:txBody>
          <a:bodyPr wrap="square">
            <a:spAutoFit/>
          </a:bodyPr>
          <a:lstStyle/>
          <a:p>
            <a:pPr algn="ctr"/>
            <a:r>
              <a:rPr lang="en-MX" sz="5400">
                <a:solidFill>
                  <a:schemeClr val="bg1"/>
                </a:solidFill>
              </a:rPr>
              <a:t>Q &amp; A</a:t>
            </a:r>
          </a:p>
        </p:txBody>
      </p:sp>
    </p:spTree>
    <p:extLst>
      <p:ext uri="{BB962C8B-B14F-4D97-AF65-F5344CB8AC3E}">
        <p14:creationId xmlns:p14="http://schemas.microsoft.com/office/powerpoint/2010/main" val="18124857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1</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Eduardo Portal Geroy</dc:creator>
  <cp:revision>1</cp:revision>
  <dcterms:created xsi:type="dcterms:W3CDTF">2025-01-24T15:37:25Z</dcterms:created>
  <dcterms:modified xsi:type="dcterms:W3CDTF">2025-02-13T17:21:54Z</dcterms:modified>
</cp:coreProperties>
</file>