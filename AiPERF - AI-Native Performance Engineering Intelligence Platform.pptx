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95" r:id="rId3"/>
    <p:sldId id="394" r:id="rId4"/>
    <p:sldId id="396" r:id="rId5"/>
    <p:sldId id="397" r:id="rId6"/>
    <p:sldId id="257" r:id="rId7"/>
    <p:sldId id="258" r:id="rId8"/>
    <p:sldId id="391" r:id="rId9"/>
    <p:sldId id="393" r:id="rId10"/>
    <p:sldId id="262" r:id="rId11"/>
    <p:sldId id="39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2166" y="8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586A50-5092-47CE-B63E-964695E37152}" type="doc">
      <dgm:prSet loTypeId="urn:microsoft.com/office/officeart/2008/layout/NameandTitleOrganizationalChart" loCatId="hierarchy" qsTypeId="urn:microsoft.com/office/officeart/2005/8/quickstyle/simple2" qsCatId="simple" csTypeId="urn:microsoft.com/office/officeart/2005/8/colors/accent1_2" csCatId="accent1" phldr="1"/>
      <dgm:spPr/>
      <dgm:t>
        <a:bodyPr/>
        <a:lstStyle/>
        <a:p>
          <a:endParaRPr lang="en-US"/>
        </a:p>
      </dgm:t>
    </dgm:pt>
    <dgm:pt modelId="{DD22056B-B50D-4ABA-A78C-C57DBB1912E3}">
      <dgm:prSet phldrT="[Text]" phldr="0"/>
      <dgm:spPr/>
      <dgm:t>
        <a:bodyPr/>
        <a:lstStyle/>
        <a:p>
          <a:r>
            <a:rPr lang="en-US" dirty="0"/>
            <a:t>1</a:t>
          </a:r>
        </a:p>
      </dgm:t>
    </dgm:pt>
    <dgm:pt modelId="{24D2F3A6-5F51-4761-9698-C22490CCF09D}" type="parTrans" cxnId="{D783B1B8-7996-4BDE-8C38-848CA7DEC108}">
      <dgm:prSet/>
      <dgm:spPr/>
      <dgm:t>
        <a:bodyPr/>
        <a:lstStyle/>
        <a:p>
          <a:endParaRPr lang="en-US"/>
        </a:p>
      </dgm:t>
    </dgm:pt>
    <dgm:pt modelId="{F30EDBD9-D8BC-4A39-8E6C-AC756487EC9F}" type="sibTrans" cxnId="{D783B1B8-7996-4BDE-8C38-848CA7DEC108}">
      <dgm:prSet/>
      <dgm:spPr/>
      <dgm:t>
        <a:bodyPr/>
        <a:lstStyle/>
        <a:p>
          <a:endParaRPr lang="en-US"/>
        </a:p>
      </dgm:t>
    </dgm:pt>
    <dgm:pt modelId="{3A7006D3-A037-4023-8CCB-F6BFB46BCCA1}">
      <dgm:prSet phldrT="[Text]" phldr="0"/>
      <dgm:spPr/>
      <dgm:t>
        <a:bodyPr/>
        <a:lstStyle/>
        <a:p>
          <a:r>
            <a:rPr lang="en-US" dirty="0"/>
            <a:t>2</a:t>
          </a:r>
        </a:p>
      </dgm:t>
    </dgm:pt>
    <dgm:pt modelId="{8F3B04EE-49D7-409D-9221-5408B2CDAF08}" type="parTrans" cxnId="{41EDBDAB-74E9-4823-85DF-1EBA35407702}">
      <dgm:prSet/>
      <dgm:spPr/>
      <dgm:t>
        <a:bodyPr/>
        <a:lstStyle/>
        <a:p>
          <a:endParaRPr lang="en-US"/>
        </a:p>
      </dgm:t>
    </dgm:pt>
    <dgm:pt modelId="{21C63641-823E-4C3E-84E5-1ADE105F7D44}" type="sibTrans" cxnId="{41EDBDAB-74E9-4823-85DF-1EBA35407702}">
      <dgm:prSet/>
      <dgm:spPr/>
      <dgm:t>
        <a:bodyPr/>
        <a:lstStyle/>
        <a:p>
          <a:endParaRPr lang="en-US"/>
        </a:p>
      </dgm:t>
    </dgm:pt>
    <dgm:pt modelId="{3D0B6766-4B2D-46B7-8CD0-E0B2F46FD66E}">
      <dgm:prSet phldrT="[Text]" phldr="0"/>
      <dgm:spPr/>
      <dgm:t>
        <a:bodyPr/>
        <a:lstStyle/>
        <a:p>
          <a:r>
            <a:rPr lang="en-US" dirty="0"/>
            <a:t>3</a:t>
          </a:r>
        </a:p>
      </dgm:t>
    </dgm:pt>
    <dgm:pt modelId="{549A1BC5-5CF3-4E45-8437-DCABF2BB54A1}" type="parTrans" cxnId="{70C3F899-BA73-4E04-A568-25CDED826E5D}">
      <dgm:prSet/>
      <dgm:spPr/>
      <dgm:t>
        <a:bodyPr/>
        <a:lstStyle/>
        <a:p>
          <a:endParaRPr lang="en-US"/>
        </a:p>
      </dgm:t>
    </dgm:pt>
    <dgm:pt modelId="{F632946B-D2F8-422D-B8A4-8653CE86AD75}" type="sibTrans" cxnId="{70C3F899-BA73-4E04-A568-25CDED826E5D}">
      <dgm:prSet/>
      <dgm:spPr/>
      <dgm:t>
        <a:bodyPr/>
        <a:lstStyle/>
        <a:p>
          <a:endParaRPr lang="en-US"/>
        </a:p>
      </dgm:t>
    </dgm:pt>
    <dgm:pt modelId="{E00F26C1-5056-4FC2-A8D3-B63A270CBA1D}">
      <dgm:prSet phldrT="[Text]" phldr="0"/>
      <dgm:spPr/>
      <dgm:t>
        <a:bodyPr/>
        <a:lstStyle/>
        <a:p>
          <a:r>
            <a:rPr lang="en-US" dirty="0"/>
            <a:t>4</a:t>
          </a:r>
        </a:p>
      </dgm:t>
    </dgm:pt>
    <dgm:pt modelId="{3F085065-CB5E-4AD8-84C1-6318FD474EC0}" type="parTrans" cxnId="{46BB02D7-C3A8-40EF-A84A-39F4D28E5026}">
      <dgm:prSet/>
      <dgm:spPr/>
      <dgm:t>
        <a:bodyPr/>
        <a:lstStyle/>
        <a:p>
          <a:endParaRPr lang="en-US"/>
        </a:p>
      </dgm:t>
    </dgm:pt>
    <dgm:pt modelId="{C49E8D3B-D814-4074-BF07-BE629917DC68}" type="sibTrans" cxnId="{46BB02D7-C3A8-40EF-A84A-39F4D28E5026}">
      <dgm:prSet/>
      <dgm:spPr/>
      <dgm:t>
        <a:bodyPr/>
        <a:lstStyle/>
        <a:p>
          <a:endParaRPr lang="en-US"/>
        </a:p>
      </dgm:t>
    </dgm:pt>
    <dgm:pt modelId="{7A59C60D-581E-4A41-BB50-5248BF587EC1}">
      <dgm:prSet phldrT="[Text]" phldr="0"/>
      <dgm:spPr/>
      <dgm:t>
        <a:bodyPr/>
        <a:lstStyle/>
        <a:p>
          <a:r>
            <a:rPr lang="en-US" dirty="0"/>
            <a:t>5</a:t>
          </a:r>
        </a:p>
      </dgm:t>
    </dgm:pt>
    <dgm:pt modelId="{5A698688-9CDC-4433-B533-7E4AF71B098B}" type="parTrans" cxnId="{2B4798C4-706B-4781-A603-3B14200404ED}">
      <dgm:prSet/>
      <dgm:spPr/>
      <dgm:t>
        <a:bodyPr/>
        <a:lstStyle/>
        <a:p>
          <a:endParaRPr lang="en-US"/>
        </a:p>
      </dgm:t>
    </dgm:pt>
    <dgm:pt modelId="{80BAEF2D-FE66-48DA-AB68-2A2E5F95924C}" type="sibTrans" cxnId="{2B4798C4-706B-4781-A603-3B14200404ED}">
      <dgm:prSet/>
      <dgm:spPr/>
      <dgm:t>
        <a:bodyPr/>
        <a:lstStyle/>
        <a:p>
          <a:endParaRPr lang="en-US"/>
        </a:p>
      </dgm:t>
    </dgm:pt>
    <dgm:pt modelId="{A959CF9E-E6E4-4E47-AF87-F6411866E4E4}">
      <dgm:prSet phldrT="[Text]" phldr="0"/>
      <dgm:spPr/>
      <dgm:t>
        <a:bodyPr/>
        <a:lstStyle/>
        <a:p>
          <a:r>
            <a:rPr lang="en-US"/>
            <a:t>6</a:t>
          </a:r>
          <a:endParaRPr lang="en-US" dirty="0"/>
        </a:p>
      </dgm:t>
    </dgm:pt>
    <dgm:pt modelId="{114402A0-6386-48E8-B747-226E263D8B41}" type="parTrans" cxnId="{D3CC5B3A-F678-4154-A9B0-A60DE8B5BF14}">
      <dgm:prSet/>
      <dgm:spPr/>
      <dgm:t>
        <a:bodyPr/>
        <a:lstStyle/>
        <a:p>
          <a:endParaRPr lang="en-US"/>
        </a:p>
      </dgm:t>
    </dgm:pt>
    <dgm:pt modelId="{753C9D1A-79E0-496E-A2C8-69ED394A051B}" type="sibTrans" cxnId="{D3CC5B3A-F678-4154-A9B0-A60DE8B5BF14}">
      <dgm:prSet/>
      <dgm:spPr/>
      <dgm:t>
        <a:bodyPr/>
        <a:lstStyle/>
        <a:p>
          <a:endParaRPr lang="en-US"/>
        </a:p>
      </dgm:t>
    </dgm:pt>
    <dgm:pt modelId="{1FFA4941-4981-4FED-B4DF-27034244ED67}" type="pres">
      <dgm:prSet presAssocID="{0A586A50-5092-47CE-B63E-964695E37152}" presName="hierChild1" presStyleCnt="0">
        <dgm:presLayoutVars>
          <dgm:orgChart val="1"/>
          <dgm:chPref val="1"/>
          <dgm:dir/>
          <dgm:animOne val="branch"/>
          <dgm:animLvl val="lvl"/>
          <dgm:resizeHandles/>
        </dgm:presLayoutVars>
      </dgm:prSet>
      <dgm:spPr/>
    </dgm:pt>
    <dgm:pt modelId="{6CF5DF4E-7D0D-4908-AC2F-E166B8B5224D}" type="pres">
      <dgm:prSet presAssocID="{DD22056B-B50D-4ABA-A78C-C57DBB1912E3}" presName="hierRoot1" presStyleCnt="0">
        <dgm:presLayoutVars>
          <dgm:hierBranch val="init"/>
        </dgm:presLayoutVars>
      </dgm:prSet>
      <dgm:spPr/>
    </dgm:pt>
    <dgm:pt modelId="{5F7C0D76-EBA0-4582-941A-BB9EF008BFBB}" type="pres">
      <dgm:prSet presAssocID="{DD22056B-B50D-4ABA-A78C-C57DBB1912E3}" presName="rootComposite1" presStyleCnt="0"/>
      <dgm:spPr/>
    </dgm:pt>
    <dgm:pt modelId="{AE4ED466-FAEE-463C-B3FB-13A6EFB0E5B0}" type="pres">
      <dgm:prSet presAssocID="{DD22056B-B50D-4ABA-A78C-C57DBB1912E3}" presName="rootText1" presStyleLbl="node0" presStyleIdx="0" presStyleCnt="1">
        <dgm:presLayoutVars>
          <dgm:chMax/>
          <dgm:chPref val="3"/>
        </dgm:presLayoutVars>
      </dgm:prSet>
      <dgm:spPr/>
    </dgm:pt>
    <dgm:pt modelId="{2AEA9867-359E-4A13-AF8E-9932E6266CB8}" type="pres">
      <dgm:prSet presAssocID="{DD22056B-B50D-4ABA-A78C-C57DBB1912E3}" presName="titleText1" presStyleLbl="fgAcc0" presStyleIdx="0" presStyleCnt="1">
        <dgm:presLayoutVars>
          <dgm:chMax val="0"/>
          <dgm:chPref val="0"/>
        </dgm:presLayoutVars>
      </dgm:prSet>
      <dgm:spPr/>
    </dgm:pt>
    <dgm:pt modelId="{DBD40A58-1CBF-4C1D-BBD5-708205DA0B41}" type="pres">
      <dgm:prSet presAssocID="{DD22056B-B50D-4ABA-A78C-C57DBB1912E3}" presName="rootConnector1" presStyleLbl="node1" presStyleIdx="0" presStyleCnt="5"/>
      <dgm:spPr/>
    </dgm:pt>
    <dgm:pt modelId="{142BEB2F-044D-4130-BD93-052A99168E6E}" type="pres">
      <dgm:prSet presAssocID="{DD22056B-B50D-4ABA-A78C-C57DBB1912E3}" presName="hierChild2" presStyleCnt="0"/>
      <dgm:spPr/>
    </dgm:pt>
    <dgm:pt modelId="{F22A2116-EDF4-4805-8AD2-63182276C3BD}" type="pres">
      <dgm:prSet presAssocID="{8F3B04EE-49D7-409D-9221-5408B2CDAF08}" presName="Name37" presStyleLbl="parChTrans1D2" presStyleIdx="0" presStyleCnt="1"/>
      <dgm:spPr/>
    </dgm:pt>
    <dgm:pt modelId="{9B40D0D6-D83C-42D7-9C8C-741410C2B81D}" type="pres">
      <dgm:prSet presAssocID="{3A7006D3-A037-4023-8CCB-F6BFB46BCCA1}" presName="hierRoot2" presStyleCnt="0">
        <dgm:presLayoutVars>
          <dgm:hierBranch val="init"/>
        </dgm:presLayoutVars>
      </dgm:prSet>
      <dgm:spPr/>
    </dgm:pt>
    <dgm:pt modelId="{51158CC5-CD87-45D5-8903-5458952D6838}" type="pres">
      <dgm:prSet presAssocID="{3A7006D3-A037-4023-8CCB-F6BFB46BCCA1}" presName="rootComposite" presStyleCnt="0"/>
      <dgm:spPr/>
    </dgm:pt>
    <dgm:pt modelId="{7C0B3A61-67AC-4B3C-9135-95D73D6CFA91}" type="pres">
      <dgm:prSet presAssocID="{3A7006D3-A037-4023-8CCB-F6BFB46BCCA1}" presName="rootText" presStyleLbl="node1" presStyleIdx="0" presStyleCnt="5">
        <dgm:presLayoutVars>
          <dgm:chMax/>
          <dgm:chPref val="3"/>
        </dgm:presLayoutVars>
      </dgm:prSet>
      <dgm:spPr/>
    </dgm:pt>
    <dgm:pt modelId="{A8919896-AA07-4447-9382-90CA069A16D8}" type="pres">
      <dgm:prSet presAssocID="{3A7006D3-A037-4023-8CCB-F6BFB46BCCA1}" presName="titleText2" presStyleLbl="fgAcc1" presStyleIdx="0" presStyleCnt="5">
        <dgm:presLayoutVars>
          <dgm:chMax val="0"/>
          <dgm:chPref val="0"/>
        </dgm:presLayoutVars>
      </dgm:prSet>
      <dgm:spPr/>
    </dgm:pt>
    <dgm:pt modelId="{23141568-DA51-4E43-8D33-9A319A4D4516}" type="pres">
      <dgm:prSet presAssocID="{3A7006D3-A037-4023-8CCB-F6BFB46BCCA1}" presName="rootConnector" presStyleLbl="node2" presStyleIdx="0" presStyleCnt="0"/>
      <dgm:spPr/>
    </dgm:pt>
    <dgm:pt modelId="{9C698620-E363-402B-AC81-87A43AE9D523}" type="pres">
      <dgm:prSet presAssocID="{3A7006D3-A037-4023-8CCB-F6BFB46BCCA1}" presName="hierChild4" presStyleCnt="0"/>
      <dgm:spPr/>
    </dgm:pt>
    <dgm:pt modelId="{3B140390-2947-426B-A6DC-79A02FA89F21}" type="pres">
      <dgm:prSet presAssocID="{549A1BC5-5CF3-4E45-8437-DCABF2BB54A1}" presName="Name37" presStyleLbl="parChTrans1D3" presStyleIdx="0" presStyleCnt="4"/>
      <dgm:spPr/>
    </dgm:pt>
    <dgm:pt modelId="{86C93A48-2754-449A-917E-040054876DA0}" type="pres">
      <dgm:prSet presAssocID="{3D0B6766-4B2D-46B7-8CD0-E0B2F46FD66E}" presName="hierRoot2" presStyleCnt="0">
        <dgm:presLayoutVars>
          <dgm:hierBranch val="init"/>
        </dgm:presLayoutVars>
      </dgm:prSet>
      <dgm:spPr/>
    </dgm:pt>
    <dgm:pt modelId="{556D1444-F7C7-4CE3-A459-13D86AB53A79}" type="pres">
      <dgm:prSet presAssocID="{3D0B6766-4B2D-46B7-8CD0-E0B2F46FD66E}" presName="rootComposite" presStyleCnt="0"/>
      <dgm:spPr/>
    </dgm:pt>
    <dgm:pt modelId="{E84189FD-908D-4BEE-8A77-39DF1190C679}" type="pres">
      <dgm:prSet presAssocID="{3D0B6766-4B2D-46B7-8CD0-E0B2F46FD66E}" presName="rootText" presStyleLbl="node1" presStyleIdx="1" presStyleCnt="5">
        <dgm:presLayoutVars>
          <dgm:chMax/>
          <dgm:chPref val="3"/>
        </dgm:presLayoutVars>
      </dgm:prSet>
      <dgm:spPr/>
    </dgm:pt>
    <dgm:pt modelId="{F8F55598-E7FB-45E6-A612-4CA99C3DF629}" type="pres">
      <dgm:prSet presAssocID="{3D0B6766-4B2D-46B7-8CD0-E0B2F46FD66E}" presName="titleText2" presStyleLbl="fgAcc1" presStyleIdx="1" presStyleCnt="5">
        <dgm:presLayoutVars>
          <dgm:chMax val="0"/>
          <dgm:chPref val="0"/>
        </dgm:presLayoutVars>
      </dgm:prSet>
      <dgm:spPr/>
    </dgm:pt>
    <dgm:pt modelId="{C9021938-05F6-4475-8B6F-3AAAD69F16BE}" type="pres">
      <dgm:prSet presAssocID="{3D0B6766-4B2D-46B7-8CD0-E0B2F46FD66E}" presName="rootConnector" presStyleLbl="node3" presStyleIdx="0" presStyleCnt="0"/>
      <dgm:spPr/>
    </dgm:pt>
    <dgm:pt modelId="{560F7FFC-F3C3-45A0-931A-588F37614DAD}" type="pres">
      <dgm:prSet presAssocID="{3D0B6766-4B2D-46B7-8CD0-E0B2F46FD66E}" presName="hierChild4" presStyleCnt="0"/>
      <dgm:spPr/>
    </dgm:pt>
    <dgm:pt modelId="{D48A3C81-6FD5-4950-850D-3D606DBE2DBE}" type="pres">
      <dgm:prSet presAssocID="{3D0B6766-4B2D-46B7-8CD0-E0B2F46FD66E}" presName="hierChild5" presStyleCnt="0"/>
      <dgm:spPr/>
    </dgm:pt>
    <dgm:pt modelId="{3BD1DF4D-E90D-4179-954A-0E231F056256}" type="pres">
      <dgm:prSet presAssocID="{3F085065-CB5E-4AD8-84C1-6318FD474EC0}" presName="Name37" presStyleLbl="parChTrans1D3" presStyleIdx="1" presStyleCnt="4"/>
      <dgm:spPr/>
    </dgm:pt>
    <dgm:pt modelId="{3F2B42FA-C81D-437F-B399-C3918CA91D6B}" type="pres">
      <dgm:prSet presAssocID="{E00F26C1-5056-4FC2-A8D3-B63A270CBA1D}" presName="hierRoot2" presStyleCnt="0">
        <dgm:presLayoutVars>
          <dgm:hierBranch val="init"/>
        </dgm:presLayoutVars>
      </dgm:prSet>
      <dgm:spPr/>
    </dgm:pt>
    <dgm:pt modelId="{AF10669A-93DE-409E-8C85-2D11487E5100}" type="pres">
      <dgm:prSet presAssocID="{E00F26C1-5056-4FC2-A8D3-B63A270CBA1D}" presName="rootComposite" presStyleCnt="0"/>
      <dgm:spPr/>
    </dgm:pt>
    <dgm:pt modelId="{0CA3A615-8E9B-4BA9-B2A2-4EFB48CD32D0}" type="pres">
      <dgm:prSet presAssocID="{E00F26C1-5056-4FC2-A8D3-B63A270CBA1D}" presName="rootText" presStyleLbl="node1" presStyleIdx="2" presStyleCnt="5">
        <dgm:presLayoutVars>
          <dgm:chMax/>
          <dgm:chPref val="3"/>
        </dgm:presLayoutVars>
      </dgm:prSet>
      <dgm:spPr/>
    </dgm:pt>
    <dgm:pt modelId="{C21D8800-795E-4047-9088-B3E6EDAB8CE4}" type="pres">
      <dgm:prSet presAssocID="{E00F26C1-5056-4FC2-A8D3-B63A270CBA1D}" presName="titleText2" presStyleLbl="fgAcc1" presStyleIdx="2" presStyleCnt="5">
        <dgm:presLayoutVars>
          <dgm:chMax val="0"/>
          <dgm:chPref val="0"/>
        </dgm:presLayoutVars>
      </dgm:prSet>
      <dgm:spPr/>
    </dgm:pt>
    <dgm:pt modelId="{6E28AE53-CD16-4141-9B4C-1651EC0E6DD1}" type="pres">
      <dgm:prSet presAssocID="{E00F26C1-5056-4FC2-A8D3-B63A270CBA1D}" presName="rootConnector" presStyleLbl="node3" presStyleIdx="0" presStyleCnt="0"/>
      <dgm:spPr/>
    </dgm:pt>
    <dgm:pt modelId="{D4D73967-9CC1-4930-A7B4-41C8148EE6DF}" type="pres">
      <dgm:prSet presAssocID="{E00F26C1-5056-4FC2-A8D3-B63A270CBA1D}" presName="hierChild4" presStyleCnt="0"/>
      <dgm:spPr/>
    </dgm:pt>
    <dgm:pt modelId="{5C36A82A-1342-4879-A7B4-14A6B14E311B}" type="pres">
      <dgm:prSet presAssocID="{E00F26C1-5056-4FC2-A8D3-B63A270CBA1D}" presName="hierChild5" presStyleCnt="0"/>
      <dgm:spPr/>
    </dgm:pt>
    <dgm:pt modelId="{B66CA4F6-32F4-4B26-AC52-22CF469EBEF1}" type="pres">
      <dgm:prSet presAssocID="{5A698688-9CDC-4433-B533-7E4AF71B098B}" presName="Name37" presStyleLbl="parChTrans1D3" presStyleIdx="2" presStyleCnt="4"/>
      <dgm:spPr/>
    </dgm:pt>
    <dgm:pt modelId="{4AA98FF7-FC62-4632-855C-47CB8CF10F49}" type="pres">
      <dgm:prSet presAssocID="{7A59C60D-581E-4A41-BB50-5248BF587EC1}" presName="hierRoot2" presStyleCnt="0">
        <dgm:presLayoutVars>
          <dgm:hierBranch val="init"/>
        </dgm:presLayoutVars>
      </dgm:prSet>
      <dgm:spPr/>
    </dgm:pt>
    <dgm:pt modelId="{3F0941D2-58BC-4B89-A816-513807F05503}" type="pres">
      <dgm:prSet presAssocID="{7A59C60D-581E-4A41-BB50-5248BF587EC1}" presName="rootComposite" presStyleCnt="0"/>
      <dgm:spPr/>
    </dgm:pt>
    <dgm:pt modelId="{DAD5973D-0751-4CB5-B526-5FDFF7A00C7C}" type="pres">
      <dgm:prSet presAssocID="{7A59C60D-581E-4A41-BB50-5248BF587EC1}" presName="rootText" presStyleLbl="node1" presStyleIdx="3" presStyleCnt="5">
        <dgm:presLayoutVars>
          <dgm:chMax/>
          <dgm:chPref val="3"/>
        </dgm:presLayoutVars>
      </dgm:prSet>
      <dgm:spPr/>
    </dgm:pt>
    <dgm:pt modelId="{B419B382-BAF6-45E7-9841-41B4DF07C77C}" type="pres">
      <dgm:prSet presAssocID="{7A59C60D-581E-4A41-BB50-5248BF587EC1}" presName="titleText2" presStyleLbl="fgAcc1" presStyleIdx="3" presStyleCnt="5">
        <dgm:presLayoutVars>
          <dgm:chMax val="0"/>
          <dgm:chPref val="0"/>
        </dgm:presLayoutVars>
      </dgm:prSet>
      <dgm:spPr/>
    </dgm:pt>
    <dgm:pt modelId="{E8932A63-7502-4CA6-83A9-7FE61EC53B71}" type="pres">
      <dgm:prSet presAssocID="{7A59C60D-581E-4A41-BB50-5248BF587EC1}" presName="rootConnector" presStyleLbl="node3" presStyleIdx="0" presStyleCnt="0"/>
      <dgm:spPr/>
    </dgm:pt>
    <dgm:pt modelId="{33AACAFF-3DD0-4B72-A142-EBED761BB160}" type="pres">
      <dgm:prSet presAssocID="{7A59C60D-581E-4A41-BB50-5248BF587EC1}" presName="hierChild4" presStyleCnt="0"/>
      <dgm:spPr/>
    </dgm:pt>
    <dgm:pt modelId="{A75479E5-D0BF-499A-BB19-0E93FDFABF9C}" type="pres">
      <dgm:prSet presAssocID="{7A59C60D-581E-4A41-BB50-5248BF587EC1}" presName="hierChild5" presStyleCnt="0"/>
      <dgm:spPr/>
    </dgm:pt>
    <dgm:pt modelId="{33476A4E-C425-49E1-BD06-A8BC5C2EBBF5}" type="pres">
      <dgm:prSet presAssocID="{114402A0-6386-48E8-B747-226E263D8B41}" presName="Name37" presStyleLbl="parChTrans1D3" presStyleIdx="3" presStyleCnt="4"/>
      <dgm:spPr/>
    </dgm:pt>
    <dgm:pt modelId="{D706BDD3-16C6-496F-86E2-FE0E6977BF37}" type="pres">
      <dgm:prSet presAssocID="{A959CF9E-E6E4-4E47-AF87-F6411866E4E4}" presName="hierRoot2" presStyleCnt="0">
        <dgm:presLayoutVars>
          <dgm:hierBranch val="init"/>
        </dgm:presLayoutVars>
      </dgm:prSet>
      <dgm:spPr/>
    </dgm:pt>
    <dgm:pt modelId="{A8D2F97C-660C-4A07-BE9C-F70E5083C534}" type="pres">
      <dgm:prSet presAssocID="{A959CF9E-E6E4-4E47-AF87-F6411866E4E4}" presName="rootComposite" presStyleCnt="0"/>
      <dgm:spPr/>
    </dgm:pt>
    <dgm:pt modelId="{5C9A96B7-1656-48C0-8436-0D23E32DECF9}" type="pres">
      <dgm:prSet presAssocID="{A959CF9E-E6E4-4E47-AF87-F6411866E4E4}" presName="rootText" presStyleLbl="node1" presStyleIdx="4" presStyleCnt="5">
        <dgm:presLayoutVars>
          <dgm:chMax/>
          <dgm:chPref val="3"/>
        </dgm:presLayoutVars>
      </dgm:prSet>
      <dgm:spPr/>
    </dgm:pt>
    <dgm:pt modelId="{DDDBA26F-318B-44F1-A42F-7AA8441F376E}" type="pres">
      <dgm:prSet presAssocID="{A959CF9E-E6E4-4E47-AF87-F6411866E4E4}" presName="titleText2" presStyleLbl="fgAcc1" presStyleIdx="4" presStyleCnt="5">
        <dgm:presLayoutVars>
          <dgm:chMax val="0"/>
          <dgm:chPref val="0"/>
        </dgm:presLayoutVars>
      </dgm:prSet>
      <dgm:spPr/>
    </dgm:pt>
    <dgm:pt modelId="{EE86D335-4928-4CD7-AF2C-8C987E06331A}" type="pres">
      <dgm:prSet presAssocID="{A959CF9E-E6E4-4E47-AF87-F6411866E4E4}" presName="rootConnector" presStyleLbl="node3" presStyleIdx="0" presStyleCnt="0"/>
      <dgm:spPr/>
    </dgm:pt>
    <dgm:pt modelId="{C1B0927C-9D65-482E-9AA2-5830F14C6624}" type="pres">
      <dgm:prSet presAssocID="{A959CF9E-E6E4-4E47-AF87-F6411866E4E4}" presName="hierChild4" presStyleCnt="0"/>
      <dgm:spPr/>
    </dgm:pt>
    <dgm:pt modelId="{79460F9A-BEF6-4918-BAD0-3382C07ABD1E}" type="pres">
      <dgm:prSet presAssocID="{A959CF9E-E6E4-4E47-AF87-F6411866E4E4}" presName="hierChild5" presStyleCnt="0"/>
      <dgm:spPr/>
    </dgm:pt>
    <dgm:pt modelId="{B209E4BC-5EA7-4035-A96D-8BC8B8C49B83}" type="pres">
      <dgm:prSet presAssocID="{3A7006D3-A037-4023-8CCB-F6BFB46BCCA1}" presName="hierChild5" presStyleCnt="0"/>
      <dgm:spPr/>
    </dgm:pt>
    <dgm:pt modelId="{C6272E6B-D573-4F43-A56B-DB7F8B058C70}" type="pres">
      <dgm:prSet presAssocID="{DD22056B-B50D-4ABA-A78C-C57DBB1912E3}" presName="hierChild3" presStyleCnt="0"/>
      <dgm:spPr/>
    </dgm:pt>
  </dgm:ptLst>
  <dgm:cxnLst>
    <dgm:cxn modelId="{69F8C306-CA01-421A-A9B5-EB889F3FAF48}" type="presOf" srcId="{F632946B-D2F8-422D-B8A4-8653CE86AD75}" destId="{F8F55598-E7FB-45E6-A612-4CA99C3DF629}" srcOrd="0" destOrd="0" presId="urn:microsoft.com/office/officeart/2008/layout/NameandTitleOrganizationalChart"/>
    <dgm:cxn modelId="{90DA5322-014B-445F-BE5F-07ABE272310D}" type="presOf" srcId="{DD22056B-B50D-4ABA-A78C-C57DBB1912E3}" destId="{AE4ED466-FAEE-463C-B3FB-13A6EFB0E5B0}" srcOrd="0" destOrd="0" presId="urn:microsoft.com/office/officeart/2008/layout/NameandTitleOrganizationalChart"/>
    <dgm:cxn modelId="{940DF625-F1EE-4A32-AC69-DC7C23DAD4F8}" type="presOf" srcId="{114402A0-6386-48E8-B747-226E263D8B41}" destId="{33476A4E-C425-49E1-BD06-A8BC5C2EBBF5}" srcOrd="0" destOrd="0" presId="urn:microsoft.com/office/officeart/2008/layout/NameandTitleOrganizationalChart"/>
    <dgm:cxn modelId="{00338F35-441B-433B-827B-CECD86831415}" type="presOf" srcId="{E00F26C1-5056-4FC2-A8D3-B63A270CBA1D}" destId="{0CA3A615-8E9B-4BA9-B2A2-4EFB48CD32D0}" srcOrd="0" destOrd="0" presId="urn:microsoft.com/office/officeart/2008/layout/NameandTitleOrganizationalChart"/>
    <dgm:cxn modelId="{DA749535-BA34-4D7E-970C-FB192FDBCC6D}" type="presOf" srcId="{C49E8D3B-D814-4074-BF07-BE629917DC68}" destId="{C21D8800-795E-4047-9088-B3E6EDAB8CE4}" srcOrd="0" destOrd="0" presId="urn:microsoft.com/office/officeart/2008/layout/NameandTitleOrganizationalChart"/>
    <dgm:cxn modelId="{CC88B936-0435-4788-888C-2ABB76679973}" type="presOf" srcId="{549A1BC5-5CF3-4E45-8437-DCABF2BB54A1}" destId="{3B140390-2947-426B-A6DC-79A02FA89F21}" srcOrd="0" destOrd="0" presId="urn:microsoft.com/office/officeart/2008/layout/NameandTitleOrganizationalChart"/>
    <dgm:cxn modelId="{D3CC5B3A-F678-4154-A9B0-A60DE8B5BF14}" srcId="{3A7006D3-A037-4023-8CCB-F6BFB46BCCA1}" destId="{A959CF9E-E6E4-4E47-AF87-F6411866E4E4}" srcOrd="3" destOrd="0" parTransId="{114402A0-6386-48E8-B747-226E263D8B41}" sibTransId="{753C9D1A-79E0-496E-A2C8-69ED394A051B}"/>
    <dgm:cxn modelId="{7654923A-D615-4509-BDE4-1EA14B45F91A}" type="presOf" srcId="{0A586A50-5092-47CE-B63E-964695E37152}" destId="{1FFA4941-4981-4FED-B4DF-27034244ED67}" srcOrd="0" destOrd="0" presId="urn:microsoft.com/office/officeart/2008/layout/NameandTitleOrganizationalChart"/>
    <dgm:cxn modelId="{28B8826C-443B-4C79-9DEE-99B55F942A5C}" type="presOf" srcId="{3A7006D3-A037-4023-8CCB-F6BFB46BCCA1}" destId="{7C0B3A61-67AC-4B3C-9135-95D73D6CFA91}" srcOrd="0" destOrd="0" presId="urn:microsoft.com/office/officeart/2008/layout/NameandTitleOrganizationalChart"/>
    <dgm:cxn modelId="{E640EA4E-3A2E-44B4-8E72-09ED00661CDA}" type="presOf" srcId="{5A698688-9CDC-4433-B533-7E4AF71B098B}" destId="{B66CA4F6-32F4-4B26-AC52-22CF469EBEF1}" srcOrd="0" destOrd="0" presId="urn:microsoft.com/office/officeart/2008/layout/NameandTitleOrganizationalChart"/>
    <dgm:cxn modelId="{0F082D71-C751-4E64-8997-92D7CDE71BE4}" type="presOf" srcId="{7A59C60D-581E-4A41-BB50-5248BF587EC1}" destId="{E8932A63-7502-4CA6-83A9-7FE61EC53B71}" srcOrd="1" destOrd="0" presId="urn:microsoft.com/office/officeart/2008/layout/NameandTitleOrganizationalChart"/>
    <dgm:cxn modelId="{2E7F3E59-BB46-4B32-A2BF-C6A808DFD764}" type="presOf" srcId="{7A59C60D-581E-4A41-BB50-5248BF587EC1}" destId="{DAD5973D-0751-4CB5-B526-5FDFF7A00C7C}" srcOrd="0" destOrd="0" presId="urn:microsoft.com/office/officeart/2008/layout/NameandTitleOrganizationalChart"/>
    <dgm:cxn modelId="{10FDCC80-F9A0-41D4-9646-E9B89C614C08}" type="presOf" srcId="{E00F26C1-5056-4FC2-A8D3-B63A270CBA1D}" destId="{6E28AE53-CD16-4141-9B4C-1651EC0E6DD1}" srcOrd="1" destOrd="0" presId="urn:microsoft.com/office/officeart/2008/layout/NameandTitleOrganizationalChart"/>
    <dgm:cxn modelId="{F5004084-42FB-4800-8F36-607B0CF7A31F}" type="presOf" srcId="{A959CF9E-E6E4-4E47-AF87-F6411866E4E4}" destId="{EE86D335-4928-4CD7-AF2C-8C987E06331A}" srcOrd="1" destOrd="0" presId="urn:microsoft.com/office/officeart/2008/layout/NameandTitleOrganizationalChart"/>
    <dgm:cxn modelId="{CFF48D94-28A8-442A-9281-53DBB6B955C4}" type="presOf" srcId="{F30EDBD9-D8BC-4A39-8E6C-AC756487EC9F}" destId="{2AEA9867-359E-4A13-AF8E-9932E6266CB8}" srcOrd="0" destOrd="0" presId="urn:microsoft.com/office/officeart/2008/layout/NameandTitleOrganizationalChart"/>
    <dgm:cxn modelId="{70C3F899-BA73-4E04-A568-25CDED826E5D}" srcId="{3A7006D3-A037-4023-8CCB-F6BFB46BCCA1}" destId="{3D0B6766-4B2D-46B7-8CD0-E0B2F46FD66E}" srcOrd="0" destOrd="0" parTransId="{549A1BC5-5CF3-4E45-8437-DCABF2BB54A1}" sibTransId="{F632946B-D2F8-422D-B8A4-8653CE86AD75}"/>
    <dgm:cxn modelId="{7CBDE09E-5421-42B9-B540-A6A53BED562B}" type="presOf" srcId="{A959CF9E-E6E4-4E47-AF87-F6411866E4E4}" destId="{5C9A96B7-1656-48C0-8436-0D23E32DECF9}" srcOrd="0" destOrd="0" presId="urn:microsoft.com/office/officeart/2008/layout/NameandTitleOrganizationalChart"/>
    <dgm:cxn modelId="{5D8525A0-E90F-4579-84D0-3C806FEF261B}" type="presOf" srcId="{8F3B04EE-49D7-409D-9221-5408B2CDAF08}" destId="{F22A2116-EDF4-4805-8AD2-63182276C3BD}" srcOrd="0" destOrd="0" presId="urn:microsoft.com/office/officeart/2008/layout/NameandTitleOrganizationalChart"/>
    <dgm:cxn modelId="{41EDBDAB-74E9-4823-85DF-1EBA35407702}" srcId="{DD22056B-B50D-4ABA-A78C-C57DBB1912E3}" destId="{3A7006D3-A037-4023-8CCB-F6BFB46BCCA1}" srcOrd="0" destOrd="0" parTransId="{8F3B04EE-49D7-409D-9221-5408B2CDAF08}" sibTransId="{21C63641-823E-4C3E-84E5-1ADE105F7D44}"/>
    <dgm:cxn modelId="{0771A6AD-693D-414E-B3BA-E97D913437A0}" type="presOf" srcId="{3A7006D3-A037-4023-8CCB-F6BFB46BCCA1}" destId="{23141568-DA51-4E43-8D33-9A319A4D4516}" srcOrd="1" destOrd="0" presId="urn:microsoft.com/office/officeart/2008/layout/NameandTitleOrganizationalChart"/>
    <dgm:cxn modelId="{D783B1B8-7996-4BDE-8C38-848CA7DEC108}" srcId="{0A586A50-5092-47CE-B63E-964695E37152}" destId="{DD22056B-B50D-4ABA-A78C-C57DBB1912E3}" srcOrd="0" destOrd="0" parTransId="{24D2F3A6-5F51-4761-9698-C22490CCF09D}" sibTransId="{F30EDBD9-D8BC-4A39-8E6C-AC756487EC9F}"/>
    <dgm:cxn modelId="{205C1DBC-1219-4758-ABF7-A161F1A6198B}" type="presOf" srcId="{3F085065-CB5E-4AD8-84C1-6318FD474EC0}" destId="{3BD1DF4D-E90D-4179-954A-0E231F056256}" srcOrd="0" destOrd="0" presId="urn:microsoft.com/office/officeart/2008/layout/NameandTitleOrganizationalChart"/>
    <dgm:cxn modelId="{59C8EDBF-3693-472D-AE75-8BE9E74E058C}" type="presOf" srcId="{80BAEF2D-FE66-48DA-AB68-2A2E5F95924C}" destId="{B419B382-BAF6-45E7-9841-41B4DF07C77C}" srcOrd="0" destOrd="0" presId="urn:microsoft.com/office/officeart/2008/layout/NameandTitleOrganizationalChart"/>
    <dgm:cxn modelId="{2B4798C4-706B-4781-A603-3B14200404ED}" srcId="{3A7006D3-A037-4023-8CCB-F6BFB46BCCA1}" destId="{7A59C60D-581E-4A41-BB50-5248BF587EC1}" srcOrd="2" destOrd="0" parTransId="{5A698688-9CDC-4433-B533-7E4AF71B098B}" sibTransId="{80BAEF2D-FE66-48DA-AB68-2A2E5F95924C}"/>
    <dgm:cxn modelId="{0514A0C7-3672-442C-9B93-A9CD8D1CC3C8}" type="presOf" srcId="{753C9D1A-79E0-496E-A2C8-69ED394A051B}" destId="{DDDBA26F-318B-44F1-A42F-7AA8441F376E}" srcOrd="0" destOrd="0" presId="urn:microsoft.com/office/officeart/2008/layout/NameandTitleOrganizationalChart"/>
    <dgm:cxn modelId="{70D01BCD-B0D0-44F7-916C-17D5ED3918E7}" type="presOf" srcId="{DD22056B-B50D-4ABA-A78C-C57DBB1912E3}" destId="{DBD40A58-1CBF-4C1D-BBD5-708205DA0B41}" srcOrd="1" destOrd="0" presId="urn:microsoft.com/office/officeart/2008/layout/NameandTitleOrganizationalChart"/>
    <dgm:cxn modelId="{10CF9FD0-8901-47B9-B9F7-E60DE1C7D42C}" type="presOf" srcId="{21C63641-823E-4C3E-84E5-1ADE105F7D44}" destId="{A8919896-AA07-4447-9382-90CA069A16D8}" srcOrd="0" destOrd="0" presId="urn:microsoft.com/office/officeart/2008/layout/NameandTitleOrganizationalChart"/>
    <dgm:cxn modelId="{46BB02D7-C3A8-40EF-A84A-39F4D28E5026}" srcId="{3A7006D3-A037-4023-8CCB-F6BFB46BCCA1}" destId="{E00F26C1-5056-4FC2-A8D3-B63A270CBA1D}" srcOrd="1" destOrd="0" parTransId="{3F085065-CB5E-4AD8-84C1-6318FD474EC0}" sibTransId="{C49E8D3B-D814-4074-BF07-BE629917DC68}"/>
    <dgm:cxn modelId="{7B7ED6E4-F957-44BD-A3B6-19A4E9607C57}" type="presOf" srcId="{3D0B6766-4B2D-46B7-8CD0-E0B2F46FD66E}" destId="{C9021938-05F6-4475-8B6F-3AAAD69F16BE}" srcOrd="1" destOrd="0" presId="urn:microsoft.com/office/officeart/2008/layout/NameandTitleOrganizationalChart"/>
    <dgm:cxn modelId="{6DD257EB-E80B-41EA-BB93-CDBF80A406D9}" type="presOf" srcId="{3D0B6766-4B2D-46B7-8CD0-E0B2F46FD66E}" destId="{E84189FD-908D-4BEE-8A77-39DF1190C679}" srcOrd="0" destOrd="0" presId="urn:microsoft.com/office/officeart/2008/layout/NameandTitleOrganizationalChart"/>
    <dgm:cxn modelId="{279B04AB-0B36-4A92-9B64-E5A7E84E6395}" type="presParOf" srcId="{1FFA4941-4981-4FED-B4DF-27034244ED67}" destId="{6CF5DF4E-7D0D-4908-AC2F-E166B8B5224D}" srcOrd="0" destOrd="0" presId="urn:microsoft.com/office/officeart/2008/layout/NameandTitleOrganizationalChart"/>
    <dgm:cxn modelId="{46C41C78-5513-4616-9726-1C8F1B0DE56A}" type="presParOf" srcId="{6CF5DF4E-7D0D-4908-AC2F-E166B8B5224D}" destId="{5F7C0D76-EBA0-4582-941A-BB9EF008BFBB}" srcOrd="0" destOrd="0" presId="urn:microsoft.com/office/officeart/2008/layout/NameandTitleOrganizationalChart"/>
    <dgm:cxn modelId="{7D5B9D98-0A1A-4400-95AA-9CE561F30625}" type="presParOf" srcId="{5F7C0D76-EBA0-4582-941A-BB9EF008BFBB}" destId="{AE4ED466-FAEE-463C-B3FB-13A6EFB0E5B0}" srcOrd="0" destOrd="0" presId="urn:microsoft.com/office/officeart/2008/layout/NameandTitleOrganizationalChart"/>
    <dgm:cxn modelId="{26C57EA8-B15A-40C1-938E-37ED21E91EE2}" type="presParOf" srcId="{5F7C0D76-EBA0-4582-941A-BB9EF008BFBB}" destId="{2AEA9867-359E-4A13-AF8E-9932E6266CB8}" srcOrd="1" destOrd="0" presId="urn:microsoft.com/office/officeart/2008/layout/NameandTitleOrganizationalChart"/>
    <dgm:cxn modelId="{A796A779-2707-4415-9180-CBEB125BBAD4}" type="presParOf" srcId="{5F7C0D76-EBA0-4582-941A-BB9EF008BFBB}" destId="{DBD40A58-1CBF-4C1D-BBD5-708205DA0B41}" srcOrd="2" destOrd="0" presId="urn:microsoft.com/office/officeart/2008/layout/NameandTitleOrganizationalChart"/>
    <dgm:cxn modelId="{71AA8FB0-3B45-42DC-94F8-54B2B22CF520}" type="presParOf" srcId="{6CF5DF4E-7D0D-4908-AC2F-E166B8B5224D}" destId="{142BEB2F-044D-4130-BD93-052A99168E6E}" srcOrd="1" destOrd="0" presId="urn:microsoft.com/office/officeart/2008/layout/NameandTitleOrganizationalChart"/>
    <dgm:cxn modelId="{E9E409D6-3CFC-45A9-B9C1-F62913F319A6}" type="presParOf" srcId="{142BEB2F-044D-4130-BD93-052A99168E6E}" destId="{F22A2116-EDF4-4805-8AD2-63182276C3BD}" srcOrd="0" destOrd="0" presId="urn:microsoft.com/office/officeart/2008/layout/NameandTitleOrganizationalChart"/>
    <dgm:cxn modelId="{C258BDC4-6C20-4C37-93C4-2F81F87BFC7D}" type="presParOf" srcId="{142BEB2F-044D-4130-BD93-052A99168E6E}" destId="{9B40D0D6-D83C-42D7-9C8C-741410C2B81D}" srcOrd="1" destOrd="0" presId="urn:microsoft.com/office/officeart/2008/layout/NameandTitleOrganizationalChart"/>
    <dgm:cxn modelId="{41D87DCF-7308-4DE1-A797-844967B778DE}" type="presParOf" srcId="{9B40D0D6-D83C-42D7-9C8C-741410C2B81D}" destId="{51158CC5-CD87-45D5-8903-5458952D6838}" srcOrd="0" destOrd="0" presId="urn:microsoft.com/office/officeart/2008/layout/NameandTitleOrganizationalChart"/>
    <dgm:cxn modelId="{0399F279-6B26-479E-8162-4EB2CD5C6C6E}" type="presParOf" srcId="{51158CC5-CD87-45D5-8903-5458952D6838}" destId="{7C0B3A61-67AC-4B3C-9135-95D73D6CFA91}" srcOrd="0" destOrd="0" presId="urn:microsoft.com/office/officeart/2008/layout/NameandTitleOrganizationalChart"/>
    <dgm:cxn modelId="{3F914C3F-ECF4-4387-807C-C976535ED15F}" type="presParOf" srcId="{51158CC5-CD87-45D5-8903-5458952D6838}" destId="{A8919896-AA07-4447-9382-90CA069A16D8}" srcOrd="1" destOrd="0" presId="urn:microsoft.com/office/officeart/2008/layout/NameandTitleOrganizationalChart"/>
    <dgm:cxn modelId="{C58167D4-7B4B-42E4-8CAA-CD45DCEDD5A1}" type="presParOf" srcId="{51158CC5-CD87-45D5-8903-5458952D6838}" destId="{23141568-DA51-4E43-8D33-9A319A4D4516}" srcOrd="2" destOrd="0" presId="urn:microsoft.com/office/officeart/2008/layout/NameandTitleOrganizationalChart"/>
    <dgm:cxn modelId="{CA43C9E6-C60B-49FC-B263-9D0C969446EE}" type="presParOf" srcId="{9B40D0D6-D83C-42D7-9C8C-741410C2B81D}" destId="{9C698620-E363-402B-AC81-87A43AE9D523}" srcOrd="1" destOrd="0" presId="urn:microsoft.com/office/officeart/2008/layout/NameandTitleOrganizationalChart"/>
    <dgm:cxn modelId="{C21F655A-259B-4016-BCCC-4E1D7C550162}" type="presParOf" srcId="{9C698620-E363-402B-AC81-87A43AE9D523}" destId="{3B140390-2947-426B-A6DC-79A02FA89F21}" srcOrd="0" destOrd="0" presId="urn:microsoft.com/office/officeart/2008/layout/NameandTitleOrganizationalChart"/>
    <dgm:cxn modelId="{619AE3A5-377F-42C8-8081-76E21FEC77C9}" type="presParOf" srcId="{9C698620-E363-402B-AC81-87A43AE9D523}" destId="{86C93A48-2754-449A-917E-040054876DA0}" srcOrd="1" destOrd="0" presId="urn:microsoft.com/office/officeart/2008/layout/NameandTitleOrganizationalChart"/>
    <dgm:cxn modelId="{6FAC9FFB-428E-4F3B-A700-60B3980C0F80}" type="presParOf" srcId="{86C93A48-2754-449A-917E-040054876DA0}" destId="{556D1444-F7C7-4CE3-A459-13D86AB53A79}" srcOrd="0" destOrd="0" presId="urn:microsoft.com/office/officeart/2008/layout/NameandTitleOrganizationalChart"/>
    <dgm:cxn modelId="{5640ABE2-F31F-4989-9FD8-39C7B0B29770}" type="presParOf" srcId="{556D1444-F7C7-4CE3-A459-13D86AB53A79}" destId="{E84189FD-908D-4BEE-8A77-39DF1190C679}" srcOrd="0" destOrd="0" presId="urn:microsoft.com/office/officeart/2008/layout/NameandTitleOrganizationalChart"/>
    <dgm:cxn modelId="{7BAE605C-B8F3-408A-8A51-7354479C8505}" type="presParOf" srcId="{556D1444-F7C7-4CE3-A459-13D86AB53A79}" destId="{F8F55598-E7FB-45E6-A612-4CA99C3DF629}" srcOrd="1" destOrd="0" presId="urn:microsoft.com/office/officeart/2008/layout/NameandTitleOrganizationalChart"/>
    <dgm:cxn modelId="{FA834EE2-09C5-41C7-AEA8-40C3FE18362D}" type="presParOf" srcId="{556D1444-F7C7-4CE3-A459-13D86AB53A79}" destId="{C9021938-05F6-4475-8B6F-3AAAD69F16BE}" srcOrd="2" destOrd="0" presId="urn:microsoft.com/office/officeart/2008/layout/NameandTitleOrganizationalChart"/>
    <dgm:cxn modelId="{08CB5E3A-58B8-4E9A-B72B-0E1EF16D7A2D}" type="presParOf" srcId="{86C93A48-2754-449A-917E-040054876DA0}" destId="{560F7FFC-F3C3-45A0-931A-588F37614DAD}" srcOrd="1" destOrd="0" presId="urn:microsoft.com/office/officeart/2008/layout/NameandTitleOrganizationalChart"/>
    <dgm:cxn modelId="{9D39DDC4-A702-44AD-844F-C2BFBA2F9AA0}" type="presParOf" srcId="{86C93A48-2754-449A-917E-040054876DA0}" destId="{D48A3C81-6FD5-4950-850D-3D606DBE2DBE}" srcOrd="2" destOrd="0" presId="urn:microsoft.com/office/officeart/2008/layout/NameandTitleOrganizationalChart"/>
    <dgm:cxn modelId="{9E1CA571-6283-4E39-ACE3-F4797E690F42}" type="presParOf" srcId="{9C698620-E363-402B-AC81-87A43AE9D523}" destId="{3BD1DF4D-E90D-4179-954A-0E231F056256}" srcOrd="2" destOrd="0" presId="urn:microsoft.com/office/officeart/2008/layout/NameandTitleOrganizationalChart"/>
    <dgm:cxn modelId="{DD59BC2E-D7F5-403C-9F38-B3120E96CC3E}" type="presParOf" srcId="{9C698620-E363-402B-AC81-87A43AE9D523}" destId="{3F2B42FA-C81D-437F-B399-C3918CA91D6B}" srcOrd="3" destOrd="0" presId="urn:microsoft.com/office/officeart/2008/layout/NameandTitleOrganizationalChart"/>
    <dgm:cxn modelId="{6D123BEB-0314-4F68-B2EA-8FC6AEF70A55}" type="presParOf" srcId="{3F2B42FA-C81D-437F-B399-C3918CA91D6B}" destId="{AF10669A-93DE-409E-8C85-2D11487E5100}" srcOrd="0" destOrd="0" presId="urn:microsoft.com/office/officeart/2008/layout/NameandTitleOrganizationalChart"/>
    <dgm:cxn modelId="{245FCA19-0CE1-4A31-8405-034808D976A0}" type="presParOf" srcId="{AF10669A-93DE-409E-8C85-2D11487E5100}" destId="{0CA3A615-8E9B-4BA9-B2A2-4EFB48CD32D0}" srcOrd="0" destOrd="0" presId="urn:microsoft.com/office/officeart/2008/layout/NameandTitleOrganizationalChart"/>
    <dgm:cxn modelId="{E85560AF-4CC7-4605-9C1B-2CAE628A6D61}" type="presParOf" srcId="{AF10669A-93DE-409E-8C85-2D11487E5100}" destId="{C21D8800-795E-4047-9088-B3E6EDAB8CE4}" srcOrd="1" destOrd="0" presId="urn:microsoft.com/office/officeart/2008/layout/NameandTitleOrganizationalChart"/>
    <dgm:cxn modelId="{608A9D38-5D71-477D-BB6D-AF9D53E6E3AC}" type="presParOf" srcId="{AF10669A-93DE-409E-8C85-2D11487E5100}" destId="{6E28AE53-CD16-4141-9B4C-1651EC0E6DD1}" srcOrd="2" destOrd="0" presId="urn:microsoft.com/office/officeart/2008/layout/NameandTitleOrganizationalChart"/>
    <dgm:cxn modelId="{242ECCE8-AFAF-4EC6-ABEE-02DA3F61E4D1}" type="presParOf" srcId="{3F2B42FA-C81D-437F-B399-C3918CA91D6B}" destId="{D4D73967-9CC1-4930-A7B4-41C8148EE6DF}" srcOrd="1" destOrd="0" presId="urn:microsoft.com/office/officeart/2008/layout/NameandTitleOrganizationalChart"/>
    <dgm:cxn modelId="{DE49497A-CF6C-4158-97E7-1A0B9E190731}" type="presParOf" srcId="{3F2B42FA-C81D-437F-B399-C3918CA91D6B}" destId="{5C36A82A-1342-4879-A7B4-14A6B14E311B}" srcOrd="2" destOrd="0" presId="urn:microsoft.com/office/officeart/2008/layout/NameandTitleOrganizationalChart"/>
    <dgm:cxn modelId="{968D2AFB-3404-4C2D-B644-3187F7E0D17A}" type="presParOf" srcId="{9C698620-E363-402B-AC81-87A43AE9D523}" destId="{B66CA4F6-32F4-4B26-AC52-22CF469EBEF1}" srcOrd="4" destOrd="0" presId="urn:microsoft.com/office/officeart/2008/layout/NameandTitleOrganizationalChart"/>
    <dgm:cxn modelId="{CDEF31B9-137E-48BD-B9BA-762E7649CCC1}" type="presParOf" srcId="{9C698620-E363-402B-AC81-87A43AE9D523}" destId="{4AA98FF7-FC62-4632-855C-47CB8CF10F49}" srcOrd="5" destOrd="0" presId="urn:microsoft.com/office/officeart/2008/layout/NameandTitleOrganizationalChart"/>
    <dgm:cxn modelId="{88EDC192-2EFD-4D5E-B468-8ABF4E85FBBC}" type="presParOf" srcId="{4AA98FF7-FC62-4632-855C-47CB8CF10F49}" destId="{3F0941D2-58BC-4B89-A816-513807F05503}" srcOrd="0" destOrd="0" presId="urn:microsoft.com/office/officeart/2008/layout/NameandTitleOrganizationalChart"/>
    <dgm:cxn modelId="{511F1185-3E0B-4B4A-9C40-09F185E96388}" type="presParOf" srcId="{3F0941D2-58BC-4B89-A816-513807F05503}" destId="{DAD5973D-0751-4CB5-B526-5FDFF7A00C7C}" srcOrd="0" destOrd="0" presId="urn:microsoft.com/office/officeart/2008/layout/NameandTitleOrganizationalChart"/>
    <dgm:cxn modelId="{732AEA2C-92F8-4128-A36E-08F7D92FE589}" type="presParOf" srcId="{3F0941D2-58BC-4B89-A816-513807F05503}" destId="{B419B382-BAF6-45E7-9841-41B4DF07C77C}" srcOrd="1" destOrd="0" presId="urn:microsoft.com/office/officeart/2008/layout/NameandTitleOrganizationalChart"/>
    <dgm:cxn modelId="{8983B182-9F07-4384-87DF-E4285B2FA05B}" type="presParOf" srcId="{3F0941D2-58BC-4B89-A816-513807F05503}" destId="{E8932A63-7502-4CA6-83A9-7FE61EC53B71}" srcOrd="2" destOrd="0" presId="urn:microsoft.com/office/officeart/2008/layout/NameandTitleOrganizationalChart"/>
    <dgm:cxn modelId="{37BC9001-FB31-44E3-BE21-550B91014389}" type="presParOf" srcId="{4AA98FF7-FC62-4632-855C-47CB8CF10F49}" destId="{33AACAFF-3DD0-4B72-A142-EBED761BB160}" srcOrd="1" destOrd="0" presId="urn:microsoft.com/office/officeart/2008/layout/NameandTitleOrganizationalChart"/>
    <dgm:cxn modelId="{3A13B7B5-80D2-4A2A-B64A-29B54D2F426C}" type="presParOf" srcId="{4AA98FF7-FC62-4632-855C-47CB8CF10F49}" destId="{A75479E5-D0BF-499A-BB19-0E93FDFABF9C}" srcOrd="2" destOrd="0" presId="urn:microsoft.com/office/officeart/2008/layout/NameandTitleOrganizationalChart"/>
    <dgm:cxn modelId="{2CF262FE-1764-4751-BDEE-265668E17875}" type="presParOf" srcId="{9C698620-E363-402B-AC81-87A43AE9D523}" destId="{33476A4E-C425-49E1-BD06-A8BC5C2EBBF5}" srcOrd="6" destOrd="0" presId="urn:microsoft.com/office/officeart/2008/layout/NameandTitleOrganizationalChart"/>
    <dgm:cxn modelId="{E27F4D5B-C0EA-47FB-B4EA-B26DC113FE5A}" type="presParOf" srcId="{9C698620-E363-402B-AC81-87A43AE9D523}" destId="{D706BDD3-16C6-496F-86E2-FE0E6977BF37}" srcOrd="7" destOrd="0" presId="urn:microsoft.com/office/officeart/2008/layout/NameandTitleOrganizationalChart"/>
    <dgm:cxn modelId="{A389CD3E-F6F9-4F14-947D-4F0CBF90ED73}" type="presParOf" srcId="{D706BDD3-16C6-496F-86E2-FE0E6977BF37}" destId="{A8D2F97C-660C-4A07-BE9C-F70E5083C534}" srcOrd="0" destOrd="0" presId="urn:microsoft.com/office/officeart/2008/layout/NameandTitleOrganizationalChart"/>
    <dgm:cxn modelId="{301C6184-07A9-4B67-99FD-B8CA146FF96D}" type="presParOf" srcId="{A8D2F97C-660C-4A07-BE9C-F70E5083C534}" destId="{5C9A96B7-1656-48C0-8436-0D23E32DECF9}" srcOrd="0" destOrd="0" presId="urn:microsoft.com/office/officeart/2008/layout/NameandTitleOrganizationalChart"/>
    <dgm:cxn modelId="{5E8C2D5A-0B21-46C0-8FB7-0F48BD94BED7}" type="presParOf" srcId="{A8D2F97C-660C-4A07-BE9C-F70E5083C534}" destId="{DDDBA26F-318B-44F1-A42F-7AA8441F376E}" srcOrd="1" destOrd="0" presId="urn:microsoft.com/office/officeart/2008/layout/NameandTitleOrganizationalChart"/>
    <dgm:cxn modelId="{35512C67-A576-46C1-9CA2-3FBD25DF294E}" type="presParOf" srcId="{A8D2F97C-660C-4A07-BE9C-F70E5083C534}" destId="{EE86D335-4928-4CD7-AF2C-8C987E06331A}" srcOrd="2" destOrd="0" presId="urn:microsoft.com/office/officeart/2008/layout/NameandTitleOrganizationalChart"/>
    <dgm:cxn modelId="{EE0C6556-7A65-43FC-B51C-30A6ED06B2D7}" type="presParOf" srcId="{D706BDD3-16C6-496F-86E2-FE0E6977BF37}" destId="{C1B0927C-9D65-482E-9AA2-5830F14C6624}" srcOrd="1" destOrd="0" presId="urn:microsoft.com/office/officeart/2008/layout/NameandTitleOrganizationalChart"/>
    <dgm:cxn modelId="{10578307-6DA0-45E3-AC61-2B8B0D3E2AE4}" type="presParOf" srcId="{D706BDD3-16C6-496F-86E2-FE0E6977BF37}" destId="{79460F9A-BEF6-4918-BAD0-3382C07ABD1E}" srcOrd="2" destOrd="0" presId="urn:microsoft.com/office/officeart/2008/layout/NameandTitleOrganizationalChart"/>
    <dgm:cxn modelId="{8C985E67-52C9-42A8-B7C5-A6163877FBFF}" type="presParOf" srcId="{9B40D0D6-D83C-42D7-9C8C-741410C2B81D}" destId="{B209E4BC-5EA7-4035-A96D-8BC8B8C49B83}" srcOrd="2" destOrd="0" presId="urn:microsoft.com/office/officeart/2008/layout/NameandTitleOrganizationalChart"/>
    <dgm:cxn modelId="{344A7627-1DFE-467F-8AA7-11AA13102ABF}" type="presParOf" srcId="{6CF5DF4E-7D0D-4908-AC2F-E166B8B5224D}" destId="{C6272E6B-D573-4F43-A56B-DB7F8B058C70}" srcOrd="2" destOrd="0" presId="urn:microsoft.com/office/officeart/2008/layout/NameandTitleOrganizational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B7A42D-D760-4738-B035-1722ABEB6DE1}" type="doc">
      <dgm:prSet loTypeId="urn:microsoft.com/office/officeart/2005/8/layout/chevron1" loCatId="process" qsTypeId="urn:microsoft.com/office/officeart/2005/8/quickstyle/simple1" qsCatId="simple" csTypeId="urn:microsoft.com/office/officeart/2005/8/colors/colorful1" csCatId="colorful" phldr="1"/>
      <dgm:spPr/>
      <dgm:t>
        <a:bodyPr/>
        <a:lstStyle/>
        <a:p>
          <a:endParaRPr lang="en-US"/>
        </a:p>
      </dgm:t>
    </dgm:pt>
    <dgm:pt modelId="{9D70289B-BD03-448A-B8E8-1BCA58D69A62}">
      <dgm:prSet phldrT="[Text]"/>
      <dgm:spPr/>
      <dgm:t>
        <a:bodyPr/>
        <a:lstStyle/>
        <a:p>
          <a:pPr>
            <a:buNone/>
          </a:pPr>
          <a:r>
            <a:rPr lang="en-US" dirty="0"/>
            <a:t>MVP 1 – Performance Result Ingestion</a:t>
          </a:r>
        </a:p>
      </dgm:t>
    </dgm:pt>
    <dgm:pt modelId="{7F952520-4B24-4B58-8CD7-BB7096BDB9AE}" type="parTrans" cxnId="{DB7768A8-A71B-4D87-95F4-FB2678738166}">
      <dgm:prSet/>
      <dgm:spPr/>
      <dgm:t>
        <a:bodyPr/>
        <a:lstStyle/>
        <a:p>
          <a:endParaRPr lang="en-US"/>
        </a:p>
      </dgm:t>
    </dgm:pt>
    <dgm:pt modelId="{3CB081C2-0807-4A79-9706-7A144494250E}" type="sibTrans" cxnId="{DB7768A8-A71B-4D87-95F4-FB2678738166}">
      <dgm:prSet/>
      <dgm:spPr/>
      <dgm:t>
        <a:bodyPr/>
        <a:lstStyle/>
        <a:p>
          <a:endParaRPr lang="en-US"/>
        </a:p>
      </dgm:t>
    </dgm:pt>
    <dgm:pt modelId="{5A624D74-A7BB-41BB-887E-C485283DD233}">
      <dgm:prSet phldrT="[Text]"/>
      <dgm:spPr/>
      <dgm:t>
        <a:bodyPr/>
        <a:lstStyle/>
        <a:p>
          <a:pPr>
            <a:buNone/>
          </a:pPr>
          <a:r>
            <a:rPr lang="en-US" dirty="0"/>
            <a:t>Ingest performance test output from -</a:t>
          </a:r>
        </a:p>
      </dgm:t>
    </dgm:pt>
    <dgm:pt modelId="{A38551BB-702E-47D5-BFC3-5E5429F948B5}" type="parTrans" cxnId="{D4FDF8E6-6AAF-4FBF-B8C0-6ED7122B75E0}">
      <dgm:prSet/>
      <dgm:spPr/>
      <dgm:t>
        <a:bodyPr/>
        <a:lstStyle/>
        <a:p>
          <a:endParaRPr lang="en-US"/>
        </a:p>
      </dgm:t>
    </dgm:pt>
    <dgm:pt modelId="{1F7EAE42-B514-49DA-9754-200D97345EBE}" type="sibTrans" cxnId="{D4FDF8E6-6AAF-4FBF-B8C0-6ED7122B75E0}">
      <dgm:prSet/>
      <dgm:spPr/>
      <dgm:t>
        <a:bodyPr/>
        <a:lstStyle/>
        <a:p>
          <a:endParaRPr lang="en-US"/>
        </a:p>
      </dgm:t>
    </dgm:pt>
    <dgm:pt modelId="{B3681985-1B60-4B73-8E03-A6E4934D8862}">
      <dgm:prSet phldrT="[Text]"/>
      <dgm:spPr/>
      <dgm:t>
        <a:bodyPr/>
        <a:lstStyle/>
        <a:p>
          <a:pPr>
            <a:buNone/>
          </a:pPr>
          <a:r>
            <a:rPr lang="en-US" dirty="0"/>
            <a:t>MVP 2 – Baseline Comparison Engine</a:t>
          </a:r>
        </a:p>
      </dgm:t>
    </dgm:pt>
    <dgm:pt modelId="{B377E3C1-8E4C-4803-8504-A2C677FAE976}" type="parTrans" cxnId="{8EB71D03-DD5E-4E5A-B051-09DEEF56D679}">
      <dgm:prSet/>
      <dgm:spPr/>
      <dgm:t>
        <a:bodyPr/>
        <a:lstStyle/>
        <a:p>
          <a:endParaRPr lang="en-US"/>
        </a:p>
      </dgm:t>
    </dgm:pt>
    <dgm:pt modelId="{386201B4-6A2D-4E36-A484-9A18EBB9E2DE}" type="sibTrans" cxnId="{8EB71D03-DD5E-4E5A-B051-09DEEF56D679}">
      <dgm:prSet/>
      <dgm:spPr/>
      <dgm:t>
        <a:bodyPr/>
        <a:lstStyle/>
        <a:p>
          <a:endParaRPr lang="en-US"/>
        </a:p>
      </dgm:t>
    </dgm:pt>
    <dgm:pt modelId="{E6761ECF-DFF8-4B4B-9F7A-91300CE307EE}">
      <dgm:prSet phldrT="[Text]"/>
      <dgm:spPr/>
      <dgm:t>
        <a:bodyPr/>
        <a:lstStyle/>
        <a:p>
          <a:pPr>
            <a:buNone/>
          </a:pPr>
          <a:r>
            <a:rPr lang="en-US" dirty="0"/>
            <a:t>Compare current run vs baseline run using -</a:t>
          </a:r>
        </a:p>
      </dgm:t>
    </dgm:pt>
    <dgm:pt modelId="{54C72BFF-B5CA-476F-B985-2413C82C491B}" type="parTrans" cxnId="{B1AC7433-D460-4D3F-ABD6-849D9565B178}">
      <dgm:prSet/>
      <dgm:spPr/>
      <dgm:t>
        <a:bodyPr/>
        <a:lstStyle/>
        <a:p>
          <a:endParaRPr lang="en-US"/>
        </a:p>
      </dgm:t>
    </dgm:pt>
    <dgm:pt modelId="{7D27591E-F30F-4BA2-8DE4-4CDCB7B9CA1C}" type="sibTrans" cxnId="{B1AC7433-D460-4D3F-ABD6-849D9565B178}">
      <dgm:prSet/>
      <dgm:spPr/>
      <dgm:t>
        <a:bodyPr/>
        <a:lstStyle/>
        <a:p>
          <a:endParaRPr lang="en-US"/>
        </a:p>
      </dgm:t>
    </dgm:pt>
    <dgm:pt modelId="{D3AA4A77-437B-48FA-9509-192889EDFD42}">
      <dgm:prSet phldrT="[Text]"/>
      <dgm:spPr/>
      <dgm:t>
        <a:bodyPr/>
        <a:lstStyle/>
        <a:p>
          <a:pPr>
            <a:buNone/>
          </a:pPr>
          <a:r>
            <a:rPr lang="en-US" dirty="0"/>
            <a:t>MVP 3 – AI Performance Readiness Scoring</a:t>
          </a:r>
        </a:p>
      </dgm:t>
    </dgm:pt>
    <dgm:pt modelId="{DD530BE2-4824-4BE3-ADDC-2199020755BB}" type="parTrans" cxnId="{DD9386DD-5909-4DEA-8565-3A07A030E980}">
      <dgm:prSet/>
      <dgm:spPr/>
      <dgm:t>
        <a:bodyPr/>
        <a:lstStyle/>
        <a:p>
          <a:endParaRPr lang="en-US"/>
        </a:p>
      </dgm:t>
    </dgm:pt>
    <dgm:pt modelId="{D6FA0A00-6508-4180-BBA6-BEEFBEF50F4D}" type="sibTrans" cxnId="{DD9386DD-5909-4DEA-8565-3A07A030E980}">
      <dgm:prSet/>
      <dgm:spPr/>
      <dgm:t>
        <a:bodyPr/>
        <a:lstStyle/>
        <a:p>
          <a:endParaRPr lang="en-US"/>
        </a:p>
      </dgm:t>
    </dgm:pt>
    <dgm:pt modelId="{B5860EF2-C034-4B81-9110-D9A223CFFCDD}">
      <dgm:prSet phldrT="[Text]"/>
      <dgm:spPr/>
      <dgm:t>
        <a:bodyPr/>
        <a:lstStyle/>
        <a:p>
          <a:pPr>
            <a:buNone/>
          </a:pPr>
          <a:r>
            <a:rPr lang="en-US" dirty="0"/>
            <a:t>Determine release status  -</a:t>
          </a:r>
        </a:p>
      </dgm:t>
    </dgm:pt>
    <dgm:pt modelId="{C292D4B7-67DD-4057-B3CC-7192F1800CBC}" type="parTrans" cxnId="{BE30FF12-E628-45AE-B9D0-EBF5F23FAFB4}">
      <dgm:prSet/>
      <dgm:spPr/>
      <dgm:t>
        <a:bodyPr/>
        <a:lstStyle/>
        <a:p>
          <a:endParaRPr lang="en-US"/>
        </a:p>
      </dgm:t>
    </dgm:pt>
    <dgm:pt modelId="{A4ADE02C-7F5B-4DD5-9D14-D41051CBD32A}" type="sibTrans" cxnId="{BE30FF12-E628-45AE-B9D0-EBF5F23FAFB4}">
      <dgm:prSet/>
      <dgm:spPr/>
      <dgm:t>
        <a:bodyPr/>
        <a:lstStyle/>
        <a:p>
          <a:endParaRPr lang="en-US"/>
        </a:p>
      </dgm:t>
    </dgm:pt>
    <dgm:pt modelId="{5FA3DB16-D6BB-461E-B472-BA9F0163506F}">
      <dgm:prSet/>
      <dgm:spPr/>
      <dgm:t>
        <a:bodyPr/>
        <a:lstStyle/>
        <a:p>
          <a:pPr>
            <a:buFont typeface="Arial" panose="020B0604020202020204" pitchFamily="34" charset="0"/>
            <a:buChar char="•"/>
          </a:pPr>
          <a:r>
            <a:rPr lang="en-US" dirty="0"/>
            <a:t>API test result CSV</a:t>
          </a:r>
        </a:p>
      </dgm:t>
    </dgm:pt>
    <dgm:pt modelId="{9E321E72-4CB0-4C15-9F12-7B6F5B0EDB7D}" type="parTrans" cxnId="{8B1C523A-9E2F-45C6-B6BA-3B066800E740}">
      <dgm:prSet/>
      <dgm:spPr/>
      <dgm:t>
        <a:bodyPr/>
        <a:lstStyle/>
        <a:p>
          <a:endParaRPr lang="en-US"/>
        </a:p>
      </dgm:t>
    </dgm:pt>
    <dgm:pt modelId="{74C8A11A-654B-4779-8BB5-457F687FF9D3}" type="sibTrans" cxnId="{8B1C523A-9E2F-45C6-B6BA-3B066800E740}">
      <dgm:prSet/>
      <dgm:spPr/>
      <dgm:t>
        <a:bodyPr/>
        <a:lstStyle/>
        <a:p>
          <a:endParaRPr lang="en-US"/>
        </a:p>
      </dgm:t>
    </dgm:pt>
    <dgm:pt modelId="{113A3295-E425-4DE8-9261-9785191A703B}">
      <dgm:prSet/>
      <dgm:spPr/>
      <dgm:t>
        <a:bodyPr/>
        <a:lstStyle/>
        <a:p>
          <a:r>
            <a:rPr lang="en-US" dirty="0" err="1"/>
            <a:t>Througput</a:t>
          </a:r>
          <a:endParaRPr lang="en-US" dirty="0"/>
        </a:p>
      </dgm:t>
    </dgm:pt>
    <dgm:pt modelId="{78205BD5-6077-401E-83E2-8455917B0BA9}" type="parTrans" cxnId="{70B9F7B9-A1A5-411D-BCCB-6F0C87AD9E3E}">
      <dgm:prSet/>
      <dgm:spPr/>
      <dgm:t>
        <a:bodyPr/>
        <a:lstStyle/>
        <a:p>
          <a:endParaRPr lang="en-US"/>
        </a:p>
      </dgm:t>
    </dgm:pt>
    <dgm:pt modelId="{9637CAEA-0211-484A-A5BD-A8F4D3DD71F5}" type="sibTrans" cxnId="{70B9F7B9-A1A5-411D-BCCB-6F0C87AD9E3E}">
      <dgm:prSet/>
      <dgm:spPr/>
      <dgm:t>
        <a:bodyPr/>
        <a:lstStyle/>
        <a:p>
          <a:endParaRPr lang="en-US"/>
        </a:p>
      </dgm:t>
    </dgm:pt>
    <dgm:pt modelId="{8D3D5FE4-A3ED-4F5F-8C57-163FF8A4EE49}">
      <dgm:prSet/>
      <dgm:spPr/>
      <dgm:t>
        <a:bodyPr/>
        <a:lstStyle/>
        <a:p>
          <a:r>
            <a:rPr lang="en-US" dirty="0"/>
            <a:t>Error Rate</a:t>
          </a:r>
        </a:p>
      </dgm:t>
    </dgm:pt>
    <dgm:pt modelId="{C80F199C-13AD-4C11-90A1-116E4A97FDBF}" type="parTrans" cxnId="{2B408832-391F-412F-8803-9E870D91E8A0}">
      <dgm:prSet/>
      <dgm:spPr/>
      <dgm:t>
        <a:bodyPr/>
        <a:lstStyle/>
        <a:p>
          <a:endParaRPr lang="en-US"/>
        </a:p>
      </dgm:t>
    </dgm:pt>
    <dgm:pt modelId="{FDFB5C25-E9D2-4F1C-9867-243646A0ED15}" type="sibTrans" cxnId="{2B408832-391F-412F-8803-9E870D91E8A0}">
      <dgm:prSet/>
      <dgm:spPr/>
      <dgm:t>
        <a:bodyPr/>
        <a:lstStyle/>
        <a:p>
          <a:endParaRPr lang="en-US"/>
        </a:p>
      </dgm:t>
    </dgm:pt>
    <dgm:pt modelId="{D6B111E5-2425-4BDF-9A34-86DB3E28B1B1}">
      <dgm:prSet/>
      <dgm:spPr/>
      <dgm:t>
        <a:bodyPr/>
        <a:lstStyle/>
        <a:p>
          <a:r>
            <a:rPr lang="en-US" dirty="0"/>
            <a:t>Pass / Fail Transactions</a:t>
          </a:r>
        </a:p>
      </dgm:t>
    </dgm:pt>
    <dgm:pt modelId="{4893883A-21B3-4D7D-9E0C-EE254EADAA22}" type="parTrans" cxnId="{C186EE96-ED9E-4C97-98CB-6AB24761EBAD}">
      <dgm:prSet/>
      <dgm:spPr/>
      <dgm:t>
        <a:bodyPr/>
        <a:lstStyle/>
        <a:p>
          <a:endParaRPr lang="en-US"/>
        </a:p>
      </dgm:t>
    </dgm:pt>
    <dgm:pt modelId="{3D06D7AD-40DA-4644-8EFA-ADBCD96BCD27}" type="sibTrans" cxnId="{C186EE96-ED9E-4C97-98CB-6AB24761EBAD}">
      <dgm:prSet/>
      <dgm:spPr/>
      <dgm:t>
        <a:bodyPr/>
        <a:lstStyle/>
        <a:p>
          <a:endParaRPr lang="en-US"/>
        </a:p>
      </dgm:t>
    </dgm:pt>
    <dgm:pt modelId="{D0B1FFE6-9B2E-40E6-A764-53D59BB782E6}">
      <dgm:prSet phldrT="[Text]"/>
      <dgm:spPr/>
      <dgm:t>
        <a:bodyPr/>
        <a:lstStyle/>
        <a:p>
          <a:pPr>
            <a:buFont typeface="Arial" panose="020B0604020202020204" pitchFamily="34" charset="0"/>
            <a:buChar char="•"/>
          </a:pPr>
          <a:r>
            <a:rPr lang="en-US"/>
            <a:t>JMeter .jtl file</a:t>
          </a:r>
        </a:p>
      </dgm:t>
    </dgm:pt>
    <dgm:pt modelId="{105C5D74-7055-4B33-9A2A-5F25C671CF1F}" type="parTrans" cxnId="{684974E4-7DAA-4AD6-A7AC-BB01F018D512}">
      <dgm:prSet/>
      <dgm:spPr/>
      <dgm:t>
        <a:bodyPr/>
        <a:lstStyle/>
        <a:p>
          <a:endParaRPr lang="en-US"/>
        </a:p>
      </dgm:t>
    </dgm:pt>
    <dgm:pt modelId="{63F2912B-3F26-4EFE-83BC-071335C58E5A}" type="sibTrans" cxnId="{684974E4-7DAA-4AD6-A7AC-BB01F018D512}">
      <dgm:prSet/>
      <dgm:spPr/>
      <dgm:t>
        <a:bodyPr/>
        <a:lstStyle/>
        <a:p>
          <a:endParaRPr lang="en-US"/>
        </a:p>
      </dgm:t>
    </dgm:pt>
    <dgm:pt modelId="{A628A098-B7A7-4907-9CF1-503BDF045DA6}">
      <dgm:prSet phldrT="[Text]"/>
      <dgm:spPr/>
      <dgm:t>
        <a:bodyPr/>
        <a:lstStyle/>
        <a:p>
          <a:pPr>
            <a:buNone/>
          </a:pPr>
          <a:endParaRPr lang="en-US"/>
        </a:p>
      </dgm:t>
    </dgm:pt>
    <dgm:pt modelId="{E1650A88-0D91-46E1-B845-8292A20EED20}" type="parTrans" cxnId="{905AC56E-CE71-4BE2-9FDA-C10A7777D3F0}">
      <dgm:prSet/>
      <dgm:spPr/>
      <dgm:t>
        <a:bodyPr/>
        <a:lstStyle/>
        <a:p>
          <a:endParaRPr lang="en-US"/>
        </a:p>
      </dgm:t>
    </dgm:pt>
    <dgm:pt modelId="{8BEFB90F-B017-4BBF-83F1-71B865D101E1}" type="sibTrans" cxnId="{905AC56E-CE71-4BE2-9FDA-C10A7777D3F0}">
      <dgm:prSet/>
      <dgm:spPr/>
      <dgm:t>
        <a:bodyPr/>
        <a:lstStyle/>
        <a:p>
          <a:endParaRPr lang="en-US"/>
        </a:p>
      </dgm:t>
    </dgm:pt>
    <dgm:pt modelId="{EBF38E87-B3C0-41A5-BD0E-27972D7C4CC2}">
      <dgm:prSet phldrT="[Text]"/>
      <dgm:spPr/>
      <dgm:t>
        <a:bodyPr/>
        <a:lstStyle/>
        <a:p>
          <a:pPr>
            <a:buFont typeface="Arial" panose="020B0604020202020204" pitchFamily="34" charset="0"/>
            <a:buChar char="•"/>
          </a:pPr>
          <a:endParaRPr lang="en-US" dirty="0"/>
        </a:p>
      </dgm:t>
    </dgm:pt>
    <dgm:pt modelId="{A7A22F9D-C432-4A70-9E18-A7B44E031D0C}" type="parTrans" cxnId="{B4BB6113-B93B-4356-980C-A570E8EB94F2}">
      <dgm:prSet/>
      <dgm:spPr/>
      <dgm:t>
        <a:bodyPr/>
        <a:lstStyle/>
        <a:p>
          <a:endParaRPr lang="en-US"/>
        </a:p>
      </dgm:t>
    </dgm:pt>
    <dgm:pt modelId="{28D95E87-463E-41EE-927C-F1BBFEAE1043}" type="sibTrans" cxnId="{B4BB6113-B93B-4356-980C-A570E8EB94F2}">
      <dgm:prSet/>
      <dgm:spPr/>
      <dgm:t>
        <a:bodyPr/>
        <a:lstStyle/>
        <a:p>
          <a:endParaRPr lang="en-US"/>
        </a:p>
      </dgm:t>
    </dgm:pt>
    <dgm:pt modelId="{5CA45911-308F-4D66-AB7F-263794D7BCF5}">
      <dgm:prSet phldrT="[Text]"/>
      <dgm:spPr/>
      <dgm:t>
        <a:bodyPr/>
        <a:lstStyle/>
        <a:p>
          <a:pPr>
            <a:buFont typeface="Arial" panose="020B0604020202020204" pitchFamily="34" charset="0"/>
            <a:buChar char="•"/>
          </a:pPr>
          <a:r>
            <a:rPr lang="en-US" dirty="0"/>
            <a:t>90</a:t>
          </a:r>
          <a:r>
            <a:rPr lang="en-US" baseline="30000" dirty="0"/>
            <a:t>th</a:t>
          </a:r>
          <a:r>
            <a:rPr lang="en-US" dirty="0"/>
            <a:t> , 95</a:t>
          </a:r>
          <a:r>
            <a:rPr lang="en-US" baseline="30000" dirty="0"/>
            <a:t>th</a:t>
          </a:r>
          <a:r>
            <a:rPr lang="en-US" dirty="0"/>
            <a:t>  and Avg response time</a:t>
          </a:r>
        </a:p>
      </dgm:t>
    </dgm:pt>
    <dgm:pt modelId="{A4928042-033F-4546-946B-B441DE2E849A}" type="parTrans" cxnId="{93CD1DD6-4B44-4B88-BABB-A94B3354B828}">
      <dgm:prSet/>
      <dgm:spPr/>
      <dgm:t>
        <a:bodyPr/>
        <a:lstStyle/>
        <a:p>
          <a:endParaRPr lang="en-US"/>
        </a:p>
      </dgm:t>
    </dgm:pt>
    <dgm:pt modelId="{49C25ADC-5CB1-4430-ADC5-272D890E81A0}" type="sibTrans" cxnId="{93CD1DD6-4B44-4B88-BABB-A94B3354B828}">
      <dgm:prSet/>
      <dgm:spPr/>
      <dgm:t>
        <a:bodyPr/>
        <a:lstStyle/>
        <a:p>
          <a:endParaRPr lang="en-US"/>
        </a:p>
      </dgm:t>
    </dgm:pt>
    <dgm:pt modelId="{87FDA86A-88BB-4311-8B77-7013514586A4}">
      <dgm:prSet phldrT="[Text]"/>
      <dgm:spPr/>
      <dgm:t>
        <a:bodyPr/>
        <a:lstStyle/>
        <a:p>
          <a:pPr>
            <a:buNone/>
          </a:pPr>
          <a:endParaRPr lang="en-US" dirty="0"/>
        </a:p>
      </dgm:t>
    </dgm:pt>
    <dgm:pt modelId="{44A4C686-CEDA-413C-804A-C608018DC8A2}" type="parTrans" cxnId="{FC5503AB-A1F6-4E90-99B4-9424F0F0B00A}">
      <dgm:prSet/>
      <dgm:spPr/>
      <dgm:t>
        <a:bodyPr/>
        <a:lstStyle/>
        <a:p>
          <a:endParaRPr lang="en-US"/>
        </a:p>
      </dgm:t>
    </dgm:pt>
    <dgm:pt modelId="{1202D66F-B3C3-4BA1-A4BD-3B1F3253F54A}" type="sibTrans" cxnId="{FC5503AB-A1F6-4E90-99B4-9424F0F0B00A}">
      <dgm:prSet/>
      <dgm:spPr/>
      <dgm:t>
        <a:bodyPr/>
        <a:lstStyle/>
        <a:p>
          <a:endParaRPr lang="en-US"/>
        </a:p>
      </dgm:t>
    </dgm:pt>
    <dgm:pt modelId="{27655C49-9828-468A-AA67-3F6254123829}">
      <dgm:prSet phldrT="[Text]" phldr="0"/>
      <dgm:spPr/>
      <dgm:t>
        <a:bodyPr/>
        <a:lstStyle/>
        <a:p>
          <a:r>
            <a:rPr lang="en-US" dirty="0"/>
            <a:t>MVP 4 – Dashboard + AI Summary</a:t>
          </a:r>
        </a:p>
      </dgm:t>
    </dgm:pt>
    <dgm:pt modelId="{FDBE443A-783D-45BC-88FC-ECFD272CA6BC}" type="parTrans" cxnId="{1C74BEE5-2BDE-4FB8-B5D1-A0D10BA12113}">
      <dgm:prSet/>
      <dgm:spPr/>
      <dgm:t>
        <a:bodyPr/>
        <a:lstStyle/>
        <a:p>
          <a:endParaRPr lang="en-US"/>
        </a:p>
      </dgm:t>
    </dgm:pt>
    <dgm:pt modelId="{0F8B4800-D3C5-4EE7-A6E6-8BC8A65A2360}" type="sibTrans" cxnId="{1C74BEE5-2BDE-4FB8-B5D1-A0D10BA12113}">
      <dgm:prSet/>
      <dgm:spPr/>
      <dgm:t>
        <a:bodyPr/>
        <a:lstStyle/>
        <a:p>
          <a:endParaRPr lang="en-US"/>
        </a:p>
      </dgm:t>
    </dgm:pt>
    <dgm:pt modelId="{9A4ABE91-B1B5-4D49-9422-10B9C41DFB8F}">
      <dgm:prSet phldrT="[Text]"/>
      <dgm:spPr/>
      <dgm:t>
        <a:bodyPr/>
        <a:lstStyle/>
        <a:p>
          <a:pPr>
            <a:buFont typeface="Arial" panose="020B0604020202020204" pitchFamily="34" charset="0"/>
            <a:buChar char="•"/>
          </a:pPr>
          <a:r>
            <a:rPr lang="en-US" dirty="0"/>
            <a:t>Production ready</a:t>
          </a:r>
        </a:p>
      </dgm:t>
    </dgm:pt>
    <dgm:pt modelId="{4BD389B5-0B4B-4489-96BF-846ECC8AFFBB}" type="parTrans" cxnId="{288381C7-AF27-413A-937A-72BB3DC36FB6}">
      <dgm:prSet/>
      <dgm:spPr/>
      <dgm:t>
        <a:bodyPr/>
        <a:lstStyle/>
        <a:p>
          <a:endParaRPr lang="en-US"/>
        </a:p>
      </dgm:t>
    </dgm:pt>
    <dgm:pt modelId="{7E5CACEC-4E38-4B37-8825-8F0EC57B1B9B}" type="sibTrans" cxnId="{288381C7-AF27-413A-937A-72BB3DC36FB6}">
      <dgm:prSet/>
      <dgm:spPr/>
      <dgm:t>
        <a:bodyPr/>
        <a:lstStyle/>
        <a:p>
          <a:endParaRPr lang="en-US"/>
        </a:p>
      </dgm:t>
    </dgm:pt>
    <dgm:pt modelId="{4394A057-71F4-4D50-84CB-40FC6704C497}">
      <dgm:prSet phldrT="[Text]"/>
      <dgm:spPr/>
      <dgm:t>
        <a:bodyPr/>
        <a:lstStyle/>
        <a:p>
          <a:pPr>
            <a:buFont typeface="Arial" panose="020B0604020202020204" pitchFamily="34" charset="0"/>
            <a:buChar char="•"/>
          </a:pPr>
          <a:r>
            <a:rPr lang="en-US" dirty="0"/>
            <a:t>Ready with Observations</a:t>
          </a:r>
        </a:p>
      </dgm:t>
    </dgm:pt>
    <dgm:pt modelId="{EC2D8B1E-C404-451D-97D1-FDF982B2796C}" type="parTrans" cxnId="{855708C2-62E1-4497-81F5-296CADDE923E}">
      <dgm:prSet/>
      <dgm:spPr/>
      <dgm:t>
        <a:bodyPr/>
        <a:lstStyle/>
        <a:p>
          <a:endParaRPr lang="en-US"/>
        </a:p>
      </dgm:t>
    </dgm:pt>
    <dgm:pt modelId="{FF6423B1-B39C-4B02-A515-52AA290699B7}" type="sibTrans" cxnId="{855708C2-62E1-4497-81F5-296CADDE923E}">
      <dgm:prSet/>
      <dgm:spPr/>
      <dgm:t>
        <a:bodyPr/>
        <a:lstStyle/>
        <a:p>
          <a:endParaRPr lang="en-US"/>
        </a:p>
      </dgm:t>
    </dgm:pt>
    <dgm:pt modelId="{07E8B6E7-1590-4B0E-99E1-B001EBA66634}">
      <dgm:prSet phldrT="[Text]"/>
      <dgm:spPr/>
      <dgm:t>
        <a:bodyPr/>
        <a:lstStyle/>
        <a:p>
          <a:pPr>
            <a:buFont typeface="Arial" panose="020B0604020202020204" pitchFamily="34" charset="0"/>
            <a:buChar char="•"/>
          </a:pPr>
          <a:r>
            <a:rPr lang="en-US" dirty="0"/>
            <a:t>High Risk</a:t>
          </a:r>
        </a:p>
      </dgm:t>
    </dgm:pt>
    <dgm:pt modelId="{5E5252AD-2387-4BB0-BFA7-992DAA863DF3}" type="parTrans" cxnId="{A38681F8-C5CB-4DD9-BBB1-272A45990E57}">
      <dgm:prSet/>
      <dgm:spPr/>
      <dgm:t>
        <a:bodyPr/>
        <a:lstStyle/>
        <a:p>
          <a:endParaRPr lang="en-US"/>
        </a:p>
      </dgm:t>
    </dgm:pt>
    <dgm:pt modelId="{0C0C9A21-E620-4AC3-99D3-A0C87758438E}" type="sibTrans" cxnId="{A38681F8-C5CB-4DD9-BBB1-272A45990E57}">
      <dgm:prSet/>
      <dgm:spPr/>
      <dgm:t>
        <a:bodyPr/>
        <a:lstStyle/>
        <a:p>
          <a:endParaRPr lang="en-US"/>
        </a:p>
      </dgm:t>
    </dgm:pt>
    <dgm:pt modelId="{EB412F6B-7434-43FB-ADD8-ADF8202F81E3}">
      <dgm:prSet phldrT="[Text]"/>
      <dgm:spPr/>
      <dgm:t>
        <a:bodyPr/>
        <a:lstStyle/>
        <a:p>
          <a:pPr>
            <a:buFont typeface="Arial" panose="020B0604020202020204" pitchFamily="34" charset="0"/>
            <a:buChar char="•"/>
          </a:pPr>
          <a:r>
            <a:rPr lang="en-US" dirty="0"/>
            <a:t>Not Ready</a:t>
          </a:r>
        </a:p>
      </dgm:t>
    </dgm:pt>
    <dgm:pt modelId="{47B7AFC1-2095-435F-9FDC-B447F7C7E766}" type="parTrans" cxnId="{DC7DEFA2-2C13-4D2B-8D63-835DF4970289}">
      <dgm:prSet/>
      <dgm:spPr/>
      <dgm:t>
        <a:bodyPr/>
        <a:lstStyle/>
        <a:p>
          <a:endParaRPr lang="en-US"/>
        </a:p>
      </dgm:t>
    </dgm:pt>
    <dgm:pt modelId="{0B2B4FE2-EC4B-4140-9CD2-0FBAEA926AC9}" type="sibTrans" cxnId="{DC7DEFA2-2C13-4D2B-8D63-835DF4970289}">
      <dgm:prSet/>
      <dgm:spPr/>
      <dgm:t>
        <a:bodyPr/>
        <a:lstStyle/>
        <a:p>
          <a:endParaRPr lang="en-US"/>
        </a:p>
      </dgm:t>
    </dgm:pt>
    <dgm:pt modelId="{176A4BAD-C4E4-4770-AECA-D86D601941EE}">
      <dgm:prSet phldrT="[Text]" phldr="0"/>
      <dgm:spPr/>
      <dgm:t>
        <a:bodyPr/>
        <a:lstStyle/>
        <a:p>
          <a:pPr>
            <a:buNone/>
          </a:pPr>
          <a:r>
            <a:rPr lang="en-US" dirty="0"/>
            <a:t>Create a simple dashboard showing -</a:t>
          </a:r>
        </a:p>
      </dgm:t>
    </dgm:pt>
    <dgm:pt modelId="{C899B9A6-D107-4447-8198-754C323A1324}" type="parTrans" cxnId="{64F6AFB6-9516-4FAE-B2E8-3501E2F34A03}">
      <dgm:prSet/>
      <dgm:spPr/>
      <dgm:t>
        <a:bodyPr/>
        <a:lstStyle/>
        <a:p>
          <a:endParaRPr lang="en-US"/>
        </a:p>
      </dgm:t>
    </dgm:pt>
    <dgm:pt modelId="{AC493B0B-06A9-4C4A-A6C9-354BAB455821}" type="sibTrans" cxnId="{64F6AFB6-9516-4FAE-B2E8-3501E2F34A03}">
      <dgm:prSet/>
      <dgm:spPr/>
      <dgm:t>
        <a:bodyPr/>
        <a:lstStyle/>
        <a:p>
          <a:endParaRPr lang="en-US"/>
        </a:p>
      </dgm:t>
    </dgm:pt>
    <dgm:pt modelId="{FF97D608-6C67-4E8E-80C1-684FC0A91C0F}">
      <dgm:prSet phldrT="[Text]" phldr="0"/>
      <dgm:spPr/>
      <dgm:t>
        <a:bodyPr/>
        <a:lstStyle/>
        <a:p>
          <a:pPr>
            <a:buNone/>
          </a:pPr>
          <a:endParaRPr lang="en-US" dirty="0"/>
        </a:p>
      </dgm:t>
    </dgm:pt>
    <dgm:pt modelId="{B987155C-8D07-4DC5-910C-3BD1EAD78909}" type="parTrans" cxnId="{B10AC205-FC16-4DDC-882D-7839D3B6AAAC}">
      <dgm:prSet/>
      <dgm:spPr/>
      <dgm:t>
        <a:bodyPr/>
        <a:lstStyle/>
        <a:p>
          <a:endParaRPr lang="en-US"/>
        </a:p>
      </dgm:t>
    </dgm:pt>
    <dgm:pt modelId="{C5D8C4D8-76BE-4EE3-80A0-42C9C910487A}" type="sibTrans" cxnId="{B10AC205-FC16-4DDC-882D-7839D3B6AAAC}">
      <dgm:prSet/>
      <dgm:spPr/>
      <dgm:t>
        <a:bodyPr/>
        <a:lstStyle/>
        <a:p>
          <a:endParaRPr lang="en-US"/>
        </a:p>
      </dgm:t>
    </dgm:pt>
    <dgm:pt modelId="{33E82838-7436-48E5-9CD4-39FD0E9B270C}">
      <dgm:prSet phldrT="[Text]" phldr="0"/>
      <dgm:spPr/>
      <dgm:t>
        <a:bodyPr/>
        <a:lstStyle/>
        <a:p>
          <a:pPr>
            <a:buFont typeface="Arial" panose="020B0604020202020204" pitchFamily="34" charset="0"/>
            <a:buChar char="•"/>
          </a:pPr>
          <a:r>
            <a:rPr lang="en-US" dirty="0"/>
            <a:t>Test Run Summary</a:t>
          </a:r>
        </a:p>
      </dgm:t>
    </dgm:pt>
    <dgm:pt modelId="{959C0235-16C8-4DCF-B4E7-A49140D08168}" type="parTrans" cxnId="{8055EBF6-A188-421D-B941-013A3F5E778D}">
      <dgm:prSet/>
      <dgm:spPr/>
      <dgm:t>
        <a:bodyPr/>
        <a:lstStyle/>
        <a:p>
          <a:endParaRPr lang="en-US"/>
        </a:p>
      </dgm:t>
    </dgm:pt>
    <dgm:pt modelId="{2A422BD6-09A4-4F7D-9390-58ED1FE440B8}" type="sibTrans" cxnId="{8055EBF6-A188-421D-B941-013A3F5E778D}">
      <dgm:prSet/>
      <dgm:spPr/>
      <dgm:t>
        <a:bodyPr/>
        <a:lstStyle/>
        <a:p>
          <a:endParaRPr lang="en-US"/>
        </a:p>
      </dgm:t>
    </dgm:pt>
    <dgm:pt modelId="{957596A4-B2E8-4904-87F9-17B18DD29F69}">
      <dgm:prSet phldrT="[Text]" phldr="0"/>
      <dgm:spPr/>
      <dgm:t>
        <a:bodyPr/>
        <a:lstStyle/>
        <a:p>
          <a:pPr>
            <a:buFont typeface="Arial" panose="020B0604020202020204" pitchFamily="34" charset="0"/>
            <a:buChar char="•"/>
          </a:pPr>
          <a:r>
            <a:rPr lang="en-US" dirty="0"/>
            <a:t>Baseline vs Current Comparison</a:t>
          </a:r>
        </a:p>
      </dgm:t>
    </dgm:pt>
    <dgm:pt modelId="{001ECDC7-C1DC-4AE8-9D2D-0BEEF6A1A898}" type="parTrans" cxnId="{C28F41C9-24C3-44EE-B542-238F8667277F}">
      <dgm:prSet/>
      <dgm:spPr/>
      <dgm:t>
        <a:bodyPr/>
        <a:lstStyle/>
        <a:p>
          <a:endParaRPr lang="en-US"/>
        </a:p>
      </dgm:t>
    </dgm:pt>
    <dgm:pt modelId="{2080541D-C69B-4DE1-A4A0-43F9E92986B6}" type="sibTrans" cxnId="{C28F41C9-24C3-44EE-B542-238F8667277F}">
      <dgm:prSet/>
      <dgm:spPr/>
      <dgm:t>
        <a:bodyPr/>
        <a:lstStyle/>
        <a:p>
          <a:endParaRPr lang="en-US"/>
        </a:p>
      </dgm:t>
    </dgm:pt>
    <dgm:pt modelId="{8D9F67E3-BED8-44D5-A43A-8D4BF27B0D24}">
      <dgm:prSet phldrT="[Text]" phldr="0"/>
      <dgm:spPr/>
      <dgm:t>
        <a:bodyPr/>
        <a:lstStyle/>
        <a:p>
          <a:pPr>
            <a:buFont typeface="Arial" panose="020B0604020202020204" pitchFamily="34" charset="0"/>
            <a:buChar char="•"/>
          </a:pPr>
          <a:r>
            <a:rPr lang="en-US" dirty="0"/>
            <a:t>Top degraded transactions</a:t>
          </a:r>
        </a:p>
      </dgm:t>
    </dgm:pt>
    <dgm:pt modelId="{B7CB1EEC-9B74-4A33-A166-80038B5BC2DC}" type="parTrans" cxnId="{4989DE17-8B8F-4936-A15B-5B577F33696D}">
      <dgm:prSet/>
      <dgm:spPr/>
      <dgm:t>
        <a:bodyPr/>
        <a:lstStyle/>
        <a:p>
          <a:endParaRPr lang="en-US"/>
        </a:p>
      </dgm:t>
    </dgm:pt>
    <dgm:pt modelId="{C703DBA3-D9E0-4493-AB0F-752E4D5B0D98}" type="sibTrans" cxnId="{4989DE17-8B8F-4936-A15B-5B577F33696D}">
      <dgm:prSet/>
      <dgm:spPr/>
      <dgm:t>
        <a:bodyPr/>
        <a:lstStyle/>
        <a:p>
          <a:endParaRPr lang="en-US"/>
        </a:p>
      </dgm:t>
    </dgm:pt>
    <dgm:pt modelId="{D222D335-997E-4286-8445-C71B88D37ABE}">
      <dgm:prSet phldrT="[Text]" phldr="0"/>
      <dgm:spPr/>
      <dgm:t>
        <a:bodyPr/>
        <a:lstStyle/>
        <a:p>
          <a:pPr>
            <a:buFont typeface="Arial" panose="020B0604020202020204" pitchFamily="34" charset="0"/>
            <a:buChar char="•"/>
          </a:pPr>
          <a:r>
            <a:rPr lang="en-US" dirty="0"/>
            <a:t>Pass / Fail Transactions</a:t>
          </a:r>
        </a:p>
      </dgm:t>
    </dgm:pt>
    <dgm:pt modelId="{B82BE335-7737-40AA-B5BD-30D1ECDE6C5E}" type="parTrans" cxnId="{C2FA1374-6500-4ED9-B284-72B0C57C20A9}">
      <dgm:prSet/>
      <dgm:spPr/>
      <dgm:t>
        <a:bodyPr/>
        <a:lstStyle/>
        <a:p>
          <a:endParaRPr lang="en-US"/>
        </a:p>
      </dgm:t>
    </dgm:pt>
    <dgm:pt modelId="{5A049913-D9CF-4A78-A179-A86B3F9227F0}" type="sibTrans" cxnId="{C2FA1374-6500-4ED9-B284-72B0C57C20A9}">
      <dgm:prSet/>
      <dgm:spPr/>
      <dgm:t>
        <a:bodyPr/>
        <a:lstStyle/>
        <a:p>
          <a:endParaRPr lang="en-US"/>
        </a:p>
      </dgm:t>
    </dgm:pt>
    <dgm:pt modelId="{585022FC-02FA-4752-8DE4-46CBB73F8061}">
      <dgm:prSet phldrT="[Text]" phldr="0"/>
      <dgm:spPr/>
      <dgm:t>
        <a:bodyPr/>
        <a:lstStyle/>
        <a:p>
          <a:pPr>
            <a:buFont typeface="Arial" panose="020B0604020202020204" pitchFamily="34" charset="0"/>
            <a:buChar char="•"/>
          </a:pPr>
          <a:r>
            <a:rPr lang="en-US" dirty="0"/>
            <a:t>Error Percentage</a:t>
          </a:r>
        </a:p>
      </dgm:t>
    </dgm:pt>
    <dgm:pt modelId="{B9833965-4B9D-4FDD-8131-D371CB784BE6}" type="parTrans" cxnId="{858DFE1E-1EE0-4161-BC40-964AADF97AE6}">
      <dgm:prSet/>
      <dgm:spPr/>
      <dgm:t>
        <a:bodyPr/>
        <a:lstStyle/>
        <a:p>
          <a:endParaRPr lang="en-US"/>
        </a:p>
      </dgm:t>
    </dgm:pt>
    <dgm:pt modelId="{4AEDCF99-0B26-44DD-ABE7-192DB3F1736F}" type="sibTrans" cxnId="{858DFE1E-1EE0-4161-BC40-964AADF97AE6}">
      <dgm:prSet/>
      <dgm:spPr/>
      <dgm:t>
        <a:bodyPr/>
        <a:lstStyle/>
        <a:p>
          <a:endParaRPr lang="en-US"/>
        </a:p>
      </dgm:t>
    </dgm:pt>
    <dgm:pt modelId="{3C406BB3-048E-4ADF-A585-2AAEF7AA88DB}">
      <dgm:prSet phldrT="[Text]" phldr="0"/>
      <dgm:spPr/>
      <dgm:t>
        <a:bodyPr/>
        <a:lstStyle/>
        <a:p>
          <a:pPr>
            <a:buFont typeface="Arial" panose="020B0604020202020204" pitchFamily="34" charset="0"/>
            <a:buChar char="•"/>
          </a:pPr>
          <a:r>
            <a:rPr lang="en-US" dirty="0"/>
            <a:t>Errors</a:t>
          </a:r>
        </a:p>
      </dgm:t>
    </dgm:pt>
    <dgm:pt modelId="{3D4FE0FB-CBC4-41BA-A11E-71DF958703DB}" type="parTrans" cxnId="{0278D333-C659-4CDE-B8CB-2CD4936A0B29}">
      <dgm:prSet/>
      <dgm:spPr/>
      <dgm:t>
        <a:bodyPr/>
        <a:lstStyle/>
        <a:p>
          <a:endParaRPr lang="en-US"/>
        </a:p>
      </dgm:t>
    </dgm:pt>
    <dgm:pt modelId="{A4E4327C-F7FA-49CB-B11C-73F71D284EDE}" type="sibTrans" cxnId="{0278D333-C659-4CDE-B8CB-2CD4936A0B29}">
      <dgm:prSet/>
      <dgm:spPr/>
      <dgm:t>
        <a:bodyPr/>
        <a:lstStyle/>
        <a:p>
          <a:endParaRPr lang="en-US"/>
        </a:p>
      </dgm:t>
    </dgm:pt>
    <dgm:pt modelId="{CF6257C3-F6CE-4EC3-A7C1-2FE830E47DE6}">
      <dgm:prSet phldrT="[Text]" phldr="0"/>
      <dgm:spPr/>
      <dgm:t>
        <a:bodyPr/>
        <a:lstStyle/>
        <a:p>
          <a:pPr>
            <a:buFont typeface="Arial" panose="020B0604020202020204" pitchFamily="34" charset="0"/>
            <a:buChar char="•"/>
          </a:pPr>
          <a:r>
            <a:rPr lang="en-US" dirty="0"/>
            <a:t>Performance readiness score</a:t>
          </a:r>
        </a:p>
      </dgm:t>
    </dgm:pt>
    <dgm:pt modelId="{4A88B969-2A56-4C73-8EB7-8F7E3E1585F4}" type="parTrans" cxnId="{53E166CE-C4F9-449C-8612-E5E28EA4AB40}">
      <dgm:prSet/>
      <dgm:spPr/>
      <dgm:t>
        <a:bodyPr/>
        <a:lstStyle/>
        <a:p>
          <a:endParaRPr lang="en-US"/>
        </a:p>
      </dgm:t>
    </dgm:pt>
    <dgm:pt modelId="{0AF6B30E-9F6D-4ABD-8F4C-92AFC9077619}" type="sibTrans" cxnId="{53E166CE-C4F9-449C-8612-E5E28EA4AB40}">
      <dgm:prSet/>
      <dgm:spPr/>
      <dgm:t>
        <a:bodyPr/>
        <a:lstStyle/>
        <a:p>
          <a:endParaRPr lang="en-US"/>
        </a:p>
      </dgm:t>
    </dgm:pt>
    <dgm:pt modelId="{6921E418-4A1D-43DB-8DE5-27A37824FC39}">
      <dgm:prSet phldrT="[Text]" phldr="0"/>
      <dgm:spPr/>
      <dgm:t>
        <a:bodyPr/>
        <a:lstStyle/>
        <a:p>
          <a:pPr>
            <a:buFont typeface="Arial" panose="020B0604020202020204" pitchFamily="34" charset="0"/>
            <a:buChar char="•"/>
          </a:pPr>
          <a:r>
            <a:rPr lang="en-US" dirty="0"/>
            <a:t>Engineering recommendations</a:t>
          </a:r>
        </a:p>
      </dgm:t>
    </dgm:pt>
    <dgm:pt modelId="{B0DE000B-F987-4FD6-8F70-DB12E3C8140A}" type="parTrans" cxnId="{A10A613E-F45E-41A9-844C-FAA125E3703D}">
      <dgm:prSet/>
      <dgm:spPr/>
      <dgm:t>
        <a:bodyPr/>
        <a:lstStyle/>
        <a:p>
          <a:endParaRPr lang="en-US"/>
        </a:p>
      </dgm:t>
    </dgm:pt>
    <dgm:pt modelId="{AECCCDA6-11DD-4284-8813-162460EAD4E6}" type="sibTrans" cxnId="{A10A613E-F45E-41A9-844C-FAA125E3703D}">
      <dgm:prSet/>
      <dgm:spPr/>
      <dgm:t>
        <a:bodyPr/>
        <a:lstStyle/>
        <a:p>
          <a:endParaRPr lang="en-US"/>
        </a:p>
      </dgm:t>
    </dgm:pt>
    <dgm:pt modelId="{7E9BA91B-8D98-45E5-A6FA-061F50472579}" type="pres">
      <dgm:prSet presAssocID="{FDB7A42D-D760-4738-B035-1722ABEB6DE1}" presName="Name0" presStyleCnt="0">
        <dgm:presLayoutVars>
          <dgm:dir/>
          <dgm:animLvl val="lvl"/>
          <dgm:resizeHandles val="exact"/>
        </dgm:presLayoutVars>
      </dgm:prSet>
      <dgm:spPr/>
    </dgm:pt>
    <dgm:pt modelId="{C91F1BB8-7A8A-4D6F-A4E3-2DA0387A3FF9}" type="pres">
      <dgm:prSet presAssocID="{9D70289B-BD03-448A-B8E8-1BCA58D69A62}" presName="composite" presStyleCnt="0"/>
      <dgm:spPr/>
    </dgm:pt>
    <dgm:pt modelId="{6628C6C1-253F-4A73-86CD-90F90198F72B}" type="pres">
      <dgm:prSet presAssocID="{9D70289B-BD03-448A-B8E8-1BCA58D69A62}" presName="parTx" presStyleLbl="node1" presStyleIdx="0" presStyleCnt="4">
        <dgm:presLayoutVars>
          <dgm:chMax val="0"/>
          <dgm:chPref val="0"/>
          <dgm:bulletEnabled val="1"/>
        </dgm:presLayoutVars>
      </dgm:prSet>
      <dgm:spPr/>
    </dgm:pt>
    <dgm:pt modelId="{1477F00A-67EE-4FD3-A9B8-682BE7528550}" type="pres">
      <dgm:prSet presAssocID="{9D70289B-BD03-448A-B8E8-1BCA58D69A62}" presName="desTx" presStyleLbl="revTx" presStyleIdx="0" presStyleCnt="4">
        <dgm:presLayoutVars>
          <dgm:bulletEnabled val="1"/>
        </dgm:presLayoutVars>
      </dgm:prSet>
      <dgm:spPr/>
    </dgm:pt>
    <dgm:pt modelId="{E944E39E-D731-4D88-8B1E-B245BB908081}" type="pres">
      <dgm:prSet presAssocID="{3CB081C2-0807-4A79-9706-7A144494250E}" presName="space" presStyleCnt="0"/>
      <dgm:spPr/>
    </dgm:pt>
    <dgm:pt modelId="{816625D6-6895-4E45-A739-4B7B5D79E243}" type="pres">
      <dgm:prSet presAssocID="{B3681985-1B60-4B73-8E03-A6E4934D8862}" presName="composite" presStyleCnt="0"/>
      <dgm:spPr/>
    </dgm:pt>
    <dgm:pt modelId="{612FF66F-5A95-4056-BBF4-7D8BFA678131}" type="pres">
      <dgm:prSet presAssocID="{B3681985-1B60-4B73-8E03-A6E4934D8862}" presName="parTx" presStyleLbl="node1" presStyleIdx="1" presStyleCnt="4">
        <dgm:presLayoutVars>
          <dgm:chMax val="0"/>
          <dgm:chPref val="0"/>
          <dgm:bulletEnabled val="1"/>
        </dgm:presLayoutVars>
      </dgm:prSet>
      <dgm:spPr/>
    </dgm:pt>
    <dgm:pt modelId="{CE307F3C-6A0A-4E8B-9900-2D82343545D3}" type="pres">
      <dgm:prSet presAssocID="{B3681985-1B60-4B73-8E03-A6E4934D8862}" presName="desTx" presStyleLbl="revTx" presStyleIdx="1" presStyleCnt="4">
        <dgm:presLayoutVars>
          <dgm:bulletEnabled val="1"/>
        </dgm:presLayoutVars>
      </dgm:prSet>
      <dgm:spPr/>
    </dgm:pt>
    <dgm:pt modelId="{60E12CA2-A1EE-49B7-B736-3BC22AC3E2ED}" type="pres">
      <dgm:prSet presAssocID="{386201B4-6A2D-4E36-A484-9A18EBB9E2DE}" presName="space" presStyleCnt="0"/>
      <dgm:spPr/>
    </dgm:pt>
    <dgm:pt modelId="{BECEFFB8-B997-423B-A0EB-9C956B7CFE24}" type="pres">
      <dgm:prSet presAssocID="{D3AA4A77-437B-48FA-9509-192889EDFD42}" presName="composite" presStyleCnt="0"/>
      <dgm:spPr/>
    </dgm:pt>
    <dgm:pt modelId="{8FFB56F4-8B0D-4BBC-AB3A-311FCD81A9B0}" type="pres">
      <dgm:prSet presAssocID="{D3AA4A77-437B-48FA-9509-192889EDFD42}" presName="parTx" presStyleLbl="node1" presStyleIdx="2" presStyleCnt="4">
        <dgm:presLayoutVars>
          <dgm:chMax val="0"/>
          <dgm:chPref val="0"/>
          <dgm:bulletEnabled val="1"/>
        </dgm:presLayoutVars>
      </dgm:prSet>
      <dgm:spPr/>
    </dgm:pt>
    <dgm:pt modelId="{B4DEDDA4-C36D-4269-828F-914C1B05729A}" type="pres">
      <dgm:prSet presAssocID="{D3AA4A77-437B-48FA-9509-192889EDFD42}" presName="desTx" presStyleLbl="revTx" presStyleIdx="2" presStyleCnt="4">
        <dgm:presLayoutVars>
          <dgm:bulletEnabled val="1"/>
        </dgm:presLayoutVars>
      </dgm:prSet>
      <dgm:spPr/>
    </dgm:pt>
    <dgm:pt modelId="{FFEA4E7F-80E3-4BBA-8023-1F4B20E1BB2F}" type="pres">
      <dgm:prSet presAssocID="{D6FA0A00-6508-4180-BBA6-BEEFBEF50F4D}" presName="space" presStyleCnt="0"/>
      <dgm:spPr/>
    </dgm:pt>
    <dgm:pt modelId="{58825215-18A4-41B5-BA56-C67A78A9B12C}" type="pres">
      <dgm:prSet presAssocID="{27655C49-9828-468A-AA67-3F6254123829}" presName="composite" presStyleCnt="0"/>
      <dgm:spPr/>
    </dgm:pt>
    <dgm:pt modelId="{F10707A5-222A-430B-AADA-F02D5B53DB77}" type="pres">
      <dgm:prSet presAssocID="{27655C49-9828-468A-AA67-3F6254123829}" presName="parTx" presStyleLbl="node1" presStyleIdx="3" presStyleCnt="4">
        <dgm:presLayoutVars>
          <dgm:chMax val="0"/>
          <dgm:chPref val="0"/>
          <dgm:bulletEnabled val="1"/>
        </dgm:presLayoutVars>
      </dgm:prSet>
      <dgm:spPr/>
    </dgm:pt>
    <dgm:pt modelId="{A3277127-E963-482C-985E-669FC5574C81}" type="pres">
      <dgm:prSet presAssocID="{27655C49-9828-468A-AA67-3F6254123829}" presName="desTx" presStyleLbl="revTx" presStyleIdx="3" presStyleCnt="4">
        <dgm:presLayoutVars>
          <dgm:bulletEnabled val="1"/>
        </dgm:presLayoutVars>
      </dgm:prSet>
      <dgm:spPr/>
    </dgm:pt>
  </dgm:ptLst>
  <dgm:cxnLst>
    <dgm:cxn modelId="{8EB71D03-DD5E-4E5A-B051-09DEEF56D679}" srcId="{FDB7A42D-D760-4738-B035-1722ABEB6DE1}" destId="{B3681985-1B60-4B73-8E03-A6E4934D8862}" srcOrd="1" destOrd="0" parTransId="{B377E3C1-8E4C-4803-8504-A2C677FAE976}" sibTransId="{386201B4-6A2D-4E36-A484-9A18EBB9E2DE}"/>
    <dgm:cxn modelId="{237E7603-6A2B-4B77-BB54-776F1A0093BB}" type="presOf" srcId="{D222D335-997E-4286-8445-C71B88D37ABE}" destId="{A3277127-E963-482C-985E-669FC5574C81}" srcOrd="0" destOrd="5" presId="urn:microsoft.com/office/officeart/2005/8/layout/chevron1"/>
    <dgm:cxn modelId="{80545704-9CCA-483F-8488-2F84B9552F59}" type="presOf" srcId="{176A4BAD-C4E4-4770-AECA-D86D601941EE}" destId="{A3277127-E963-482C-985E-669FC5574C81}" srcOrd="0" destOrd="0" presId="urn:microsoft.com/office/officeart/2005/8/layout/chevron1"/>
    <dgm:cxn modelId="{B10AC205-FC16-4DDC-882D-7839D3B6AAAC}" srcId="{27655C49-9828-468A-AA67-3F6254123829}" destId="{FF97D608-6C67-4E8E-80C1-684FC0A91C0F}" srcOrd="1" destOrd="0" parTransId="{B987155C-8D07-4DC5-910C-3BD1EAD78909}" sibTransId="{C5D8C4D8-76BE-4EE3-80A0-42C9C910487A}"/>
    <dgm:cxn modelId="{BE30FF12-E628-45AE-B9D0-EBF5F23FAFB4}" srcId="{D3AA4A77-437B-48FA-9509-192889EDFD42}" destId="{B5860EF2-C034-4B81-9110-D9A223CFFCDD}" srcOrd="0" destOrd="0" parTransId="{C292D4B7-67DD-4057-B3CC-7192F1800CBC}" sibTransId="{A4ADE02C-7F5B-4DD5-9D14-D41051CBD32A}"/>
    <dgm:cxn modelId="{B4BB6113-B93B-4356-980C-A570E8EB94F2}" srcId="{B3681985-1B60-4B73-8E03-A6E4934D8862}" destId="{EBF38E87-B3C0-41A5-BD0E-27972D7C4CC2}" srcOrd="1" destOrd="0" parTransId="{A7A22F9D-C432-4A70-9E18-A7B44E031D0C}" sibTransId="{28D95E87-463E-41EE-927C-F1BBFEAE1043}"/>
    <dgm:cxn modelId="{4989DE17-8B8F-4936-A15B-5B577F33696D}" srcId="{27655C49-9828-468A-AA67-3F6254123829}" destId="{8D9F67E3-BED8-44D5-A43A-8D4BF27B0D24}" srcOrd="4" destOrd="0" parTransId="{B7CB1EEC-9B74-4A33-A166-80038B5BC2DC}" sibTransId="{C703DBA3-D9E0-4493-AB0F-752E4D5B0D98}"/>
    <dgm:cxn modelId="{7CA6621C-E007-48C0-A0E2-4994391AB8C7}" type="presOf" srcId="{D6B111E5-2425-4BDF-9A34-86DB3E28B1B1}" destId="{CE307F3C-6A0A-4E8B-9900-2D82343545D3}" srcOrd="0" destOrd="5" presId="urn:microsoft.com/office/officeart/2005/8/layout/chevron1"/>
    <dgm:cxn modelId="{858DFE1E-1EE0-4161-BC40-964AADF97AE6}" srcId="{27655C49-9828-468A-AA67-3F6254123829}" destId="{585022FC-02FA-4752-8DE4-46CBB73F8061}" srcOrd="6" destOrd="0" parTransId="{B9833965-4B9D-4FDD-8131-D371CB784BE6}" sibTransId="{4AEDCF99-0B26-44DD-ABE7-192DB3F1736F}"/>
    <dgm:cxn modelId="{03AA6028-69D9-4042-92EF-2BB11600FBE0}" type="presOf" srcId="{585022FC-02FA-4752-8DE4-46CBB73F8061}" destId="{A3277127-E963-482C-985E-669FC5574C81}" srcOrd="0" destOrd="6" presId="urn:microsoft.com/office/officeart/2005/8/layout/chevron1"/>
    <dgm:cxn modelId="{DEFCE129-AEE6-475E-B155-A9C6466F4BB4}" type="presOf" srcId="{B3681985-1B60-4B73-8E03-A6E4934D8862}" destId="{612FF66F-5A95-4056-BBF4-7D8BFA678131}" srcOrd="0" destOrd="0" presId="urn:microsoft.com/office/officeart/2005/8/layout/chevron1"/>
    <dgm:cxn modelId="{5376DE2D-085A-4E1D-B820-EA3B7D81A60F}" type="presOf" srcId="{9D70289B-BD03-448A-B8E8-1BCA58D69A62}" destId="{6628C6C1-253F-4A73-86CD-90F90198F72B}" srcOrd="0" destOrd="0" presId="urn:microsoft.com/office/officeart/2005/8/layout/chevron1"/>
    <dgm:cxn modelId="{F113E72E-1587-478E-BD01-2F068AA7252E}" type="presOf" srcId="{3C406BB3-048E-4ADF-A585-2AAEF7AA88DB}" destId="{A3277127-E963-482C-985E-669FC5574C81}" srcOrd="0" destOrd="7" presId="urn:microsoft.com/office/officeart/2005/8/layout/chevron1"/>
    <dgm:cxn modelId="{2B408832-391F-412F-8803-9E870D91E8A0}" srcId="{B3681985-1B60-4B73-8E03-A6E4934D8862}" destId="{8D3D5FE4-A3ED-4F5F-8C57-163FF8A4EE49}" srcOrd="4" destOrd="0" parTransId="{C80F199C-13AD-4C11-90A1-116E4A97FDBF}" sibTransId="{FDFB5C25-E9D2-4F1C-9867-243646A0ED15}"/>
    <dgm:cxn modelId="{B1AC7433-D460-4D3F-ABD6-849D9565B178}" srcId="{B3681985-1B60-4B73-8E03-A6E4934D8862}" destId="{E6761ECF-DFF8-4B4B-9F7A-91300CE307EE}" srcOrd="0" destOrd="0" parTransId="{54C72BFF-B5CA-476F-B985-2413C82C491B}" sibTransId="{7D27591E-F30F-4BA2-8DE4-4CDCB7B9CA1C}"/>
    <dgm:cxn modelId="{0278D333-C659-4CDE-B8CB-2CD4936A0B29}" srcId="{27655C49-9828-468A-AA67-3F6254123829}" destId="{3C406BB3-048E-4ADF-A585-2AAEF7AA88DB}" srcOrd="7" destOrd="0" parTransId="{3D4FE0FB-CBC4-41BA-A11E-71DF958703DB}" sibTransId="{A4E4327C-F7FA-49CB-B11C-73F71D284EDE}"/>
    <dgm:cxn modelId="{8B1C523A-9E2F-45C6-B6BA-3B066800E740}" srcId="{9D70289B-BD03-448A-B8E8-1BCA58D69A62}" destId="{5FA3DB16-D6BB-461E-B472-BA9F0163506F}" srcOrd="3" destOrd="0" parTransId="{9E321E72-4CB0-4C15-9F12-7B6F5B0EDB7D}" sibTransId="{74C8A11A-654B-4779-8BB5-457F687FF9D3}"/>
    <dgm:cxn modelId="{A10A613E-F45E-41A9-844C-FAA125E3703D}" srcId="{27655C49-9828-468A-AA67-3F6254123829}" destId="{6921E418-4A1D-43DB-8DE5-27A37824FC39}" srcOrd="9" destOrd="0" parTransId="{B0DE000B-F987-4FD6-8F70-DB12E3C8140A}" sibTransId="{AECCCDA6-11DD-4284-8813-162460EAD4E6}"/>
    <dgm:cxn modelId="{7BC9A45E-1E07-42D9-9F8F-FA5662E06FF1}" type="presOf" srcId="{4394A057-71F4-4D50-84CB-40FC6704C497}" destId="{B4DEDDA4-C36D-4269-828F-914C1B05729A}" srcOrd="0" destOrd="3" presId="urn:microsoft.com/office/officeart/2005/8/layout/chevron1"/>
    <dgm:cxn modelId="{557FD862-A96F-433B-A14E-A13DE6E9B41C}" type="presOf" srcId="{CF6257C3-F6CE-4EC3-A7C1-2FE830E47DE6}" destId="{A3277127-E963-482C-985E-669FC5574C81}" srcOrd="0" destOrd="8" presId="urn:microsoft.com/office/officeart/2005/8/layout/chevron1"/>
    <dgm:cxn modelId="{EA5BB343-421D-46B8-A61F-9659D9B76F47}" type="presOf" srcId="{EBF38E87-B3C0-41A5-BD0E-27972D7C4CC2}" destId="{CE307F3C-6A0A-4E8B-9900-2D82343545D3}" srcOrd="0" destOrd="1" presId="urn:microsoft.com/office/officeart/2005/8/layout/chevron1"/>
    <dgm:cxn modelId="{EE1BDD45-C991-4373-9B84-FA06809D0932}" type="presOf" srcId="{33E82838-7436-48E5-9CD4-39FD0E9B270C}" destId="{A3277127-E963-482C-985E-669FC5574C81}" srcOrd="0" destOrd="2" presId="urn:microsoft.com/office/officeart/2005/8/layout/chevron1"/>
    <dgm:cxn modelId="{B6CD7E6B-EF66-4791-9607-CCF46EF21272}" type="presOf" srcId="{5CA45911-308F-4D66-AB7F-263794D7BCF5}" destId="{CE307F3C-6A0A-4E8B-9900-2D82343545D3}" srcOrd="0" destOrd="2" presId="urn:microsoft.com/office/officeart/2005/8/layout/chevron1"/>
    <dgm:cxn modelId="{CE67FD6C-E227-48C5-8BE4-EE3B00E22250}" type="presOf" srcId="{8D3D5FE4-A3ED-4F5F-8C57-163FF8A4EE49}" destId="{CE307F3C-6A0A-4E8B-9900-2D82343545D3}" srcOrd="0" destOrd="4" presId="urn:microsoft.com/office/officeart/2005/8/layout/chevron1"/>
    <dgm:cxn modelId="{905AC56E-CE71-4BE2-9FDA-C10A7777D3F0}" srcId="{9D70289B-BD03-448A-B8E8-1BCA58D69A62}" destId="{A628A098-B7A7-4907-9CF1-503BDF045DA6}" srcOrd="1" destOrd="0" parTransId="{E1650A88-0D91-46E1-B845-8292A20EED20}" sibTransId="{8BEFB90F-B017-4BBF-83F1-71B865D101E1}"/>
    <dgm:cxn modelId="{C2FA1374-6500-4ED9-B284-72B0C57C20A9}" srcId="{27655C49-9828-468A-AA67-3F6254123829}" destId="{D222D335-997E-4286-8445-C71B88D37ABE}" srcOrd="5" destOrd="0" parTransId="{B82BE335-7737-40AA-B5BD-30D1ECDE6C5E}" sibTransId="{5A049913-D9CF-4A78-A179-A86B3F9227F0}"/>
    <dgm:cxn modelId="{DB4E5F84-8B22-4B55-9E98-F389FE77F091}" type="presOf" srcId="{A628A098-B7A7-4907-9CF1-503BDF045DA6}" destId="{1477F00A-67EE-4FD3-A9B8-682BE7528550}" srcOrd="0" destOrd="1" presId="urn:microsoft.com/office/officeart/2005/8/layout/chevron1"/>
    <dgm:cxn modelId="{CE6AC687-57D0-4FB7-AC43-A040D2E06938}" type="presOf" srcId="{5A624D74-A7BB-41BB-887E-C485283DD233}" destId="{1477F00A-67EE-4FD3-A9B8-682BE7528550}" srcOrd="0" destOrd="0" presId="urn:microsoft.com/office/officeart/2005/8/layout/chevron1"/>
    <dgm:cxn modelId="{9E20AD8B-C178-462B-BFD8-12E0D8D8990B}" type="presOf" srcId="{5FA3DB16-D6BB-461E-B472-BA9F0163506F}" destId="{1477F00A-67EE-4FD3-A9B8-682BE7528550}" srcOrd="0" destOrd="3" presId="urn:microsoft.com/office/officeart/2005/8/layout/chevron1"/>
    <dgm:cxn modelId="{C186EE96-ED9E-4C97-98CB-6AB24761EBAD}" srcId="{B3681985-1B60-4B73-8E03-A6E4934D8862}" destId="{D6B111E5-2425-4BDF-9A34-86DB3E28B1B1}" srcOrd="5" destOrd="0" parTransId="{4893883A-21B3-4D7D-9E0C-EE254EADAA22}" sibTransId="{3D06D7AD-40DA-4644-8EFA-ADBCD96BCD27}"/>
    <dgm:cxn modelId="{DC7DEFA2-2C13-4D2B-8D63-835DF4970289}" srcId="{D3AA4A77-437B-48FA-9509-192889EDFD42}" destId="{EB412F6B-7434-43FB-ADD8-ADF8202F81E3}" srcOrd="5" destOrd="0" parTransId="{47B7AFC1-2095-435F-9FDC-B447F7C7E766}" sibTransId="{0B2B4FE2-EC4B-4140-9CD2-0FBAEA926AC9}"/>
    <dgm:cxn modelId="{69369AA6-9BCA-4C2C-B27C-03BF85A6051D}" type="presOf" srcId="{B5860EF2-C034-4B81-9110-D9A223CFFCDD}" destId="{B4DEDDA4-C36D-4269-828F-914C1B05729A}" srcOrd="0" destOrd="0" presId="urn:microsoft.com/office/officeart/2005/8/layout/chevron1"/>
    <dgm:cxn modelId="{DB7768A8-A71B-4D87-95F4-FB2678738166}" srcId="{FDB7A42D-D760-4738-B035-1722ABEB6DE1}" destId="{9D70289B-BD03-448A-B8E8-1BCA58D69A62}" srcOrd="0" destOrd="0" parTransId="{7F952520-4B24-4B58-8CD7-BB7096BDB9AE}" sibTransId="{3CB081C2-0807-4A79-9706-7A144494250E}"/>
    <dgm:cxn modelId="{FC5503AB-A1F6-4E90-99B4-9424F0F0B00A}" srcId="{D3AA4A77-437B-48FA-9509-192889EDFD42}" destId="{87FDA86A-88BB-4311-8B77-7013514586A4}" srcOrd="1" destOrd="0" parTransId="{44A4C686-CEDA-413C-804A-C608018DC8A2}" sibTransId="{1202D66F-B3C3-4BA1-A4BD-3B1F3253F54A}"/>
    <dgm:cxn modelId="{7BF454AC-E219-4C6D-9F58-13E0D9DCB89C}" type="presOf" srcId="{87FDA86A-88BB-4311-8B77-7013514586A4}" destId="{B4DEDDA4-C36D-4269-828F-914C1B05729A}" srcOrd="0" destOrd="1" presId="urn:microsoft.com/office/officeart/2005/8/layout/chevron1"/>
    <dgm:cxn modelId="{64F6AFB6-9516-4FAE-B2E8-3501E2F34A03}" srcId="{27655C49-9828-468A-AA67-3F6254123829}" destId="{176A4BAD-C4E4-4770-AECA-D86D601941EE}" srcOrd="0" destOrd="0" parTransId="{C899B9A6-D107-4447-8198-754C323A1324}" sibTransId="{AC493B0B-06A9-4C4A-A6C9-354BAB455821}"/>
    <dgm:cxn modelId="{B8E10FB7-E640-4467-9E0F-3E72A588537F}" type="presOf" srcId="{FF97D608-6C67-4E8E-80C1-684FC0A91C0F}" destId="{A3277127-E963-482C-985E-669FC5574C81}" srcOrd="0" destOrd="1" presId="urn:microsoft.com/office/officeart/2005/8/layout/chevron1"/>
    <dgm:cxn modelId="{575DB0B7-E3EB-4C34-898F-CD72F20A978E}" type="presOf" srcId="{EB412F6B-7434-43FB-ADD8-ADF8202F81E3}" destId="{B4DEDDA4-C36D-4269-828F-914C1B05729A}" srcOrd="0" destOrd="5" presId="urn:microsoft.com/office/officeart/2005/8/layout/chevron1"/>
    <dgm:cxn modelId="{70B9F7B9-A1A5-411D-BCCB-6F0C87AD9E3E}" srcId="{B3681985-1B60-4B73-8E03-A6E4934D8862}" destId="{113A3295-E425-4DE8-9261-9785191A703B}" srcOrd="3" destOrd="0" parTransId="{78205BD5-6077-401E-83E2-8455917B0BA9}" sibTransId="{9637CAEA-0211-484A-A5BD-A8F4D3DD71F5}"/>
    <dgm:cxn modelId="{855708C2-62E1-4497-81F5-296CADDE923E}" srcId="{D3AA4A77-437B-48FA-9509-192889EDFD42}" destId="{4394A057-71F4-4D50-84CB-40FC6704C497}" srcOrd="3" destOrd="0" parTransId="{EC2D8B1E-C404-451D-97D1-FDF982B2796C}" sibTransId="{FF6423B1-B39C-4B02-A515-52AA290699B7}"/>
    <dgm:cxn modelId="{CA0B19C7-844F-4C51-85D9-28A716E1098E}" type="presOf" srcId="{D3AA4A77-437B-48FA-9509-192889EDFD42}" destId="{8FFB56F4-8B0D-4BBC-AB3A-311FCD81A9B0}" srcOrd="0" destOrd="0" presId="urn:microsoft.com/office/officeart/2005/8/layout/chevron1"/>
    <dgm:cxn modelId="{288381C7-AF27-413A-937A-72BB3DC36FB6}" srcId="{D3AA4A77-437B-48FA-9509-192889EDFD42}" destId="{9A4ABE91-B1B5-4D49-9422-10B9C41DFB8F}" srcOrd="2" destOrd="0" parTransId="{4BD389B5-0B4B-4489-96BF-846ECC8AFFBB}" sibTransId="{7E5CACEC-4E38-4B37-8825-8F0EC57B1B9B}"/>
    <dgm:cxn modelId="{C28F41C9-24C3-44EE-B542-238F8667277F}" srcId="{27655C49-9828-468A-AA67-3F6254123829}" destId="{957596A4-B2E8-4904-87F9-17B18DD29F69}" srcOrd="3" destOrd="0" parTransId="{001ECDC7-C1DC-4AE8-9D2D-0BEEF6A1A898}" sibTransId="{2080541D-C69B-4DE1-A4A0-43F9E92986B6}"/>
    <dgm:cxn modelId="{53E166CE-C4F9-449C-8612-E5E28EA4AB40}" srcId="{27655C49-9828-468A-AA67-3F6254123829}" destId="{CF6257C3-F6CE-4EC3-A7C1-2FE830E47DE6}" srcOrd="8" destOrd="0" parTransId="{4A88B969-2A56-4C73-8EB7-8F7E3E1585F4}" sibTransId="{0AF6B30E-9F6D-4ABD-8F4C-92AFC9077619}"/>
    <dgm:cxn modelId="{600363D2-2C10-416C-9036-3FD24E067AF3}" type="presOf" srcId="{8D9F67E3-BED8-44D5-A43A-8D4BF27B0D24}" destId="{A3277127-E963-482C-985E-669FC5574C81}" srcOrd="0" destOrd="4" presId="urn:microsoft.com/office/officeart/2005/8/layout/chevron1"/>
    <dgm:cxn modelId="{DB637CD3-EAF1-4CC3-A5BE-05C48477B092}" type="presOf" srcId="{113A3295-E425-4DE8-9261-9785191A703B}" destId="{CE307F3C-6A0A-4E8B-9900-2D82343545D3}" srcOrd="0" destOrd="3" presId="urn:microsoft.com/office/officeart/2005/8/layout/chevron1"/>
    <dgm:cxn modelId="{93CD1DD6-4B44-4B88-BABB-A94B3354B828}" srcId="{B3681985-1B60-4B73-8E03-A6E4934D8862}" destId="{5CA45911-308F-4D66-AB7F-263794D7BCF5}" srcOrd="2" destOrd="0" parTransId="{A4928042-033F-4546-946B-B441DE2E849A}" sibTransId="{49C25ADC-5CB1-4430-ADC5-272D890E81A0}"/>
    <dgm:cxn modelId="{DD9386DD-5909-4DEA-8565-3A07A030E980}" srcId="{FDB7A42D-D760-4738-B035-1722ABEB6DE1}" destId="{D3AA4A77-437B-48FA-9509-192889EDFD42}" srcOrd="2" destOrd="0" parTransId="{DD530BE2-4824-4BE3-ADDC-2199020755BB}" sibTransId="{D6FA0A00-6508-4180-BBA6-BEEFBEF50F4D}"/>
    <dgm:cxn modelId="{684974E4-7DAA-4AD6-A7AC-BB01F018D512}" srcId="{9D70289B-BD03-448A-B8E8-1BCA58D69A62}" destId="{D0B1FFE6-9B2E-40E6-A764-53D59BB782E6}" srcOrd="2" destOrd="0" parTransId="{105C5D74-7055-4B33-9A2A-5F25C671CF1F}" sibTransId="{63F2912B-3F26-4EFE-83BC-071335C58E5A}"/>
    <dgm:cxn modelId="{1C74BEE5-2BDE-4FB8-B5D1-A0D10BA12113}" srcId="{FDB7A42D-D760-4738-B035-1722ABEB6DE1}" destId="{27655C49-9828-468A-AA67-3F6254123829}" srcOrd="3" destOrd="0" parTransId="{FDBE443A-783D-45BC-88FC-ECFD272CA6BC}" sibTransId="{0F8B4800-D3C5-4EE7-A6E6-8BC8A65A2360}"/>
    <dgm:cxn modelId="{1A6AB8E6-D2FE-4C98-822C-379ACF844FF3}" type="presOf" srcId="{957596A4-B2E8-4904-87F9-17B18DD29F69}" destId="{A3277127-E963-482C-985E-669FC5574C81}" srcOrd="0" destOrd="3" presId="urn:microsoft.com/office/officeart/2005/8/layout/chevron1"/>
    <dgm:cxn modelId="{5B42D5E6-29FA-497B-A9AC-DB010BC73614}" type="presOf" srcId="{E6761ECF-DFF8-4B4B-9F7A-91300CE307EE}" destId="{CE307F3C-6A0A-4E8B-9900-2D82343545D3}" srcOrd="0" destOrd="0" presId="urn:microsoft.com/office/officeart/2005/8/layout/chevron1"/>
    <dgm:cxn modelId="{D4FDF8E6-6AAF-4FBF-B8C0-6ED7122B75E0}" srcId="{9D70289B-BD03-448A-B8E8-1BCA58D69A62}" destId="{5A624D74-A7BB-41BB-887E-C485283DD233}" srcOrd="0" destOrd="0" parTransId="{A38551BB-702E-47D5-BFC3-5E5429F948B5}" sibTransId="{1F7EAE42-B514-49DA-9754-200D97345EBE}"/>
    <dgm:cxn modelId="{AFF604EE-8279-4832-BB09-7DF140AB8C3A}" type="presOf" srcId="{27655C49-9828-468A-AA67-3F6254123829}" destId="{F10707A5-222A-430B-AADA-F02D5B53DB77}" srcOrd="0" destOrd="0" presId="urn:microsoft.com/office/officeart/2005/8/layout/chevron1"/>
    <dgm:cxn modelId="{0E55B9F1-99BA-477E-98E6-C11DB64D07A7}" type="presOf" srcId="{07E8B6E7-1590-4B0E-99E1-B001EBA66634}" destId="{B4DEDDA4-C36D-4269-828F-914C1B05729A}" srcOrd="0" destOrd="4" presId="urn:microsoft.com/office/officeart/2005/8/layout/chevron1"/>
    <dgm:cxn modelId="{481395F5-E1AC-4A88-8154-0EBA92E7363C}" type="presOf" srcId="{FDB7A42D-D760-4738-B035-1722ABEB6DE1}" destId="{7E9BA91B-8D98-45E5-A6FA-061F50472579}" srcOrd="0" destOrd="0" presId="urn:microsoft.com/office/officeart/2005/8/layout/chevron1"/>
    <dgm:cxn modelId="{F782E2F5-7A9D-4673-8348-B7944AAF1CD5}" type="presOf" srcId="{9A4ABE91-B1B5-4D49-9422-10B9C41DFB8F}" destId="{B4DEDDA4-C36D-4269-828F-914C1B05729A}" srcOrd="0" destOrd="2" presId="urn:microsoft.com/office/officeart/2005/8/layout/chevron1"/>
    <dgm:cxn modelId="{DE029FF6-45A4-464B-8A2E-5AE22858008A}" type="presOf" srcId="{6921E418-4A1D-43DB-8DE5-27A37824FC39}" destId="{A3277127-E963-482C-985E-669FC5574C81}" srcOrd="0" destOrd="9" presId="urn:microsoft.com/office/officeart/2005/8/layout/chevron1"/>
    <dgm:cxn modelId="{8055EBF6-A188-421D-B941-013A3F5E778D}" srcId="{27655C49-9828-468A-AA67-3F6254123829}" destId="{33E82838-7436-48E5-9CD4-39FD0E9B270C}" srcOrd="2" destOrd="0" parTransId="{959C0235-16C8-4DCF-B4E7-A49140D08168}" sibTransId="{2A422BD6-09A4-4F7D-9390-58ED1FE440B8}"/>
    <dgm:cxn modelId="{A38681F8-C5CB-4DD9-BBB1-272A45990E57}" srcId="{D3AA4A77-437B-48FA-9509-192889EDFD42}" destId="{07E8B6E7-1590-4B0E-99E1-B001EBA66634}" srcOrd="4" destOrd="0" parTransId="{5E5252AD-2387-4BB0-BFA7-992DAA863DF3}" sibTransId="{0C0C9A21-E620-4AC3-99D3-A0C87758438E}"/>
    <dgm:cxn modelId="{280945FF-DEFB-4752-8AE9-8A18F10E6016}" type="presOf" srcId="{D0B1FFE6-9B2E-40E6-A764-53D59BB782E6}" destId="{1477F00A-67EE-4FD3-A9B8-682BE7528550}" srcOrd="0" destOrd="2" presId="urn:microsoft.com/office/officeart/2005/8/layout/chevron1"/>
    <dgm:cxn modelId="{70C3253E-D0E7-48C1-A065-23A8666A7843}" type="presParOf" srcId="{7E9BA91B-8D98-45E5-A6FA-061F50472579}" destId="{C91F1BB8-7A8A-4D6F-A4E3-2DA0387A3FF9}" srcOrd="0" destOrd="0" presId="urn:microsoft.com/office/officeart/2005/8/layout/chevron1"/>
    <dgm:cxn modelId="{64B99837-1487-4C15-95F3-6EABEB43B3AA}" type="presParOf" srcId="{C91F1BB8-7A8A-4D6F-A4E3-2DA0387A3FF9}" destId="{6628C6C1-253F-4A73-86CD-90F90198F72B}" srcOrd="0" destOrd="0" presId="urn:microsoft.com/office/officeart/2005/8/layout/chevron1"/>
    <dgm:cxn modelId="{CF19B8AF-F107-41C6-ADF8-95084FC7B0B0}" type="presParOf" srcId="{C91F1BB8-7A8A-4D6F-A4E3-2DA0387A3FF9}" destId="{1477F00A-67EE-4FD3-A9B8-682BE7528550}" srcOrd="1" destOrd="0" presId="urn:microsoft.com/office/officeart/2005/8/layout/chevron1"/>
    <dgm:cxn modelId="{39AF17B1-9439-4A32-835B-F370B8E50A3C}" type="presParOf" srcId="{7E9BA91B-8D98-45E5-A6FA-061F50472579}" destId="{E944E39E-D731-4D88-8B1E-B245BB908081}" srcOrd="1" destOrd="0" presId="urn:microsoft.com/office/officeart/2005/8/layout/chevron1"/>
    <dgm:cxn modelId="{50195A77-7036-4A18-BDD9-9066CB0F34E2}" type="presParOf" srcId="{7E9BA91B-8D98-45E5-A6FA-061F50472579}" destId="{816625D6-6895-4E45-A739-4B7B5D79E243}" srcOrd="2" destOrd="0" presId="urn:microsoft.com/office/officeart/2005/8/layout/chevron1"/>
    <dgm:cxn modelId="{87DDA9A2-385B-4D6B-BDC3-9BDB9DC79BFF}" type="presParOf" srcId="{816625D6-6895-4E45-A739-4B7B5D79E243}" destId="{612FF66F-5A95-4056-BBF4-7D8BFA678131}" srcOrd="0" destOrd="0" presId="urn:microsoft.com/office/officeart/2005/8/layout/chevron1"/>
    <dgm:cxn modelId="{EA18A8CF-48E3-46E4-B883-2245C76C2122}" type="presParOf" srcId="{816625D6-6895-4E45-A739-4B7B5D79E243}" destId="{CE307F3C-6A0A-4E8B-9900-2D82343545D3}" srcOrd="1" destOrd="0" presId="urn:microsoft.com/office/officeart/2005/8/layout/chevron1"/>
    <dgm:cxn modelId="{86BCAF71-E0F3-4BCA-A18A-58C5F222D67C}" type="presParOf" srcId="{7E9BA91B-8D98-45E5-A6FA-061F50472579}" destId="{60E12CA2-A1EE-49B7-B736-3BC22AC3E2ED}" srcOrd="3" destOrd="0" presId="urn:microsoft.com/office/officeart/2005/8/layout/chevron1"/>
    <dgm:cxn modelId="{038DDA39-E3A7-4F7C-A5EB-89612D7A1FCF}" type="presParOf" srcId="{7E9BA91B-8D98-45E5-A6FA-061F50472579}" destId="{BECEFFB8-B997-423B-A0EB-9C956B7CFE24}" srcOrd="4" destOrd="0" presId="urn:microsoft.com/office/officeart/2005/8/layout/chevron1"/>
    <dgm:cxn modelId="{57333C18-2EB4-4A48-A767-2239D2D8C94C}" type="presParOf" srcId="{BECEFFB8-B997-423B-A0EB-9C956B7CFE24}" destId="{8FFB56F4-8B0D-4BBC-AB3A-311FCD81A9B0}" srcOrd="0" destOrd="0" presId="urn:microsoft.com/office/officeart/2005/8/layout/chevron1"/>
    <dgm:cxn modelId="{1ECE8334-411C-4969-826F-A9AB2522B673}" type="presParOf" srcId="{BECEFFB8-B997-423B-A0EB-9C956B7CFE24}" destId="{B4DEDDA4-C36D-4269-828F-914C1B05729A}" srcOrd="1" destOrd="0" presId="urn:microsoft.com/office/officeart/2005/8/layout/chevron1"/>
    <dgm:cxn modelId="{EDD6A2B1-AC8A-443A-A59D-E188409F1CF3}" type="presParOf" srcId="{7E9BA91B-8D98-45E5-A6FA-061F50472579}" destId="{FFEA4E7F-80E3-4BBA-8023-1F4B20E1BB2F}" srcOrd="5" destOrd="0" presId="urn:microsoft.com/office/officeart/2005/8/layout/chevron1"/>
    <dgm:cxn modelId="{413A45B6-87E3-4162-B8DB-EECB6EE1B7EB}" type="presParOf" srcId="{7E9BA91B-8D98-45E5-A6FA-061F50472579}" destId="{58825215-18A4-41B5-BA56-C67A78A9B12C}" srcOrd="6" destOrd="0" presId="urn:microsoft.com/office/officeart/2005/8/layout/chevron1"/>
    <dgm:cxn modelId="{28AA896F-B9CE-4264-A91C-5056386419CD}" type="presParOf" srcId="{58825215-18A4-41B5-BA56-C67A78A9B12C}" destId="{F10707A5-222A-430B-AADA-F02D5B53DB77}" srcOrd="0" destOrd="0" presId="urn:microsoft.com/office/officeart/2005/8/layout/chevron1"/>
    <dgm:cxn modelId="{3524ADE8-A1CB-4ACC-8688-7D21D560B6CF}" type="presParOf" srcId="{58825215-18A4-41B5-BA56-C67A78A9B12C}" destId="{A3277127-E963-482C-985E-669FC5574C81}" srcOrd="1"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476A4E-C425-49E1-BD06-A8BC5C2EBBF5}">
      <dsp:nvSpPr>
        <dsp:cNvPr id="0" name=""/>
        <dsp:cNvSpPr/>
      </dsp:nvSpPr>
      <dsp:spPr>
        <a:xfrm>
          <a:off x="5159343" y="2628794"/>
          <a:ext cx="3962753" cy="589063"/>
        </a:xfrm>
        <a:custGeom>
          <a:avLst/>
          <a:gdLst/>
          <a:ahLst/>
          <a:cxnLst/>
          <a:rect l="0" t="0" r="0" b="0"/>
          <a:pathLst>
            <a:path>
              <a:moveTo>
                <a:pt x="0" y="0"/>
              </a:moveTo>
              <a:lnTo>
                <a:pt x="0" y="351172"/>
              </a:lnTo>
              <a:lnTo>
                <a:pt x="3962753" y="351172"/>
              </a:lnTo>
              <a:lnTo>
                <a:pt x="3962753" y="589063"/>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66CA4F6-32F4-4B26-AC52-22CF469EBEF1}">
      <dsp:nvSpPr>
        <dsp:cNvPr id="0" name=""/>
        <dsp:cNvSpPr/>
      </dsp:nvSpPr>
      <dsp:spPr>
        <a:xfrm>
          <a:off x="5159343" y="2628794"/>
          <a:ext cx="1320917" cy="589063"/>
        </a:xfrm>
        <a:custGeom>
          <a:avLst/>
          <a:gdLst/>
          <a:ahLst/>
          <a:cxnLst/>
          <a:rect l="0" t="0" r="0" b="0"/>
          <a:pathLst>
            <a:path>
              <a:moveTo>
                <a:pt x="0" y="0"/>
              </a:moveTo>
              <a:lnTo>
                <a:pt x="0" y="351172"/>
              </a:lnTo>
              <a:lnTo>
                <a:pt x="1320917" y="351172"/>
              </a:lnTo>
              <a:lnTo>
                <a:pt x="1320917" y="589063"/>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BD1DF4D-E90D-4179-954A-0E231F056256}">
      <dsp:nvSpPr>
        <dsp:cNvPr id="0" name=""/>
        <dsp:cNvSpPr/>
      </dsp:nvSpPr>
      <dsp:spPr>
        <a:xfrm>
          <a:off x="3838425" y="2628794"/>
          <a:ext cx="1320917" cy="589063"/>
        </a:xfrm>
        <a:custGeom>
          <a:avLst/>
          <a:gdLst/>
          <a:ahLst/>
          <a:cxnLst/>
          <a:rect l="0" t="0" r="0" b="0"/>
          <a:pathLst>
            <a:path>
              <a:moveTo>
                <a:pt x="1320917" y="0"/>
              </a:moveTo>
              <a:lnTo>
                <a:pt x="1320917" y="351172"/>
              </a:lnTo>
              <a:lnTo>
                <a:pt x="0" y="351172"/>
              </a:lnTo>
              <a:lnTo>
                <a:pt x="0" y="589063"/>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B140390-2947-426B-A6DC-79A02FA89F21}">
      <dsp:nvSpPr>
        <dsp:cNvPr id="0" name=""/>
        <dsp:cNvSpPr/>
      </dsp:nvSpPr>
      <dsp:spPr>
        <a:xfrm>
          <a:off x="1196589" y="2628794"/>
          <a:ext cx="3962753" cy="589063"/>
        </a:xfrm>
        <a:custGeom>
          <a:avLst/>
          <a:gdLst/>
          <a:ahLst/>
          <a:cxnLst/>
          <a:rect l="0" t="0" r="0" b="0"/>
          <a:pathLst>
            <a:path>
              <a:moveTo>
                <a:pt x="3962753" y="0"/>
              </a:moveTo>
              <a:lnTo>
                <a:pt x="3962753" y="351172"/>
              </a:lnTo>
              <a:lnTo>
                <a:pt x="0" y="351172"/>
              </a:lnTo>
              <a:lnTo>
                <a:pt x="0" y="589063"/>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22A2116-EDF4-4805-8AD2-63182276C3BD}">
      <dsp:nvSpPr>
        <dsp:cNvPr id="0" name=""/>
        <dsp:cNvSpPr/>
      </dsp:nvSpPr>
      <dsp:spPr>
        <a:xfrm>
          <a:off x="5113623" y="1020198"/>
          <a:ext cx="91440" cy="589063"/>
        </a:xfrm>
        <a:custGeom>
          <a:avLst/>
          <a:gdLst/>
          <a:ahLst/>
          <a:cxnLst/>
          <a:rect l="0" t="0" r="0" b="0"/>
          <a:pathLst>
            <a:path>
              <a:moveTo>
                <a:pt x="45720" y="0"/>
              </a:moveTo>
              <a:lnTo>
                <a:pt x="45720" y="589063"/>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4ED466-FAEE-463C-B3FB-13A6EFB0E5B0}">
      <dsp:nvSpPr>
        <dsp:cNvPr id="0" name=""/>
        <dsp:cNvSpPr/>
      </dsp:nvSpPr>
      <dsp:spPr>
        <a:xfrm>
          <a:off x="4174773" y="665"/>
          <a:ext cx="1969139" cy="101953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7465" tIns="37465" rIns="37465" bIns="143867" numCol="1" spcCol="1270" anchor="ctr" anchorCtr="0">
          <a:noAutofit/>
        </a:bodyPr>
        <a:lstStyle/>
        <a:p>
          <a:pPr marL="0" lvl="0" indent="0" algn="ctr" defTabSz="2622550">
            <a:lnSpc>
              <a:spcPct val="90000"/>
            </a:lnSpc>
            <a:spcBef>
              <a:spcPct val="0"/>
            </a:spcBef>
            <a:spcAft>
              <a:spcPct val="35000"/>
            </a:spcAft>
            <a:buNone/>
          </a:pPr>
          <a:r>
            <a:rPr lang="en-US" sz="5900" kern="1200" dirty="0"/>
            <a:t>1</a:t>
          </a:r>
        </a:p>
      </dsp:txBody>
      <dsp:txXfrm>
        <a:off x="4174773" y="665"/>
        <a:ext cx="1969139" cy="1019533"/>
      </dsp:txXfrm>
    </dsp:sp>
    <dsp:sp modelId="{2AEA9867-359E-4A13-AF8E-9932E6266CB8}">
      <dsp:nvSpPr>
        <dsp:cNvPr id="0" name=""/>
        <dsp:cNvSpPr/>
      </dsp:nvSpPr>
      <dsp:spPr>
        <a:xfrm>
          <a:off x="4568601" y="793635"/>
          <a:ext cx="1772225" cy="339844"/>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5880" tIns="13970" rIns="55880" bIns="13970" numCol="1" spcCol="1270" anchor="ctr" anchorCtr="0">
          <a:noAutofit/>
        </a:bodyPr>
        <a:lstStyle/>
        <a:p>
          <a:pPr marL="0" lvl="0" indent="0" algn="r" defTabSz="977900">
            <a:lnSpc>
              <a:spcPct val="90000"/>
            </a:lnSpc>
            <a:spcBef>
              <a:spcPct val="0"/>
            </a:spcBef>
            <a:spcAft>
              <a:spcPct val="35000"/>
            </a:spcAft>
            <a:buNone/>
          </a:pPr>
          <a:endParaRPr lang="en-US" sz="2200" kern="1200"/>
        </a:p>
      </dsp:txBody>
      <dsp:txXfrm>
        <a:off x="4568601" y="793635"/>
        <a:ext cx="1772225" cy="339844"/>
      </dsp:txXfrm>
    </dsp:sp>
    <dsp:sp modelId="{7C0B3A61-67AC-4B3C-9135-95D73D6CFA91}">
      <dsp:nvSpPr>
        <dsp:cNvPr id="0" name=""/>
        <dsp:cNvSpPr/>
      </dsp:nvSpPr>
      <dsp:spPr>
        <a:xfrm>
          <a:off x="4174773" y="1609261"/>
          <a:ext cx="1969139" cy="101953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7465" tIns="37465" rIns="37465" bIns="143867" numCol="1" spcCol="1270" anchor="ctr" anchorCtr="0">
          <a:noAutofit/>
        </a:bodyPr>
        <a:lstStyle/>
        <a:p>
          <a:pPr marL="0" lvl="0" indent="0" algn="ctr" defTabSz="2622550">
            <a:lnSpc>
              <a:spcPct val="90000"/>
            </a:lnSpc>
            <a:spcBef>
              <a:spcPct val="0"/>
            </a:spcBef>
            <a:spcAft>
              <a:spcPct val="35000"/>
            </a:spcAft>
            <a:buNone/>
          </a:pPr>
          <a:r>
            <a:rPr lang="en-US" sz="5900" kern="1200" dirty="0"/>
            <a:t>2</a:t>
          </a:r>
        </a:p>
      </dsp:txBody>
      <dsp:txXfrm>
        <a:off x="4174773" y="1609261"/>
        <a:ext cx="1969139" cy="1019533"/>
      </dsp:txXfrm>
    </dsp:sp>
    <dsp:sp modelId="{A8919896-AA07-4447-9382-90CA069A16D8}">
      <dsp:nvSpPr>
        <dsp:cNvPr id="0" name=""/>
        <dsp:cNvSpPr/>
      </dsp:nvSpPr>
      <dsp:spPr>
        <a:xfrm>
          <a:off x="4568601" y="2402231"/>
          <a:ext cx="1772225" cy="339844"/>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5880" tIns="13970" rIns="55880" bIns="13970" numCol="1" spcCol="1270" anchor="ctr" anchorCtr="0">
          <a:noAutofit/>
        </a:bodyPr>
        <a:lstStyle/>
        <a:p>
          <a:pPr marL="0" lvl="0" indent="0" algn="r" defTabSz="977900">
            <a:lnSpc>
              <a:spcPct val="90000"/>
            </a:lnSpc>
            <a:spcBef>
              <a:spcPct val="0"/>
            </a:spcBef>
            <a:spcAft>
              <a:spcPct val="35000"/>
            </a:spcAft>
            <a:buNone/>
          </a:pPr>
          <a:endParaRPr lang="en-US" sz="2200" kern="1200"/>
        </a:p>
      </dsp:txBody>
      <dsp:txXfrm>
        <a:off x="4568601" y="2402231"/>
        <a:ext cx="1772225" cy="339844"/>
      </dsp:txXfrm>
    </dsp:sp>
    <dsp:sp modelId="{E84189FD-908D-4BEE-8A77-39DF1190C679}">
      <dsp:nvSpPr>
        <dsp:cNvPr id="0" name=""/>
        <dsp:cNvSpPr/>
      </dsp:nvSpPr>
      <dsp:spPr>
        <a:xfrm>
          <a:off x="212020" y="3217858"/>
          <a:ext cx="1969139" cy="101953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7465" tIns="37465" rIns="37465" bIns="143867" numCol="1" spcCol="1270" anchor="ctr" anchorCtr="0">
          <a:noAutofit/>
        </a:bodyPr>
        <a:lstStyle/>
        <a:p>
          <a:pPr marL="0" lvl="0" indent="0" algn="ctr" defTabSz="2622550">
            <a:lnSpc>
              <a:spcPct val="90000"/>
            </a:lnSpc>
            <a:spcBef>
              <a:spcPct val="0"/>
            </a:spcBef>
            <a:spcAft>
              <a:spcPct val="35000"/>
            </a:spcAft>
            <a:buNone/>
          </a:pPr>
          <a:r>
            <a:rPr lang="en-US" sz="5900" kern="1200" dirty="0"/>
            <a:t>3</a:t>
          </a:r>
        </a:p>
      </dsp:txBody>
      <dsp:txXfrm>
        <a:off x="212020" y="3217858"/>
        <a:ext cx="1969139" cy="1019533"/>
      </dsp:txXfrm>
    </dsp:sp>
    <dsp:sp modelId="{F8F55598-E7FB-45E6-A612-4CA99C3DF629}">
      <dsp:nvSpPr>
        <dsp:cNvPr id="0" name=""/>
        <dsp:cNvSpPr/>
      </dsp:nvSpPr>
      <dsp:spPr>
        <a:xfrm>
          <a:off x="605847" y="4010828"/>
          <a:ext cx="1772225" cy="339844"/>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5880" tIns="13970" rIns="55880" bIns="13970" numCol="1" spcCol="1270" anchor="ctr" anchorCtr="0">
          <a:noAutofit/>
        </a:bodyPr>
        <a:lstStyle/>
        <a:p>
          <a:pPr marL="0" lvl="0" indent="0" algn="r" defTabSz="977900">
            <a:lnSpc>
              <a:spcPct val="90000"/>
            </a:lnSpc>
            <a:spcBef>
              <a:spcPct val="0"/>
            </a:spcBef>
            <a:spcAft>
              <a:spcPct val="35000"/>
            </a:spcAft>
            <a:buNone/>
          </a:pPr>
          <a:endParaRPr lang="en-US" sz="2200" kern="1200"/>
        </a:p>
      </dsp:txBody>
      <dsp:txXfrm>
        <a:off x="605847" y="4010828"/>
        <a:ext cx="1772225" cy="339844"/>
      </dsp:txXfrm>
    </dsp:sp>
    <dsp:sp modelId="{0CA3A615-8E9B-4BA9-B2A2-4EFB48CD32D0}">
      <dsp:nvSpPr>
        <dsp:cNvPr id="0" name=""/>
        <dsp:cNvSpPr/>
      </dsp:nvSpPr>
      <dsp:spPr>
        <a:xfrm>
          <a:off x="2853855" y="3217858"/>
          <a:ext cx="1969139" cy="101953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7465" tIns="37465" rIns="37465" bIns="143867" numCol="1" spcCol="1270" anchor="ctr" anchorCtr="0">
          <a:noAutofit/>
        </a:bodyPr>
        <a:lstStyle/>
        <a:p>
          <a:pPr marL="0" lvl="0" indent="0" algn="ctr" defTabSz="2622550">
            <a:lnSpc>
              <a:spcPct val="90000"/>
            </a:lnSpc>
            <a:spcBef>
              <a:spcPct val="0"/>
            </a:spcBef>
            <a:spcAft>
              <a:spcPct val="35000"/>
            </a:spcAft>
            <a:buNone/>
          </a:pPr>
          <a:r>
            <a:rPr lang="en-US" sz="5900" kern="1200" dirty="0"/>
            <a:t>4</a:t>
          </a:r>
        </a:p>
      </dsp:txBody>
      <dsp:txXfrm>
        <a:off x="2853855" y="3217858"/>
        <a:ext cx="1969139" cy="1019533"/>
      </dsp:txXfrm>
    </dsp:sp>
    <dsp:sp modelId="{C21D8800-795E-4047-9088-B3E6EDAB8CE4}">
      <dsp:nvSpPr>
        <dsp:cNvPr id="0" name=""/>
        <dsp:cNvSpPr/>
      </dsp:nvSpPr>
      <dsp:spPr>
        <a:xfrm>
          <a:off x="3247683" y="4010828"/>
          <a:ext cx="1772225" cy="339844"/>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5880" tIns="13970" rIns="55880" bIns="13970" numCol="1" spcCol="1270" anchor="ctr" anchorCtr="0">
          <a:noAutofit/>
        </a:bodyPr>
        <a:lstStyle/>
        <a:p>
          <a:pPr marL="0" lvl="0" indent="0" algn="r" defTabSz="977900">
            <a:lnSpc>
              <a:spcPct val="90000"/>
            </a:lnSpc>
            <a:spcBef>
              <a:spcPct val="0"/>
            </a:spcBef>
            <a:spcAft>
              <a:spcPct val="35000"/>
            </a:spcAft>
            <a:buNone/>
          </a:pPr>
          <a:endParaRPr lang="en-US" sz="2200" kern="1200"/>
        </a:p>
      </dsp:txBody>
      <dsp:txXfrm>
        <a:off x="3247683" y="4010828"/>
        <a:ext cx="1772225" cy="339844"/>
      </dsp:txXfrm>
    </dsp:sp>
    <dsp:sp modelId="{DAD5973D-0751-4CB5-B526-5FDFF7A00C7C}">
      <dsp:nvSpPr>
        <dsp:cNvPr id="0" name=""/>
        <dsp:cNvSpPr/>
      </dsp:nvSpPr>
      <dsp:spPr>
        <a:xfrm>
          <a:off x="5495691" y="3217858"/>
          <a:ext cx="1969139" cy="101953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7465" tIns="37465" rIns="37465" bIns="143867" numCol="1" spcCol="1270" anchor="ctr" anchorCtr="0">
          <a:noAutofit/>
        </a:bodyPr>
        <a:lstStyle/>
        <a:p>
          <a:pPr marL="0" lvl="0" indent="0" algn="ctr" defTabSz="2622550">
            <a:lnSpc>
              <a:spcPct val="90000"/>
            </a:lnSpc>
            <a:spcBef>
              <a:spcPct val="0"/>
            </a:spcBef>
            <a:spcAft>
              <a:spcPct val="35000"/>
            </a:spcAft>
            <a:buNone/>
          </a:pPr>
          <a:r>
            <a:rPr lang="en-US" sz="5900" kern="1200" dirty="0"/>
            <a:t>5</a:t>
          </a:r>
        </a:p>
      </dsp:txBody>
      <dsp:txXfrm>
        <a:off x="5495691" y="3217858"/>
        <a:ext cx="1969139" cy="1019533"/>
      </dsp:txXfrm>
    </dsp:sp>
    <dsp:sp modelId="{B419B382-BAF6-45E7-9841-41B4DF07C77C}">
      <dsp:nvSpPr>
        <dsp:cNvPr id="0" name=""/>
        <dsp:cNvSpPr/>
      </dsp:nvSpPr>
      <dsp:spPr>
        <a:xfrm>
          <a:off x="5889518" y="4010828"/>
          <a:ext cx="1772225" cy="339844"/>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5880" tIns="13970" rIns="55880" bIns="13970" numCol="1" spcCol="1270" anchor="ctr" anchorCtr="0">
          <a:noAutofit/>
        </a:bodyPr>
        <a:lstStyle/>
        <a:p>
          <a:pPr marL="0" lvl="0" indent="0" algn="r" defTabSz="977900">
            <a:lnSpc>
              <a:spcPct val="90000"/>
            </a:lnSpc>
            <a:spcBef>
              <a:spcPct val="0"/>
            </a:spcBef>
            <a:spcAft>
              <a:spcPct val="35000"/>
            </a:spcAft>
            <a:buNone/>
          </a:pPr>
          <a:endParaRPr lang="en-US" sz="2200" kern="1200"/>
        </a:p>
      </dsp:txBody>
      <dsp:txXfrm>
        <a:off x="5889518" y="4010828"/>
        <a:ext cx="1772225" cy="339844"/>
      </dsp:txXfrm>
    </dsp:sp>
    <dsp:sp modelId="{5C9A96B7-1656-48C0-8436-0D23E32DECF9}">
      <dsp:nvSpPr>
        <dsp:cNvPr id="0" name=""/>
        <dsp:cNvSpPr/>
      </dsp:nvSpPr>
      <dsp:spPr>
        <a:xfrm>
          <a:off x="8137526" y="3217858"/>
          <a:ext cx="1969139" cy="101953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7465" tIns="37465" rIns="37465" bIns="143867" numCol="1" spcCol="1270" anchor="ctr" anchorCtr="0">
          <a:noAutofit/>
        </a:bodyPr>
        <a:lstStyle/>
        <a:p>
          <a:pPr marL="0" lvl="0" indent="0" algn="ctr" defTabSz="2622550">
            <a:lnSpc>
              <a:spcPct val="90000"/>
            </a:lnSpc>
            <a:spcBef>
              <a:spcPct val="0"/>
            </a:spcBef>
            <a:spcAft>
              <a:spcPct val="35000"/>
            </a:spcAft>
            <a:buNone/>
          </a:pPr>
          <a:r>
            <a:rPr lang="en-US" sz="5900" kern="1200"/>
            <a:t>6</a:t>
          </a:r>
          <a:endParaRPr lang="en-US" sz="5900" kern="1200" dirty="0"/>
        </a:p>
      </dsp:txBody>
      <dsp:txXfrm>
        <a:off x="8137526" y="3217858"/>
        <a:ext cx="1969139" cy="1019533"/>
      </dsp:txXfrm>
    </dsp:sp>
    <dsp:sp modelId="{DDDBA26F-318B-44F1-A42F-7AA8441F376E}">
      <dsp:nvSpPr>
        <dsp:cNvPr id="0" name=""/>
        <dsp:cNvSpPr/>
      </dsp:nvSpPr>
      <dsp:spPr>
        <a:xfrm>
          <a:off x="8531354" y="4010828"/>
          <a:ext cx="1772225" cy="339844"/>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5880" tIns="13970" rIns="55880" bIns="13970" numCol="1" spcCol="1270" anchor="ctr" anchorCtr="0">
          <a:noAutofit/>
        </a:bodyPr>
        <a:lstStyle/>
        <a:p>
          <a:pPr marL="0" lvl="0" indent="0" algn="r" defTabSz="977900">
            <a:lnSpc>
              <a:spcPct val="90000"/>
            </a:lnSpc>
            <a:spcBef>
              <a:spcPct val="0"/>
            </a:spcBef>
            <a:spcAft>
              <a:spcPct val="35000"/>
            </a:spcAft>
            <a:buNone/>
          </a:pPr>
          <a:endParaRPr lang="en-US" sz="2200" kern="1200"/>
        </a:p>
      </dsp:txBody>
      <dsp:txXfrm>
        <a:off x="8531354" y="4010828"/>
        <a:ext cx="1772225" cy="3398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28C6C1-253F-4A73-86CD-90F90198F72B}">
      <dsp:nvSpPr>
        <dsp:cNvPr id="0" name=""/>
        <dsp:cNvSpPr/>
      </dsp:nvSpPr>
      <dsp:spPr>
        <a:xfrm>
          <a:off x="6669" y="104005"/>
          <a:ext cx="2092869" cy="648000"/>
        </a:xfrm>
        <a:prstGeom prst="chevron">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kern="1200" dirty="0"/>
            <a:t>MVP 1 – Performance Result Ingestion</a:t>
          </a:r>
        </a:p>
      </dsp:txBody>
      <dsp:txXfrm>
        <a:off x="330669" y="104005"/>
        <a:ext cx="1444869" cy="648000"/>
      </dsp:txXfrm>
    </dsp:sp>
    <dsp:sp modelId="{1477F00A-67EE-4FD3-A9B8-682BE7528550}">
      <dsp:nvSpPr>
        <dsp:cNvPr id="0" name=""/>
        <dsp:cNvSpPr/>
      </dsp:nvSpPr>
      <dsp:spPr>
        <a:xfrm>
          <a:off x="6669" y="833005"/>
          <a:ext cx="1674295" cy="2776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533400">
            <a:lnSpc>
              <a:spcPct val="90000"/>
            </a:lnSpc>
            <a:spcBef>
              <a:spcPct val="0"/>
            </a:spcBef>
            <a:spcAft>
              <a:spcPct val="15000"/>
            </a:spcAft>
            <a:buNone/>
          </a:pPr>
          <a:r>
            <a:rPr lang="en-US" sz="1200" kern="1200" dirty="0"/>
            <a:t>Ingest performance test output from -</a:t>
          </a:r>
        </a:p>
        <a:p>
          <a:pPr marL="114300" lvl="1" indent="-114300" algn="l" defTabSz="533400">
            <a:lnSpc>
              <a:spcPct val="90000"/>
            </a:lnSpc>
            <a:spcBef>
              <a:spcPct val="0"/>
            </a:spcBef>
            <a:spcAft>
              <a:spcPct val="15000"/>
            </a:spcAft>
            <a:buNone/>
          </a:pPr>
          <a:endParaRPr lang="en-US" sz="1200" kern="1200"/>
        </a:p>
        <a:p>
          <a:pPr marL="114300" lvl="1" indent="-114300" algn="l" defTabSz="533400">
            <a:lnSpc>
              <a:spcPct val="90000"/>
            </a:lnSpc>
            <a:spcBef>
              <a:spcPct val="0"/>
            </a:spcBef>
            <a:spcAft>
              <a:spcPct val="15000"/>
            </a:spcAft>
            <a:buFont typeface="Arial" panose="020B0604020202020204" pitchFamily="34" charset="0"/>
            <a:buChar char="•"/>
          </a:pPr>
          <a:r>
            <a:rPr lang="en-US" sz="1200" kern="1200"/>
            <a:t>JMeter .jtl file</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API test result CSV</a:t>
          </a:r>
        </a:p>
      </dsp:txBody>
      <dsp:txXfrm>
        <a:off x="6669" y="833005"/>
        <a:ext cx="1674295" cy="2776860"/>
      </dsp:txXfrm>
    </dsp:sp>
    <dsp:sp modelId="{612FF66F-5A95-4056-BBF4-7D8BFA678131}">
      <dsp:nvSpPr>
        <dsp:cNvPr id="0" name=""/>
        <dsp:cNvSpPr/>
      </dsp:nvSpPr>
      <dsp:spPr>
        <a:xfrm>
          <a:off x="1883539" y="104005"/>
          <a:ext cx="2092869" cy="648000"/>
        </a:xfrm>
        <a:prstGeom prst="chevron">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kern="1200" dirty="0"/>
            <a:t>MVP 2 – Baseline Comparison Engine</a:t>
          </a:r>
        </a:p>
      </dsp:txBody>
      <dsp:txXfrm>
        <a:off x="2207539" y="104005"/>
        <a:ext cx="1444869" cy="648000"/>
      </dsp:txXfrm>
    </dsp:sp>
    <dsp:sp modelId="{CE307F3C-6A0A-4E8B-9900-2D82343545D3}">
      <dsp:nvSpPr>
        <dsp:cNvPr id="0" name=""/>
        <dsp:cNvSpPr/>
      </dsp:nvSpPr>
      <dsp:spPr>
        <a:xfrm>
          <a:off x="1883539" y="833005"/>
          <a:ext cx="1674295" cy="2776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533400">
            <a:lnSpc>
              <a:spcPct val="90000"/>
            </a:lnSpc>
            <a:spcBef>
              <a:spcPct val="0"/>
            </a:spcBef>
            <a:spcAft>
              <a:spcPct val="15000"/>
            </a:spcAft>
            <a:buNone/>
          </a:pPr>
          <a:r>
            <a:rPr lang="en-US" sz="1200" kern="1200" dirty="0"/>
            <a:t>Compare current run vs baseline run using -</a:t>
          </a:r>
        </a:p>
        <a:p>
          <a:pPr marL="114300" lvl="1" indent="-114300" algn="l" defTabSz="533400">
            <a:lnSpc>
              <a:spcPct val="90000"/>
            </a:lnSpc>
            <a:spcBef>
              <a:spcPct val="0"/>
            </a:spcBef>
            <a:spcAft>
              <a:spcPct val="15000"/>
            </a:spcAft>
            <a:buFont typeface="Arial" panose="020B0604020202020204" pitchFamily="34" charset="0"/>
            <a:buChar char="•"/>
          </a:pPr>
          <a:endParaRPr lang="en-US"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90</a:t>
          </a:r>
          <a:r>
            <a:rPr lang="en-US" sz="1200" kern="1200" baseline="30000" dirty="0"/>
            <a:t>th</a:t>
          </a:r>
          <a:r>
            <a:rPr lang="en-US" sz="1200" kern="1200" dirty="0"/>
            <a:t> , 95</a:t>
          </a:r>
          <a:r>
            <a:rPr lang="en-US" sz="1200" kern="1200" baseline="30000" dirty="0"/>
            <a:t>th</a:t>
          </a:r>
          <a:r>
            <a:rPr lang="en-US" sz="1200" kern="1200" dirty="0"/>
            <a:t>  and Avg response time</a:t>
          </a:r>
        </a:p>
        <a:p>
          <a:pPr marL="114300" lvl="1" indent="-114300" algn="l" defTabSz="533400">
            <a:lnSpc>
              <a:spcPct val="90000"/>
            </a:lnSpc>
            <a:spcBef>
              <a:spcPct val="0"/>
            </a:spcBef>
            <a:spcAft>
              <a:spcPct val="15000"/>
            </a:spcAft>
            <a:buChar char="•"/>
          </a:pPr>
          <a:r>
            <a:rPr lang="en-US" sz="1200" kern="1200" dirty="0" err="1"/>
            <a:t>Througput</a:t>
          </a:r>
          <a:endParaRPr lang="en-US" sz="1200" kern="1200" dirty="0"/>
        </a:p>
        <a:p>
          <a:pPr marL="114300" lvl="1" indent="-114300" algn="l" defTabSz="533400">
            <a:lnSpc>
              <a:spcPct val="90000"/>
            </a:lnSpc>
            <a:spcBef>
              <a:spcPct val="0"/>
            </a:spcBef>
            <a:spcAft>
              <a:spcPct val="15000"/>
            </a:spcAft>
            <a:buChar char="•"/>
          </a:pPr>
          <a:r>
            <a:rPr lang="en-US" sz="1200" kern="1200" dirty="0"/>
            <a:t>Error Rate</a:t>
          </a:r>
        </a:p>
        <a:p>
          <a:pPr marL="114300" lvl="1" indent="-114300" algn="l" defTabSz="533400">
            <a:lnSpc>
              <a:spcPct val="90000"/>
            </a:lnSpc>
            <a:spcBef>
              <a:spcPct val="0"/>
            </a:spcBef>
            <a:spcAft>
              <a:spcPct val="15000"/>
            </a:spcAft>
            <a:buChar char="•"/>
          </a:pPr>
          <a:r>
            <a:rPr lang="en-US" sz="1200" kern="1200" dirty="0"/>
            <a:t>Pass / Fail Transactions</a:t>
          </a:r>
        </a:p>
      </dsp:txBody>
      <dsp:txXfrm>
        <a:off x="1883539" y="833005"/>
        <a:ext cx="1674295" cy="2776860"/>
      </dsp:txXfrm>
    </dsp:sp>
    <dsp:sp modelId="{8FFB56F4-8B0D-4BBC-AB3A-311FCD81A9B0}">
      <dsp:nvSpPr>
        <dsp:cNvPr id="0" name=""/>
        <dsp:cNvSpPr/>
      </dsp:nvSpPr>
      <dsp:spPr>
        <a:xfrm>
          <a:off x="3760409" y="104005"/>
          <a:ext cx="2092869" cy="648000"/>
        </a:xfrm>
        <a:prstGeom prst="chevron">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kern="1200" dirty="0"/>
            <a:t>MVP 3 – AI Performance Readiness Scoring</a:t>
          </a:r>
        </a:p>
      </dsp:txBody>
      <dsp:txXfrm>
        <a:off x="4084409" y="104005"/>
        <a:ext cx="1444869" cy="648000"/>
      </dsp:txXfrm>
    </dsp:sp>
    <dsp:sp modelId="{B4DEDDA4-C36D-4269-828F-914C1B05729A}">
      <dsp:nvSpPr>
        <dsp:cNvPr id="0" name=""/>
        <dsp:cNvSpPr/>
      </dsp:nvSpPr>
      <dsp:spPr>
        <a:xfrm>
          <a:off x="3760409" y="833005"/>
          <a:ext cx="1674295" cy="2776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533400">
            <a:lnSpc>
              <a:spcPct val="90000"/>
            </a:lnSpc>
            <a:spcBef>
              <a:spcPct val="0"/>
            </a:spcBef>
            <a:spcAft>
              <a:spcPct val="15000"/>
            </a:spcAft>
            <a:buNone/>
          </a:pPr>
          <a:r>
            <a:rPr lang="en-US" sz="1200" kern="1200" dirty="0"/>
            <a:t>Determine release status  -</a:t>
          </a:r>
        </a:p>
        <a:p>
          <a:pPr marL="114300" lvl="1" indent="-114300" algn="l" defTabSz="533400">
            <a:lnSpc>
              <a:spcPct val="90000"/>
            </a:lnSpc>
            <a:spcBef>
              <a:spcPct val="0"/>
            </a:spcBef>
            <a:spcAft>
              <a:spcPct val="15000"/>
            </a:spcAft>
            <a:buNone/>
          </a:pPr>
          <a:endParaRPr lang="en-US"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Production ready</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Ready with Observations</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High Risk</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Not Ready</a:t>
          </a:r>
        </a:p>
      </dsp:txBody>
      <dsp:txXfrm>
        <a:off x="3760409" y="833005"/>
        <a:ext cx="1674295" cy="2776860"/>
      </dsp:txXfrm>
    </dsp:sp>
    <dsp:sp modelId="{F10707A5-222A-430B-AADA-F02D5B53DB77}">
      <dsp:nvSpPr>
        <dsp:cNvPr id="0" name=""/>
        <dsp:cNvSpPr/>
      </dsp:nvSpPr>
      <dsp:spPr>
        <a:xfrm>
          <a:off x="5637278" y="104005"/>
          <a:ext cx="2092869" cy="648000"/>
        </a:xfrm>
        <a:prstGeom prst="chevron">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kern="1200" dirty="0"/>
            <a:t>MVP 4 – Dashboard + AI Summary</a:t>
          </a:r>
        </a:p>
      </dsp:txBody>
      <dsp:txXfrm>
        <a:off x="5961278" y="104005"/>
        <a:ext cx="1444869" cy="648000"/>
      </dsp:txXfrm>
    </dsp:sp>
    <dsp:sp modelId="{A3277127-E963-482C-985E-669FC5574C81}">
      <dsp:nvSpPr>
        <dsp:cNvPr id="0" name=""/>
        <dsp:cNvSpPr/>
      </dsp:nvSpPr>
      <dsp:spPr>
        <a:xfrm>
          <a:off x="5637278" y="833005"/>
          <a:ext cx="1674295" cy="2776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533400">
            <a:lnSpc>
              <a:spcPct val="90000"/>
            </a:lnSpc>
            <a:spcBef>
              <a:spcPct val="0"/>
            </a:spcBef>
            <a:spcAft>
              <a:spcPct val="15000"/>
            </a:spcAft>
            <a:buNone/>
          </a:pPr>
          <a:r>
            <a:rPr lang="en-US" sz="1200" kern="1200" dirty="0"/>
            <a:t>Create a simple dashboard showing -</a:t>
          </a:r>
        </a:p>
        <a:p>
          <a:pPr marL="114300" lvl="1" indent="-114300" algn="l" defTabSz="533400">
            <a:lnSpc>
              <a:spcPct val="90000"/>
            </a:lnSpc>
            <a:spcBef>
              <a:spcPct val="0"/>
            </a:spcBef>
            <a:spcAft>
              <a:spcPct val="15000"/>
            </a:spcAft>
            <a:buNone/>
          </a:pPr>
          <a:endParaRPr lang="en-US"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Test Run Summary</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Baseline vs Current Comparison</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Top degraded transactions</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Pass / Fail Transactions</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Error Percentage</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Errors</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Performance readiness score</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Engineering recommendations</a:t>
          </a:r>
        </a:p>
      </dsp:txBody>
      <dsp:txXfrm>
        <a:off x="5637278" y="833005"/>
        <a:ext cx="1674295" cy="2776860"/>
      </dsp:txXfrm>
    </dsp:sp>
  </dsp:spTree>
</dsp:drawing>
</file>

<file path=ppt/diagrams/layout1.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2A308-4784-9D58-1C21-334E260C76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E5C3531-F05B-94B5-F192-86187F4B37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472178-8938-9770-3423-3BCA675FD3CD}"/>
              </a:ext>
            </a:extLst>
          </p:cNvPr>
          <p:cNvSpPr>
            <a:spLocks noGrp="1"/>
          </p:cNvSpPr>
          <p:nvPr>
            <p:ph type="dt" sz="half" idx="10"/>
          </p:nvPr>
        </p:nvSpPr>
        <p:spPr/>
        <p:txBody>
          <a:bodyPr/>
          <a:lstStyle/>
          <a:p>
            <a:fld id="{B52B02A4-4FA0-481B-9F34-212FC9F61C83}" type="datetimeFigureOut">
              <a:rPr lang="en-US" smtClean="0"/>
              <a:t>8/12/2026</a:t>
            </a:fld>
            <a:endParaRPr lang="en-US"/>
          </a:p>
        </p:txBody>
      </p:sp>
      <p:sp>
        <p:nvSpPr>
          <p:cNvPr id="5" name="Footer Placeholder 4">
            <a:extLst>
              <a:ext uri="{FF2B5EF4-FFF2-40B4-BE49-F238E27FC236}">
                <a16:creationId xmlns:a16="http://schemas.microsoft.com/office/drawing/2014/main" id="{662BC6C0-3D02-592B-B2AA-669393A404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A33DA1-1890-68A3-90E9-A50E35123C6D}"/>
              </a:ext>
            </a:extLst>
          </p:cNvPr>
          <p:cNvSpPr>
            <a:spLocks noGrp="1"/>
          </p:cNvSpPr>
          <p:nvPr>
            <p:ph type="sldNum" sz="quarter" idx="12"/>
          </p:nvPr>
        </p:nvSpPr>
        <p:spPr/>
        <p:txBody>
          <a:bodyPr/>
          <a:lstStyle/>
          <a:p>
            <a:fld id="{BD25591D-D760-47E3-9546-6A01FECC437F}" type="slidenum">
              <a:rPr lang="en-US" smtClean="0"/>
              <a:t>‹#›</a:t>
            </a:fld>
            <a:endParaRPr lang="en-US"/>
          </a:p>
        </p:txBody>
      </p:sp>
    </p:spTree>
    <p:extLst>
      <p:ext uri="{BB962C8B-B14F-4D97-AF65-F5344CB8AC3E}">
        <p14:creationId xmlns:p14="http://schemas.microsoft.com/office/powerpoint/2010/main" val="20479009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8FA7D-7DF8-4E07-093E-384F7558A7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A0DAE0-A43A-DE45-4D8D-54E3658D79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82F0E4-6356-4FAC-1ADC-C9242AD9B72F}"/>
              </a:ext>
            </a:extLst>
          </p:cNvPr>
          <p:cNvSpPr>
            <a:spLocks noGrp="1"/>
          </p:cNvSpPr>
          <p:nvPr>
            <p:ph type="dt" sz="half" idx="10"/>
          </p:nvPr>
        </p:nvSpPr>
        <p:spPr/>
        <p:txBody>
          <a:bodyPr/>
          <a:lstStyle/>
          <a:p>
            <a:fld id="{B52B02A4-4FA0-481B-9F34-212FC9F61C83}" type="datetimeFigureOut">
              <a:rPr lang="en-US" smtClean="0"/>
              <a:t>8/12/2026</a:t>
            </a:fld>
            <a:endParaRPr lang="en-US"/>
          </a:p>
        </p:txBody>
      </p:sp>
      <p:sp>
        <p:nvSpPr>
          <p:cNvPr id="5" name="Footer Placeholder 4">
            <a:extLst>
              <a:ext uri="{FF2B5EF4-FFF2-40B4-BE49-F238E27FC236}">
                <a16:creationId xmlns:a16="http://schemas.microsoft.com/office/drawing/2014/main" id="{A2192300-6BED-D494-2C19-11DA909338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373050-3E02-C9AC-443A-A8B56DD6D0E0}"/>
              </a:ext>
            </a:extLst>
          </p:cNvPr>
          <p:cNvSpPr>
            <a:spLocks noGrp="1"/>
          </p:cNvSpPr>
          <p:nvPr>
            <p:ph type="sldNum" sz="quarter" idx="12"/>
          </p:nvPr>
        </p:nvSpPr>
        <p:spPr/>
        <p:txBody>
          <a:bodyPr/>
          <a:lstStyle/>
          <a:p>
            <a:fld id="{BD25591D-D760-47E3-9546-6A01FECC437F}" type="slidenum">
              <a:rPr lang="en-US" smtClean="0"/>
              <a:t>‹#›</a:t>
            </a:fld>
            <a:endParaRPr lang="en-US"/>
          </a:p>
        </p:txBody>
      </p:sp>
    </p:spTree>
    <p:extLst>
      <p:ext uri="{BB962C8B-B14F-4D97-AF65-F5344CB8AC3E}">
        <p14:creationId xmlns:p14="http://schemas.microsoft.com/office/powerpoint/2010/main" val="3079535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C8AAF-FE82-CAC3-853E-22E4818FFC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D35BD6D-8B2A-5EA9-AEC0-6C3A0EBCF4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E29C05-CDEB-71AB-E1CC-5BD0199F37AD}"/>
              </a:ext>
            </a:extLst>
          </p:cNvPr>
          <p:cNvSpPr>
            <a:spLocks noGrp="1"/>
          </p:cNvSpPr>
          <p:nvPr>
            <p:ph type="dt" sz="half" idx="10"/>
          </p:nvPr>
        </p:nvSpPr>
        <p:spPr/>
        <p:txBody>
          <a:bodyPr/>
          <a:lstStyle/>
          <a:p>
            <a:fld id="{B52B02A4-4FA0-481B-9F34-212FC9F61C83}" type="datetimeFigureOut">
              <a:rPr lang="en-US" smtClean="0"/>
              <a:t>8/12/2026</a:t>
            </a:fld>
            <a:endParaRPr lang="en-US"/>
          </a:p>
        </p:txBody>
      </p:sp>
      <p:sp>
        <p:nvSpPr>
          <p:cNvPr id="5" name="Footer Placeholder 4">
            <a:extLst>
              <a:ext uri="{FF2B5EF4-FFF2-40B4-BE49-F238E27FC236}">
                <a16:creationId xmlns:a16="http://schemas.microsoft.com/office/drawing/2014/main" id="{D805170C-FBEF-E140-80CA-CF70519C49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3BCB42-31AF-BA4A-459F-19794205D030}"/>
              </a:ext>
            </a:extLst>
          </p:cNvPr>
          <p:cNvSpPr>
            <a:spLocks noGrp="1"/>
          </p:cNvSpPr>
          <p:nvPr>
            <p:ph type="sldNum" sz="quarter" idx="12"/>
          </p:nvPr>
        </p:nvSpPr>
        <p:spPr/>
        <p:txBody>
          <a:bodyPr/>
          <a:lstStyle/>
          <a:p>
            <a:fld id="{BD25591D-D760-47E3-9546-6A01FECC437F}" type="slidenum">
              <a:rPr lang="en-US" smtClean="0"/>
              <a:t>‹#›</a:t>
            </a:fld>
            <a:endParaRPr lang="en-US"/>
          </a:p>
        </p:txBody>
      </p:sp>
    </p:spTree>
    <p:extLst>
      <p:ext uri="{BB962C8B-B14F-4D97-AF65-F5344CB8AC3E}">
        <p14:creationId xmlns:p14="http://schemas.microsoft.com/office/powerpoint/2010/main" val="549233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376D1-9B05-B930-00E3-9AEC4FE97A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270EE-EE7E-2AFC-B4F7-0A791F8B5E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78A29E-B968-99A0-F3D0-ED17D930FF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A0DA44-4E8E-A936-D35B-5AE75DC4E67C}"/>
              </a:ext>
            </a:extLst>
          </p:cNvPr>
          <p:cNvSpPr>
            <a:spLocks noGrp="1"/>
          </p:cNvSpPr>
          <p:nvPr>
            <p:ph type="dt" sz="half" idx="10"/>
          </p:nvPr>
        </p:nvSpPr>
        <p:spPr/>
        <p:txBody>
          <a:bodyPr/>
          <a:lstStyle/>
          <a:p>
            <a:fld id="{B52B02A4-4FA0-481B-9F34-212FC9F61C83}" type="datetimeFigureOut">
              <a:rPr lang="en-US" smtClean="0"/>
              <a:t>8/12/2026</a:t>
            </a:fld>
            <a:endParaRPr lang="en-US"/>
          </a:p>
        </p:txBody>
      </p:sp>
      <p:sp>
        <p:nvSpPr>
          <p:cNvPr id="6" name="Footer Placeholder 5">
            <a:extLst>
              <a:ext uri="{FF2B5EF4-FFF2-40B4-BE49-F238E27FC236}">
                <a16:creationId xmlns:a16="http://schemas.microsoft.com/office/drawing/2014/main" id="{1CC7121C-62A2-3AAD-0D09-2CE15C5E3F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2B6A89-F953-41EC-ED97-8EEBE2B6C46D}"/>
              </a:ext>
            </a:extLst>
          </p:cNvPr>
          <p:cNvSpPr>
            <a:spLocks noGrp="1"/>
          </p:cNvSpPr>
          <p:nvPr>
            <p:ph type="sldNum" sz="quarter" idx="12"/>
          </p:nvPr>
        </p:nvSpPr>
        <p:spPr/>
        <p:txBody>
          <a:bodyPr/>
          <a:lstStyle/>
          <a:p>
            <a:fld id="{BD25591D-D760-47E3-9546-6A01FECC437F}" type="slidenum">
              <a:rPr lang="en-US" smtClean="0"/>
              <a:t>‹#›</a:t>
            </a:fld>
            <a:endParaRPr lang="en-US"/>
          </a:p>
        </p:txBody>
      </p:sp>
    </p:spTree>
    <p:extLst>
      <p:ext uri="{BB962C8B-B14F-4D97-AF65-F5344CB8AC3E}">
        <p14:creationId xmlns:p14="http://schemas.microsoft.com/office/powerpoint/2010/main" val="2587917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87AAE-E0E0-915C-B930-3A96E53CC3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425C09E-2124-FAC8-17F1-E3041C1FA4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7F5FC1-C9D8-D328-20CB-15C7299DD2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63D03C6-E7F0-8DBA-A85C-B1131C9187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A885DC8-9E8B-05C7-1629-E24AF63BCA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1BC49C-D341-04D1-7481-D82115C2402B}"/>
              </a:ext>
            </a:extLst>
          </p:cNvPr>
          <p:cNvSpPr>
            <a:spLocks noGrp="1"/>
          </p:cNvSpPr>
          <p:nvPr>
            <p:ph type="dt" sz="half" idx="10"/>
          </p:nvPr>
        </p:nvSpPr>
        <p:spPr/>
        <p:txBody>
          <a:bodyPr/>
          <a:lstStyle/>
          <a:p>
            <a:fld id="{B52B02A4-4FA0-481B-9F34-212FC9F61C83}" type="datetimeFigureOut">
              <a:rPr lang="en-US" smtClean="0"/>
              <a:t>8/12/2026</a:t>
            </a:fld>
            <a:endParaRPr lang="en-US"/>
          </a:p>
        </p:txBody>
      </p:sp>
      <p:sp>
        <p:nvSpPr>
          <p:cNvPr id="8" name="Footer Placeholder 7">
            <a:extLst>
              <a:ext uri="{FF2B5EF4-FFF2-40B4-BE49-F238E27FC236}">
                <a16:creationId xmlns:a16="http://schemas.microsoft.com/office/drawing/2014/main" id="{F22CB02E-B8A4-D263-C09B-CD139071767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C4C3A11-1D30-18E8-208D-847FC127D11D}"/>
              </a:ext>
            </a:extLst>
          </p:cNvPr>
          <p:cNvSpPr>
            <a:spLocks noGrp="1"/>
          </p:cNvSpPr>
          <p:nvPr>
            <p:ph type="sldNum" sz="quarter" idx="12"/>
          </p:nvPr>
        </p:nvSpPr>
        <p:spPr/>
        <p:txBody>
          <a:bodyPr/>
          <a:lstStyle/>
          <a:p>
            <a:fld id="{BD25591D-D760-47E3-9546-6A01FECC437F}" type="slidenum">
              <a:rPr lang="en-US" smtClean="0"/>
              <a:t>‹#›</a:t>
            </a:fld>
            <a:endParaRPr lang="en-US"/>
          </a:p>
        </p:txBody>
      </p:sp>
    </p:spTree>
    <p:extLst>
      <p:ext uri="{BB962C8B-B14F-4D97-AF65-F5344CB8AC3E}">
        <p14:creationId xmlns:p14="http://schemas.microsoft.com/office/powerpoint/2010/main" val="4021795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67009-72C1-04F3-8A3F-25502447289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253AE0-0AF6-BCB7-F243-9A7AA9C0117F}"/>
              </a:ext>
            </a:extLst>
          </p:cNvPr>
          <p:cNvSpPr>
            <a:spLocks noGrp="1"/>
          </p:cNvSpPr>
          <p:nvPr>
            <p:ph type="dt" sz="half" idx="10"/>
          </p:nvPr>
        </p:nvSpPr>
        <p:spPr/>
        <p:txBody>
          <a:bodyPr/>
          <a:lstStyle/>
          <a:p>
            <a:fld id="{B52B02A4-4FA0-481B-9F34-212FC9F61C83}" type="datetimeFigureOut">
              <a:rPr lang="en-US" smtClean="0"/>
              <a:t>8/12/2026</a:t>
            </a:fld>
            <a:endParaRPr lang="en-US"/>
          </a:p>
        </p:txBody>
      </p:sp>
      <p:sp>
        <p:nvSpPr>
          <p:cNvPr id="4" name="Footer Placeholder 3">
            <a:extLst>
              <a:ext uri="{FF2B5EF4-FFF2-40B4-BE49-F238E27FC236}">
                <a16:creationId xmlns:a16="http://schemas.microsoft.com/office/drawing/2014/main" id="{008095B0-3DB5-0AFA-DDB8-0BB9D1AD043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364EDB4-C7F8-A26D-3A1C-329F42D414CB}"/>
              </a:ext>
            </a:extLst>
          </p:cNvPr>
          <p:cNvSpPr>
            <a:spLocks noGrp="1"/>
          </p:cNvSpPr>
          <p:nvPr>
            <p:ph type="sldNum" sz="quarter" idx="12"/>
          </p:nvPr>
        </p:nvSpPr>
        <p:spPr/>
        <p:txBody>
          <a:bodyPr/>
          <a:lstStyle/>
          <a:p>
            <a:fld id="{BD25591D-D760-47E3-9546-6A01FECC437F}" type="slidenum">
              <a:rPr lang="en-US" smtClean="0"/>
              <a:t>‹#›</a:t>
            </a:fld>
            <a:endParaRPr lang="en-US"/>
          </a:p>
        </p:txBody>
      </p:sp>
    </p:spTree>
    <p:extLst>
      <p:ext uri="{BB962C8B-B14F-4D97-AF65-F5344CB8AC3E}">
        <p14:creationId xmlns:p14="http://schemas.microsoft.com/office/powerpoint/2010/main" val="1255972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168F72-B7D9-E8F2-87EB-116ACD9C009C}"/>
              </a:ext>
            </a:extLst>
          </p:cNvPr>
          <p:cNvSpPr>
            <a:spLocks noGrp="1"/>
          </p:cNvSpPr>
          <p:nvPr>
            <p:ph type="dt" sz="half" idx="10"/>
          </p:nvPr>
        </p:nvSpPr>
        <p:spPr/>
        <p:txBody>
          <a:bodyPr/>
          <a:lstStyle/>
          <a:p>
            <a:fld id="{B52B02A4-4FA0-481B-9F34-212FC9F61C83}" type="datetimeFigureOut">
              <a:rPr lang="en-US" smtClean="0"/>
              <a:t>8/12/2026</a:t>
            </a:fld>
            <a:endParaRPr lang="en-US"/>
          </a:p>
        </p:txBody>
      </p:sp>
      <p:sp>
        <p:nvSpPr>
          <p:cNvPr id="3" name="Footer Placeholder 2">
            <a:extLst>
              <a:ext uri="{FF2B5EF4-FFF2-40B4-BE49-F238E27FC236}">
                <a16:creationId xmlns:a16="http://schemas.microsoft.com/office/drawing/2014/main" id="{28FF739F-1283-C1EC-8220-B9E9F400F9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BB88F53-3BD1-054A-1FC1-C45CC3A2186F}"/>
              </a:ext>
            </a:extLst>
          </p:cNvPr>
          <p:cNvSpPr>
            <a:spLocks noGrp="1"/>
          </p:cNvSpPr>
          <p:nvPr>
            <p:ph type="sldNum" sz="quarter" idx="12"/>
          </p:nvPr>
        </p:nvSpPr>
        <p:spPr/>
        <p:txBody>
          <a:bodyPr/>
          <a:lstStyle/>
          <a:p>
            <a:fld id="{BD25591D-D760-47E3-9546-6A01FECC437F}" type="slidenum">
              <a:rPr lang="en-US" smtClean="0"/>
              <a:t>‹#›</a:t>
            </a:fld>
            <a:endParaRPr lang="en-US"/>
          </a:p>
        </p:txBody>
      </p:sp>
    </p:spTree>
    <p:extLst>
      <p:ext uri="{BB962C8B-B14F-4D97-AF65-F5344CB8AC3E}">
        <p14:creationId xmlns:p14="http://schemas.microsoft.com/office/powerpoint/2010/main" val="2270941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BBB09-FF71-ED43-778E-22A8344BF5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6F42167-32B7-A0AB-F580-0C6BDCBB0D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2342A8-1F0E-8DDC-6C7B-7F24FA6C76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83AD99-62D5-633F-C177-7746309CDDF5}"/>
              </a:ext>
            </a:extLst>
          </p:cNvPr>
          <p:cNvSpPr>
            <a:spLocks noGrp="1"/>
          </p:cNvSpPr>
          <p:nvPr>
            <p:ph type="dt" sz="half" idx="10"/>
          </p:nvPr>
        </p:nvSpPr>
        <p:spPr/>
        <p:txBody>
          <a:bodyPr/>
          <a:lstStyle/>
          <a:p>
            <a:fld id="{B52B02A4-4FA0-481B-9F34-212FC9F61C83}" type="datetimeFigureOut">
              <a:rPr lang="en-US" smtClean="0"/>
              <a:t>8/12/2026</a:t>
            </a:fld>
            <a:endParaRPr lang="en-US"/>
          </a:p>
        </p:txBody>
      </p:sp>
      <p:sp>
        <p:nvSpPr>
          <p:cNvPr id="6" name="Footer Placeholder 5">
            <a:extLst>
              <a:ext uri="{FF2B5EF4-FFF2-40B4-BE49-F238E27FC236}">
                <a16:creationId xmlns:a16="http://schemas.microsoft.com/office/drawing/2014/main" id="{5427BFB3-B9D2-2A96-1E8C-1F6179FD93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51204C-03A1-0D9E-F76D-4445DA9C7983}"/>
              </a:ext>
            </a:extLst>
          </p:cNvPr>
          <p:cNvSpPr>
            <a:spLocks noGrp="1"/>
          </p:cNvSpPr>
          <p:nvPr>
            <p:ph type="sldNum" sz="quarter" idx="12"/>
          </p:nvPr>
        </p:nvSpPr>
        <p:spPr/>
        <p:txBody>
          <a:bodyPr/>
          <a:lstStyle/>
          <a:p>
            <a:fld id="{BD25591D-D760-47E3-9546-6A01FECC437F}" type="slidenum">
              <a:rPr lang="en-US" smtClean="0"/>
              <a:t>‹#›</a:t>
            </a:fld>
            <a:endParaRPr lang="en-US"/>
          </a:p>
        </p:txBody>
      </p:sp>
    </p:spTree>
    <p:extLst>
      <p:ext uri="{BB962C8B-B14F-4D97-AF65-F5344CB8AC3E}">
        <p14:creationId xmlns:p14="http://schemas.microsoft.com/office/powerpoint/2010/main" val="3490140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6380C-470A-231D-D700-723FA27EE4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725BA3B-1DF0-F70A-8053-DA13FC9613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EDD81B-715F-2587-C53A-EABE1222EC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5A273E-D5CF-08A2-6725-DA67C5466D98}"/>
              </a:ext>
            </a:extLst>
          </p:cNvPr>
          <p:cNvSpPr>
            <a:spLocks noGrp="1"/>
          </p:cNvSpPr>
          <p:nvPr>
            <p:ph type="dt" sz="half" idx="10"/>
          </p:nvPr>
        </p:nvSpPr>
        <p:spPr/>
        <p:txBody>
          <a:bodyPr/>
          <a:lstStyle/>
          <a:p>
            <a:fld id="{B52B02A4-4FA0-481B-9F34-212FC9F61C83}" type="datetimeFigureOut">
              <a:rPr lang="en-US" smtClean="0"/>
              <a:t>8/12/2026</a:t>
            </a:fld>
            <a:endParaRPr lang="en-US"/>
          </a:p>
        </p:txBody>
      </p:sp>
      <p:sp>
        <p:nvSpPr>
          <p:cNvPr id="6" name="Footer Placeholder 5">
            <a:extLst>
              <a:ext uri="{FF2B5EF4-FFF2-40B4-BE49-F238E27FC236}">
                <a16:creationId xmlns:a16="http://schemas.microsoft.com/office/drawing/2014/main" id="{C72D0CEF-0DDF-AEAD-D1B1-FF9C78E606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2EACA0-9D10-9C6D-E8D0-F54C649FE830}"/>
              </a:ext>
            </a:extLst>
          </p:cNvPr>
          <p:cNvSpPr>
            <a:spLocks noGrp="1"/>
          </p:cNvSpPr>
          <p:nvPr>
            <p:ph type="sldNum" sz="quarter" idx="12"/>
          </p:nvPr>
        </p:nvSpPr>
        <p:spPr/>
        <p:txBody>
          <a:bodyPr/>
          <a:lstStyle/>
          <a:p>
            <a:fld id="{BD25591D-D760-47E3-9546-6A01FECC437F}" type="slidenum">
              <a:rPr lang="en-US" smtClean="0"/>
              <a:t>‹#›</a:t>
            </a:fld>
            <a:endParaRPr lang="en-US"/>
          </a:p>
        </p:txBody>
      </p:sp>
    </p:spTree>
    <p:extLst>
      <p:ext uri="{BB962C8B-B14F-4D97-AF65-F5344CB8AC3E}">
        <p14:creationId xmlns:p14="http://schemas.microsoft.com/office/powerpoint/2010/main" val="4222255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3112F-0758-50A0-6FC5-A056898F114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A63B221-6297-631B-4B7D-83D7818EA3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233B44-2DB8-B31D-D491-10D02F295C8D}"/>
              </a:ext>
            </a:extLst>
          </p:cNvPr>
          <p:cNvSpPr>
            <a:spLocks noGrp="1"/>
          </p:cNvSpPr>
          <p:nvPr>
            <p:ph type="dt" sz="half" idx="10"/>
          </p:nvPr>
        </p:nvSpPr>
        <p:spPr/>
        <p:txBody>
          <a:bodyPr/>
          <a:lstStyle/>
          <a:p>
            <a:fld id="{B52B02A4-4FA0-481B-9F34-212FC9F61C83}" type="datetimeFigureOut">
              <a:rPr lang="en-US" smtClean="0"/>
              <a:t>8/12/2026</a:t>
            </a:fld>
            <a:endParaRPr lang="en-US"/>
          </a:p>
        </p:txBody>
      </p:sp>
      <p:sp>
        <p:nvSpPr>
          <p:cNvPr id="5" name="Footer Placeholder 4">
            <a:extLst>
              <a:ext uri="{FF2B5EF4-FFF2-40B4-BE49-F238E27FC236}">
                <a16:creationId xmlns:a16="http://schemas.microsoft.com/office/drawing/2014/main" id="{4011767C-539E-A5BD-F645-EB73F99B82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406182-A922-321A-1CEA-F6DB06DDF10A}"/>
              </a:ext>
            </a:extLst>
          </p:cNvPr>
          <p:cNvSpPr>
            <a:spLocks noGrp="1"/>
          </p:cNvSpPr>
          <p:nvPr>
            <p:ph type="sldNum" sz="quarter" idx="12"/>
          </p:nvPr>
        </p:nvSpPr>
        <p:spPr/>
        <p:txBody>
          <a:bodyPr/>
          <a:lstStyle/>
          <a:p>
            <a:fld id="{BD25591D-D760-47E3-9546-6A01FECC437F}" type="slidenum">
              <a:rPr lang="en-US" smtClean="0"/>
              <a:t>‹#›</a:t>
            </a:fld>
            <a:endParaRPr lang="en-US"/>
          </a:p>
        </p:txBody>
      </p:sp>
    </p:spTree>
    <p:extLst>
      <p:ext uri="{BB962C8B-B14F-4D97-AF65-F5344CB8AC3E}">
        <p14:creationId xmlns:p14="http://schemas.microsoft.com/office/powerpoint/2010/main" val="878604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2F4A9D-B6BB-53F8-3B99-17679D42A28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E1304A6-A5D5-3FA1-D65F-0954886369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8D58D3-E35B-EBB7-1F33-ACDD348B80DC}"/>
              </a:ext>
            </a:extLst>
          </p:cNvPr>
          <p:cNvSpPr>
            <a:spLocks noGrp="1"/>
          </p:cNvSpPr>
          <p:nvPr>
            <p:ph type="dt" sz="half" idx="10"/>
          </p:nvPr>
        </p:nvSpPr>
        <p:spPr/>
        <p:txBody>
          <a:bodyPr/>
          <a:lstStyle/>
          <a:p>
            <a:fld id="{B52B02A4-4FA0-481B-9F34-212FC9F61C83}" type="datetimeFigureOut">
              <a:rPr lang="en-US" smtClean="0"/>
              <a:t>8/12/2026</a:t>
            </a:fld>
            <a:endParaRPr lang="en-US"/>
          </a:p>
        </p:txBody>
      </p:sp>
      <p:sp>
        <p:nvSpPr>
          <p:cNvPr id="5" name="Footer Placeholder 4">
            <a:extLst>
              <a:ext uri="{FF2B5EF4-FFF2-40B4-BE49-F238E27FC236}">
                <a16:creationId xmlns:a16="http://schemas.microsoft.com/office/drawing/2014/main" id="{DD900F73-C297-FC97-ECE9-5EB3F3CBD1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734C5A-F546-FC72-44A9-612847AD53AE}"/>
              </a:ext>
            </a:extLst>
          </p:cNvPr>
          <p:cNvSpPr>
            <a:spLocks noGrp="1"/>
          </p:cNvSpPr>
          <p:nvPr>
            <p:ph type="sldNum" sz="quarter" idx="12"/>
          </p:nvPr>
        </p:nvSpPr>
        <p:spPr/>
        <p:txBody>
          <a:bodyPr/>
          <a:lstStyle/>
          <a:p>
            <a:fld id="{BD25591D-D760-47E3-9546-6A01FECC437F}" type="slidenum">
              <a:rPr lang="en-US" smtClean="0"/>
              <a:t>‹#›</a:t>
            </a:fld>
            <a:endParaRPr lang="en-US"/>
          </a:p>
        </p:txBody>
      </p:sp>
    </p:spTree>
    <p:extLst>
      <p:ext uri="{BB962C8B-B14F-4D97-AF65-F5344CB8AC3E}">
        <p14:creationId xmlns:p14="http://schemas.microsoft.com/office/powerpoint/2010/main" val="9710129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Slide">
    <p:spTree>
      <p:nvGrpSpPr>
        <p:cNvPr id="1" name=""/>
        <p:cNvGrpSpPr/>
        <p:nvPr/>
      </p:nvGrpSpPr>
      <p:grpSpPr>
        <a:xfrm>
          <a:off x="0" y="0"/>
          <a:ext cx="0" cy="0"/>
          <a:chOff x="0" y="0"/>
          <a:chExt cx="0" cy="0"/>
        </a:xfrm>
      </p:grpSpPr>
      <p:sp>
        <p:nvSpPr>
          <p:cNvPr id="15" name="Title Placeholder 1">
            <a:extLst>
              <a:ext uri="{FF2B5EF4-FFF2-40B4-BE49-F238E27FC236}">
                <a16:creationId xmlns:a16="http://schemas.microsoft.com/office/drawing/2014/main" id="{2414E9F7-D9F0-6C3F-B316-1D75127C00B5}"/>
              </a:ext>
            </a:extLst>
          </p:cNvPr>
          <p:cNvSpPr>
            <a:spLocks noGrp="1"/>
          </p:cNvSpPr>
          <p:nvPr>
            <p:ph type="title"/>
          </p:nvPr>
        </p:nvSpPr>
        <p:spPr>
          <a:xfrm>
            <a:off x="419223" y="416104"/>
            <a:ext cx="10911078" cy="290849"/>
          </a:xfrm>
          <a:prstGeom prst="rect">
            <a:avLst/>
          </a:prstGeom>
        </p:spPr>
        <p:txBody>
          <a:bodyPr vert="horz" lIns="0" tIns="0" rIns="91440" bIns="0" rtlCol="0" anchor="t">
            <a:spAutoFit/>
          </a:bodyPr>
          <a:lstStyle>
            <a:lvl1pPr>
              <a:defRPr sz="2100" b="1" kern="100" spc="-30" baseline="0">
                <a:solidFill>
                  <a:schemeClr val="accent1"/>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IN"/>
          </a:p>
        </p:txBody>
      </p:sp>
      <p:pic>
        <p:nvPicPr>
          <p:cNvPr id="4" name="Graphic 3">
            <a:extLst>
              <a:ext uri="{FF2B5EF4-FFF2-40B4-BE49-F238E27FC236}">
                <a16:creationId xmlns:a16="http://schemas.microsoft.com/office/drawing/2014/main" id="{DA4B0DB9-2647-DC09-71A5-769AB0F2A8F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304554"/>
            <a:ext cx="12202808" cy="27206"/>
          </a:xfrm>
          <a:prstGeom prst="rect">
            <a:avLst/>
          </a:prstGeom>
        </p:spPr>
      </p:pic>
    </p:spTree>
    <p:extLst>
      <p:ext uri="{BB962C8B-B14F-4D97-AF65-F5344CB8AC3E}">
        <p14:creationId xmlns:p14="http://schemas.microsoft.com/office/powerpoint/2010/main" val="3889372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EC601D-83F1-BCD0-1DC5-A602BF9E2E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5DC06FF-CE07-38A9-62DC-099339B112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EE6A8C-918F-736E-2AFD-626E5EFED8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52B02A4-4FA0-481B-9F34-212FC9F61C83}" type="datetimeFigureOut">
              <a:rPr lang="en-US" smtClean="0"/>
              <a:t>8/12/2026</a:t>
            </a:fld>
            <a:endParaRPr lang="en-US"/>
          </a:p>
        </p:txBody>
      </p:sp>
      <p:sp>
        <p:nvSpPr>
          <p:cNvPr id="5" name="Footer Placeholder 4">
            <a:extLst>
              <a:ext uri="{FF2B5EF4-FFF2-40B4-BE49-F238E27FC236}">
                <a16:creationId xmlns:a16="http://schemas.microsoft.com/office/drawing/2014/main" id="{0A997DA6-6861-1D79-AC52-0F49ED83A5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4D43642-BD66-BEBC-7CD6-986BEE54CA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D25591D-D760-47E3-9546-6A01FECC437F}" type="slidenum">
              <a:rPr lang="en-US" smtClean="0"/>
              <a:t>‹#›</a:t>
            </a:fld>
            <a:endParaRPr lang="en-US"/>
          </a:p>
        </p:txBody>
      </p:sp>
    </p:spTree>
    <p:extLst>
      <p:ext uri="{BB962C8B-B14F-4D97-AF65-F5344CB8AC3E}">
        <p14:creationId xmlns:p14="http://schemas.microsoft.com/office/powerpoint/2010/main" val="17108245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8" Type="http://schemas.openxmlformats.org/officeDocument/2006/relationships/hyperlink" Target="https://www.linkedin.com/company/coforge-tech/" TargetMode="External"/><Relationship Id="rId13" Type="http://schemas.microsoft.com/office/2007/relationships/hdphoto" Target="../media/hdphoto3.wdp"/><Relationship Id="rId3" Type="http://schemas.openxmlformats.org/officeDocument/2006/relationships/image" Target="../media/image4.jpeg"/><Relationship Id="rId7" Type="http://schemas.microsoft.com/office/2007/relationships/hdphoto" Target="../media/hdphoto1.wdp"/><Relationship Id="rId12" Type="http://schemas.openxmlformats.org/officeDocument/2006/relationships/image" Target="../media/image7.png"/><Relationship Id="rId17" Type="http://schemas.openxmlformats.org/officeDocument/2006/relationships/image" Target="../media/image9.emf"/><Relationship Id="rId2" Type="http://schemas.openxmlformats.org/officeDocument/2006/relationships/image" Target="../media/image3.png"/><Relationship Id="rId16" Type="http://schemas.microsoft.com/office/2007/relationships/hdphoto" Target="../media/hdphoto4.wdp"/><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hyperlink" Target="https://twitter.com/Coforge_Tech" TargetMode="External"/><Relationship Id="rId5" Type="http://schemas.openxmlformats.org/officeDocument/2006/relationships/hyperlink" Target="https://www.facebook.com/coforge.company" TargetMode="External"/><Relationship Id="rId15" Type="http://schemas.openxmlformats.org/officeDocument/2006/relationships/image" Target="../media/image8.png"/><Relationship Id="rId10" Type="http://schemas.microsoft.com/office/2007/relationships/hdphoto" Target="../media/hdphoto2.wdp"/><Relationship Id="rId4" Type="http://schemas.openxmlformats.org/officeDocument/2006/relationships/hyperlink" Target="http://www.coforge.com/" TargetMode="External"/><Relationship Id="rId9" Type="http://schemas.openxmlformats.org/officeDocument/2006/relationships/image" Target="../media/image6.png"/><Relationship Id="rId14" Type="http://schemas.openxmlformats.org/officeDocument/2006/relationships/hyperlink" Target="https://www.youtube.com/channel/UC-9Vk052THg8iIOJQQNUkqQ"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B577FF9-3543-4875-815D-3D87BD8A20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B3D1C9B7-613F-AF37-7878-EF4FC502E22B}"/>
              </a:ext>
            </a:extLst>
          </p:cNvPr>
          <p:cNvSpPr>
            <a:spLocks noGrp="1"/>
          </p:cNvSpPr>
          <p:nvPr>
            <p:ph type="ctrTitle"/>
          </p:nvPr>
        </p:nvSpPr>
        <p:spPr>
          <a:xfrm>
            <a:off x="874815" y="798703"/>
            <a:ext cx="5221185" cy="3072015"/>
          </a:xfrm>
        </p:spPr>
        <p:txBody>
          <a:bodyPr anchor="b">
            <a:normAutofit/>
          </a:bodyPr>
          <a:lstStyle/>
          <a:p>
            <a:r>
              <a:rPr lang="en-US" sz="4700" dirty="0" err="1"/>
              <a:t>AiPERF</a:t>
            </a:r>
            <a:r>
              <a:rPr lang="en-US" sz="4700" dirty="0"/>
              <a:t> – AI Performance Execution Analysis</a:t>
            </a:r>
          </a:p>
        </p:txBody>
      </p:sp>
      <p:sp>
        <p:nvSpPr>
          <p:cNvPr id="3" name="Subtitle 2">
            <a:extLst>
              <a:ext uri="{FF2B5EF4-FFF2-40B4-BE49-F238E27FC236}">
                <a16:creationId xmlns:a16="http://schemas.microsoft.com/office/drawing/2014/main" id="{9970A4BE-49DA-E212-075A-E05C3F2201B0}"/>
              </a:ext>
            </a:extLst>
          </p:cNvPr>
          <p:cNvSpPr>
            <a:spLocks noGrp="1"/>
          </p:cNvSpPr>
          <p:nvPr>
            <p:ph type="subTitle" idx="1"/>
          </p:nvPr>
        </p:nvSpPr>
        <p:spPr>
          <a:xfrm>
            <a:off x="870148" y="3962792"/>
            <a:ext cx="5221185" cy="2102108"/>
          </a:xfrm>
        </p:spPr>
        <p:txBody>
          <a:bodyPr anchor="t">
            <a:normAutofit/>
          </a:bodyPr>
          <a:lstStyle/>
          <a:p>
            <a:r>
              <a:rPr lang="en-US" dirty="0"/>
              <a:t>Coforge </a:t>
            </a:r>
            <a:r>
              <a:rPr lang="en-US" dirty="0" err="1"/>
              <a:t>TechCon</a:t>
            </a:r>
            <a:r>
              <a:rPr lang="en-US" dirty="0"/>
              <a:t> 2026 Hackathon</a:t>
            </a:r>
          </a:p>
        </p:txBody>
      </p:sp>
      <p:sp>
        <p:nvSpPr>
          <p:cNvPr id="24" name="Freeform: Shape 23">
            <a:extLst>
              <a:ext uri="{FF2B5EF4-FFF2-40B4-BE49-F238E27FC236}">
                <a16:creationId xmlns:a16="http://schemas.microsoft.com/office/drawing/2014/main" id="{F5569EEC-E12F-4856-B407-02B2813A4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04059"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F860788-3A6A-45A3-B3F1-06F159665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67336"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descr="Robot">
            <a:extLst>
              <a:ext uri="{FF2B5EF4-FFF2-40B4-BE49-F238E27FC236}">
                <a16:creationId xmlns:a16="http://schemas.microsoft.com/office/drawing/2014/main" id="{A60F5D0E-C07E-FBA3-0FA6-D226F47D2F6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93046" y="1209578"/>
            <a:ext cx="4055897" cy="4055897"/>
          </a:xfrm>
          <a:custGeom>
            <a:avLst/>
            <a:gdLst/>
            <a:ahLst/>
            <a:cxnLst/>
            <a:rect l="l" t="t" r="r" b="b"/>
            <a:pathLst>
              <a:path w="4579832" h="5347063">
                <a:moveTo>
                  <a:pt x="106985" y="0"/>
                </a:moveTo>
                <a:lnTo>
                  <a:pt x="4472847" y="0"/>
                </a:lnTo>
                <a:cubicBezTo>
                  <a:pt x="4531933" y="0"/>
                  <a:pt x="4579832" y="47899"/>
                  <a:pt x="4579832" y="106985"/>
                </a:cubicBezTo>
                <a:lnTo>
                  <a:pt x="4579832" y="5240078"/>
                </a:lnTo>
                <a:cubicBezTo>
                  <a:pt x="4579832" y="5299164"/>
                  <a:pt x="4531933" y="5347063"/>
                  <a:pt x="4472847" y="5347063"/>
                </a:cubicBezTo>
                <a:lnTo>
                  <a:pt x="106985" y="5347063"/>
                </a:lnTo>
                <a:cubicBezTo>
                  <a:pt x="47899" y="5347063"/>
                  <a:pt x="0" y="5299164"/>
                  <a:pt x="0" y="5240078"/>
                </a:cubicBezTo>
                <a:lnTo>
                  <a:pt x="0" y="106985"/>
                </a:lnTo>
                <a:cubicBezTo>
                  <a:pt x="0" y="47899"/>
                  <a:pt x="47899" y="0"/>
                  <a:pt x="106985" y="0"/>
                </a:cubicBezTo>
                <a:close/>
              </a:path>
            </a:pathLst>
          </a:custGeom>
        </p:spPr>
      </p:pic>
      <p:sp>
        <p:nvSpPr>
          <p:cNvPr id="28" name="Freeform: Shape 27">
            <a:extLst>
              <a:ext uri="{FF2B5EF4-FFF2-40B4-BE49-F238E27FC236}">
                <a16:creationId xmlns:a16="http://schemas.microsoft.com/office/drawing/2014/main" id="{DF1E3393-B852-4883-B778-ED3525112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32259"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39853D09-4205-4CC7-83EB-288E886AC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440"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0D040B79-3E73-4A31-840D-D6B9C9FDF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7511"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156C6AE5-3F8B-42AC-9EA4-1B686A11E9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3820" y="5835650"/>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4209448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nodeType="withEffect">
                                  <p:stCondLst>
                                    <p:cond delay="500"/>
                                  </p:stCondLst>
                                  <p:iterate>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B706E-558B-2221-EB89-A8CE59B15AC0}"/>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E7CE2487-13E4-FD3D-3E00-E548562DE873}"/>
              </a:ext>
            </a:extLst>
          </p:cNvPr>
          <p:cNvSpPr>
            <a:spLocks noGrp="1"/>
          </p:cNvSpPr>
          <p:nvPr>
            <p:ph idx="1"/>
          </p:nvPr>
        </p:nvSpPr>
        <p:spPr/>
        <p:txBody>
          <a:bodyPr/>
          <a:lstStyle/>
          <a:p>
            <a:r>
              <a:rPr lang="en-US" dirty="0"/>
              <a:t>Repetitive performance executions, comparison with the old / historical results, trend analysis for the pass, fail and errors</a:t>
            </a:r>
          </a:p>
          <a:p>
            <a:r>
              <a:rPr lang="en-US" dirty="0"/>
              <a:t>Understanding what changed from the previous results</a:t>
            </a:r>
          </a:p>
          <a:p>
            <a:r>
              <a:rPr lang="en-US" dirty="0"/>
              <a:t>Identify abnormal behavior and defect reporting</a:t>
            </a:r>
          </a:p>
          <a:p>
            <a:r>
              <a:rPr lang="en-US" dirty="0"/>
              <a:t>Finding similar historical failures</a:t>
            </a:r>
          </a:p>
          <a:p>
            <a:r>
              <a:rPr lang="en-US" dirty="0"/>
              <a:t>Reducing analysis effort</a:t>
            </a:r>
          </a:p>
          <a:p>
            <a:r>
              <a:rPr lang="en-US" dirty="0"/>
              <a:t>Taking decision on the go/no-go</a:t>
            </a:r>
          </a:p>
        </p:txBody>
      </p:sp>
    </p:spTree>
    <p:extLst>
      <p:ext uri="{BB962C8B-B14F-4D97-AF65-F5344CB8AC3E}">
        <p14:creationId xmlns:p14="http://schemas.microsoft.com/office/powerpoint/2010/main" val="1195523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92AF0-E2C2-0143-03EB-B240200E3825}"/>
              </a:ext>
            </a:extLst>
          </p:cNvPr>
          <p:cNvSpPr>
            <a:spLocks noGrp="1"/>
          </p:cNvSpPr>
          <p:nvPr>
            <p:ph type="title"/>
          </p:nvPr>
        </p:nvSpPr>
        <p:spPr/>
        <p:txBody>
          <a:bodyPr/>
          <a:lstStyle/>
          <a:p>
            <a:r>
              <a:rPr lang="en-US" dirty="0"/>
              <a:t>Process</a:t>
            </a:r>
          </a:p>
        </p:txBody>
      </p:sp>
      <p:sp>
        <p:nvSpPr>
          <p:cNvPr id="3" name="Content Placeholder 2">
            <a:extLst>
              <a:ext uri="{FF2B5EF4-FFF2-40B4-BE49-F238E27FC236}">
                <a16:creationId xmlns:a16="http://schemas.microsoft.com/office/drawing/2014/main" id="{B9DA4D55-583B-BE81-C2EC-121954AD7B77}"/>
              </a:ext>
            </a:extLst>
          </p:cNvPr>
          <p:cNvSpPr>
            <a:spLocks noGrp="1"/>
          </p:cNvSpPr>
          <p:nvPr>
            <p:ph idx="1"/>
          </p:nvPr>
        </p:nvSpPr>
        <p:spPr/>
        <p:txBody>
          <a:bodyPr>
            <a:normAutofit fontScale="92500" lnSpcReduction="20000"/>
          </a:bodyPr>
          <a:lstStyle/>
          <a:p>
            <a:pPr marL="0" indent="0">
              <a:buNone/>
            </a:pPr>
            <a:r>
              <a:rPr lang="en-US" dirty="0"/>
              <a:t>Any application undergoes new deployments for additional features or improvements. For every deployment, it needs to undergo multiple rounds of Performance test executions to understand the stability, responsiveness, meets SLA and Throughput criteria or not</a:t>
            </a:r>
          </a:p>
          <a:p>
            <a:pPr marL="0" indent="0">
              <a:buNone/>
            </a:pPr>
            <a:r>
              <a:rPr lang="en-US" dirty="0"/>
              <a:t>Per execution, test results to be captured, check for errors, compare with the previous runs, identify any deviation in the SLA, throughput from the requirements and provide the execution summary report </a:t>
            </a:r>
          </a:p>
          <a:p>
            <a:pPr marL="0" indent="0">
              <a:buNone/>
            </a:pPr>
            <a:r>
              <a:rPr lang="en-US" dirty="0"/>
              <a:t>Application issues, SLA or TPS deviation to be identified and defects to be reported</a:t>
            </a:r>
          </a:p>
          <a:p>
            <a:pPr marL="0" indent="0">
              <a:buNone/>
            </a:pPr>
            <a:r>
              <a:rPr lang="en-US" dirty="0"/>
              <a:t>Finally, an executive summary report to be prepared with the pass, fail criteria, observations and recommendations which helps dev identifying the RCA for reported defects and for the management it should be help to take the go/no-go call. </a:t>
            </a:r>
          </a:p>
        </p:txBody>
      </p:sp>
    </p:spTree>
    <p:extLst>
      <p:ext uri="{BB962C8B-B14F-4D97-AF65-F5344CB8AC3E}">
        <p14:creationId xmlns:p14="http://schemas.microsoft.com/office/powerpoint/2010/main" val="3741834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FF29B-63FD-DD4C-B6A2-47F4EED5E5AE}"/>
              </a:ext>
            </a:extLst>
          </p:cNvPr>
          <p:cNvSpPr>
            <a:spLocks noGrp="1"/>
          </p:cNvSpPr>
          <p:nvPr>
            <p:ph type="title"/>
          </p:nvPr>
        </p:nvSpPr>
        <p:spPr/>
        <p:txBody>
          <a:bodyPr/>
          <a:lstStyle/>
          <a:p>
            <a:r>
              <a:rPr lang="en-US" dirty="0"/>
              <a:t>Use Case</a:t>
            </a:r>
          </a:p>
        </p:txBody>
      </p:sp>
      <p:sp>
        <p:nvSpPr>
          <p:cNvPr id="3" name="Content Placeholder 2">
            <a:extLst>
              <a:ext uri="{FF2B5EF4-FFF2-40B4-BE49-F238E27FC236}">
                <a16:creationId xmlns:a16="http://schemas.microsoft.com/office/drawing/2014/main" id="{9E77B9BE-FACC-3E4E-A79A-334CA70C3567}"/>
              </a:ext>
            </a:extLst>
          </p:cNvPr>
          <p:cNvSpPr>
            <a:spLocks noGrp="1"/>
          </p:cNvSpPr>
          <p:nvPr>
            <p:ph idx="1"/>
          </p:nvPr>
        </p:nvSpPr>
        <p:spPr/>
        <p:txBody>
          <a:bodyPr/>
          <a:lstStyle/>
          <a:p>
            <a:pPr marL="0" indent="0">
              <a:buNone/>
            </a:pPr>
            <a:r>
              <a:rPr lang="en-US" dirty="0"/>
              <a:t>Improving the Performance Test Execution, Reporting, Analysis and Publish cycle to ai-powered Performance Execution Intelligence platform that continuously learn from the previous executions, identify the patterns, detects and reports anomalies, provides recommendations and insights to accelerate performance decision-making for the go/no-go</a:t>
            </a:r>
          </a:p>
        </p:txBody>
      </p:sp>
    </p:spTree>
    <p:extLst>
      <p:ext uri="{BB962C8B-B14F-4D97-AF65-F5344CB8AC3E}">
        <p14:creationId xmlns:p14="http://schemas.microsoft.com/office/powerpoint/2010/main" val="2943158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62A4B-9B74-5715-B5C2-D08E48EECBAF}"/>
              </a:ext>
            </a:extLst>
          </p:cNvPr>
          <p:cNvSpPr>
            <a:spLocks noGrp="1"/>
          </p:cNvSpPr>
          <p:nvPr>
            <p:ph type="title"/>
          </p:nvPr>
        </p:nvSpPr>
        <p:spPr/>
        <p:txBody>
          <a:bodyPr/>
          <a:lstStyle/>
          <a:p>
            <a:endParaRPr lang="en-US" dirty="0"/>
          </a:p>
        </p:txBody>
      </p:sp>
      <p:graphicFrame>
        <p:nvGraphicFramePr>
          <p:cNvPr id="4" name="Content Placeholder 3">
            <a:extLst>
              <a:ext uri="{FF2B5EF4-FFF2-40B4-BE49-F238E27FC236}">
                <a16:creationId xmlns:a16="http://schemas.microsoft.com/office/drawing/2014/main" id="{D46AE1E8-5F15-225C-0493-76219FCC2B48}"/>
              </a:ext>
            </a:extLst>
          </p:cNvPr>
          <p:cNvGraphicFramePr>
            <a:graphicFrameLocks noGrp="1"/>
          </p:cNvGraphicFramePr>
          <p:nvPr>
            <p:ph idx="1"/>
            <p:extLst>
              <p:ext uri="{D42A27DB-BD31-4B8C-83A1-F6EECF244321}">
                <p14:modId xmlns:p14="http://schemas.microsoft.com/office/powerpoint/2010/main" val="145380192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97537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49E4F1-B832-DA10-F555-73D2BE311CDC}"/>
              </a:ext>
            </a:extLst>
          </p:cNvPr>
          <p:cNvSpPr>
            <a:spLocks noGrp="1"/>
          </p:cNvSpPr>
          <p:nvPr>
            <p:ph type="title"/>
          </p:nvPr>
        </p:nvSpPr>
        <p:spPr>
          <a:xfrm>
            <a:off x="686834" y="1153572"/>
            <a:ext cx="3200400" cy="4461163"/>
          </a:xfrm>
        </p:spPr>
        <p:txBody>
          <a:bodyPr>
            <a:normAutofit/>
          </a:bodyPr>
          <a:lstStyle/>
          <a:p>
            <a:r>
              <a:rPr lang="en-US" dirty="0">
                <a:solidFill>
                  <a:srgbClr val="FFFFFF"/>
                </a:solidFill>
              </a:rPr>
              <a:t>VISION STATEMENT</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266460E-0553-43E1-ECF6-0E60E58B1611}"/>
              </a:ext>
            </a:extLst>
          </p:cNvPr>
          <p:cNvSpPr>
            <a:spLocks noGrp="1"/>
          </p:cNvSpPr>
          <p:nvPr>
            <p:ph idx="1"/>
          </p:nvPr>
        </p:nvSpPr>
        <p:spPr>
          <a:xfrm>
            <a:off x="4447308" y="591344"/>
            <a:ext cx="6906491" cy="5585619"/>
          </a:xfrm>
        </p:spPr>
        <p:txBody>
          <a:bodyPr anchor="ctr">
            <a:normAutofit/>
          </a:bodyPr>
          <a:lstStyle/>
          <a:p>
            <a:pPr marL="0" indent="0">
              <a:buNone/>
            </a:pPr>
            <a:r>
              <a:rPr lang="en-US" dirty="0"/>
              <a:t>Build a universal AI-powered performance platform for creating a baseline result set, building baseline and readiness score intelligence dashboard, which helps the project and customer team to take system readiness decisions for go/no-go</a:t>
            </a:r>
          </a:p>
        </p:txBody>
      </p:sp>
    </p:spTree>
    <p:extLst>
      <p:ext uri="{BB962C8B-B14F-4D97-AF65-F5344CB8AC3E}">
        <p14:creationId xmlns:p14="http://schemas.microsoft.com/office/powerpoint/2010/main" val="3656523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C0724F-CFD7-02A7-0E6A-522370999642}"/>
              </a:ext>
            </a:extLst>
          </p:cNvPr>
          <p:cNvSpPr>
            <a:spLocks noGrp="1"/>
          </p:cNvSpPr>
          <p:nvPr>
            <p:ph type="title"/>
          </p:nvPr>
        </p:nvSpPr>
        <p:spPr>
          <a:xfrm>
            <a:off x="686834" y="1153572"/>
            <a:ext cx="3200400" cy="4461163"/>
          </a:xfrm>
        </p:spPr>
        <p:txBody>
          <a:bodyPr>
            <a:normAutofit/>
          </a:bodyPr>
          <a:lstStyle/>
          <a:p>
            <a:r>
              <a:rPr lang="en-US" dirty="0">
                <a:solidFill>
                  <a:srgbClr val="FFFFFF"/>
                </a:solidFill>
              </a:rPr>
              <a:t>USE CASE</a:t>
            </a:r>
          </a:p>
        </p:txBody>
      </p:sp>
      <p:sp>
        <p:nvSpPr>
          <p:cNvPr id="33" name="Arc 3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4" name="Content Placeholder 2">
            <a:extLst>
              <a:ext uri="{FF2B5EF4-FFF2-40B4-BE49-F238E27FC236}">
                <a16:creationId xmlns:a16="http://schemas.microsoft.com/office/drawing/2014/main" id="{6DBFE106-1DCE-FF84-4EE7-B7E107C1A98E}"/>
              </a:ext>
            </a:extLst>
          </p:cNvPr>
          <p:cNvSpPr>
            <a:spLocks noGrp="1"/>
          </p:cNvSpPr>
          <p:nvPr>
            <p:ph idx="1"/>
          </p:nvPr>
        </p:nvSpPr>
        <p:spPr>
          <a:xfrm>
            <a:off x="4337538" y="591344"/>
            <a:ext cx="7016261" cy="5585619"/>
          </a:xfrm>
        </p:spPr>
        <p:txBody>
          <a:bodyPr anchor="ctr">
            <a:normAutofit/>
          </a:bodyPr>
          <a:lstStyle/>
          <a:p>
            <a:pPr marL="0" indent="0">
              <a:buNone/>
            </a:pPr>
            <a:r>
              <a:rPr lang="en-US" sz="2400" dirty="0"/>
              <a:t>Manual Baseline, SLA comparison is time taking and tedious task for any performance testing and engineering team to compare the baseline results and SLA against each and every test. </a:t>
            </a:r>
          </a:p>
          <a:p>
            <a:pPr marL="0" indent="0">
              <a:buNone/>
            </a:pPr>
            <a:r>
              <a:rPr lang="en-US" sz="2400" dirty="0"/>
              <a:t>Time-consuming results preparation and analysis</a:t>
            </a:r>
          </a:p>
          <a:p>
            <a:pPr marL="0" indent="0">
              <a:buNone/>
            </a:pPr>
            <a:r>
              <a:rPr lang="en-US" sz="2400" dirty="0"/>
              <a:t>Inconsistent reporting across projects</a:t>
            </a:r>
          </a:p>
          <a:p>
            <a:pPr marL="0" indent="0">
              <a:buNone/>
            </a:pPr>
            <a:r>
              <a:rPr lang="en-US" sz="2400" dirty="0"/>
              <a:t>Delayed release decision go / no-go</a:t>
            </a:r>
          </a:p>
        </p:txBody>
      </p:sp>
    </p:spTree>
    <p:extLst>
      <p:ext uri="{BB962C8B-B14F-4D97-AF65-F5344CB8AC3E}">
        <p14:creationId xmlns:p14="http://schemas.microsoft.com/office/powerpoint/2010/main" val="3436864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4F680D-0974-31CD-D00F-94108AF858A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6F8560-2A93-65B8-7107-A5EB682E8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9427498D-3721-19FC-180B-3360B5693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4A1639-EC78-9B5E-AB37-AAE7C657A017}"/>
              </a:ext>
            </a:extLst>
          </p:cNvPr>
          <p:cNvSpPr>
            <a:spLocks noGrp="1"/>
          </p:cNvSpPr>
          <p:nvPr>
            <p:ph type="title"/>
          </p:nvPr>
        </p:nvSpPr>
        <p:spPr>
          <a:xfrm>
            <a:off x="686834" y="1153572"/>
            <a:ext cx="3200400" cy="4461163"/>
          </a:xfrm>
        </p:spPr>
        <p:txBody>
          <a:bodyPr>
            <a:normAutofit/>
          </a:bodyPr>
          <a:lstStyle/>
          <a:p>
            <a:r>
              <a:rPr lang="en-US" dirty="0">
                <a:solidFill>
                  <a:srgbClr val="FFFFFF"/>
                </a:solidFill>
              </a:rPr>
              <a:t>USE CASE</a:t>
            </a:r>
          </a:p>
        </p:txBody>
      </p:sp>
      <p:sp>
        <p:nvSpPr>
          <p:cNvPr id="33" name="Arc 32">
            <a:extLst>
              <a:ext uri="{FF2B5EF4-FFF2-40B4-BE49-F238E27FC236}">
                <a16:creationId xmlns:a16="http://schemas.microsoft.com/office/drawing/2014/main" id="{59520DBA-36F0-B1F1-22D9-52BD7D69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4" name="Content Placeholder 2">
            <a:extLst>
              <a:ext uri="{FF2B5EF4-FFF2-40B4-BE49-F238E27FC236}">
                <a16:creationId xmlns:a16="http://schemas.microsoft.com/office/drawing/2014/main" id="{BBD1E1B7-2742-A099-964A-0AEF8EA5402D}"/>
              </a:ext>
            </a:extLst>
          </p:cNvPr>
          <p:cNvSpPr>
            <a:spLocks noGrp="1"/>
          </p:cNvSpPr>
          <p:nvPr>
            <p:ph idx="1"/>
          </p:nvPr>
        </p:nvSpPr>
        <p:spPr>
          <a:xfrm>
            <a:off x="4337538" y="591344"/>
            <a:ext cx="7016261" cy="5585619"/>
          </a:xfrm>
        </p:spPr>
        <p:txBody>
          <a:bodyPr anchor="ctr">
            <a:normAutofit/>
          </a:bodyPr>
          <a:lstStyle/>
          <a:p>
            <a:pPr marL="0" indent="0">
              <a:buNone/>
            </a:pPr>
            <a:r>
              <a:rPr lang="en-US" sz="1400" b="1" dirty="0"/>
              <a:t>Intelligent Performance Execution Analysis - </a:t>
            </a:r>
          </a:p>
          <a:p>
            <a:pPr marL="0" indent="0">
              <a:buNone/>
            </a:pPr>
            <a:r>
              <a:rPr lang="en-US" sz="1400" dirty="0"/>
              <a:t>Inputs - </a:t>
            </a:r>
            <a:r>
              <a:rPr lang="en-US" sz="1400" dirty="0" err="1"/>
              <a:t>AiPERF</a:t>
            </a:r>
            <a:r>
              <a:rPr lang="en-US" sz="1400" dirty="0"/>
              <a:t> performs Intelligent Performance Execution Analysis by learning historical execution behavior, identifying recurring patterns, detecting anomalies, and generating AI-powered insights to accelerate performance decision-making</a:t>
            </a:r>
          </a:p>
          <a:p>
            <a:pPr marL="0" indent="0">
              <a:buNone/>
            </a:pPr>
            <a:r>
              <a:rPr lang="en-US" sz="1400" dirty="0"/>
              <a:t>Execution data </a:t>
            </a:r>
            <a:r>
              <a:rPr lang="en-US" sz="1400" dirty="0">
                <a:sym typeface="Wingdings" panose="05000000000000000000" pitchFamily="2" charset="2"/>
              </a:rPr>
              <a:t> Historical Analysis  Pattern detection  anomaly detection  AI Insights</a:t>
            </a:r>
            <a:endParaRPr lang="en-US" sz="1400" dirty="0"/>
          </a:p>
          <a:p>
            <a:pPr marL="0" indent="0">
              <a:buNone/>
            </a:pPr>
            <a:r>
              <a:rPr lang="en-US" sz="1400" b="1" dirty="0"/>
              <a:t>Input – </a:t>
            </a:r>
          </a:p>
          <a:p>
            <a:pPr marL="0" indent="0">
              <a:buNone/>
            </a:pPr>
            <a:r>
              <a:rPr lang="en-US" sz="1400" dirty="0"/>
              <a:t>Response Times – (Avg, P90, P5, P99), TPS, Error rate and Throughput</a:t>
            </a:r>
          </a:p>
          <a:p>
            <a:pPr marL="0" indent="0">
              <a:buNone/>
            </a:pPr>
            <a:r>
              <a:rPr lang="en-US" sz="1400" b="1" dirty="0"/>
              <a:t>Automation –</a:t>
            </a:r>
          </a:p>
          <a:p>
            <a:pPr marL="0" indent="0">
              <a:buNone/>
            </a:pPr>
            <a:r>
              <a:rPr lang="en-US" sz="1400" dirty="0"/>
              <a:t>JMeter Execution </a:t>
            </a:r>
            <a:r>
              <a:rPr lang="en-US" sz="1400" dirty="0">
                <a:sym typeface="Wingdings" panose="05000000000000000000" pitchFamily="2" charset="2"/>
              </a:rPr>
              <a:t> JTL  Metrics extraction  Influx DB  Grafana</a:t>
            </a:r>
            <a:endParaRPr lang="en-US" sz="1400" dirty="0"/>
          </a:p>
          <a:p>
            <a:pPr marL="0" indent="0">
              <a:buNone/>
            </a:pPr>
            <a:r>
              <a:rPr lang="en-US" sz="1400" b="1" dirty="0"/>
              <a:t>AI Technique – </a:t>
            </a:r>
          </a:p>
          <a:p>
            <a:pPr marL="0" indent="0">
              <a:buNone/>
            </a:pPr>
            <a:r>
              <a:rPr lang="en-US" sz="1400" dirty="0"/>
              <a:t>Similar Historical Execution Analysis – K-Nearest Neighbors (KNN), Cosine Similarity, Vector Embeddings</a:t>
            </a:r>
          </a:p>
          <a:p>
            <a:pPr marL="0" indent="0">
              <a:buNone/>
            </a:pPr>
            <a:r>
              <a:rPr lang="en-US" sz="1400" dirty="0"/>
              <a:t>Discover recurring behavior patterns automatically – K-Means Clustering, DBSCAN Clustering</a:t>
            </a:r>
          </a:p>
          <a:p>
            <a:pPr marL="0" indent="0">
              <a:buNone/>
            </a:pPr>
            <a:r>
              <a:rPr lang="en-US" sz="1400" dirty="0"/>
              <a:t>Anomaly Detection – Isolation Forest, One-Class SVM</a:t>
            </a:r>
          </a:p>
          <a:p>
            <a:pPr marL="0" indent="0">
              <a:buNone/>
            </a:pPr>
            <a:r>
              <a:rPr lang="en-US" sz="1400" dirty="0"/>
              <a:t>Execution Trend Intelligence - Identify gradual performance changes</a:t>
            </a:r>
          </a:p>
          <a:p>
            <a:pPr marL="0" indent="0">
              <a:buNone/>
            </a:pPr>
            <a:r>
              <a:rPr lang="en-US" sz="1400" dirty="0"/>
              <a:t>Time Series Analysis, Moving Trends, Statistical Learning Models</a:t>
            </a:r>
          </a:p>
          <a:p>
            <a:pPr marL="0" indent="0">
              <a:buNone/>
            </a:pPr>
            <a:r>
              <a:rPr lang="en-US" sz="1400" b="1" dirty="0"/>
              <a:t>LLM –</a:t>
            </a:r>
          </a:p>
          <a:p>
            <a:pPr marL="0" indent="0">
              <a:buNone/>
            </a:pPr>
            <a:endParaRPr lang="en-US" sz="1400" dirty="0"/>
          </a:p>
          <a:p>
            <a:pPr marL="0" indent="0">
              <a:buNone/>
            </a:pPr>
            <a:endParaRPr lang="en-US" sz="1400" dirty="0"/>
          </a:p>
        </p:txBody>
      </p:sp>
    </p:spTree>
    <p:extLst>
      <p:ext uri="{BB962C8B-B14F-4D97-AF65-F5344CB8AC3E}">
        <p14:creationId xmlns:p14="http://schemas.microsoft.com/office/powerpoint/2010/main" val="1655522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57869F-1F82-409E-E187-849581611005}"/>
              </a:ext>
            </a:extLst>
          </p:cNvPr>
          <p:cNvSpPr>
            <a:spLocks noGrp="1"/>
          </p:cNvSpPr>
          <p:nvPr>
            <p:ph idx="1"/>
          </p:nvPr>
        </p:nvSpPr>
        <p:spPr/>
        <p:txBody>
          <a:bodyPr/>
          <a:lstStyle/>
          <a:p>
            <a:pPr marL="0" indent="0">
              <a:buNone/>
            </a:pPr>
            <a:r>
              <a:rPr lang="en-US" dirty="0"/>
              <a:t>Isolation Forest</a:t>
            </a:r>
          </a:p>
          <a:p>
            <a:pPr marL="0" indent="0">
              <a:buNone/>
            </a:pPr>
            <a:r>
              <a:rPr lang="en-US" dirty="0"/>
              <a:t>One-Class SVM</a:t>
            </a:r>
          </a:p>
          <a:p>
            <a:pPr marL="0" indent="0">
              <a:buNone/>
            </a:pPr>
            <a:r>
              <a:rPr lang="en-US" dirty="0"/>
              <a:t>Autoencoder</a:t>
            </a:r>
          </a:p>
          <a:p>
            <a:pPr marL="0" indent="0">
              <a:buNone/>
            </a:pPr>
            <a:r>
              <a:rPr lang="en-US" dirty="0" err="1"/>
              <a:t>XGBoost</a:t>
            </a:r>
            <a:endParaRPr lang="en-US" dirty="0"/>
          </a:p>
          <a:p>
            <a:pPr marL="0" indent="0">
              <a:buNone/>
            </a:pPr>
            <a:r>
              <a:rPr lang="en-US" dirty="0"/>
              <a:t>Random Forest</a:t>
            </a:r>
          </a:p>
          <a:p>
            <a:endParaRPr lang="en-US" dirty="0"/>
          </a:p>
        </p:txBody>
      </p:sp>
      <p:sp>
        <p:nvSpPr>
          <p:cNvPr id="4" name="TextBox 3">
            <a:extLst>
              <a:ext uri="{FF2B5EF4-FFF2-40B4-BE49-F238E27FC236}">
                <a16:creationId xmlns:a16="http://schemas.microsoft.com/office/drawing/2014/main" id="{75D3D99D-D968-79E8-F451-BD4CE3215252}"/>
              </a:ext>
            </a:extLst>
          </p:cNvPr>
          <p:cNvSpPr txBox="1"/>
          <p:nvPr/>
        </p:nvSpPr>
        <p:spPr>
          <a:xfrm>
            <a:off x="5193792" y="457633"/>
            <a:ext cx="5111496" cy="6186309"/>
          </a:xfrm>
          <a:prstGeom prst="rect">
            <a:avLst/>
          </a:prstGeom>
          <a:noFill/>
        </p:spPr>
        <p:txBody>
          <a:bodyPr wrap="square" rtlCol="0">
            <a:spAutoFit/>
          </a:bodyPr>
          <a:lstStyle/>
          <a:p>
            <a:r>
              <a:rPr lang="en-US" dirty="0"/>
              <a:t>JMeter Test Execution</a:t>
            </a:r>
            <a:br>
              <a:rPr lang="en-US" dirty="0"/>
            </a:br>
            <a:r>
              <a:rPr lang="en-US" dirty="0"/>
              <a:t>↓</a:t>
            </a:r>
            <a:br>
              <a:rPr lang="en-US" dirty="0"/>
            </a:br>
            <a:r>
              <a:rPr lang="en-US" dirty="0"/>
              <a:t>Automation Layer</a:t>
            </a:r>
            <a:br>
              <a:rPr lang="en-US" dirty="0"/>
            </a:br>
            <a:r>
              <a:rPr lang="en-US" dirty="0"/>
              <a:t>↓</a:t>
            </a:r>
            <a:br>
              <a:rPr lang="en-US" dirty="0"/>
            </a:br>
            <a:r>
              <a:rPr lang="en-US" dirty="0"/>
              <a:t>Metric Extraction</a:t>
            </a:r>
            <a:br>
              <a:rPr lang="en-US" dirty="0"/>
            </a:br>
            <a:r>
              <a:rPr lang="en-US" dirty="0"/>
              <a:t>↓</a:t>
            </a:r>
            <a:br>
              <a:rPr lang="en-US" dirty="0"/>
            </a:br>
            <a:r>
              <a:rPr lang="en-US" dirty="0" err="1"/>
              <a:t>InfluxDB</a:t>
            </a:r>
            <a:r>
              <a:rPr lang="en-US" dirty="0"/>
              <a:t> Historical Repository</a:t>
            </a:r>
            <a:br>
              <a:rPr lang="en-US" dirty="0"/>
            </a:br>
            <a:r>
              <a:rPr lang="en-US" dirty="0"/>
              <a:t>↓</a:t>
            </a:r>
            <a:br>
              <a:rPr lang="en-US" dirty="0"/>
            </a:br>
            <a:r>
              <a:rPr lang="en-US" dirty="0"/>
              <a:t>Similarity Analysis Model</a:t>
            </a:r>
            <a:br>
              <a:rPr lang="en-US" dirty="0"/>
            </a:br>
            <a:r>
              <a:rPr lang="en-US" dirty="0"/>
              <a:t>↓</a:t>
            </a:r>
            <a:br>
              <a:rPr lang="en-US" dirty="0"/>
            </a:br>
            <a:r>
              <a:rPr lang="en-US" dirty="0"/>
              <a:t>Pattern Recognition Model</a:t>
            </a:r>
            <a:br>
              <a:rPr lang="en-US" dirty="0"/>
            </a:br>
            <a:r>
              <a:rPr lang="en-US" dirty="0"/>
              <a:t>↓</a:t>
            </a:r>
            <a:br>
              <a:rPr lang="en-US" dirty="0"/>
            </a:br>
            <a:r>
              <a:rPr lang="en-US" dirty="0"/>
              <a:t>Anomaly Detection Model</a:t>
            </a:r>
            <a:br>
              <a:rPr lang="en-US" dirty="0"/>
            </a:br>
            <a:r>
              <a:rPr lang="en-US" dirty="0"/>
              <a:t>↓</a:t>
            </a:r>
            <a:br>
              <a:rPr lang="en-US" dirty="0"/>
            </a:br>
            <a:r>
              <a:rPr lang="en-US" dirty="0"/>
              <a:t>Trend Intelligence Engine</a:t>
            </a:r>
            <a:br>
              <a:rPr lang="en-US" dirty="0"/>
            </a:br>
            <a:r>
              <a:rPr lang="en-US" dirty="0"/>
              <a:t>↓</a:t>
            </a:r>
            <a:br>
              <a:rPr lang="en-US" dirty="0"/>
            </a:br>
            <a:r>
              <a:rPr lang="en-US" dirty="0"/>
              <a:t>Performance Analysis Agent</a:t>
            </a:r>
            <a:br>
              <a:rPr lang="en-US" dirty="0"/>
            </a:br>
            <a:r>
              <a:rPr lang="en-US" dirty="0"/>
              <a:t>↓</a:t>
            </a:r>
            <a:br>
              <a:rPr lang="en-US" dirty="0"/>
            </a:br>
            <a:r>
              <a:rPr lang="en-US" dirty="0"/>
              <a:t>LLM Insight Generation</a:t>
            </a:r>
            <a:br>
              <a:rPr lang="en-US" dirty="0"/>
            </a:br>
            <a:r>
              <a:rPr lang="en-US" dirty="0"/>
              <a:t>↓</a:t>
            </a:r>
            <a:br>
              <a:rPr lang="en-US" dirty="0"/>
            </a:br>
            <a:r>
              <a:rPr lang="en-US" dirty="0" err="1"/>
              <a:t>AiPERF</a:t>
            </a:r>
            <a:r>
              <a:rPr lang="en-US" dirty="0"/>
              <a:t> Dashboard &amp; Report</a:t>
            </a:r>
          </a:p>
          <a:p>
            <a:endParaRPr lang="en-US" dirty="0"/>
          </a:p>
        </p:txBody>
      </p:sp>
    </p:spTree>
    <p:extLst>
      <p:ext uri="{BB962C8B-B14F-4D97-AF65-F5344CB8AC3E}">
        <p14:creationId xmlns:p14="http://schemas.microsoft.com/office/powerpoint/2010/main" val="3032808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0C8419-A132-62F7-3CE2-CFA28690864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4FFC0E3-DB03-2CE1-0411-419008CF9F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37B1A3DE-5492-EC87-7737-0E45410B3F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E397D7-C584-9238-3407-05F125E7C21B}"/>
              </a:ext>
            </a:extLst>
          </p:cNvPr>
          <p:cNvSpPr>
            <a:spLocks noGrp="1"/>
          </p:cNvSpPr>
          <p:nvPr>
            <p:ph type="title"/>
          </p:nvPr>
        </p:nvSpPr>
        <p:spPr>
          <a:xfrm>
            <a:off x="686834" y="1153572"/>
            <a:ext cx="3200400" cy="4461163"/>
          </a:xfrm>
        </p:spPr>
        <p:txBody>
          <a:bodyPr>
            <a:normAutofit/>
          </a:bodyPr>
          <a:lstStyle/>
          <a:p>
            <a:r>
              <a:rPr lang="en-US" dirty="0">
                <a:solidFill>
                  <a:srgbClr val="FFFFFF"/>
                </a:solidFill>
              </a:rPr>
              <a:t>SOLUTION AND APPROACH</a:t>
            </a:r>
          </a:p>
        </p:txBody>
      </p:sp>
      <p:sp>
        <p:nvSpPr>
          <p:cNvPr id="33" name="Arc 32">
            <a:extLst>
              <a:ext uri="{FF2B5EF4-FFF2-40B4-BE49-F238E27FC236}">
                <a16:creationId xmlns:a16="http://schemas.microsoft.com/office/drawing/2014/main" id="{395B5534-7D3B-CFD1-1224-DED7B8D52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aphicFrame>
        <p:nvGraphicFramePr>
          <p:cNvPr id="6" name="Diagram 5">
            <a:extLst>
              <a:ext uri="{FF2B5EF4-FFF2-40B4-BE49-F238E27FC236}">
                <a16:creationId xmlns:a16="http://schemas.microsoft.com/office/drawing/2014/main" id="{2ABFFE22-BD5C-948A-CA61-88202AD42F3C}"/>
              </a:ext>
            </a:extLst>
          </p:cNvPr>
          <p:cNvGraphicFramePr/>
          <p:nvPr>
            <p:extLst>
              <p:ext uri="{D42A27DB-BD31-4B8C-83A1-F6EECF244321}">
                <p14:modId xmlns:p14="http://schemas.microsoft.com/office/powerpoint/2010/main" val="2033756790"/>
              </p:ext>
            </p:extLst>
          </p:nvPr>
        </p:nvGraphicFramePr>
        <p:xfrm>
          <a:off x="4156321" y="2136391"/>
          <a:ext cx="7736818" cy="37138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TextBox 10">
            <a:extLst>
              <a:ext uri="{FF2B5EF4-FFF2-40B4-BE49-F238E27FC236}">
                <a16:creationId xmlns:a16="http://schemas.microsoft.com/office/drawing/2014/main" id="{7BBC5741-C532-6695-52AC-12D86A62EE5E}"/>
              </a:ext>
            </a:extLst>
          </p:cNvPr>
          <p:cNvSpPr txBox="1"/>
          <p:nvPr/>
        </p:nvSpPr>
        <p:spPr>
          <a:xfrm>
            <a:off x="3681046" y="414908"/>
            <a:ext cx="7916520" cy="1231106"/>
          </a:xfrm>
          <a:prstGeom prst="rect">
            <a:avLst/>
          </a:prstGeom>
          <a:noFill/>
        </p:spPr>
        <p:txBody>
          <a:bodyPr wrap="square">
            <a:spAutoFit/>
          </a:bodyPr>
          <a:lstStyle/>
          <a:p>
            <a:pPr marL="0" indent="0">
              <a:buNone/>
            </a:pPr>
            <a:r>
              <a:rPr lang="en-US" sz="2000" b="1" dirty="0"/>
              <a:t>SOLUTION  –</a:t>
            </a:r>
          </a:p>
          <a:p>
            <a:pPr marL="0" indent="0">
              <a:buNone/>
            </a:pPr>
            <a:r>
              <a:rPr lang="en-US" dirty="0" err="1"/>
              <a:t>AiPERF</a:t>
            </a:r>
            <a:r>
              <a:rPr lang="en-US" dirty="0"/>
              <a:t> provides the solution for the above problem statement, it builds a baseline and readiness score intelligence in clear and understandable dashboard</a:t>
            </a:r>
          </a:p>
        </p:txBody>
      </p:sp>
      <p:sp>
        <p:nvSpPr>
          <p:cNvPr id="13" name="TextBox 12">
            <a:extLst>
              <a:ext uri="{FF2B5EF4-FFF2-40B4-BE49-F238E27FC236}">
                <a16:creationId xmlns:a16="http://schemas.microsoft.com/office/drawing/2014/main" id="{7ED08C63-069B-0CC0-87C0-3045FD8812F4}"/>
              </a:ext>
            </a:extLst>
          </p:cNvPr>
          <p:cNvSpPr txBox="1"/>
          <p:nvPr/>
        </p:nvSpPr>
        <p:spPr>
          <a:xfrm>
            <a:off x="6662823" y="1776792"/>
            <a:ext cx="1952966" cy="400110"/>
          </a:xfrm>
          <a:prstGeom prst="rect">
            <a:avLst/>
          </a:prstGeom>
          <a:noFill/>
        </p:spPr>
        <p:txBody>
          <a:bodyPr wrap="square">
            <a:spAutoFit/>
          </a:bodyPr>
          <a:lstStyle/>
          <a:p>
            <a:pPr marL="0" indent="0">
              <a:buNone/>
            </a:pPr>
            <a:r>
              <a:rPr lang="en-US" sz="2000" b="1" dirty="0"/>
              <a:t>APPROACH</a:t>
            </a:r>
            <a:endParaRPr lang="en-US" b="1" dirty="0"/>
          </a:p>
        </p:txBody>
      </p:sp>
    </p:spTree>
    <p:extLst>
      <p:ext uri="{BB962C8B-B14F-4D97-AF65-F5344CB8AC3E}">
        <p14:creationId xmlns:p14="http://schemas.microsoft.com/office/powerpoint/2010/main" val="1811813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FA476-16CD-A714-A104-75F69492C43E}"/>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B441C4EA-2B86-C06D-5329-18FE80C11201}"/>
              </a:ext>
            </a:extLst>
          </p:cNvPr>
          <p:cNvSpPr/>
          <p:nvPr/>
        </p:nvSpPr>
        <p:spPr>
          <a:xfrm>
            <a:off x="10517934" y="6470834"/>
            <a:ext cx="1345038" cy="2658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3803">
              <a:defRPr/>
            </a:pPr>
            <a:endParaRPr lang="en-US" sz="1798">
              <a:solidFill>
                <a:prstClr val="white"/>
              </a:solidFill>
              <a:latin typeface="Tahoma"/>
            </a:endParaRPr>
          </a:p>
        </p:txBody>
      </p:sp>
      <p:grpSp>
        <p:nvGrpSpPr>
          <p:cNvPr id="26" name="Group 25">
            <a:extLst>
              <a:ext uri="{FF2B5EF4-FFF2-40B4-BE49-F238E27FC236}">
                <a16:creationId xmlns:a16="http://schemas.microsoft.com/office/drawing/2014/main" id="{2258FE50-CADC-DFCA-4DBB-06D02C4141EC}"/>
              </a:ext>
            </a:extLst>
          </p:cNvPr>
          <p:cNvGrpSpPr/>
          <p:nvPr/>
        </p:nvGrpSpPr>
        <p:grpSpPr>
          <a:xfrm>
            <a:off x="9943649" y="6451142"/>
            <a:ext cx="915635" cy="285512"/>
            <a:chOff x="12861431" y="8601915"/>
            <a:chExt cx="1463033" cy="456201"/>
          </a:xfrm>
        </p:grpSpPr>
        <p:pic>
          <p:nvPicPr>
            <p:cNvPr id="27" name="Picture 26" descr="A blue and orange logo">
              <a:extLst>
                <a:ext uri="{FF2B5EF4-FFF2-40B4-BE49-F238E27FC236}">
                  <a16:creationId xmlns:a16="http://schemas.microsoft.com/office/drawing/2014/main" id="{7BCD0246-29B9-3765-4798-02AAB93072C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2861431" y="8658251"/>
              <a:ext cx="1236529" cy="343528"/>
            </a:xfrm>
            <a:prstGeom prst="rect">
              <a:avLst/>
            </a:prstGeom>
          </p:spPr>
        </p:pic>
        <p:cxnSp>
          <p:nvCxnSpPr>
            <p:cNvPr id="28" name="Straight Connector 27">
              <a:extLst>
                <a:ext uri="{FF2B5EF4-FFF2-40B4-BE49-F238E27FC236}">
                  <a16:creationId xmlns:a16="http://schemas.microsoft.com/office/drawing/2014/main" id="{B6CAB71E-149E-6DF9-C6B9-7C044E7E44B8}"/>
                </a:ext>
              </a:extLst>
            </p:cNvPr>
            <p:cNvCxnSpPr>
              <a:cxnSpLocks/>
            </p:cNvCxnSpPr>
            <p:nvPr/>
          </p:nvCxnSpPr>
          <p:spPr>
            <a:xfrm>
              <a:off x="14324464" y="8601915"/>
              <a:ext cx="0" cy="4562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pic>
        <p:nvPicPr>
          <p:cNvPr id="33" name="Picture 32">
            <a:extLst>
              <a:ext uri="{FF2B5EF4-FFF2-40B4-BE49-F238E27FC236}">
                <a16:creationId xmlns:a16="http://schemas.microsoft.com/office/drawing/2014/main" id="{C9824A78-701D-20AB-D1DF-574147A08141}"/>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6214100" y="207698"/>
            <a:ext cx="5677473" cy="6208185"/>
          </a:xfrm>
          <a:prstGeom prst="rect">
            <a:avLst/>
          </a:prstGeom>
        </p:spPr>
      </p:pic>
      <p:sp>
        <p:nvSpPr>
          <p:cNvPr id="34" name="Text Placeholder 7">
            <a:extLst>
              <a:ext uri="{FF2B5EF4-FFF2-40B4-BE49-F238E27FC236}">
                <a16:creationId xmlns:a16="http://schemas.microsoft.com/office/drawing/2014/main" id="{90868F42-66A6-9AC1-73EC-8ED25893B76D}"/>
              </a:ext>
            </a:extLst>
          </p:cNvPr>
          <p:cNvSpPr>
            <a:spLocks noGrp="1"/>
          </p:cNvSpPr>
          <p:nvPr>
            <p:ph type="body" sz="quarter" idx="4294967295"/>
          </p:nvPr>
        </p:nvSpPr>
        <p:spPr>
          <a:xfrm>
            <a:off x="705332" y="4434093"/>
            <a:ext cx="4753702" cy="1283493"/>
          </a:xfrm>
        </p:spPr>
        <p:txBody>
          <a:bodyPr vert="horz" wrap="square" lIns="0" tIns="0" rIns="0" bIns="0" rtlCol="0" anchor="b">
            <a:spAutoFit/>
          </a:bodyPr>
          <a:lstStyle/>
          <a:p>
            <a:pPr>
              <a:spcAft>
                <a:spcPts val="600"/>
              </a:spcAft>
            </a:pPr>
            <a:r>
              <a:rPr lang="en-US" sz="700" b="1">
                <a:solidFill>
                  <a:schemeClr val="bg1">
                    <a:lumMod val="50000"/>
                  </a:schemeClr>
                </a:solidFill>
              </a:rPr>
              <a:t>About Coforge</a:t>
            </a:r>
          </a:p>
          <a:p>
            <a:pPr>
              <a:spcAft>
                <a:spcPts val="600"/>
              </a:spcAft>
            </a:pPr>
            <a:r>
              <a:rPr lang="en-US" sz="700">
                <a:solidFill>
                  <a:schemeClr val="bg1">
                    <a:lumMod val="50000"/>
                  </a:schemeClr>
                </a:solidFill>
              </a:rPr>
              <a:t>Coforge is a global digital services and solutions provider, that leverages emerging technologies and deep domain expertise to deliver real-world business impact for its clients. A focus on select industries, a deep domain understanding of the underlying processes of those industries and partnerships with leading technology platforms, enables Coforge to be a trusted partner of its clients in their transformation initiatives. Coforge leads with its Product Engineering approach and leverages AI, Cloud, Data, Integration and Automation technologies to transform businesses into intelligent, high growth enterprises. Coforge has 30 global delivery centers and is present in 24 countries. </a:t>
            </a:r>
          </a:p>
          <a:p>
            <a:pPr>
              <a:spcAft>
                <a:spcPts val="600"/>
              </a:spcAft>
            </a:pPr>
            <a:r>
              <a:rPr lang="en-US" sz="700">
                <a:solidFill>
                  <a:schemeClr val="bg1">
                    <a:lumMod val="50000"/>
                  </a:schemeClr>
                </a:solidFill>
              </a:rPr>
              <a:t>Learn more at </a:t>
            </a:r>
            <a:r>
              <a:rPr lang="en-US" sz="700">
                <a:solidFill>
                  <a:schemeClr val="bg1">
                    <a:lumMod val="50000"/>
                  </a:schemeClr>
                </a:solidFill>
                <a:hlinkClick r:id="rId4">
                  <a:extLst>
                    <a:ext uri="{A12FA001-AC4F-418D-AE19-62706E023703}">
                      <ahyp:hlinkClr xmlns:ahyp="http://schemas.microsoft.com/office/drawing/2018/hyperlinkcolor" val="tx"/>
                    </a:ext>
                  </a:extLst>
                </a:hlinkClick>
              </a:rPr>
              <a:t>www.coforge.com</a:t>
            </a:r>
            <a:r>
              <a:rPr lang="en-US" sz="700">
                <a:solidFill>
                  <a:schemeClr val="bg1">
                    <a:lumMod val="50000"/>
                  </a:schemeClr>
                </a:solidFill>
              </a:rPr>
              <a:t> </a:t>
            </a:r>
          </a:p>
        </p:txBody>
      </p:sp>
      <p:pic>
        <p:nvPicPr>
          <p:cNvPr id="35" name="Picture 34" descr="Icon  Description automatically generated">
            <a:hlinkClick r:id="rId5"/>
            <a:extLst>
              <a:ext uri="{FF2B5EF4-FFF2-40B4-BE49-F238E27FC236}">
                <a16:creationId xmlns:a16="http://schemas.microsoft.com/office/drawing/2014/main" id="{C3A98134-22DD-D705-C103-FAD315D8B970}"/>
              </a:ext>
            </a:extLst>
          </p:cNvPr>
          <p:cNvPicPr>
            <a:picLocks noChangeAspect="1"/>
          </p:cNvPicPr>
          <p:nvPr/>
        </p:nvPicPr>
        <p:blipFill>
          <a:blip r:embed="rId6" cstate="screen">
            <a:duotone>
              <a:prstClr val="black"/>
              <a:schemeClr val="accent1">
                <a:tint val="45000"/>
                <a:satMod val="400000"/>
              </a:schemeClr>
            </a:duotone>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a:ext>
            </a:extLst>
          </a:blip>
          <a:stretch>
            <a:fillRect/>
          </a:stretch>
        </p:blipFill>
        <p:spPr>
          <a:xfrm>
            <a:off x="624422" y="5897860"/>
            <a:ext cx="423352" cy="423352"/>
          </a:xfrm>
          <a:prstGeom prst="rect">
            <a:avLst/>
          </a:prstGeom>
        </p:spPr>
      </p:pic>
      <p:pic>
        <p:nvPicPr>
          <p:cNvPr id="36" name="Picture 35" descr="Icon  Description automatically generated">
            <a:hlinkClick r:id="rId8"/>
            <a:extLst>
              <a:ext uri="{FF2B5EF4-FFF2-40B4-BE49-F238E27FC236}">
                <a16:creationId xmlns:a16="http://schemas.microsoft.com/office/drawing/2014/main" id="{D9EDC137-E08D-A556-1C4F-EDA1E3CBA5C5}"/>
              </a:ext>
            </a:extLst>
          </p:cNvPr>
          <p:cNvPicPr>
            <a:picLocks noChangeAspect="1"/>
          </p:cNvPicPr>
          <p:nvPr/>
        </p:nvPicPr>
        <p:blipFill>
          <a:blip r:embed="rId9" cstate="screen">
            <a:duotone>
              <a:prstClr val="black"/>
              <a:schemeClr val="accent1">
                <a:tint val="45000"/>
                <a:satMod val="400000"/>
              </a:schemeClr>
            </a:duotone>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a:ext>
            </a:extLst>
          </a:blip>
          <a:stretch>
            <a:fillRect/>
          </a:stretch>
        </p:blipFill>
        <p:spPr>
          <a:xfrm>
            <a:off x="1119530" y="5897860"/>
            <a:ext cx="423352" cy="423352"/>
          </a:xfrm>
          <a:prstGeom prst="rect">
            <a:avLst/>
          </a:prstGeom>
        </p:spPr>
      </p:pic>
      <p:pic>
        <p:nvPicPr>
          <p:cNvPr id="37" name="Picture 36">
            <a:hlinkClick r:id="rId11"/>
            <a:extLst>
              <a:ext uri="{FF2B5EF4-FFF2-40B4-BE49-F238E27FC236}">
                <a16:creationId xmlns:a16="http://schemas.microsoft.com/office/drawing/2014/main" id="{B7123FD5-6F31-65D2-591E-D107490CCEE9}"/>
              </a:ext>
            </a:extLst>
          </p:cNvPr>
          <p:cNvPicPr>
            <a:picLocks noChangeAspect="1"/>
          </p:cNvPicPr>
          <p:nvPr/>
        </p:nvPicPr>
        <p:blipFill>
          <a:blip r:embed="rId12" cstate="screen">
            <a:duotone>
              <a:prstClr val="black"/>
              <a:schemeClr val="accent1">
                <a:tint val="45000"/>
                <a:satMod val="400000"/>
              </a:schemeClr>
            </a:duotone>
            <a:extLst>
              <a:ext uri="{BEBA8EAE-BF5A-486C-A8C5-ECC9F3942E4B}">
                <a14:imgProps xmlns:a14="http://schemas.microsoft.com/office/drawing/2010/main">
                  <a14:imgLayer r:embed="rId13">
                    <a14:imgEffect>
                      <a14:brightnessContrast bright="-100000"/>
                    </a14:imgEffect>
                  </a14:imgLayer>
                </a14:imgProps>
              </a:ext>
              <a:ext uri="{28A0092B-C50C-407E-A947-70E740481C1C}">
                <a14:useLocalDpi xmlns:a14="http://schemas.microsoft.com/office/drawing/2010/main"/>
              </a:ext>
            </a:extLst>
          </a:blip>
          <a:srcRect/>
          <a:stretch/>
        </p:blipFill>
        <p:spPr>
          <a:xfrm>
            <a:off x="1625596" y="5897860"/>
            <a:ext cx="423352" cy="423352"/>
          </a:xfrm>
          <a:prstGeom prst="rect">
            <a:avLst/>
          </a:prstGeom>
        </p:spPr>
      </p:pic>
      <p:pic>
        <p:nvPicPr>
          <p:cNvPr id="38" name="Picture 37" descr="Logo, icon  Description automatically generated">
            <a:hlinkClick r:id="rId14"/>
            <a:extLst>
              <a:ext uri="{FF2B5EF4-FFF2-40B4-BE49-F238E27FC236}">
                <a16:creationId xmlns:a16="http://schemas.microsoft.com/office/drawing/2014/main" id="{25C0E5D8-18C1-E4A0-7059-789E917F04C1}"/>
              </a:ext>
            </a:extLst>
          </p:cNvPr>
          <p:cNvPicPr>
            <a:picLocks noChangeAspect="1"/>
          </p:cNvPicPr>
          <p:nvPr/>
        </p:nvPicPr>
        <p:blipFill>
          <a:blip r:embed="rId15" cstate="screen">
            <a:duotone>
              <a:prstClr val="black"/>
              <a:schemeClr val="accent1">
                <a:tint val="45000"/>
                <a:satMod val="400000"/>
              </a:schemeClr>
            </a:duotone>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a:ext>
            </a:extLst>
          </a:blip>
          <a:stretch>
            <a:fillRect/>
          </a:stretch>
        </p:blipFill>
        <p:spPr>
          <a:xfrm>
            <a:off x="2161583" y="5897860"/>
            <a:ext cx="423352" cy="423352"/>
          </a:xfrm>
          <a:prstGeom prst="rect">
            <a:avLst/>
          </a:prstGeom>
        </p:spPr>
      </p:pic>
      <p:cxnSp>
        <p:nvCxnSpPr>
          <p:cNvPr id="39" name="Straight Connector 38">
            <a:extLst>
              <a:ext uri="{FF2B5EF4-FFF2-40B4-BE49-F238E27FC236}">
                <a16:creationId xmlns:a16="http://schemas.microsoft.com/office/drawing/2014/main" id="{132160C8-4441-F7C9-EB0B-0BE43C69DBCE}"/>
              </a:ext>
            </a:extLst>
          </p:cNvPr>
          <p:cNvCxnSpPr>
            <a:cxnSpLocks/>
          </p:cNvCxnSpPr>
          <p:nvPr/>
        </p:nvCxnSpPr>
        <p:spPr>
          <a:xfrm flipH="1">
            <a:off x="624424" y="4462582"/>
            <a:ext cx="4834611" cy="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C7F89D3-7A1F-9E49-42BB-91DC3CD79805}"/>
              </a:ext>
            </a:extLst>
          </p:cNvPr>
          <p:cNvCxnSpPr>
            <a:cxnSpLocks/>
          </p:cNvCxnSpPr>
          <p:nvPr/>
        </p:nvCxnSpPr>
        <p:spPr>
          <a:xfrm flipH="1">
            <a:off x="624422" y="3229824"/>
            <a:ext cx="495108" cy="0"/>
          </a:xfrm>
          <a:prstGeom prst="line">
            <a:avLst/>
          </a:prstGeom>
          <a:ln w="50800">
            <a:solidFill>
              <a:srgbClr val="FBC9BC"/>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3768F4DB-FE50-4B3A-8A9B-45517B99353B}"/>
              </a:ext>
            </a:extLst>
          </p:cNvPr>
          <p:cNvSpPr txBox="1"/>
          <p:nvPr/>
        </p:nvSpPr>
        <p:spPr>
          <a:xfrm>
            <a:off x="581563" y="1336912"/>
            <a:ext cx="5396338" cy="1718419"/>
          </a:xfrm>
          <a:prstGeom prst="rect">
            <a:avLst/>
          </a:prstGeom>
          <a:noFill/>
        </p:spPr>
        <p:txBody>
          <a:bodyPr wrap="square" lIns="0" tIns="0" rIns="0" bIns="0" anchor="t">
            <a:spAutoFit/>
          </a:bodyPr>
          <a:lstStyle>
            <a:defPPr>
              <a:defRPr lang="en-US"/>
            </a:defPPr>
            <a:lvl1pPr marR="0" lvl="0" indent="0" defTabSz="1218475" fontAlgn="auto">
              <a:lnSpc>
                <a:spcPts val="10000"/>
              </a:lnSpc>
              <a:spcBef>
                <a:spcPts val="0"/>
              </a:spcBef>
              <a:spcAft>
                <a:spcPts val="0"/>
              </a:spcAft>
              <a:buClrTx/>
              <a:buSzTx/>
              <a:buFontTx/>
              <a:buNone/>
              <a:tabLst/>
              <a:defRPr kumimoji="0" sz="11500" b="1" i="0" u="none" strike="noStrike" cap="none" spc="-800" normalizeH="0" baseline="0">
                <a:ln w="9525">
                  <a:solidFill>
                    <a:srgbClr val="141414"/>
                  </a:solidFill>
                </a:ln>
                <a:noFill/>
                <a:effectLst/>
                <a:uLnTx/>
                <a:uFillTx/>
                <a:latin typeface="Tahoma" panose="020B0604030504040204" pitchFamily="34" charset="0"/>
                <a:ea typeface="Tahoma" panose="020B0604030504040204" pitchFamily="34" charset="0"/>
                <a:cs typeface="Tahoma" panose="020B0604030504040204" pitchFamily="34" charset="0"/>
              </a:defRPr>
            </a:lvl1pPr>
          </a:lstStyle>
          <a:p>
            <a:pPr defTabSz="913734">
              <a:lnSpc>
                <a:spcPts val="6749"/>
              </a:lnSpc>
              <a:defRPr/>
            </a:pPr>
            <a:r>
              <a:rPr lang="en-US" sz="7499" spc="-450">
                <a:ln w="9525">
                  <a:noFill/>
                </a:ln>
                <a:solidFill>
                  <a:srgbClr val="082340"/>
                </a:solidFill>
              </a:rPr>
              <a:t>Let’s </a:t>
            </a:r>
            <a:br>
              <a:rPr lang="en-US" sz="7499" spc="-450">
                <a:ln w="9525">
                  <a:noFill/>
                </a:ln>
                <a:solidFill>
                  <a:srgbClr val="082340"/>
                </a:solidFill>
              </a:rPr>
            </a:br>
            <a:r>
              <a:rPr lang="en-US" sz="7499" spc="-450">
                <a:ln w="9525">
                  <a:noFill/>
                </a:ln>
                <a:solidFill>
                  <a:srgbClr val="082340"/>
                </a:solidFill>
              </a:rPr>
              <a:t>engage</a:t>
            </a:r>
          </a:p>
        </p:txBody>
      </p:sp>
      <p:pic>
        <p:nvPicPr>
          <p:cNvPr id="3" name="Picture 2">
            <a:extLst>
              <a:ext uri="{FF2B5EF4-FFF2-40B4-BE49-F238E27FC236}">
                <a16:creationId xmlns:a16="http://schemas.microsoft.com/office/drawing/2014/main" id="{C74C534C-DECF-7D83-DDE7-3FE9385C6064}"/>
              </a:ext>
            </a:extLst>
          </p:cNvPr>
          <p:cNvPicPr>
            <a:picLocks noChangeAspect="1"/>
          </p:cNvPicPr>
          <p:nvPr/>
        </p:nvPicPr>
        <p:blipFill>
          <a:blip r:embed="rId17"/>
          <a:stretch>
            <a:fillRect/>
          </a:stretch>
        </p:blipFill>
        <p:spPr>
          <a:xfrm>
            <a:off x="608175" y="423753"/>
            <a:ext cx="1590520" cy="485728"/>
          </a:xfrm>
          <a:prstGeom prst="rect">
            <a:avLst/>
          </a:prstGeom>
        </p:spPr>
      </p:pic>
    </p:spTree>
    <p:extLst>
      <p:ext uri="{BB962C8B-B14F-4D97-AF65-F5344CB8AC3E}">
        <p14:creationId xmlns:p14="http://schemas.microsoft.com/office/powerpoint/2010/main" val="10455174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445</TotalTime>
  <Words>802</Words>
  <Application>Microsoft Office PowerPoint</Application>
  <PresentationFormat>Widescreen</PresentationFormat>
  <Paragraphs>84</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Display</vt:lpstr>
      <vt:lpstr>Arial</vt:lpstr>
      <vt:lpstr>Tahoma</vt:lpstr>
      <vt:lpstr>Wingdings</vt:lpstr>
      <vt:lpstr>Office Theme</vt:lpstr>
      <vt:lpstr>AiPERF – AI Performance Execution Analysis</vt:lpstr>
      <vt:lpstr>Problem Statement</vt:lpstr>
      <vt:lpstr>Process</vt:lpstr>
      <vt:lpstr>Use Case</vt:lpstr>
      <vt:lpstr>PowerPoint Presentation</vt:lpstr>
      <vt:lpstr>VISION STATEMENT</vt:lpstr>
      <vt:lpstr>USE CASE</vt:lpstr>
      <vt:lpstr>USE CASE</vt:lpstr>
      <vt:lpstr>PowerPoint Presentation</vt:lpstr>
      <vt:lpstr>SOLUTION AND APPROACH</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Suresh Pittala</dc:creator>
  <cp:lastModifiedBy>Suresh Pittala</cp:lastModifiedBy>
  <cp:revision>17</cp:revision>
  <dcterms:created xsi:type="dcterms:W3CDTF">2026-08-10T09:08:00Z</dcterms:created>
  <dcterms:modified xsi:type="dcterms:W3CDTF">2026-08-12T13:13:52Z</dcterms:modified>
</cp:coreProperties>
</file>