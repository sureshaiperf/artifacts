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comments/modernComment_173_9B46FAC.xml" ContentType="application/vnd.ms-powerpoint.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B4_EE3C982C.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DC_7EE31A2.xml" ContentType="application/vnd.ms-powerpoint.comments+xml"/>
  <Override PartName="/ppt/notesSlides/notesSlide5.xml" ContentType="application/vnd.openxmlformats-officedocument.presentationml.notesSlide+xml"/>
  <Override PartName="/ppt/comments/modernComment_2C8_DBCC6BBD.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2D9_49CB0F7A.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2E2_C193DA00.xml" ContentType="application/vnd.ms-powerpoint.comments+xml"/>
  <Override PartName="/ppt/notesSlides/notesSlide16.xml" ContentType="application/vnd.openxmlformats-officedocument.presentationml.notesSlide+xml"/>
  <Override PartName="/ppt/comments/modernComment_2E5_53E7BC91.xml" ContentType="application/vnd.ms-powerpoint.comments+xml"/>
  <Override PartName="/ppt/notesSlides/notesSlide17.xml" ContentType="application/vnd.openxmlformats-officedocument.presentationml.notesSlide+xml"/>
  <Override PartName="/ppt/comments/modernComment_2EA_8F5A4170.xml" ContentType="application/vnd.ms-powerpoint.comments+xml"/>
  <Override PartName="/ppt/notesSlides/notesSlide18.xml" ContentType="application/vnd.openxmlformats-officedocument.presentationml.notesSlide+xml"/>
  <Override PartName="/ppt/comments/modernComment_2EB_C631B780.xml" ContentType="application/vnd.ms-powerpoint.comments+xml"/>
  <Override PartName="/ppt/notesSlides/notesSlide19.xml" ContentType="application/vnd.openxmlformats-officedocument.presentationml.notesSlide+xml"/>
  <Override PartName="/ppt/comments/modernComment_2EC_1DE6B67D.xml" ContentType="application/vnd.ms-powerpoint.comments+xml"/>
  <Override PartName="/ppt/notesSlides/notesSlide20.xml" ContentType="application/vnd.openxmlformats-officedocument.presentationml.notesSlide+xml"/>
  <Override PartName="/ppt/comments/modernComment_2C7_BD0E2D22.xml" ContentType="application/vnd.ms-powerpoint.comments+xml"/>
  <Override PartName="/ppt/notesSlides/notesSlide21.xml" ContentType="application/vnd.openxmlformats-officedocument.presentationml.notesSlide+xml"/>
  <Override PartName="/ppt/comments/modernComment_1C9_7E02958F.xml" ContentType="application/vnd.ms-powerpoint.comments+xml"/>
  <Override PartName="/ppt/notesSlides/notesSlide22.xml" ContentType="application/vnd.openxmlformats-officedocument.presentationml.notesSlide+xml"/>
  <Override PartName="/ppt/comments/modernComment_2EF_17A658.xml" ContentType="application/vnd.ms-powerpoint.comments+xml"/>
  <Override PartName="/ppt/notesSlides/notesSlide23.xml" ContentType="application/vnd.openxmlformats-officedocument.presentationml.notesSlide+xml"/>
  <Override PartName="/ppt/comments/modernComment_2E8_A2F1A436.xml" ContentType="application/vnd.ms-powerpoint.comments+xml"/>
  <Override PartName="/ppt/notesSlides/notesSlide24.xml" ContentType="application/vnd.openxmlformats-officedocument.presentationml.notesSlide+xml"/>
  <Override PartName="/ppt/comments/modernComment_2E9_6716B4B3.xml" ContentType="application/vnd.ms-powerpoint.comments+xml"/>
  <Override PartName="/ppt/notesSlides/notesSlide25.xml" ContentType="application/vnd.openxmlformats-officedocument.presentationml.notesSlide+xml"/>
  <Override PartName="/ppt/comments/modernComment_1D2_C79FB57C.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6.xml" ContentType="application/vnd.openxmlformats-officedocument.presentationml.notesSlide+xml"/>
  <Override PartName="/ppt/comments/modernComment_2F1_8830151A.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34"/>
  </p:notesMasterIdLst>
  <p:handoutMasterIdLst>
    <p:handoutMasterId r:id="rId35"/>
  </p:handoutMasterIdLst>
  <p:sldIdLst>
    <p:sldId id="371" r:id="rId5"/>
    <p:sldId id="474" r:id="rId6"/>
    <p:sldId id="436" r:id="rId7"/>
    <p:sldId id="737" r:id="rId8"/>
    <p:sldId id="730" r:id="rId9"/>
    <p:sldId id="476" r:id="rId10"/>
    <p:sldId id="712" r:id="rId11"/>
    <p:sldId id="749" r:id="rId12"/>
    <p:sldId id="750" r:id="rId13"/>
    <p:sldId id="729" r:id="rId14"/>
    <p:sldId id="752" r:id="rId15"/>
    <p:sldId id="742" r:id="rId16"/>
    <p:sldId id="743" r:id="rId17"/>
    <p:sldId id="475" r:id="rId18"/>
    <p:sldId id="460" r:id="rId19"/>
    <p:sldId id="439" r:id="rId20"/>
    <p:sldId id="739" r:id="rId21"/>
    <p:sldId id="738" r:id="rId22"/>
    <p:sldId id="741" r:id="rId23"/>
    <p:sldId id="746" r:id="rId24"/>
    <p:sldId id="747" r:id="rId25"/>
    <p:sldId id="748" r:id="rId26"/>
    <p:sldId id="711" r:id="rId27"/>
    <p:sldId id="457" r:id="rId28"/>
    <p:sldId id="751" r:id="rId29"/>
    <p:sldId id="744" r:id="rId30"/>
    <p:sldId id="745" r:id="rId31"/>
    <p:sldId id="466" r:id="rId32"/>
    <p:sldId id="753"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E6D2818-2E72-4E52-23A8-C53F1DB18023}" name="Suresh Pittala" initials="SP" userId="S::spittala@insulet.com::7ef467a9-530a-43c4-82c1-f5547a3543fd" providerId="AD"/>
  <p188:author id="{6BA98447-B26E-9B80-2925-A288C2AE995B}" name="Mruthyunjaya Talamanchi" initials="" userId="S::mtalamanchi2@insulet.com::b1ec12de-f34f-4a45-a54c-aa5754aa97a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16E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22692F-C165-47A5-9828-5776D46B8897}" v="1" dt="2025-01-15T17:21:09.458"/>
    <p1510:client id="{650E7C2F-63E4-A165-096B-C3E84E9DB139}" v="4" dt="2025-01-15T10:35:16.462"/>
    <p1510:client id="{9BB9D6C0-263C-4F52-4797-55D1062FE61F}" v="144" dt="2025-01-15T17:01:07.0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76" y="26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notesMaster" Target="notesMasters/notesMaster1.xml"/><Relationship Id="rId42"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ruthyunjaya Talamanchi" userId="b1ec12de-f34f-4a45-a54c-aa5754aa97a9" providerId="ADAL" clId="{4722692F-C165-47A5-9828-5776D46B8897}"/>
    <pc:docChg chg="undo custSel modSld">
      <pc:chgData name="Mruthyunjaya Talamanchi" userId="b1ec12de-f34f-4a45-a54c-aa5754aa97a9" providerId="ADAL" clId="{4722692F-C165-47A5-9828-5776D46B8897}" dt="2025-01-15T17:29:27.723" v="60" actId="20577"/>
      <pc:docMkLst>
        <pc:docMk/>
      </pc:docMkLst>
      <pc:sldChg chg="modSp mod modCm">
        <pc:chgData name="Mruthyunjaya Talamanchi" userId="b1ec12de-f34f-4a45-a54c-aa5754aa97a9" providerId="ADAL" clId="{4722692F-C165-47A5-9828-5776D46B8897}" dt="2025-01-15T17:29:27.723" v="60" actId="20577"/>
        <pc:sldMkLst>
          <pc:docMk/>
          <pc:sldMk cId="3687607229" sldId="712"/>
        </pc:sldMkLst>
        <pc:spChg chg="mod">
          <ac:chgData name="Mruthyunjaya Talamanchi" userId="b1ec12de-f34f-4a45-a54c-aa5754aa97a9" providerId="ADAL" clId="{4722692F-C165-47A5-9828-5776D46B8897}" dt="2025-01-15T17:28:26.775" v="35" actId="20577"/>
          <ac:spMkLst>
            <pc:docMk/>
            <pc:sldMk cId="3687607229" sldId="712"/>
            <ac:spMk id="7" creationId="{508C2529-0D87-4FDC-44AF-A96F57EFD1BD}"/>
          </ac:spMkLst>
        </pc:spChg>
        <pc:spChg chg="mod">
          <ac:chgData name="Mruthyunjaya Talamanchi" userId="b1ec12de-f34f-4a45-a54c-aa5754aa97a9" providerId="ADAL" clId="{4722692F-C165-47A5-9828-5776D46B8897}" dt="2025-01-15T17:29:11.043" v="50" actId="20577"/>
          <ac:spMkLst>
            <pc:docMk/>
            <pc:sldMk cId="3687607229" sldId="712"/>
            <ac:spMk id="8" creationId="{4C6E51F8-F375-C325-D271-EB7C92B63DF0}"/>
          </ac:spMkLst>
        </pc:spChg>
        <pc:spChg chg="mod">
          <ac:chgData name="Mruthyunjaya Talamanchi" userId="b1ec12de-f34f-4a45-a54c-aa5754aa97a9" providerId="ADAL" clId="{4722692F-C165-47A5-9828-5776D46B8897}" dt="2025-01-15T17:29:19.871" v="55" actId="20577"/>
          <ac:spMkLst>
            <pc:docMk/>
            <pc:sldMk cId="3687607229" sldId="712"/>
            <ac:spMk id="9" creationId="{66A1A127-69E9-F912-2271-B78F549C7B2C}"/>
          </ac:spMkLst>
        </pc:spChg>
        <pc:graphicFrameChg chg="modGraphic">
          <ac:chgData name="Mruthyunjaya Talamanchi" userId="b1ec12de-f34f-4a45-a54c-aa5754aa97a9" providerId="ADAL" clId="{4722692F-C165-47A5-9828-5776D46B8897}" dt="2025-01-15T17:18:56.881" v="19" actId="20577"/>
          <ac:graphicFrameMkLst>
            <pc:docMk/>
            <pc:sldMk cId="3687607229" sldId="712"/>
            <ac:graphicFrameMk id="2" creationId="{B8DDF2F6-5701-3A8A-5C3C-B68835AF9171}"/>
          </ac:graphicFrameMkLst>
        </pc:graphicFrameChg>
        <pc:graphicFrameChg chg="modGraphic">
          <ac:chgData name="Mruthyunjaya Talamanchi" userId="b1ec12de-f34f-4a45-a54c-aa5754aa97a9" providerId="ADAL" clId="{4722692F-C165-47A5-9828-5776D46B8897}" dt="2025-01-15T17:29:27.723" v="60" actId="20577"/>
          <ac:graphicFrameMkLst>
            <pc:docMk/>
            <pc:sldMk cId="3687607229" sldId="712"/>
            <ac:graphicFrameMk id="11" creationId="{5A16AC0E-4536-65F7-F875-9EB8AD2EC742}"/>
          </ac:graphicFrameMkLst>
        </pc:graphicFrameChg>
        <pc:extLst>
          <p:ext xmlns:p="http://schemas.openxmlformats.org/presentationml/2006/main" uri="{D6D511B9-2390-475A-947B-AFAB55BFBCF1}">
            <pc226:cmChg xmlns:pc226="http://schemas.microsoft.com/office/powerpoint/2022/06/main/command" chg="mod">
              <pc226:chgData name="Mruthyunjaya Talamanchi" userId="b1ec12de-f34f-4a45-a54c-aa5754aa97a9" providerId="ADAL" clId="{4722692F-C165-47A5-9828-5776D46B8897}" dt="2025-01-15T17:28:26.775" v="35" actId="20577"/>
              <pc2:cmMkLst xmlns:pc2="http://schemas.microsoft.com/office/powerpoint/2019/9/main/command">
                <pc:docMk/>
                <pc:sldMk cId="3687607229" sldId="712"/>
                <pc2:cmMk id="{A947FA47-97D9-4585-82C1-3A97F211545C}"/>
              </pc2:cmMkLst>
            </pc226:cmChg>
            <pc226:cmChg xmlns:pc226="http://schemas.microsoft.com/office/powerpoint/2022/06/main/command" chg="mod">
              <pc226:chgData name="Mruthyunjaya Talamanchi" userId="b1ec12de-f34f-4a45-a54c-aa5754aa97a9" providerId="ADAL" clId="{4722692F-C165-47A5-9828-5776D46B8897}" dt="2025-01-15T17:18:14.039" v="4" actId="20577"/>
              <pc2:cmMkLst xmlns:pc2="http://schemas.microsoft.com/office/powerpoint/2019/9/main/command">
                <pc:docMk/>
                <pc:sldMk cId="3687607229" sldId="712"/>
                <pc2:cmMk id="{06A269FD-6413-48F8-8DA0-3BB52BA7587B}"/>
              </pc2:cmMkLst>
            </pc226:cmChg>
          </p:ext>
        </pc:extLst>
      </pc:sldChg>
      <pc:sldChg chg="modSp mod">
        <pc:chgData name="Mruthyunjaya Talamanchi" userId="b1ec12de-f34f-4a45-a54c-aa5754aa97a9" providerId="ADAL" clId="{4722692F-C165-47A5-9828-5776D46B8897}" dt="2025-01-15T17:23:49.506" v="29" actId="20577"/>
        <pc:sldMkLst>
          <pc:docMk/>
          <pc:sldMk cId="1238044538" sldId="729"/>
        </pc:sldMkLst>
        <pc:graphicFrameChg chg="modGraphic">
          <ac:chgData name="Mruthyunjaya Talamanchi" userId="b1ec12de-f34f-4a45-a54c-aa5754aa97a9" providerId="ADAL" clId="{4722692F-C165-47A5-9828-5776D46B8897}" dt="2025-01-15T17:23:49.506" v="29" actId="20577"/>
          <ac:graphicFrameMkLst>
            <pc:docMk/>
            <pc:sldMk cId="1238044538" sldId="729"/>
            <ac:graphicFrameMk id="19" creationId="{19AAE7CD-80B6-B505-7641-58F9BF84F313}"/>
          </ac:graphicFrameMkLst>
        </pc:graphicFrameChg>
      </pc:sldChg>
      <pc:sldChg chg="modSp mod">
        <pc:chgData name="Mruthyunjaya Talamanchi" userId="b1ec12de-f34f-4a45-a54c-aa5754aa97a9" providerId="ADAL" clId="{4722692F-C165-47A5-9828-5776D46B8897}" dt="2025-01-15T17:24:14.772" v="31" actId="20577"/>
        <pc:sldMkLst>
          <pc:docMk/>
          <pc:sldMk cId="652260355" sldId="742"/>
        </pc:sldMkLst>
        <pc:graphicFrameChg chg="mod modGraphic">
          <ac:chgData name="Mruthyunjaya Talamanchi" userId="b1ec12de-f34f-4a45-a54c-aa5754aa97a9" providerId="ADAL" clId="{4722692F-C165-47A5-9828-5776D46B8897}" dt="2025-01-15T17:24:14.772" v="31" actId="20577"/>
          <ac:graphicFrameMkLst>
            <pc:docMk/>
            <pc:sldMk cId="652260355" sldId="742"/>
            <ac:graphicFrameMk id="19" creationId="{89E3795D-CC21-8B4B-A453-5DB3ED1BA959}"/>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E009857\Downloads\insulet_graphs.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0" i="0" u="none" strike="noStrike" kern="1200" cap="none" spc="50" normalizeH="0" baseline="0">
                <a:solidFill>
                  <a:schemeClr val="tx1">
                    <a:lumMod val="65000"/>
                    <a:lumOff val="35000"/>
                  </a:schemeClr>
                </a:solidFill>
                <a:latin typeface="+mj-lt"/>
                <a:ea typeface="+mj-ea"/>
                <a:cs typeface="+mj-cs"/>
              </a:defRPr>
            </a:pPr>
            <a:r>
              <a:rPr lang="en-US" sz="2000"/>
              <a:t>GUI Goal#1 - </a:t>
            </a:r>
            <a:r>
              <a:rPr lang="en-US" sz="2000" err="1"/>
              <a:t>PwD</a:t>
            </a:r>
            <a:r>
              <a:rPr lang="en-US" sz="2000"/>
              <a:t> Report Generation</a:t>
            </a:r>
          </a:p>
        </c:rich>
      </c:tx>
      <c:overlay val="0"/>
      <c:spPr>
        <a:noFill/>
        <a:ln>
          <a:noFill/>
        </a:ln>
        <a:effectLst/>
      </c:spPr>
      <c:txPr>
        <a:bodyPr rot="0" spcFirstLastPara="1" vertOverflow="ellipsis" vert="horz" wrap="square" anchor="ctr" anchorCtr="1"/>
        <a:lstStyle/>
        <a:p>
          <a:pPr>
            <a:defRPr sz="2128" b="0" i="0" u="none" strike="noStrike" kern="1200" cap="none" spc="50" normalizeH="0" baseline="0">
              <a:solidFill>
                <a:schemeClr val="tx1">
                  <a:lumMod val="65000"/>
                  <a:lumOff val="35000"/>
                </a:schemeClr>
              </a:solidFill>
              <a:latin typeface="+mj-lt"/>
              <a:ea typeface="+mj-ea"/>
              <a:cs typeface="+mj-cs"/>
            </a:defRPr>
          </a:pPr>
          <a:endParaRPr lang="en-US"/>
        </a:p>
      </c:txPr>
    </c:title>
    <c:autoTitleDeleted val="0"/>
    <c:plotArea>
      <c:layout/>
      <c:barChart>
        <c:barDir val="col"/>
        <c:grouping val="clustered"/>
        <c:varyColors val="0"/>
        <c:ser>
          <c:idx val="0"/>
          <c:order val="0"/>
          <c:tx>
            <c:strRef>
              <c:f>'2.2.1.Goal#1_GUI_Scalabili_PWD'!$D$6</c:f>
              <c:strCache>
                <c:ptCount val="1"/>
                <c:pt idx="0">
                  <c:v>Total No. of Users</c:v>
                </c:pt>
              </c:strCache>
            </c:strRef>
          </c:tx>
          <c:spPr>
            <a:solidFill>
              <a:schemeClr val="accent1">
                <a:alpha val="70000"/>
              </a:schemeClr>
            </a:solidFill>
            <a:ln>
              <a:noFill/>
            </a:ln>
            <a:effectLst/>
          </c:spPr>
          <c:invertIfNegative val="0"/>
          <c:dLbls>
            <c:dLbl>
              <c:idx val="0"/>
              <c:layout>
                <c:manualLayout>
                  <c:x val="-2.3675261905254691E-3"/>
                  <c:y val="-3.2592592592592729E-3"/>
                </c:manualLayout>
              </c:layout>
              <c:tx>
                <c:rich>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r>
                      <a:rPr lang="en-US"/>
                      <a:t>,50,000</a:t>
                    </a:r>
                  </a:p>
                </c:rich>
              </c:tx>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8792-48ED-B8AF-5A7BEFA1D7EF}"/>
                </c:ext>
              </c:extLst>
            </c:dLbl>
            <c:dLbl>
              <c:idx val="1"/>
              <c:layout>
                <c:manualLayout>
                  <c:x val="1.183763095262751E-3"/>
                  <c:y val="-1.3037037037037036E-3"/>
                </c:manualLayout>
              </c:layout>
              <c:tx>
                <c:rich>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r>
                      <a:rPr lang="en-US"/>
                      <a:t>40,000</a:t>
                    </a:r>
                  </a:p>
                </c:rich>
              </c:tx>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8792-48ED-B8AF-5A7BEFA1D7EF}"/>
                </c:ext>
              </c:extLst>
            </c:dLbl>
            <c:dLbl>
              <c:idx val="2"/>
              <c:layout>
                <c:manualLayout>
                  <c:x val="0"/>
                  <c:y val="-7.2296296296296839E-3"/>
                </c:manualLayout>
              </c:layout>
              <c:tx>
                <c:rich>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r>
                      <a:rPr lang="en-US"/>
                      <a:t>30,000</a:t>
                    </a:r>
                  </a:p>
                </c:rich>
              </c:tx>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8792-48ED-B8AF-5A7BEFA1D7EF}"/>
                </c:ext>
              </c:extLst>
            </c:dLbl>
            <c:dLbl>
              <c:idx val="3"/>
              <c:layout>
                <c:manualLayout>
                  <c:x val="-4.7350523810509165E-3"/>
                  <c:y val="-1.3155555555555556E-2"/>
                </c:manualLayout>
              </c:layout>
              <c:tx>
                <c:rich>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r>
                      <a:rPr lang="en-US"/>
                      <a:t>20,000</a:t>
                    </a:r>
                  </a:p>
                </c:rich>
              </c:tx>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8792-48ED-B8AF-5A7BEFA1D7EF}"/>
                </c:ext>
              </c:extLst>
            </c:dLbl>
            <c:dLbl>
              <c:idx val="4"/>
              <c:layout>
                <c:manualLayout>
                  <c:x val="0"/>
                  <c:y val="1.4373170020414114E-2"/>
                </c:manualLayout>
              </c:layout>
              <c:tx>
                <c:rich>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r>
                      <a:rPr lang="en-US"/>
                      <a:t>10,000</a:t>
                    </a:r>
                  </a:p>
                </c:rich>
              </c:tx>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8792-48ED-B8AF-5A7BEFA1D7EF}"/>
                </c:ext>
              </c:extLst>
            </c:dLbl>
            <c:dLbl>
              <c:idx val="5"/>
              <c:layout>
                <c:manualLayout>
                  <c:x val="-8.6808290835816765E-17"/>
                  <c:y val="-1.3554039078448528E-2"/>
                </c:manualLayout>
              </c:layout>
              <c:tx>
                <c:rich>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r>
                      <a:rPr lang="en-US"/>
                      <a:t>5,000</a:t>
                    </a:r>
                  </a:p>
                </c:rich>
              </c:tx>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8792-48ED-B8AF-5A7BEFA1D7EF}"/>
                </c:ext>
              </c:extLst>
            </c:dLbl>
            <c:dLbl>
              <c:idx val="6"/>
              <c:layout>
                <c:manualLayout>
                  <c:x val="-1.1837630952627291E-3"/>
                  <c:y val="-4.0636687080781567E-2"/>
                </c:manualLayout>
              </c:layout>
              <c:tx>
                <c:rich>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r>
                      <a:rPr lang="en-US"/>
                      <a:t>1,000</a:t>
                    </a:r>
                  </a:p>
                </c:rich>
              </c:tx>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8792-48ED-B8AF-5A7BEFA1D7EF}"/>
                </c:ext>
              </c:extLst>
            </c:dLbl>
            <c:dLbl>
              <c:idx val="7"/>
              <c:layout>
                <c:manualLayout>
                  <c:x val="0"/>
                  <c:y val="-3.5133275007290861E-2"/>
                </c:manualLayout>
              </c:layout>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792-48ED-B8AF-5A7BEFA1D7EF}"/>
                </c:ext>
              </c:extLst>
            </c:dLbl>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'2.2.1.Goal#1_GUI_Scalabili_PWD'!$C$7:$C$14</c:f>
              <c:strCache>
                <c:ptCount val="8"/>
                <c:pt idx="0">
                  <c:v>Scalability Test 1</c:v>
                </c:pt>
                <c:pt idx="1">
                  <c:v>Scalability Test 2 </c:v>
                </c:pt>
                <c:pt idx="2">
                  <c:v>Scalability Test 3 </c:v>
                </c:pt>
                <c:pt idx="3">
                  <c:v>Scalability Test 4 </c:v>
                </c:pt>
                <c:pt idx="4">
                  <c:v>Scalability Test 5 </c:v>
                </c:pt>
                <c:pt idx="5">
                  <c:v>Scalability Test 6 </c:v>
                </c:pt>
                <c:pt idx="6">
                  <c:v>Scalability Test 7 </c:v>
                </c:pt>
                <c:pt idx="7">
                  <c:v>Scalability Test 8 </c:v>
                </c:pt>
              </c:strCache>
            </c:strRef>
          </c:cat>
          <c:val>
            <c:numRef>
              <c:f>'2.2.1.Goal#1_GUI_Scalabili_PWD'!$D$7:$D$14</c:f>
              <c:numCache>
                <c:formatCode>General</c:formatCode>
                <c:ptCount val="8"/>
                <c:pt idx="0">
                  <c:v>50000</c:v>
                </c:pt>
                <c:pt idx="1">
                  <c:v>40000</c:v>
                </c:pt>
                <c:pt idx="2">
                  <c:v>30000</c:v>
                </c:pt>
                <c:pt idx="3">
                  <c:v>20000</c:v>
                </c:pt>
                <c:pt idx="4">
                  <c:v>10000</c:v>
                </c:pt>
                <c:pt idx="5">
                  <c:v>5000</c:v>
                </c:pt>
                <c:pt idx="6">
                  <c:v>1000</c:v>
                </c:pt>
                <c:pt idx="7">
                  <c:v>500</c:v>
                </c:pt>
              </c:numCache>
            </c:numRef>
          </c:val>
          <c:extLst>
            <c:ext xmlns:c16="http://schemas.microsoft.com/office/drawing/2014/chart" uri="{C3380CC4-5D6E-409C-BE32-E72D297353CC}">
              <c16:uniqueId val="{00000008-8792-48ED-B8AF-5A7BEFA1D7EF}"/>
            </c:ext>
          </c:extLst>
        </c:ser>
        <c:dLbls>
          <c:dLblPos val="inEnd"/>
          <c:showLegendKey val="0"/>
          <c:showVal val="1"/>
          <c:showCatName val="0"/>
          <c:showSerName val="0"/>
          <c:showPercent val="0"/>
          <c:showBubbleSize val="0"/>
        </c:dLbls>
        <c:gapWidth val="80"/>
        <c:overlap val="25"/>
        <c:axId val="744129551"/>
        <c:axId val="744132911"/>
      </c:barChart>
      <c:catAx>
        <c:axId val="744129551"/>
        <c:scaling>
          <c:orientation val="minMax"/>
        </c:scaling>
        <c:delete val="0"/>
        <c:axPos val="b"/>
        <c:title>
          <c:tx>
            <c:rich>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US"/>
                  <a:t>Testing</a:t>
                </a:r>
                <a:r>
                  <a:rPr lang="en-US" baseline="0"/>
                  <a:t> type</a:t>
                </a:r>
                <a:endParaRPr lang="en-US"/>
              </a:p>
            </c:rich>
          </c:tx>
          <c:overlay val="0"/>
          <c:spPr>
            <a:noFill/>
            <a:ln>
              <a:noFill/>
            </a:ln>
            <a:effectLst/>
          </c:spPr>
          <c:txPr>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15875" cap="flat" cmpd="sng" algn="ctr">
            <a:solidFill>
              <a:schemeClr val="tx1">
                <a:lumMod val="25000"/>
                <a:lumOff val="75000"/>
              </a:schemeClr>
            </a:solidFill>
            <a:round/>
          </a:ln>
          <a:effectLst/>
        </c:spPr>
        <c:txPr>
          <a:bodyPr rot="0" spcFirstLastPara="1" vertOverflow="ellipsis" wrap="square" anchor="ctr" anchorCtr="1"/>
          <a:lstStyle/>
          <a:p>
            <a:pPr>
              <a:defRPr sz="1197" b="0" i="0" u="none" strike="noStrike" kern="1200" cap="none" spc="20" normalizeH="0" baseline="0">
                <a:solidFill>
                  <a:schemeClr val="tx1">
                    <a:lumMod val="65000"/>
                    <a:lumOff val="35000"/>
                  </a:schemeClr>
                </a:solidFill>
                <a:latin typeface="+mn-lt"/>
                <a:ea typeface="+mn-ea"/>
                <a:cs typeface="+mn-cs"/>
              </a:defRPr>
            </a:pPr>
            <a:endParaRPr lang="en-US"/>
          </a:p>
        </c:txPr>
        <c:crossAx val="744132911"/>
        <c:crosses val="autoZero"/>
        <c:auto val="1"/>
        <c:lblAlgn val="ctr"/>
        <c:lblOffset val="100"/>
        <c:noMultiLvlLbl val="0"/>
      </c:catAx>
      <c:valAx>
        <c:axId val="744132911"/>
        <c:scaling>
          <c:orientation val="minMax"/>
          <c:max val="51000"/>
          <c:min val="0"/>
        </c:scaling>
        <c:delete val="0"/>
        <c:axPos val="l"/>
        <c:majorGridlines>
          <c:spPr>
            <a:ln w="9525" cap="flat" cmpd="sng" algn="ctr">
              <a:solidFill>
                <a:schemeClr val="tx1">
                  <a:lumMod val="5000"/>
                  <a:lumOff val="95000"/>
                </a:schemeClr>
              </a:solidFill>
              <a:round/>
            </a:ln>
            <a:effectLst/>
          </c:spPr>
        </c:majorGridlines>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US"/>
                  <a:t>Volume Details</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spc="20" baseline="0">
                <a:solidFill>
                  <a:schemeClr val="tx1">
                    <a:lumMod val="65000"/>
                    <a:lumOff val="35000"/>
                  </a:schemeClr>
                </a:solidFill>
                <a:latin typeface="+mn-lt"/>
                <a:ea typeface="+mn-ea"/>
                <a:cs typeface="+mn-cs"/>
              </a:defRPr>
            </a:pPr>
            <a:endParaRPr lang="en-US"/>
          </a:p>
        </c:txPr>
        <c:crossAx val="744129551"/>
        <c:crosses val="autoZero"/>
        <c:crossBetween val="between"/>
        <c:majorUnit val="5000"/>
        <c:minorUnit val="100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5875" cap="flat" cmpd="sng" algn="ctr">
        <a:solidFill>
          <a:schemeClr val="tx1">
            <a:lumMod val="25000"/>
            <a:lumOff val="75000"/>
          </a:schemeClr>
        </a:solidFill>
        <a:round/>
      </a:ln>
    </cs:spPr>
    <cs:defRPr sz="1197"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alpha val="70000"/>
          </a:schemeClr>
        </a:solidFill>
        <a:round/>
      </a:ln>
    </cs:spPr>
  </cs:dataPointLine>
  <cs:dataPointMarker>
    <cs:lnRef idx="0"/>
    <cs:fillRef idx="0">
      <cs:styleClr val="auto"/>
    </cs:fillRef>
    <cs:effectRef idx="0"/>
    <cs:fontRef idx="minor">
      <a:schemeClr val="dk1"/>
    </cs:fontRef>
    <cs:spPr>
      <a:solidFill>
        <a:schemeClr val="phClr">
          <a:alpha val="70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5000"/>
            <a:lumOff val="9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128"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spc="20" baseline="0"/>
  </cs:valueAxis>
  <cs:wall>
    <cs:lnRef idx="0"/>
    <cs:fillRef idx="0"/>
    <cs:effectRef idx="0"/>
    <cs:fontRef idx="minor">
      <a:schemeClr val="dk1"/>
    </cs:fontRef>
  </cs:wall>
</cs:chartStyle>
</file>

<file path=ppt/comments/modernComment_1B4_EE3C982C.xml><?xml version="1.0" encoding="utf-8"?>
<p188:cmLst xmlns:a="http://schemas.openxmlformats.org/drawingml/2006/main" xmlns:r="http://schemas.openxmlformats.org/officeDocument/2006/relationships" xmlns:p188="http://schemas.microsoft.com/office/powerpoint/2018/8/main">
  <p188:cm id="{61A75E6C-99F8-40C4-9607-2998DE215A46}" authorId="{DE6D2818-2E72-4E52-23A8-C53F1DB18023}" created="2025-01-15T11:23:36.137" startDate="2025-01-15T11:23:36.137" dueDate="2025-01-15T11:23:36.137" assignedTo="{6BA98447-B26E-9B80-2925-A288C2AE995B}" title="@Mruthyunjaya Talamanchi pls add description">
    <ac:deMkLst xmlns:ac="http://schemas.microsoft.com/office/drawing/2013/main/command">
      <pc:docMk xmlns:pc="http://schemas.microsoft.com/office/powerpoint/2013/main/command"/>
      <pc:sldMk xmlns:pc="http://schemas.microsoft.com/office/powerpoint/2013/main/command" cId="3996948524" sldId="436"/>
      <ac:graphicFrameMk id="2" creationId="{AD570D86-4735-2D0D-E54C-B20522D78261}"/>
    </ac:deMkLst>
    <p188:txBody>
      <a:bodyPr/>
      <a:lstStyle/>
      <a:p>
        <a:r>
          <a:rPr lang="en-US"/>
          <a:t>[@Mruthyunjaya Talamanchi] pls add description</a:t>
        </a:r>
      </a:p>
    </p188:txBody>
    <p188:extLst>
      <p:ext xmlns:p="http://schemas.openxmlformats.org/presentationml/2006/main" uri="{5BB2D875-25FF-4072-B9AC-8F64D62656EB}">
        <p228:taskDetails xmlns:p228="http://schemas.microsoft.com/office/powerpoint/2022/08/main">
          <p228:history>
            <p228:event time="2025-01-15T11:23:36.137" id="{F6528EDB-B4FE-4B5F-A8E7-BD0734C43456}">
              <p228:atrbtn authorId="{DE6D2818-2E72-4E52-23A8-C53F1DB18023}"/>
              <p228:anchr>
                <p228:comment id="{61A75E6C-99F8-40C4-9607-2998DE215A46}"/>
              </p228:anchr>
              <p228:add/>
            </p228:event>
            <p228:event time="2025-01-15T11:23:36.137" id="{2FD14891-C826-42D4-8013-0966D59EB7FF}">
              <p228:atrbtn authorId="{DE6D2818-2E72-4E52-23A8-C53F1DB18023}"/>
              <p228:anchr>
                <p228:comment id="{61A75E6C-99F8-40C4-9607-2998DE215A46}"/>
              </p228:anchr>
              <p228:asgn authorId="{6BA98447-B26E-9B80-2925-A288C2AE995B}"/>
            </p228:event>
            <p228:event time="2025-01-15T11:23:36.137" id="{C8EE1C01-E32E-427D-98C8-64D6B3D140ED}">
              <p228:atrbtn authorId="{DE6D2818-2E72-4E52-23A8-C53F1DB18023}"/>
              <p228:anchr>
                <p228:comment id="{61A75E6C-99F8-40C4-9607-2998DE215A46}"/>
              </p228:anchr>
              <p228:title val="@Mruthyunjaya Talamanchi pls add description"/>
            </p228:event>
            <p228:event time="2025-01-15T11:23:36.137" id="{3E3077C7-7C31-482C-AD20-8465403C0873}">
              <p228:atrbtn authorId="{DE6D2818-2E72-4E52-23A8-C53F1DB18023}"/>
              <p228:anchr>
                <p228:comment id="{61A75E6C-99F8-40C4-9607-2998DE215A46}"/>
              </p228:anchr>
              <p228:date stDt="2025-01-15T11:23:36.137" endDt="2025-01-15T11:23:36.137"/>
            </p228:event>
          </p228:history>
        </p228:taskDetails>
      </p:ext>
    </p188:extLst>
  </p188:cm>
  <p188:cm id="{286DBD34-43B5-437E-AE25-DC1F8DE2CA4B}" authorId="{DE6D2818-2E72-4E52-23A8-C53F1DB18023}" created="2025-01-15T11:24:47.010" startDate="2025-01-15T11:24:47.010" dueDate="2025-01-15T11:24:47.010" assignedTo="{6BA98447-B26E-9B80-2925-A288C2AE995B}" title="@Mruthyunjaya Talamanchi This seems more of activities, can you pls add the description of the feature?">
    <ac:deMkLst xmlns:ac="http://schemas.microsoft.com/office/drawing/2013/main/command">
      <pc:docMk xmlns:pc="http://schemas.microsoft.com/office/powerpoint/2013/main/command"/>
      <pc:sldMk xmlns:pc="http://schemas.microsoft.com/office/powerpoint/2013/main/command" cId="3996948524" sldId="436"/>
      <ac:graphicFrameMk id="2" creationId="{AD570D86-4735-2D0D-E54C-B20522D78261}"/>
    </ac:deMkLst>
    <p188:txBody>
      <a:bodyPr/>
      <a:lstStyle/>
      <a:p>
        <a:r>
          <a:rPr lang="en-US"/>
          <a:t>[@Mruthyunjaya Talamanchi] This seems more of activities, can you pls add the description of the feature?</a:t>
        </a:r>
      </a:p>
    </p188:txBody>
    <p188:extLst>
      <p:ext xmlns:p="http://schemas.openxmlformats.org/presentationml/2006/main" uri="{5BB2D875-25FF-4072-B9AC-8F64D62656EB}">
        <p228:taskDetails xmlns:p228="http://schemas.microsoft.com/office/powerpoint/2022/08/main">
          <p228:history>
            <p228:event time="2025-01-15T11:24:47.010" id="{350CDC4B-2220-4D17-8676-4E1B8C71DE2E}">
              <p228:atrbtn authorId="{DE6D2818-2E72-4E52-23A8-C53F1DB18023}"/>
              <p228:anchr>
                <p228:comment id="{286DBD34-43B5-437E-AE25-DC1F8DE2CA4B}"/>
              </p228:anchr>
              <p228:add/>
            </p228:event>
            <p228:event time="2025-01-15T11:24:47.010" id="{CFB193A2-098C-4305-BAE8-FF02171BB8B1}">
              <p228:atrbtn authorId="{DE6D2818-2E72-4E52-23A8-C53F1DB18023}"/>
              <p228:anchr>
                <p228:comment id="{286DBD34-43B5-437E-AE25-DC1F8DE2CA4B}"/>
              </p228:anchr>
              <p228:asgn authorId="{6BA98447-B26E-9B80-2925-A288C2AE995B}"/>
            </p228:event>
            <p228:event time="2025-01-15T11:24:47.010" id="{CF8605D8-6B82-4AFA-AA7D-651372645497}">
              <p228:atrbtn authorId="{DE6D2818-2E72-4E52-23A8-C53F1DB18023}"/>
              <p228:anchr>
                <p228:comment id="{286DBD34-43B5-437E-AE25-DC1F8DE2CA4B}"/>
              </p228:anchr>
              <p228:title val="@Mruthyunjaya Talamanchi This seems more of activities, can you pls add the description of the feature?"/>
            </p228:event>
            <p228:event time="2025-01-15T11:24:47.010" id="{46B8F332-684F-4507-A8C7-896400F2BCE0}">
              <p228:atrbtn authorId="{DE6D2818-2E72-4E52-23A8-C53F1DB18023}"/>
              <p228:anchr>
                <p228:comment id="{286DBD34-43B5-437E-AE25-DC1F8DE2CA4B}"/>
              </p228:anchr>
              <p228:date stDt="2025-01-15T11:24:47.010" endDt="2025-01-15T11:24:47.010"/>
            </p228:event>
          </p228:history>
        </p228:taskDetails>
      </p:ext>
    </p188:extLst>
  </p188:cm>
</p188:cmLst>
</file>

<file path=ppt/comments/modernComment_1C9_7E02958F.xml><?xml version="1.0" encoding="utf-8"?>
<p188:cmLst xmlns:a="http://schemas.openxmlformats.org/drawingml/2006/main" xmlns:r="http://schemas.openxmlformats.org/officeDocument/2006/relationships" xmlns:p188="http://schemas.microsoft.com/office/powerpoint/2018/8/main">
  <p188:cm id="{B42055BC-F04A-4DA7-8789-D393FB750A6C}" authorId="{DE6D2818-2E72-4E52-23A8-C53F1DB18023}" created="2025-01-15T11:38:23.217" startDate="2025-01-15T11:38:23.218" dueDate="2025-01-15T11:38:23.218" assignedTo="{6BA98447-B26E-9B80-2925-A288C2AE995B}" title="@Mruthyunjaya Talamanchi is this required?">
    <pc:sldMkLst xmlns:pc="http://schemas.microsoft.com/office/powerpoint/2013/main/command">
      <pc:docMk/>
      <pc:sldMk cId="2114098575" sldId="457"/>
    </pc:sldMkLst>
    <p188:txBody>
      <a:bodyPr/>
      <a:lstStyle/>
      <a:p>
        <a:r>
          <a:rPr lang="en-US"/>
          <a:t>[@Mruthyunjaya Talamanchi] is this required?</a:t>
        </a:r>
      </a:p>
    </p188:txBody>
    <p188:extLst>
      <p:ext xmlns:p="http://schemas.openxmlformats.org/presentationml/2006/main" uri="{5BB2D875-25FF-4072-B9AC-8F64D62656EB}">
        <p228:taskDetails xmlns:p228="http://schemas.microsoft.com/office/powerpoint/2022/08/main">
          <p228:history>
            <p228:event time="2025-01-15T11:38:23.217" id="{ED3C4A96-45EE-4E0C-BAE4-E311BAD971A6}">
              <p228:atrbtn authorId="{DE6D2818-2E72-4E52-23A8-C53F1DB18023}"/>
              <p228:anchr>
                <p228:comment id="{B42055BC-F04A-4DA7-8789-D393FB750A6C}"/>
              </p228:anchr>
              <p228:add/>
            </p228:event>
            <p228:event time="2025-01-15T11:38:23.217" id="{B1675AB4-C082-44A8-A6AA-2855A8F95ACB}">
              <p228:atrbtn authorId="{DE6D2818-2E72-4E52-23A8-C53F1DB18023}"/>
              <p228:anchr>
                <p228:comment id="{B42055BC-F04A-4DA7-8789-D393FB750A6C}"/>
              </p228:anchr>
              <p228:asgn authorId="{6BA98447-B26E-9B80-2925-A288C2AE995B}"/>
            </p228:event>
            <p228:event time="2025-01-15T11:38:23.217" id="{E214A5A6-0CD8-46F8-9ACA-3CC1F990AEAA}">
              <p228:atrbtn authorId="{DE6D2818-2E72-4E52-23A8-C53F1DB18023}"/>
              <p228:anchr>
                <p228:comment id="{B42055BC-F04A-4DA7-8789-D393FB750A6C}"/>
              </p228:anchr>
              <p228:title val="@Mruthyunjaya Talamanchi is this required?"/>
            </p228:event>
            <p228:event time="2025-01-15T11:38:23.217" id="{CEC66021-F043-41CD-BEE1-66B80600119E}">
              <p228:atrbtn authorId="{DE6D2818-2E72-4E52-23A8-C53F1DB18023}"/>
              <p228:anchr>
                <p228:comment id="{B42055BC-F04A-4DA7-8789-D393FB750A6C}"/>
              </p228:anchr>
              <p228:date stDt="2025-01-15T11:38:23.218" endDt="2025-01-15T11:38:23.218"/>
            </p228:event>
          </p228:history>
        </p228:taskDetails>
      </p:ext>
    </p188:extLst>
  </p188:cm>
</p188:cmLst>
</file>

<file path=ppt/comments/modernComment_1D2_C79FB57C.xml><?xml version="1.0" encoding="utf-8"?>
<p188:cmLst xmlns:a="http://schemas.openxmlformats.org/drawingml/2006/main" xmlns:r="http://schemas.openxmlformats.org/officeDocument/2006/relationships" xmlns:p188="http://schemas.microsoft.com/office/powerpoint/2018/8/main">
  <p188:cm id="{BA6F4DE9-E723-46CE-8CB2-135442FA3066}" authorId="{DE6D2818-2E72-4E52-23A8-C53F1DB18023}" created="2025-01-15T11:39:25.285" startDate="2025-01-15T11:39:25.285" dueDate="2025-01-15T11:39:25.285" assignedTo="{6BA98447-B26E-9B80-2925-A288C2AE995B}" title="@Mruthyunjaya Talamanchi is this required?">
    <pc:sldMkLst xmlns:pc="http://schemas.microsoft.com/office/powerpoint/2013/main/command">
      <pc:docMk/>
      <pc:sldMk cId="3349132668" sldId="466"/>
    </pc:sldMkLst>
    <p188:txBody>
      <a:bodyPr/>
      <a:lstStyle/>
      <a:p>
        <a:r>
          <a:rPr lang="en-US"/>
          <a:t>[@Mruthyunjaya Talamanchi] is this required?</a:t>
        </a:r>
      </a:p>
    </p188:txBody>
    <p188:extLst>
      <p:ext xmlns:p="http://schemas.openxmlformats.org/presentationml/2006/main" uri="{5BB2D875-25FF-4072-B9AC-8F64D62656EB}">
        <p228:taskDetails xmlns:p228="http://schemas.microsoft.com/office/powerpoint/2022/08/main">
          <p228:history>
            <p228:event time="2025-01-15T11:39:25.285" id="{64BBC953-0F6A-4CA8-8FEF-3E6C0A9D5E55}">
              <p228:atrbtn authorId="{DE6D2818-2E72-4E52-23A8-C53F1DB18023}"/>
              <p228:anchr>
                <p228:comment id="{BA6F4DE9-E723-46CE-8CB2-135442FA3066}"/>
              </p228:anchr>
              <p228:add/>
            </p228:event>
            <p228:event time="2025-01-15T11:39:25.285" id="{6FAEA71F-F897-4FD4-8FF4-786479B4F326}">
              <p228:atrbtn authorId="{DE6D2818-2E72-4E52-23A8-C53F1DB18023}"/>
              <p228:anchr>
                <p228:comment id="{BA6F4DE9-E723-46CE-8CB2-135442FA3066}"/>
              </p228:anchr>
              <p228:asgn authorId="{6BA98447-B26E-9B80-2925-A288C2AE995B}"/>
            </p228:event>
            <p228:event time="2025-01-15T11:39:25.285" id="{E71F22DB-6395-486F-99B0-A2425CB7ECEE}">
              <p228:atrbtn authorId="{DE6D2818-2E72-4E52-23A8-C53F1DB18023}"/>
              <p228:anchr>
                <p228:comment id="{BA6F4DE9-E723-46CE-8CB2-135442FA3066}"/>
              </p228:anchr>
              <p228:title val="@Mruthyunjaya Talamanchi is this required?"/>
            </p228:event>
            <p228:event time="2025-01-15T11:39:25.285" id="{65858167-1A09-4FBE-8C52-9D7B61741410}">
              <p228:atrbtn authorId="{DE6D2818-2E72-4E52-23A8-C53F1DB18023}"/>
              <p228:anchr>
                <p228:comment id="{BA6F4DE9-E723-46CE-8CB2-135442FA3066}"/>
              </p228:anchr>
              <p228:date stDt="2025-01-15T11:39:25.285" endDt="2025-01-15T11:39:25.285"/>
            </p228:event>
          </p228:history>
        </p228:taskDetails>
      </p:ext>
    </p188:extLst>
  </p188:cm>
</p188:cmLst>
</file>

<file path=ppt/comments/modernComment_1DC_7EE31A2.xml><?xml version="1.0" encoding="utf-8"?>
<p188:cmLst xmlns:a="http://schemas.openxmlformats.org/drawingml/2006/main" xmlns:r="http://schemas.openxmlformats.org/officeDocument/2006/relationships" xmlns:p188="http://schemas.microsoft.com/office/powerpoint/2018/8/main">
  <p188:cm id="{520FC03A-FB9E-4E1D-A4DA-E85E0FB7B208}" authorId="{DE6D2818-2E72-4E52-23A8-C53F1DB18023}" created="2025-01-15T11:26:35.625" startDate="2025-01-15T11:26:35.635" dueDate="2025-01-15T11:26:35.635" assignedTo="{6BA98447-B26E-9B80-2925-A288C2AE995B}" title="@Mruthyunjaya Talamanchi confluence page or deck?">
    <ac:txMkLst xmlns:ac="http://schemas.microsoft.com/office/drawing/2013/main/command">
      <pc:docMk xmlns:pc="http://schemas.microsoft.com/office/powerpoint/2013/main/command"/>
      <pc:sldMk xmlns:pc="http://schemas.microsoft.com/office/powerpoint/2013/main/command" cId="133050786" sldId="476"/>
      <ac:spMk id="7" creationId="{A5497B3F-E852-C489-7962-C05932F3B1DD}"/>
      <ac:txMk cp="347" len="62">
        <ac:context len="1632" hash="3786634641"/>
      </ac:txMk>
    </ac:txMkLst>
    <p188:pos x="5749686" y="1356710"/>
    <p188:txBody>
      <a:bodyPr/>
      <a:lstStyle/>
      <a:p>
        <a:r>
          <a:rPr lang="en-US"/>
          <a:t>[@Mruthyunjaya Talamanchi]  confluence page or deck?</a:t>
        </a:r>
      </a:p>
    </p188:txBody>
    <p188:extLst>
      <p:ext xmlns:p="http://schemas.openxmlformats.org/presentationml/2006/main" uri="{5BB2D875-25FF-4072-B9AC-8F64D62656EB}">
        <p228:taskDetails xmlns:p228="http://schemas.microsoft.com/office/powerpoint/2022/08/main">
          <p228:history>
            <p228:event time="2025-01-15T11:26:35.625" id="{8D88C363-6F2E-4E67-8486-B303D4F01BA2}">
              <p228:atrbtn authorId="{DE6D2818-2E72-4E52-23A8-C53F1DB18023}"/>
              <p228:anchr>
                <p228:comment id="{520FC03A-FB9E-4E1D-A4DA-E85E0FB7B208}"/>
              </p228:anchr>
              <p228:add/>
            </p228:event>
            <p228:event time="2025-01-15T11:26:35.625" id="{C3B65731-F4D5-49B6-AE35-73BABE988488}">
              <p228:atrbtn authorId="{DE6D2818-2E72-4E52-23A8-C53F1DB18023}"/>
              <p228:anchr>
                <p228:comment id="{520FC03A-FB9E-4E1D-A4DA-E85E0FB7B208}"/>
              </p228:anchr>
              <p228:asgn authorId="{6BA98447-B26E-9B80-2925-A288C2AE995B}"/>
            </p228:event>
            <p228:event time="2025-01-15T11:26:35.625" id="{440ED3ED-7CBA-4C75-BB42-8415950745D7}">
              <p228:atrbtn authorId="{DE6D2818-2E72-4E52-23A8-C53F1DB18023}"/>
              <p228:anchr>
                <p228:comment id="{520FC03A-FB9E-4E1D-A4DA-E85E0FB7B208}"/>
              </p228:anchr>
              <p228:title val="@Mruthyunjaya Talamanchi confluence page or deck?"/>
            </p228:event>
            <p228:event time="2025-01-15T11:26:35.625" id="{A64E8D46-7E4A-40CE-BDD6-B61A403AB224}">
              <p228:atrbtn authorId="{DE6D2818-2E72-4E52-23A8-C53F1DB18023}"/>
              <p228:anchr>
                <p228:comment id="{520FC03A-FB9E-4E1D-A4DA-E85E0FB7B208}"/>
              </p228:anchr>
              <p228:date stDt="2025-01-15T11:26:35.635" endDt="2025-01-15T11:26:35.635"/>
            </p228:event>
          </p228:history>
        </p228:taskDetails>
      </p:ext>
    </p188:extLst>
  </p188:cm>
  <p188:cm id="{756D9787-0D79-4BA7-94DC-E400FA37FA85}" authorId="{DE6D2818-2E72-4E52-23A8-C53F1DB18023}" created="2025-01-15T11:27:22.602" startDate="2025-01-15T11:27:22.602" dueDate="2025-01-15T11:27:22.602" assignedTo="{6BA98447-B26E-9B80-2925-A288C2AE995B}" title="@Mruthyunjaya Talamanchi we are saying 50k, but in points mentioning to load 150k and 400k">
    <ac:txMkLst xmlns:ac="http://schemas.microsoft.com/office/drawing/2013/main/command">
      <pc:docMk xmlns:pc="http://schemas.microsoft.com/office/powerpoint/2013/main/command"/>
      <pc:sldMk xmlns:pc="http://schemas.microsoft.com/office/powerpoint/2013/main/command" cId="133050786" sldId="476"/>
      <ac:spMk id="7" creationId="{A5497B3F-E852-C489-7962-C05932F3B1DD}"/>
      <ac:txMk cp="410" len="46">
        <ac:context len="1632" hash="3786634641"/>
      </ac:txMk>
    </ac:txMkLst>
    <p188:pos x="4229230" y="1569361"/>
    <p188:txBody>
      <a:bodyPr/>
      <a:lstStyle/>
      <a:p>
        <a:r>
          <a:rPr lang="en-US"/>
          <a:t>[@Mruthyunjaya Talamanchi] we are saying 50k, but in points mentioning to load 150k and 400k</a:t>
        </a:r>
      </a:p>
    </p188:txBody>
    <p188:extLst>
      <p:ext xmlns:p="http://schemas.openxmlformats.org/presentationml/2006/main" uri="{5BB2D875-25FF-4072-B9AC-8F64D62656EB}">
        <p228:taskDetails xmlns:p228="http://schemas.microsoft.com/office/powerpoint/2022/08/main">
          <p228:history>
            <p228:event time="2025-01-15T11:27:22.602" id="{65C84268-CE6F-4811-AFD2-0CCB15C4C2A3}">
              <p228:atrbtn authorId="{DE6D2818-2E72-4E52-23A8-C53F1DB18023}"/>
              <p228:anchr>
                <p228:comment id="{756D9787-0D79-4BA7-94DC-E400FA37FA85}"/>
              </p228:anchr>
              <p228:add/>
            </p228:event>
            <p228:event time="2025-01-15T11:27:22.602" id="{D0435F01-9206-46B1-82B4-083D7FE61F55}">
              <p228:atrbtn authorId="{DE6D2818-2E72-4E52-23A8-C53F1DB18023}"/>
              <p228:anchr>
                <p228:comment id="{756D9787-0D79-4BA7-94DC-E400FA37FA85}"/>
              </p228:anchr>
              <p228:asgn authorId="{6BA98447-B26E-9B80-2925-A288C2AE995B}"/>
            </p228:event>
            <p228:event time="2025-01-15T11:27:22.602" id="{37EE3203-EA71-43BC-9777-EB88548EAD38}">
              <p228:atrbtn authorId="{DE6D2818-2E72-4E52-23A8-C53F1DB18023}"/>
              <p228:anchr>
                <p228:comment id="{756D9787-0D79-4BA7-94DC-E400FA37FA85}"/>
              </p228:anchr>
              <p228:title val="@Mruthyunjaya Talamanchi we are saying 50k, but in points mentioning to load 150k and 400k"/>
            </p228:event>
            <p228:event time="2025-01-15T11:27:22.602" id="{E61D45F8-3AC6-483B-B205-F7C033A252B7}">
              <p228:atrbtn authorId="{DE6D2818-2E72-4E52-23A8-C53F1DB18023}"/>
              <p228:anchr>
                <p228:comment id="{756D9787-0D79-4BA7-94DC-E400FA37FA85}"/>
              </p228:anchr>
              <p228:date stDt="2025-01-15T11:27:22.602" endDt="2025-01-15T11:27:22.602"/>
            </p228:event>
          </p228:history>
        </p228:taskDetails>
      </p:ext>
    </p188:extLst>
  </p188:cm>
</p188:cmLst>
</file>

<file path=ppt/comments/modernComment_2C7_BD0E2D22.xml><?xml version="1.0" encoding="utf-8"?>
<p188:cmLst xmlns:a="http://schemas.openxmlformats.org/drawingml/2006/main" xmlns:r="http://schemas.openxmlformats.org/officeDocument/2006/relationships" xmlns:p188="http://schemas.microsoft.com/office/powerpoint/2018/8/main">
  <p188:cm id="{62EB5EDA-DB69-400D-97FD-8FCBAB793D8C}" authorId="{DE6D2818-2E72-4E52-23A8-C53F1DB18023}" created="2025-01-15T11:38:10.418" startDate="2025-01-15T11:38:10.418" dueDate="2025-01-15T11:38:10.418" assignedTo="{6BA98447-B26E-9B80-2925-A288C2AE995B}" title="@Mruthyunjaya Talamanchi is this required?">
    <pc:sldMkLst xmlns:pc="http://schemas.microsoft.com/office/powerpoint/2013/main/command">
      <pc:docMk/>
      <pc:sldMk cId="3171822882" sldId="711"/>
    </pc:sldMkLst>
    <p188:txBody>
      <a:bodyPr/>
      <a:lstStyle/>
      <a:p>
        <a:r>
          <a:rPr lang="en-US"/>
          <a:t>[@Mruthyunjaya Talamanchi] is this required?</a:t>
        </a:r>
      </a:p>
    </p188:txBody>
    <p188:extLst>
      <p:ext xmlns:p="http://schemas.openxmlformats.org/presentationml/2006/main" uri="{5BB2D875-25FF-4072-B9AC-8F64D62656EB}">
        <p228:taskDetails xmlns:p228="http://schemas.microsoft.com/office/powerpoint/2022/08/main">
          <p228:history>
            <p228:event time="2025-01-15T11:38:10.418" id="{F72E389A-DFE1-4A6B-A5A4-C6EEDF11DD99}">
              <p228:atrbtn authorId="{DE6D2818-2E72-4E52-23A8-C53F1DB18023}"/>
              <p228:anchr>
                <p228:comment id="{62EB5EDA-DB69-400D-97FD-8FCBAB793D8C}"/>
              </p228:anchr>
              <p228:add/>
            </p228:event>
            <p228:event time="2025-01-15T11:38:10.418" id="{E42A4DCA-DF04-4F5D-B8E1-3B2E4173EF63}">
              <p228:atrbtn authorId="{DE6D2818-2E72-4E52-23A8-C53F1DB18023}"/>
              <p228:anchr>
                <p228:comment id="{62EB5EDA-DB69-400D-97FD-8FCBAB793D8C}"/>
              </p228:anchr>
              <p228:asgn authorId="{6BA98447-B26E-9B80-2925-A288C2AE995B}"/>
            </p228:event>
            <p228:event time="2025-01-15T11:38:10.418" id="{3E815235-F9F0-440D-A02B-8D1FC413A823}">
              <p228:atrbtn authorId="{DE6D2818-2E72-4E52-23A8-C53F1DB18023}"/>
              <p228:anchr>
                <p228:comment id="{62EB5EDA-DB69-400D-97FD-8FCBAB793D8C}"/>
              </p228:anchr>
              <p228:title val="@Mruthyunjaya Talamanchi is this required?"/>
            </p228:event>
            <p228:event time="2025-01-15T11:38:10.418" id="{FADAD35F-F509-4DDA-A0D2-B1B6D8B3C9D7}">
              <p228:atrbtn authorId="{DE6D2818-2E72-4E52-23A8-C53F1DB18023}"/>
              <p228:anchr>
                <p228:comment id="{62EB5EDA-DB69-400D-97FD-8FCBAB793D8C}"/>
              </p228:anchr>
              <p228:date stDt="2025-01-15T11:38:10.418" endDt="2025-01-15T11:38:10.418"/>
            </p228:event>
          </p228:history>
        </p228:taskDetails>
      </p:ext>
    </p188:extLst>
  </p188:cm>
</p188:cmLst>
</file>

<file path=ppt/comments/modernComment_2C8_DBCC6BBD.xml><?xml version="1.0" encoding="utf-8"?>
<p188:cmLst xmlns:a="http://schemas.openxmlformats.org/drawingml/2006/main" xmlns:r="http://schemas.openxmlformats.org/officeDocument/2006/relationships" xmlns:p188="http://schemas.microsoft.com/office/powerpoint/2018/8/main">
  <p188:cm id="{06A269FD-6413-48F8-8DA0-3BB52BA7587B}" authorId="{DE6D2818-2E72-4E52-23A8-C53F1DB18023}" created="2025-01-15T11:27:52.973" startDate="2025-01-15T11:27:52.973" dueDate="2025-01-15T11:27:52.973" assignedTo="{6BA98447-B26E-9B80-2925-A288C2AE995B}" title="@Mruthyunjaya Talamanchi volume or users?">
    <ac:txMkLst xmlns:ac="http://schemas.microsoft.com/office/drawing/2013/main/command">
      <pc:docMk xmlns:pc="http://schemas.microsoft.com/office/powerpoint/2013/main/command"/>
      <pc:sldMk xmlns:pc="http://schemas.microsoft.com/office/powerpoint/2013/main/command" cId="3687607229" sldId="712"/>
      <ac:graphicFrameMk id="2" creationId="{B8DDF2F6-5701-3A8A-5C3C-B68835AF9171}"/>
      <ac:tblMk/>
      <ac:tcMk rowId="3985106747" colId="3555548847"/>
      <ac:txMk cp="8" len="1">
        <ac:context len="14" hash="424111426"/>
      </ac:txMk>
    </ac:txMkLst>
    <p188:pos x="5756771" y="351395"/>
    <p188:replyLst>
      <p188:reply id="{FED8345D-6318-41B0-B94E-0DCA2BD27C1F}" authorId="{6BA98447-B26E-9B80-2925-A288C2AE995B}" created="2025-01-15T17:28:47.435">
        <p188:txBody>
          <a:bodyPr/>
          <a:lstStyle/>
          <a:p>
            <a:r>
              <a:rPr lang="en-US"/>
              <a:t>Updated as Users</a:t>
            </a:r>
          </a:p>
        </p188:txBody>
      </p188:reply>
    </p188:replyLst>
    <p188:txBody>
      <a:bodyPr/>
      <a:lstStyle/>
      <a:p>
        <a:r>
          <a:rPr lang="en-US"/>
          <a:t>[@Mruthyunjaya Talamanchi] volume or users?</a:t>
        </a:r>
      </a:p>
    </p188:txBody>
    <p188:extLst>
      <p:ext xmlns:p="http://schemas.openxmlformats.org/presentationml/2006/main" uri="{5BB2D875-25FF-4072-B9AC-8F64D62656EB}">
        <p228:taskDetails xmlns:p228="http://schemas.microsoft.com/office/powerpoint/2022/08/main">
          <p228:history>
            <p228:event time="2025-01-15T11:27:52.973" id="{4BC8A54D-B8A7-4D6E-A69D-F6B134FF34AE}">
              <p228:atrbtn authorId="{DE6D2818-2E72-4E52-23A8-C53F1DB18023}"/>
              <p228:anchr>
                <p228:comment id="{06A269FD-6413-48F8-8DA0-3BB52BA7587B}"/>
              </p228:anchr>
              <p228:add/>
            </p228:event>
            <p228:event time="2025-01-15T11:27:52.973" id="{13B534FE-A49E-49CD-A5C3-F2A6C224CC56}">
              <p228:atrbtn authorId="{DE6D2818-2E72-4E52-23A8-C53F1DB18023}"/>
              <p228:anchr>
                <p228:comment id="{06A269FD-6413-48F8-8DA0-3BB52BA7587B}"/>
              </p228:anchr>
              <p228:asgn authorId="{6BA98447-B26E-9B80-2925-A288C2AE995B}"/>
            </p228:event>
            <p228:event time="2025-01-15T11:27:52.973" id="{6CC6D1CD-94C5-448C-B3F1-1FFBB273B691}">
              <p228:atrbtn authorId="{DE6D2818-2E72-4E52-23A8-C53F1DB18023}"/>
              <p228:anchr>
                <p228:comment id="{06A269FD-6413-48F8-8DA0-3BB52BA7587B}"/>
              </p228:anchr>
              <p228:title val="@Mruthyunjaya Talamanchi volume or users?"/>
            </p228:event>
            <p228:event time="2025-01-15T11:27:52.973" id="{2AB065E3-9252-408C-8049-1606B8EB10DF}">
              <p228:atrbtn authorId="{DE6D2818-2E72-4E52-23A8-C53F1DB18023}"/>
              <p228:anchr>
                <p228:comment id="{06A269FD-6413-48F8-8DA0-3BB52BA7587B}"/>
              </p228:anchr>
              <p228:date stDt="2025-01-15T11:27:52.973" endDt="2025-01-15T11:27:52.973"/>
            </p228:event>
          </p228:history>
        </p228:taskDetails>
      </p:ext>
    </p188:extLst>
  </p188:cm>
  <p188:cm id="{A947FA47-97D9-4585-82C1-3A97F211545C}" authorId="{DE6D2818-2E72-4E52-23A8-C53F1DB18023}" created="2025-01-15T11:28:38.258" startDate="2025-01-15T11:28:38.258" dueDate="2025-01-15T11:28:38.258" assignedTo="{6BA98447-B26E-9B80-2925-A288C2AE995B}" title="@Mruthyunjaya Talamanchi I think, it would be better to add a legend and define volume and users">
    <ac:txMkLst xmlns:ac="http://schemas.microsoft.com/office/drawing/2013/main/command">
      <pc:docMk xmlns:pc="http://schemas.microsoft.com/office/powerpoint/2013/main/command"/>
      <pc:sldMk xmlns:pc="http://schemas.microsoft.com/office/powerpoint/2013/main/command" cId="3687607229" sldId="712"/>
      <ac:spMk id="7" creationId="{508C2529-0D87-4FDC-44AF-A96F57EFD1BD}"/>
      <ac:txMk cp="0" len="24">
        <ac:context len="25" hash="2109057448"/>
      </ac:txMk>
    </ac:txMkLst>
    <p188:pos x="4076828" y="355366"/>
    <p188:txBody>
      <a:bodyPr/>
      <a:lstStyle/>
      <a:p>
        <a:r>
          <a:rPr lang="en-US"/>
          <a:t>[@Mruthyunjaya Talamanchi] I think, it would be better to add a legend and define volume and users</a:t>
        </a:r>
      </a:p>
    </p188:txBody>
    <p188:extLst>
      <p:ext xmlns:p="http://schemas.openxmlformats.org/presentationml/2006/main" uri="{5BB2D875-25FF-4072-B9AC-8F64D62656EB}">
        <p228:taskDetails xmlns:p228="http://schemas.microsoft.com/office/powerpoint/2022/08/main">
          <p228:history>
            <p228:event time="2025-01-15T11:28:38.258" id="{C094B306-15E0-4546-80BA-2D625E137216}">
              <p228:atrbtn authorId="{DE6D2818-2E72-4E52-23A8-C53F1DB18023}"/>
              <p228:anchr>
                <p228:comment id="{A947FA47-97D9-4585-82C1-3A97F211545C}"/>
              </p228:anchr>
              <p228:add/>
            </p228:event>
            <p228:event time="2025-01-15T11:28:38.258" id="{DB3719BC-B101-40CE-8DEA-D84C81DBF00F}">
              <p228:atrbtn authorId="{DE6D2818-2E72-4E52-23A8-C53F1DB18023}"/>
              <p228:anchr>
                <p228:comment id="{A947FA47-97D9-4585-82C1-3A97F211545C}"/>
              </p228:anchr>
              <p228:asgn authorId="{6BA98447-B26E-9B80-2925-A288C2AE995B}"/>
            </p228:event>
            <p228:event time="2025-01-15T11:28:38.258" id="{7CA238E7-7AA3-4BA3-836F-63CD3FB7BD45}">
              <p228:atrbtn authorId="{DE6D2818-2E72-4E52-23A8-C53F1DB18023}"/>
              <p228:anchr>
                <p228:comment id="{A947FA47-97D9-4585-82C1-3A97F211545C}"/>
              </p228:anchr>
              <p228:title val="@Mruthyunjaya Talamanchi I think, it would be better to add a legend and define volume and users"/>
            </p228:event>
            <p228:event time="2025-01-15T11:28:38.258" id="{0A25C724-DBBB-4E7C-8966-51642BA0FBF4}">
              <p228:atrbtn authorId="{DE6D2818-2E72-4E52-23A8-C53F1DB18023}"/>
              <p228:anchr>
                <p228:comment id="{A947FA47-97D9-4585-82C1-3A97F211545C}"/>
              </p228:anchr>
              <p228:date stDt="2025-01-15T11:28:38.258" endDt="2025-01-15T11:28:38.258"/>
            </p228:event>
          </p228:history>
        </p228:taskDetails>
      </p:ext>
    </p188:extLst>
  </p188:cm>
</p188:cmLst>
</file>

<file path=ppt/comments/modernComment_2D9_49CB0F7A.xml><?xml version="1.0" encoding="utf-8"?>
<p188:cmLst xmlns:a="http://schemas.openxmlformats.org/drawingml/2006/main" xmlns:r="http://schemas.openxmlformats.org/officeDocument/2006/relationships" xmlns:p188="http://schemas.microsoft.com/office/powerpoint/2018/8/main">
  <p188:cm id="{2FCB4F59-82F1-4860-84FB-AEB9BA79A2F0}" authorId="{DE6D2818-2E72-4E52-23A8-C53F1DB18023}" created="2025-01-15T11:33:43.604" startDate="2025-01-15T11:33:43.604" dueDate="2025-01-15T11:33:43.604" assignedTo="{6BA98447-B26E-9B80-2925-A288C2AE995B}" title="@Mruthyunjaya Talamanchi what sec?">
    <ac:deMkLst xmlns:ac="http://schemas.microsoft.com/office/drawing/2013/main/command">
      <pc:docMk xmlns:pc="http://schemas.microsoft.com/office/powerpoint/2013/main/command"/>
      <pc:sldMk xmlns:pc="http://schemas.microsoft.com/office/powerpoint/2013/main/command" cId="1238044538" sldId="729"/>
      <ac:spMk id="109" creationId="{7AA48473-AAAE-35A7-7CEA-33322FBCED20}"/>
    </ac:deMkLst>
    <p188:replyLst>
      <p188:reply id="{CB5BF294-141E-4884-8530-A6BC6C0FB989}" authorId="{6BA98447-B26E-9B80-2925-A288C2AE995B}" created="2025-01-15T17:20:28.305">
        <p188:txBody>
          <a:bodyPr/>
          <a:lstStyle/>
          <a:p>
            <a:r>
              <a:rPr lang="en-US"/>
              <a:t>Seconds ☺️(10 Users will rampup on every 22 seconds on average)</a:t>
            </a:r>
          </a:p>
        </p188:txBody>
      </p188:reply>
    </p188:replyLst>
    <p188:txBody>
      <a:bodyPr/>
      <a:lstStyle/>
      <a:p>
        <a:r>
          <a:rPr lang="en-US"/>
          <a:t>[@Mruthyunjaya Talamanchi] what sec?</a:t>
        </a:r>
      </a:p>
    </p188:txBody>
    <p188:extLst>
      <p:ext xmlns:p="http://schemas.openxmlformats.org/presentationml/2006/main" uri="{5BB2D875-25FF-4072-B9AC-8F64D62656EB}">
        <p228:taskDetails xmlns:p228="http://schemas.microsoft.com/office/powerpoint/2022/08/main">
          <p228:history>
            <p228:event time="2025-01-15T11:33:43.604" id="{B3B0F5F2-40ED-4BAA-BD5E-5D9DD9AD5C88}">
              <p228:atrbtn authorId="{DE6D2818-2E72-4E52-23A8-C53F1DB18023}"/>
              <p228:anchr>
                <p228:comment id="{2FCB4F59-82F1-4860-84FB-AEB9BA79A2F0}"/>
              </p228:anchr>
              <p228:add/>
            </p228:event>
            <p228:event time="2025-01-15T11:33:43.604" id="{0BA8BA34-A259-4CAE-BAD3-35C49966E823}">
              <p228:atrbtn authorId="{DE6D2818-2E72-4E52-23A8-C53F1DB18023}"/>
              <p228:anchr>
                <p228:comment id="{2FCB4F59-82F1-4860-84FB-AEB9BA79A2F0}"/>
              </p228:anchr>
              <p228:asgn authorId="{6BA98447-B26E-9B80-2925-A288C2AE995B}"/>
            </p228:event>
            <p228:event time="2025-01-15T11:33:43.604" id="{FCE5BD44-9637-4EC4-9722-5E69ABE9CA27}">
              <p228:atrbtn authorId="{DE6D2818-2E72-4E52-23A8-C53F1DB18023}"/>
              <p228:anchr>
                <p228:comment id="{2FCB4F59-82F1-4860-84FB-AEB9BA79A2F0}"/>
              </p228:anchr>
              <p228:title val="@Mruthyunjaya Talamanchi what sec?"/>
            </p228:event>
            <p228:event time="2025-01-15T11:33:43.604" id="{26394045-D143-4C1E-96E6-E9DE37E6653C}">
              <p228:atrbtn authorId="{DE6D2818-2E72-4E52-23A8-C53F1DB18023}"/>
              <p228:anchr>
                <p228:comment id="{2FCB4F59-82F1-4860-84FB-AEB9BA79A2F0}"/>
              </p228:anchr>
              <p228:date stDt="2025-01-15T11:33:43.604" endDt="2025-01-15T11:33:43.604"/>
            </p228:event>
          </p228:history>
        </p228:taskDetails>
      </p:ext>
    </p188:extLst>
  </p188:cm>
</p188:cmLst>
</file>

<file path=ppt/comments/modernComment_2E2_C193DA00.xml><?xml version="1.0" encoding="utf-8"?>
<p188:cmLst xmlns:a="http://schemas.openxmlformats.org/drawingml/2006/main" xmlns:r="http://schemas.openxmlformats.org/officeDocument/2006/relationships" xmlns:p188="http://schemas.microsoft.com/office/powerpoint/2018/8/main">
  <p188:cm id="{CFCA957E-8C8A-4D2C-882F-925A35A4218B}" authorId="{DE6D2818-2E72-4E52-23A8-C53F1DB18023}" created="2025-01-15T11:36:53.018" startDate="2025-01-15T11:36:53.018" dueDate="2025-01-15T11:36:53.018" assignedTo="{6BA98447-B26E-9B80-2925-A288C2AE995B}" title="@Mruthyunjaya Talamanchi is this required?">
    <pc:sldMkLst xmlns:pc="http://schemas.microsoft.com/office/powerpoint/2013/main/command">
      <pc:docMk/>
      <pc:sldMk cId="3247692288" sldId="738"/>
    </pc:sldMkLst>
    <p188:txBody>
      <a:bodyPr/>
      <a:lstStyle/>
      <a:p>
        <a:r>
          <a:rPr lang="en-US"/>
          <a:t>[@Mruthyunjaya Talamanchi] is this required?</a:t>
        </a:r>
      </a:p>
    </p188:txBody>
    <p188:extLst>
      <p:ext xmlns:p="http://schemas.openxmlformats.org/presentationml/2006/main" uri="{5BB2D875-25FF-4072-B9AC-8F64D62656EB}">
        <p228:taskDetails xmlns:p228="http://schemas.microsoft.com/office/powerpoint/2022/08/main">
          <p228:history>
            <p228:event time="2025-01-15T11:36:53.018" id="{14E9BDBA-DDAB-4D78-85F7-DD4B64CC45B0}">
              <p228:atrbtn authorId="{DE6D2818-2E72-4E52-23A8-C53F1DB18023}"/>
              <p228:anchr>
                <p228:comment id="{CFCA957E-8C8A-4D2C-882F-925A35A4218B}"/>
              </p228:anchr>
              <p228:add/>
            </p228:event>
            <p228:event time="2025-01-15T11:36:53.018" id="{4D481EDC-BFD3-467D-B5C6-052182B4A2E7}">
              <p228:atrbtn authorId="{DE6D2818-2E72-4E52-23A8-C53F1DB18023}"/>
              <p228:anchr>
                <p228:comment id="{CFCA957E-8C8A-4D2C-882F-925A35A4218B}"/>
              </p228:anchr>
              <p228:asgn authorId="{6BA98447-B26E-9B80-2925-A288C2AE995B}"/>
            </p228:event>
            <p228:event time="2025-01-15T11:36:53.018" id="{A6D0FA52-0C80-466F-A99F-1B61EF06D916}">
              <p228:atrbtn authorId="{DE6D2818-2E72-4E52-23A8-C53F1DB18023}"/>
              <p228:anchr>
                <p228:comment id="{CFCA957E-8C8A-4D2C-882F-925A35A4218B}"/>
              </p228:anchr>
              <p228:title val="@Mruthyunjaya Talamanchi is this required?"/>
            </p228:event>
            <p228:event time="2025-01-15T11:36:53.018" id="{D75AC3FD-F72C-4DE5-BBD2-0F7AD154B27F}">
              <p228:atrbtn authorId="{DE6D2818-2E72-4E52-23A8-C53F1DB18023}"/>
              <p228:anchr>
                <p228:comment id="{CFCA957E-8C8A-4D2C-882F-925A35A4218B}"/>
              </p228:anchr>
              <p228:date stDt="2025-01-15T11:36:53.018" endDt="2025-01-15T11:36:53.018"/>
            </p228:event>
          </p228:history>
        </p228:taskDetails>
      </p:ext>
    </p188:extLst>
  </p188:cm>
</p188:cmLst>
</file>

<file path=ppt/comments/modernComment_2E5_53E7BC91.xml><?xml version="1.0" encoding="utf-8"?>
<p188:cmLst xmlns:a="http://schemas.openxmlformats.org/drawingml/2006/main" xmlns:r="http://schemas.openxmlformats.org/officeDocument/2006/relationships" xmlns:p188="http://schemas.microsoft.com/office/powerpoint/2018/8/main">
  <p188:cm id="{87C1F950-4A94-4E24-9491-5A1FDEBD63D3}" authorId="{DE6D2818-2E72-4E52-23A8-C53F1DB18023}" created="2025-01-15T11:37:15.369" startDate="2025-01-15T11:37:15.369" dueDate="2025-01-15T11:37:15.369" assignedTo="{6BA98447-B26E-9B80-2925-A288C2AE995B}" title="@Mruthyunjaya Talamanchi is this required?">
    <pc:sldMkLst xmlns:pc="http://schemas.microsoft.com/office/powerpoint/2013/main/command">
      <pc:docMk/>
      <pc:sldMk cId="1407696017" sldId="741"/>
    </pc:sldMkLst>
    <p188:txBody>
      <a:bodyPr/>
      <a:lstStyle/>
      <a:p>
        <a:r>
          <a:rPr lang="en-US"/>
          <a:t>[@Mruthyunjaya Talamanchi] is this required?</a:t>
        </a:r>
      </a:p>
    </p188:txBody>
    <p188:extLst>
      <p:ext xmlns:p="http://schemas.openxmlformats.org/presentationml/2006/main" uri="{5BB2D875-25FF-4072-B9AC-8F64D62656EB}">
        <p228:taskDetails xmlns:p228="http://schemas.microsoft.com/office/powerpoint/2022/08/main">
          <p228:history>
            <p228:event time="2025-01-15T11:37:15.369" id="{9F21635A-08FD-41F6-9A4F-2D1EA7EA6D21}">
              <p228:atrbtn authorId="{DE6D2818-2E72-4E52-23A8-C53F1DB18023}"/>
              <p228:anchr>
                <p228:comment id="{87C1F950-4A94-4E24-9491-5A1FDEBD63D3}"/>
              </p228:anchr>
              <p228:add/>
            </p228:event>
            <p228:event time="2025-01-15T11:37:15.369" id="{08734B78-E2D2-4A17-B934-3D1B36C43068}">
              <p228:atrbtn authorId="{DE6D2818-2E72-4E52-23A8-C53F1DB18023}"/>
              <p228:anchr>
                <p228:comment id="{87C1F950-4A94-4E24-9491-5A1FDEBD63D3}"/>
              </p228:anchr>
              <p228:asgn authorId="{6BA98447-B26E-9B80-2925-A288C2AE995B}"/>
            </p228:event>
            <p228:event time="2025-01-15T11:37:15.369" id="{11DE0328-5838-4432-AD3D-BF7C5598BED9}">
              <p228:atrbtn authorId="{DE6D2818-2E72-4E52-23A8-C53F1DB18023}"/>
              <p228:anchr>
                <p228:comment id="{87C1F950-4A94-4E24-9491-5A1FDEBD63D3}"/>
              </p228:anchr>
              <p228:title val="@Mruthyunjaya Talamanchi is this required?"/>
            </p228:event>
            <p228:event time="2025-01-15T11:37:15.369" id="{0EBE5126-70EE-414B-9112-4B2593BAC9E2}">
              <p228:atrbtn authorId="{DE6D2818-2E72-4E52-23A8-C53F1DB18023}"/>
              <p228:anchr>
                <p228:comment id="{87C1F950-4A94-4E24-9491-5A1FDEBD63D3}"/>
              </p228:anchr>
              <p228:date stDt="2025-01-15T11:37:15.369" endDt="2025-01-15T11:37:15.369"/>
            </p228:event>
          </p228:history>
        </p228:taskDetails>
      </p:ext>
    </p188:extLst>
  </p188:cm>
</p188:cmLst>
</file>

<file path=ppt/comments/modernComment_2E8_A2F1A436.xml><?xml version="1.0" encoding="utf-8"?>
<p188:cmLst xmlns:a="http://schemas.openxmlformats.org/drawingml/2006/main" xmlns:r="http://schemas.openxmlformats.org/officeDocument/2006/relationships" xmlns:p188="http://schemas.microsoft.com/office/powerpoint/2018/8/main">
  <p188:cm id="{4E1C3B62-785B-4346-ABA1-A3954C3F540D}" authorId="{DE6D2818-2E72-4E52-23A8-C53F1DB18023}" created="2025-01-15T11:38:53.301" startDate="2025-01-15T11:38:53.301" dueDate="2025-01-15T11:38:53.301" assignedTo="{6BA98447-B26E-9B80-2925-A288C2AE995B}" title="@Mruthyunjaya Talamanchi is this required?">
    <pc:sldMkLst xmlns:pc="http://schemas.microsoft.com/office/powerpoint/2013/main/command">
      <pc:docMk/>
      <pc:sldMk cId="2733745206" sldId="744"/>
    </pc:sldMkLst>
    <p188:txBody>
      <a:bodyPr/>
      <a:lstStyle/>
      <a:p>
        <a:r>
          <a:rPr lang="en-US"/>
          <a:t>[@Mruthyunjaya Talamanchi] is this required?</a:t>
        </a:r>
      </a:p>
    </p188:txBody>
    <p188:extLst>
      <p:ext xmlns:p="http://schemas.openxmlformats.org/presentationml/2006/main" uri="{5BB2D875-25FF-4072-B9AC-8F64D62656EB}">
        <p228:taskDetails xmlns:p228="http://schemas.microsoft.com/office/powerpoint/2022/08/main">
          <p228:history>
            <p228:event time="2025-01-15T11:38:53.301" id="{1514B175-CA9E-486B-BE1C-4054DC8FD585}">
              <p228:atrbtn authorId="{DE6D2818-2E72-4E52-23A8-C53F1DB18023}"/>
              <p228:anchr>
                <p228:comment id="{4E1C3B62-785B-4346-ABA1-A3954C3F540D}"/>
              </p228:anchr>
              <p228:add/>
            </p228:event>
            <p228:event time="2025-01-15T11:38:53.301" id="{CF1CA4F0-2BC3-4C91-9A61-2D00E424300C}">
              <p228:atrbtn authorId="{DE6D2818-2E72-4E52-23A8-C53F1DB18023}"/>
              <p228:anchr>
                <p228:comment id="{4E1C3B62-785B-4346-ABA1-A3954C3F540D}"/>
              </p228:anchr>
              <p228:asgn authorId="{6BA98447-B26E-9B80-2925-A288C2AE995B}"/>
            </p228:event>
            <p228:event time="2025-01-15T11:38:53.301" id="{9E015542-9DEE-44E3-88E2-909BBAA1EF84}">
              <p228:atrbtn authorId="{DE6D2818-2E72-4E52-23A8-C53F1DB18023}"/>
              <p228:anchr>
                <p228:comment id="{4E1C3B62-785B-4346-ABA1-A3954C3F540D}"/>
              </p228:anchr>
              <p228:title val="@Mruthyunjaya Talamanchi is this required?"/>
            </p228:event>
            <p228:event time="2025-01-15T11:38:53.301" id="{BC1123EC-FFED-4152-9581-124FCDF68EBE}">
              <p228:atrbtn authorId="{DE6D2818-2E72-4E52-23A8-C53F1DB18023}"/>
              <p228:anchr>
                <p228:comment id="{4E1C3B62-785B-4346-ABA1-A3954C3F540D}"/>
              </p228:anchr>
              <p228:date stDt="2025-01-15T11:38:53.301" endDt="2025-01-15T11:38:53.301"/>
            </p228:event>
          </p228:history>
        </p228:taskDetails>
      </p:ext>
    </p188:extLst>
  </p188:cm>
</p188:cmLst>
</file>

<file path=ppt/comments/modernComment_2E9_6716B4B3.xml><?xml version="1.0" encoding="utf-8"?>
<p188:cmLst xmlns:a="http://schemas.openxmlformats.org/drawingml/2006/main" xmlns:r="http://schemas.openxmlformats.org/officeDocument/2006/relationships" xmlns:p188="http://schemas.microsoft.com/office/powerpoint/2018/8/main">
  <p188:cm id="{F58325C1-88A9-4BF0-8434-5F95C633D030}" authorId="{DE6D2818-2E72-4E52-23A8-C53F1DB18023}" created="2025-01-15T11:39:09.873" startDate="2025-01-15T11:39:09.873" dueDate="2025-01-15T11:39:09.873" assignedTo="{6BA98447-B26E-9B80-2925-A288C2AE995B}" title="@Mruthyunjaya Talamanchi is this required?">
    <pc:sldMkLst xmlns:pc="http://schemas.microsoft.com/office/powerpoint/2013/main/command">
      <pc:docMk/>
      <pc:sldMk cId="1729541299" sldId="745"/>
    </pc:sldMkLst>
    <p188:txBody>
      <a:bodyPr/>
      <a:lstStyle/>
      <a:p>
        <a:r>
          <a:rPr lang="en-US"/>
          <a:t>[@Mruthyunjaya Talamanchi] is this required?</a:t>
        </a:r>
      </a:p>
    </p188:txBody>
    <p188:extLst>
      <p:ext xmlns:p="http://schemas.openxmlformats.org/presentationml/2006/main" uri="{5BB2D875-25FF-4072-B9AC-8F64D62656EB}">
        <p228:taskDetails xmlns:p228="http://schemas.microsoft.com/office/powerpoint/2022/08/main">
          <p228:history>
            <p228:event time="2025-01-15T11:39:09.873" id="{EC87C017-6D6B-4777-845F-615B45EAD437}">
              <p228:atrbtn authorId="{DE6D2818-2E72-4E52-23A8-C53F1DB18023}"/>
              <p228:anchr>
                <p228:comment id="{F58325C1-88A9-4BF0-8434-5F95C633D030}"/>
              </p228:anchr>
              <p228:add/>
            </p228:event>
            <p228:event time="2025-01-15T11:39:09.873" id="{FE041958-D012-4AE1-AF86-9D335BD99476}">
              <p228:atrbtn authorId="{DE6D2818-2E72-4E52-23A8-C53F1DB18023}"/>
              <p228:anchr>
                <p228:comment id="{F58325C1-88A9-4BF0-8434-5F95C633D030}"/>
              </p228:anchr>
              <p228:asgn authorId="{6BA98447-B26E-9B80-2925-A288C2AE995B}"/>
            </p228:event>
            <p228:event time="2025-01-15T11:39:09.873" id="{027BA7F1-43F3-45AE-94CC-DA8E37787F8F}">
              <p228:atrbtn authorId="{DE6D2818-2E72-4E52-23A8-C53F1DB18023}"/>
              <p228:anchr>
                <p228:comment id="{F58325C1-88A9-4BF0-8434-5F95C633D030}"/>
              </p228:anchr>
              <p228:title val="@Mruthyunjaya Talamanchi is this required?"/>
            </p228:event>
            <p228:event time="2025-01-15T11:39:09.873" id="{822EBAF7-83EB-4F2D-8061-6D349CE6E8DC}">
              <p228:atrbtn authorId="{DE6D2818-2E72-4E52-23A8-C53F1DB18023}"/>
              <p228:anchr>
                <p228:comment id="{F58325C1-88A9-4BF0-8434-5F95C633D030}"/>
              </p228:anchr>
              <p228:date stDt="2025-01-15T11:39:09.873" endDt="2025-01-15T11:39:09.873"/>
            </p228:event>
          </p228:history>
        </p228:taskDetails>
      </p:ext>
    </p188:extLst>
  </p188:cm>
</p188:cmLst>
</file>

<file path=ppt/comments/modernComment_2EA_8F5A4170.xml><?xml version="1.0" encoding="utf-8"?>
<p188:cmLst xmlns:a="http://schemas.openxmlformats.org/drawingml/2006/main" xmlns:r="http://schemas.openxmlformats.org/officeDocument/2006/relationships" xmlns:p188="http://schemas.microsoft.com/office/powerpoint/2018/8/main">
  <p188:cm id="{3761ACD1-09D6-4D87-A850-490A8BFBB22B}" authorId="{DE6D2818-2E72-4E52-23A8-C53F1DB18023}" created="2025-01-15T11:37:31.470" startDate="2025-01-15T11:37:31.470" dueDate="2025-01-15T11:37:31.470" assignedTo="{6BA98447-B26E-9B80-2925-A288C2AE995B}" title="@Mruthyunjaya Talamanchi is this required?">
    <pc:sldMkLst xmlns:pc="http://schemas.microsoft.com/office/powerpoint/2013/main/command">
      <pc:docMk/>
      <pc:sldMk cId="2405056880" sldId="746"/>
    </pc:sldMkLst>
    <p188:txBody>
      <a:bodyPr/>
      <a:lstStyle/>
      <a:p>
        <a:r>
          <a:rPr lang="en-US"/>
          <a:t>[@Mruthyunjaya Talamanchi] is this required?</a:t>
        </a:r>
      </a:p>
    </p188:txBody>
    <p188:extLst>
      <p:ext xmlns:p="http://schemas.openxmlformats.org/presentationml/2006/main" uri="{5BB2D875-25FF-4072-B9AC-8F64D62656EB}">
        <p228:taskDetails xmlns:p228="http://schemas.microsoft.com/office/powerpoint/2022/08/main">
          <p228:history>
            <p228:event time="2025-01-15T11:37:31.470" id="{6F30EAEC-D5D6-4365-A4F2-E6A1EA3BE813}">
              <p228:atrbtn authorId="{DE6D2818-2E72-4E52-23A8-C53F1DB18023}"/>
              <p228:anchr>
                <p228:comment id="{3761ACD1-09D6-4D87-A850-490A8BFBB22B}"/>
              </p228:anchr>
              <p228:add/>
            </p228:event>
            <p228:event time="2025-01-15T11:37:31.470" id="{8FB5D9FD-AC24-40D0-AC99-1C8F232B4BEB}">
              <p228:atrbtn authorId="{DE6D2818-2E72-4E52-23A8-C53F1DB18023}"/>
              <p228:anchr>
                <p228:comment id="{3761ACD1-09D6-4D87-A850-490A8BFBB22B}"/>
              </p228:anchr>
              <p228:asgn authorId="{6BA98447-B26E-9B80-2925-A288C2AE995B}"/>
            </p228:event>
            <p228:event time="2025-01-15T11:37:31.470" id="{1DB75F7A-A904-460F-83DF-86DF4BACB377}">
              <p228:atrbtn authorId="{DE6D2818-2E72-4E52-23A8-C53F1DB18023}"/>
              <p228:anchr>
                <p228:comment id="{3761ACD1-09D6-4D87-A850-490A8BFBB22B}"/>
              </p228:anchr>
              <p228:title val="@Mruthyunjaya Talamanchi is this required?"/>
            </p228:event>
            <p228:event time="2025-01-15T11:37:31.470" id="{23C1020E-3832-42FD-AE57-DB701226DC98}">
              <p228:atrbtn authorId="{DE6D2818-2E72-4E52-23A8-C53F1DB18023}"/>
              <p228:anchr>
                <p228:comment id="{3761ACD1-09D6-4D87-A850-490A8BFBB22B}"/>
              </p228:anchr>
              <p228:date stDt="2025-01-15T11:37:31.470" endDt="2025-01-15T11:37:31.470"/>
            </p228:event>
          </p228:history>
        </p228:taskDetails>
      </p:ext>
    </p188:extLst>
  </p188:cm>
</p188:cmLst>
</file>

<file path=ppt/comments/modernComment_2EB_C631B780.xml><?xml version="1.0" encoding="utf-8"?>
<p188:cmLst xmlns:a="http://schemas.openxmlformats.org/drawingml/2006/main" xmlns:r="http://schemas.openxmlformats.org/officeDocument/2006/relationships" xmlns:p188="http://schemas.microsoft.com/office/powerpoint/2018/8/main">
  <p188:cm id="{F924998A-9D2E-464A-BD21-7D8F3C655FA9}" authorId="{DE6D2818-2E72-4E52-23A8-C53F1DB18023}" created="2025-01-15T11:37:43.814" startDate="2025-01-15T11:37:43.814" dueDate="2025-01-15T11:37:43.814" assignedTo="{6BA98447-B26E-9B80-2925-A288C2AE995B}" title="@Mruthyunjaya Talamanchi is this required?">
    <pc:sldMkLst xmlns:pc="http://schemas.microsoft.com/office/powerpoint/2013/main/command">
      <pc:docMk/>
      <pc:sldMk cId="3325147008" sldId="747"/>
    </pc:sldMkLst>
    <p188:txBody>
      <a:bodyPr/>
      <a:lstStyle/>
      <a:p>
        <a:r>
          <a:rPr lang="en-US"/>
          <a:t>[@Mruthyunjaya Talamanchi] is this required?</a:t>
        </a:r>
      </a:p>
    </p188:txBody>
    <p188:extLst>
      <p:ext xmlns:p="http://schemas.openxmlformats.org/presentationml/2006/main" uri="{5BB2D875-25FF-4072-B9AC-8F64D62656EB}">
        <p228:taskDetails xmlns:p228="http://schemas.microsoft.com/office/powerpoint/2022/08/main">
          <p228:history>
            <p228:event time="2025-01-15T11:37:43.814" id="{2138D324-1BD4-40E8-954C-704FCF9F05D5}">
              <p228:atrbtn authorId="{DE6D2818-2E72-4E52-23A8-C53F1DB18023}"/>
              <p228:anchr>
                <p228:comment id="{F924998A-9D2E-464A-BD21-7D8F3C655FA9}"/>
              </p228:anchr>
              <p228:add/>
            </p228:event>
            <p228:event time="2025-01-15T11:37:43.814" id="{3A30185E-946D-4501-A74C-4AFA602E9E3D}">
              <p228:atrbtn authorId="{DE6D2818-2E72-4E52-23A8-C53F1DB18023}"/>
              <p228:anchr>
                <p228:comment id="{F924998A-9D2E-464A-BD21-7D8F3C655FA9}"/>
              </p228:anchr>
              <p228:asgn authorId="{6BA98447-B26E-9B80-2925-A288C2AE995B}"/>
            </p228:event>
            <p228:event time="2025-01-15T11:37:43.814" id="{A5884E39-BB49-4181-BF5D-A66C04C11DCC}">
              <p228:atrbtn authorId="{DE6D2818-2E72-4E52-23A8-C53F1DB18023}"/>
              <p228:anchr>
                <p228:comment id="{F924998A-9D2E-464A-BD21-7D8F3C655FA9}"/>
              </p228:anchr>
              <p228:title val="@Mruthyunjaya Talamanchi is this required?"/>
            </p228:event>
            <p228:event time="2025-01-15T11:37:43.814" id="{0FF1446C-983F-4437-B752-8C858985963E}">
              <p228:atrbtn authorId="{DE6D2818-2E72-4E52-23A8-C53F1DB18023}"/>
              <p228:anchr>
                <p228:comment id="{F924998A-9D2E-464A-BD21-7D8F3C655FA9}"/>
              </p228:anchr>
              <p228:date stDt="2025-01-15T11:37:43.814" endDt="2025-01-15T11:37:43.814"/>
            </p228:event>
          </p228:history>
        </p228:taskDetails>
      </p:ext>
    </p188:extLst>
  </p188:cm>
</p188:cmLst>
</file>

<file path=ppt/comments/modernComment_2EC_1DE6B67D.xml><?xml version="1.0" encoding="utf-8"?>
<p188:cmLst xmlns:a="http://schemas.openxmlformats.org/drawingml/2006/main" xmlns:r="http://schemas.openxmlformats.org/officeDocument/2006/relationships" xmlns:p188="http://schemas.microsoft.com/office/powerpoint/2018/8/main">
  <p188:cm id="{78F879F3-D3A5-4A2F-BF41-842454824C05}" authorId="{DE6D2818-2E72-4E52-23A8-C53F1DB18023}" created="2025-01-15T11:37:54.132" startDate="2025-01-15T11:37:54.132" dueDate="2025-01-15T11:37:54.132" assignedTo="{6BA98447-B26E-9B80-2925-A288C2AE995B}" title="@Mruthyunjaya Talamanchi is this required?">
    <pc:sldMkLst xmlns:pc="http://schemas.microsoft.com/office/powerpoint/2013/main/command">
      <pc:docMk/>
      <pc:sldMk cId="501659261" sldId="748"/>
    </pc:sldMkLst>
    <p188:txBody>
      <a:bodyPr/>
      <a:lstStyle/>
      <a:p>
        <a:r>
          <a:rPr lang="en-US"/>
          <a:t>[@Mruthyunjaya Talamanchi] is this required?</a:t>
        </a:r>
      </a:p>
    </p188:txBody>
    <p188:extLst>
      <p:ext xmlns:p="http://schemas.openxmlformats.org/presentationml/2006/main" uri="{5BB2D875-25FF-4072-B9AC-8F64D62656EB}">
        <p228:taskDetails xmlns:p228="http://schemas.microsoft.com/office/powerpoint/2022/08/main">
          <p228:history>
            <p228:event time="2025-01-15T11:37:54.132" id="{AA36396C-EDC3-46C6-892A-9D187FF148B2}">
              <p228:atrbtn authorId="{DE6D2818-2E72-4E52-23A8-C53F1DB18023}"/>
              <p228:anchr>
                <p228:comment id="{78F879F3-D3A5-4A2F-BF41-842454824C05}"/>
              </p228:anchr>
              <p228:add/>
            </p228:event>
            <p228:event time="2025-01-15T11:37:54.132" id="{C21FFB98-94DC-4AE7-B9F5-5D97CCED69BD}">
              <p228:atrbtn authorId="{DE6D2818-2E72-4E52-23A8-C53F1DB18023}"/>
              <p228:anchr>
                <p228:comment id="{78F879F3-D3A5-4A2F-BF41-842454824C05}"/>
              </p228:anchr>
              <p228:asgn authorId="{6BA98447-B26E-9B80-2925-A288C2AE995B}"/>
            </p228:event>
            <p228:event time="2025-01-15T11:37:54.132" id="{FD1270F1-DCEF-4108-8829-270BD1D91747}">
              <p228:atrbtn authorId="{DE6D2818-2E72-4E52-23A8-C53F1DB18023}"/>
              <p228:anchr>
                <p228:comment id="{78F879F3-D3A5-4A2F-BF41-842454824C05}"/>
              </p228:anchr>
              <p228:title val="@Mruthyunjaya Talamanchi is this required?"/>
            </p228:event>
            <p228:event time="2025-01-15T11:37:54.132" id="{15FE5F1F-975F-4251-A59C-6DF20D00E2C6}">
              <p228:atrbtn authorId="{DE6D2818-2E72-4E52-23A8-C53F1DB18023}"/>
              <p228:anchr>
                <p228:comment id="{78F879F3-D3A5-4A2F-BF41-842454824C05}"/>
              </p228:anchr>
              <p228:date stDt="2025-01-15T11:37:54.132" endDt="2025-01-15T11:37:54.132"/>
            </p228:event>
          </p228:history>
        </p228:taskDetails>
      </p:ext>
    </p188:extLst>
  </p188:cm>
</p188:cmLst>
</file>

<file path=ppt/comments/modernComment_2EF_17A658.xml><?xml version="1.0" encoding="utf-8"?>
<p188:cmLst xmlns:a="http://schemas.openxmlformats.org/drawingml/2006/main" xmlns:r="http://schemas.openxmlformats.org/officeDocument/2006/relationships" xmlns:p188="http://schemas.microsoft.com/office/powerpoint/2018/8/main">
  <p188:cm id="{2AA9C248-8657-4E05-8778-E4524B3DB01A}" authorId="{DE6D2818-2E72-4E52-23A8-C53F1DB18023}" created="2025-01-15T11:38:40.420" startDate="2025-01-15T11:38:40.420" dueDate="2025-01-15T11:38:40.420" assignedTo="{6BA98447-B26E-9B80-2925-A288C2AE995B}" title="@Mruthyunjaya Talamanchi is this required?">
    <pc:sldMkLst xmlns:pc="http://schemas.microsoft.com/office/powerpoint/2013/main/command">
      <pc:docMk/>
      <pc:sldMk cId="1549912" sldId="751"/>
    </pc:sldMkLst>
    <p188:txBody>
      <a:bodyPr/>
      <a:lstStyle/>
      <a:p>
        <a:r>
          <a:rPr lang="en-US"/>
          <a:t>[@Mruthyunjaya Talamanchi] is this required?</a:t>
        </a:r>
      </a:p>
    </p188:txBody>
    <p188:extLst>
      <p:ext xmlns:p="http://schemas.openxmlformats.org/presentationml/2006/main" uri="{5BB2D875-25FF-4072-B9AC-8F64D62656EB}">
        <p228:taskDetails xmlns:p228="http://schemas.microsoft.com/office/powerpoint/2022/08/main">
          <p228:history>
            <p228:event time="2025-01-15T11:38:40.420" id="{CD1E98EA-6DB5-42C7-9B9A-2CFA02C1F21B}">
              <p228:atrbtn authorId="{DE6D2818-2E72-4E52-23A8-C53F1DB18023}"/>
              <p228:anchr>
                <p228:comment id="{2AA9C248-8657-4E05-8778-E4524B3DB01A}"/>
              </p228:anchr>
              <p228:add/>
            </p228:event>
            <p228:event time="2025-01-15T11:38:40.420" id="{8E181415-D3DA-4CFE-BF3E-98A191656243}">
              <p228:atrbtn authorId="{DE6D2818-2E72-4E52-23A8-C53F1DB18023}"/>
              <p228:anchr>
                <p228:comment id="{2AA9C248-8657-4E05-8778-E4524B3DB01A}"/>
              </p228:anchr>
              <p228:asgn authorId="{6BA98447-B26E-9B80-2925-A288C2AE995B}"/>
            </p228:event>
            <p228:event time="2025-01-15T11:38:40.420" id="{600380BB-F156-4FCD-8D50-44FB43A5B7AD}">
              <p228:atrbtn authorId="{DE6D2818-2E72-4E52-23A8-C53F1DB18023}"/>
              <p228:anchr>
                <p228:comment id="{2AA9C248-8657-4E05-8778-E4524B3DB01A}"/>
              </p228:anchr>
              <p228:title val="@Mruthyunjaya Talamanchi is this required?"/>
            </p228:event>
            <p228:event time="2025-01-15T11:38:40.420" id="{EC8B5E61-42A9-4922-8ABC-4B0A3100D6CE}">
              <p228:atrbtn authorId="{DE6D2818-2E72-4E52-23A8-C53F1DB18023}"/>
              <p228:anchr>
                <p228:comment id="{2AA9C248-8657-4E05-8778-E4524B3DB01A}"/>
              </p228:anchr>
              <p228:date stDt="2025-01-15T11:38:40.420" endDt="2025-01-15T11:38:40.420"/>
            </p228:event>
          </p228:history>
        </p228:taskDetails>
      </p:ext>
    </p188:extLst>
  </p188:cm>
</p188:cmLst>
</file>

<file path=ppt/comments/modernComment_2F1_8830151A.xml><?xml version="1.0" encoding="utf-8"?>
<p188:cmLst xmlns:a="http://schemas.openxmlformats.org/drawingml/2006/main" xmlns:r="http://schemas.openxmlformats.org/officeDocument/2006/relationships" xmlns:p188="http://schemas.microsoft.com/office/powerpoint/2018/8/main">
  <p188:cm id="{1C96D8D8-0D6A-455A-A190-BD7265278599}" authorId="{DE6D2818-2E72-4E52-23A8-C53F1DB18023}" created="2025-01-15T11:39:38.456" startDate="2025-01-15T11:39:38.456" dueDate="2025-01-15T11:39:38.456" assignedTo="{6BA98447-B26E-9B80-2925-A288C2AE995B}" title="@Mruthyunjaya Talamanchi is this required?">
    <pc:sldMkLst xmlns:pc="http://schemas.microsoft.com/office/powerpoint/2013/main/command">
      <pc:docMk/>
      <pc:sldMk cId="2284852506" sldId="753"/>
    </pc:sldMkLst>
    <p188:txBody>
      <a:bodyPr/>
      <a:lstStyle/>
      <a:p>
        <a:r>
          <a:rPr lang="en-US"/>
          <a:t>[@Mruthyunjaya Talamanchi] is this required?</a:t>
        </a:r>
      </a:p>
    </p188:txBody>
    <p188:extLst>
      <p:ext xmlns:p="http://schemas.openxmlformats.org/presentationml/2006/main" uri="{5BB2D875-25FF-4072-B9AC-8F64D62656EB}">
        <p228:taskDetails xmlns:p228="http://schemas.microsoft.com/office/powerpoint/2022/08/main">
          <p228:history>
            <p228:event time="2025-01-15T11:39:38.456" id="{3954497F-F0C3-438F-92AA-45403EF266F9}">
              <p228:atrbtn authorId="{DE6D2818-2E72-4E52-23A8-C53F1DB18023}"/>
              <p228:anchr>
                <p228:comment id="{1C96D8D8-0D6A-455A-A190-BD7265278599}"/>
              </p228:anchr>
              <p228:add/>
            </p228:event>
            <p228:event time="2025-01-15T11:39:38.456" id="{2DB58CD8-D8D0-4A40-9D50-E39BF80838E9}">
              <p228:atrbtn authorId="{DE6D2818-2E72-4E52-23A8-C53F1DB18023}"/>
              <p228:anchr>
                <p228:comment id="{1C96D8D8-0D6A-455A-A190-BD7265278599}"/>
              </p228:anchr>
              <p228:asgn authorId="{6BA98447-B26E-9B80-2925-A288C2AE995B}"/>
            </p228:event>
            <p228:event time="2025-01-15T11:39:38.456" id="{7B2A914D-6ABF-489C-9453-F577ADF68DEA}">
              <p228:atrbtn authorId="{DE6D2818-2E72-4E52-23A8-C53F1DB18023}"/>
              <p228:anchr>
                <p228:comment id="{1C96D8D8-0D6A-455A-A190-BD7265278599}"/>
              </p228:anchr>
              <p228:title val="@Mruthyunjaya Talamanchi is this required?"/>
            </p228:event>
            <p228:event time="2025-01-15T11:39:38.456" id="{D48E8159-3D48-4F4F-B68C-FA6A032225F0}">
              <p228:atrbtn authorId="{DE6D2818-2E72-4E52-23A8-C53F1DB18023}"/>
              <p228:anchr>
                <p228:comment id="{1C96D8D8-0D6A-455A-A190-BD7265278599}"/>
              </p228:anchr>
              <p228:date stDt="2025-01-15T11:39:38.456" endDt="2025-01-15T11:39:38.456"/>
            </p228:event>
          </p228:history>
        </p228:taskDetails>
      </p:ext>
    </p188:extLst>
  </p188:cm>
</p188:cmLst>
</file>

<file path=ppt/comments/modernComment_173_9B46FAC.xml><?xml version="1.0" encoding="utf-8"?>
<p188:cmLst xmlns:a="http://schemas.openxmlformats.org/drawingml/2006/main" xmlns:r="http://schemas.openxmlformats.org/officeDocument/2006/relationships" xmlns:p188="http://schemas.microsoft.com/office/powerpoint/2018/8/main">
  <p188:cm id="{548F489F-C0CF-4AAB-BC34-458BB3AAE66E}" authorId="{DE6D2818-2E72-4E52-23A8-C53F1DB18023}" created="2025-01-15T11:40:40.957" startDate="2025-01-15T11:40:40.957" dueDate="2025-01-15T11:40:40.957" assignedTo="{6BA98447-B26E-9B80-2925-A288C2AE995B}" title="@Mruthyunjaya Talamanchi why date changed? Believe we should add updated date.">
    <ac:txMkLst xmlns:ac="http://schemas.microsoft.com/office/drawing/2013/main/command">
      <pc:docMk xmlns:pc="http://schemas.microsoft.com/office/powerpoint/2013/main/command"/>
      <pc:sldMk xmlns:pc="http://schemas.microsoft.com/office/powerpoint/2013/main/command" cId="162820012" sldId="371"/>
      <ac:spMk id="8" creationId="{4B1EEB66-E41A-F0CB-6E64-3DFC37C1E63F}"/>
      <ac:txMk cp="0" len="13">
        <ac:context len="14" hash="905154449"/>
      </ac:txMk>
    </ac:txMkLst>
    <p188:pos x="6534493" y="257135"/>
    <p188:txBody>
      <a:bodyPr/>
      <a:lstStyle/>
      <a:p>
        <a:r>
          <a:rPr lang="en-US"/>
          <a:t>[@Mruthyunjaya Talamanchi] why date changed? Believe we should add updated date.</a:t>
        </a:r>
      </a:p>
    </p188:txBody>
    <p188:extLst>
      <p:ext xmlns:p="http://schemas.openxmlformats.org/presentationml/2006/main" uri="{5BB2D875-25FF-4072-B9AC-8F64D62656EB}">
        <p228:taskDetails xmlns:p228="http://schemas.microsoft.com/office/powerpoint/2022/08/main">
          <p228:history>
            <p228:event time="2025-01-15T11:40:40.957" id="{D8F30228-51D5-473C-B4B5-B80443486963}">
              <p228:atrbtn authorId="{DE6D2818-2E72-4E52-23A8-C53F1DB18023}"/>
              <p228:anchr>
                <p228:comment id="{548F489F-C0CF-4AAB-BC34-458BB3AAE66E}"/>
              </p228:anchr>
              <p228:add/>
            </p228:event>
            <p228:event time="2025-01-15T11:40:40.957" id="{39595C49-1EDA-4B2B-851C-B0116E5E4562}">
              <p228:atrbtn authorId="{DE6D2818-2E72-4E52-23A8-C53F1DB18023}"/>
              <p228:anchr>
                <p228:comment id="{548F489F-C0CF-4AAB-BC34-458BB3AAE66E}"/>
              </p228:anchr>
              <p228:asgn authorId="{6BA98447-B26E-9B80-2925-A288C2AE995B}"/>
            </p228:event>
            <p228:event time="2025-01-15T11:40:40.957" id="{5C821397-FE7B-463D-81E9-70CC2DB41CF0}">
              <p228:atrbtn authorId="{DE6D2818-2E72-4E52-23A8-C53F1DB18023}"/>
              <p228:anchr>
                <p228:comment id="{548F489F-C0CF-4AAB-BC34-458BB3AAE66E}"/>
              </p228:anchr>
              <p228:title val="@Mruthyunjaya Talamanchi why date changed? Believe we should add updated date."/>
            </p228:event>
            <p228:event time="2025-01-15T11:40:40.957" id="{A28A931F-81FA-47B6-AF0C-9B9391206347}">
              <p228:atrbtn authorId="{DE6D2818-2E72-4E52-23A8-C53F1DB18023}"/>
              <p228:anchr>
                <p228:comment id="{548F489F-C0CF-4AAB-BC34-458BB3AAE66E}"/>
              </p228:anchr>
              <p228:date stDt="2025-01-15T11:40:40.957" endDt="2025-01-15T11:40:40.957"/>
            </p228:event>
          </p228:history>
        </p228:taskDetails>
      </p:ext>
    </p188:extLst>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DED92C3-F587-1DB7-72C6-3EFC6A0FE9E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EA72F3D-1053-1EB5-2864-E2770E68DA0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74BE495-D891-4FEA-94CC-79CB978AA969}" type="datetimeFigureOut">
              <a:rPr lang="en-US" smtClean="0"/>
              <a:t>1/15/2025</a:t>
            </a:fld>
            <a:endParaRPr lang="en-US"/>
          </a:p>
        </p:txBody>
      </p:sp>
      <p:sp>
        <p:nvSpPr>
          <p:cNvPr id="4" name="Footer Placeholder 3">
            <a:extLst>
              <a:ext uri="{FF2B5EF4-FFF2-40B4-BE49-F238E27FC236}">
                <a16:creationId xmlns:a16="http://schemas.microsoft.com/office/drawing/2014/main" id="{505EC037-310C-0BBB-9616-BDF99A514FC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ACFC9F2-C33D-FA2D-E32D-146984D3513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85EC3C-4B9E-46D7-BCB2-086A1404124F}" type="slidenum">
              <a:rPr lang="en-US" smtClean="0"/>
              <a:t>‹#›</a:t>
            </a:fld>
            <a:endParaRPr lang="en-US"/>
          </a:p>
        </p:txBody>
      </p:sp>
    </p:spTree>
    <p:extLst>
      <p:ext uri="{BB962C8B-B14F-4D97-AF65-F5344CB8AC3E}">
        <p14:creationId xmlns:p14="http://schemas.microsoft.com/office/powerpoint/2010/main" val="33412919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CA6F97-EB31-4730-904A-57D855EF8FA0}" type="datetimeFigureOut">
              <a:rPr lang="en-US" smtClean="0"/>
              <a:t>1/15/2025</a:t>
            </a:fld>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391F53-68AA-4D6B-9F13-AE62D414B6C2}" type="slidenum">
              <a:rPr lang="en-US" smtClean="0"/>
              <a:t>‹#›</a:t>
            </a:fld>
            <a:endParaRPr lang="en-US"/>
          </a:p>
        </p:txBody>
      </p:sp>
    </p:spTree>
    <p:extLst>
      <p:ext uri="{BB962C8B-B14F-4D97-AF65-F5344CB8AC3E}">
        <p14:creationId xmlns:p14="http://schemas.microsoft.com/office/powerpoint/2010/main" val="3953075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p:txBody>
          <a:bodyPr/>
          <a:lstStyle/>
          <a:p>
            <a:fld id="{40391F53-68AA-4D6B-9F13-AE62D414B6C2}" type="slidenum">
              <a:rPr lang="en-US" smtClean="0"/>
              <a:t>2</a:t>
            </a:fld>
            <a:endParaRPr lang="en-US"/>
          </a:p>
        </p:txBody>
      </p:sp>
    </p:spTree>
    <p:extLst>
      <p:ext uri="{BB962C8B-B14F-4D97-AF65-F5344CB8AC3E}">
        <p14:creationId xmlns:p14="http://schemas.microsoft.com/office/powerpoint/2010/main" val="32409326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p:txBody>
          <a:bodyPr/>
          <a:lstStyle/>
          <a:p>
            <a:fld id="{40391F53-68AA-4D6B-9F13-AE62D414B6C2}" type="slidenum">
              <a:rPr lang="en-US" smtClean="0"/>
              <a:t>3</a:t>
            </a:fld>
            <a:endParaRPr lang="en-US"/>
          </a:p>
        </p:txBody>
      </p:sp>
    </p:spTree>
    <p:extLst>
      <p:ext uri="{BB962C8B-B14F-4D97-AF65-F5344CB8AC3E}">
        <p14:creationId xmlns:p14="http://schemas.microsoft.com/office/powerpoint/2010/main" val="1038126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1A48E-EF71-4934-3917-E9E9BF5849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4F3DA1-3212-1D7C-1BB8-E656C8FC57FF}"/>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794CBF95-AF49-8490-D11F-D133B50BBB85}"/>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B6B94323-8803-B703-3532-E4EC2AE432AC}"/>
              </a:ext>
            </a:extLst>
          </p:cNvPr>
          <p:cNvSpPr>
            <a:spLocks noGrp="1"/>
          </p:cNvSpPr>
          <p:nvPr>
            <p:ph type="sldNum" sz="quarter" idx="5"/>
          </p:nvPr>
        </p:nvSpPr>
        <p:spPr/>
        <p:txBody>
          <a:bodyPr/>
          <a:lstStyle/>
          <a:p>
            <a:fld id="{40391F53-68AA-4D6B-9F13-AE62D414B6C2}" type="slidenum">
              <a:rPr lang="en-US" smtClean="0"/>
              <a:t>4</a:t>
            </a:fld>
            <a:endParaRPr lang="en-US"/>
          </a:p>
        </p:txBody>
      </p:sp>
    </p:spTree>
    <p:extLst>
      <p:ext uri="{BB962C8B-B14F-4D97-AF65-F5344CB8AC3E}">
        <p14:creationId xmlns:p14="http://schemas.microsoft.com/office/powerpoint/2010/main" val="23645574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p:txBody>
          <a:bodyPr/>
          <a:lstStyle/>
          <a:p>
            <a:fld id="{40391F53-68AA-4D6B-9F13-AE62D414B6C2}" type="slidenum">
              <a:rPr lang="en-US" smtClean="0"/>
              <a:t>6</a:t>
            </a:fld>
            <a:endParaRPr lang="en-US"/>
          </a:p>
        </p:txBody>
      </p:sp>
    </p:spTree>
    <p:extLst>
      <p:ext uri="{BB962C8B-B14F-4D97-AF65-F5344CB8AC3E}">
        <p14:creationId xmlns:p14="http://schemas.microsoft.com/office/powerpoint/2010/main" val="25667902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p:txBody>
          <a:bodyPr/>
          <a:lstStyle/>
          <a:p>
            <a:fld id="{40391F53-68AA-4D6B-9F13-AE62D414B6C2}" type="slidenum">
              <a:rPr lang="en-US" smtClean="0"/>
              <a:t>7</a:t>
            </a:fld>
            <a:endParaRPr lang="en-US"/>
          </a:p>
        </p:txBody>
      </p:sp>
    </p:spTree>
    <p:extLst>
      <p:ext uri="{BB962C8B-B14F-4D97-AF65-F5344CB8AC3E}">
        <p14:creationId xmlns:p14="http://schemas.microsoft.com/office/powerpoint/2010/main" val="1934915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938A3-7B48-7FA9-E4F9-BE4FBA7ECD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95AAA7-8F1E-7EFB-4105-42F48AAC15F6}"/>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B6759E27-BB3A-82F5-50C4-FF33FF2F8729}"/>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8F2BCC18-3C8F-2054-976A-98843E5C6622}"/>
              </a:ext>
            </a:extLst>
          </p:cNvPr>
          <p:cNvSpPr>
            <a:spLocks noGrp="1"/>
          </p:cNvSpPr>
          <p:nvPr>
            <p:ph type="sldNum" sz="quarter" idx="5"/>
          </p:nvPr>
        </p:nvSpPr>
        <p:spPr/>
        <p:txBody>
          <a:bodyPr/>
          <a:lstStyle/>
          <a:p>
            <a:fld id="{40391F53-68AA-4D6B-9F13-AE62D414B6C2}" type="slidenum">
              <a:rPr lang="en-US" smtClean="0"/>
              <a:t>8</a:t>
            </a:fld>
            <a:endParaRPr lang="en-US"/>
          </a:p>
        </p:txBody>
      </p:sp>
    </p:spTree>
    <p:extLst>
      <p:ext uri="{BB962C8B-B14F-4D97-AF65-F5344CB8AC3E}">
        <p14:creationId xmlns:p14="http://schemas.microsoft.com/office/powerpoint/2010/main" val="33924451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9C0AD-4953-84C9-18ED-2FD6E11BFE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13821-5DB1-27BE-4AD5-A012497FD3A7}"/>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DB366D98-89FB-9FFD-8CC2-65651C8C961E}"/>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8A6ACAB5-2E74-856B-ED5A-4E472F424156}"/>
              </a:ext>
            </a:extLst>
          </p:cNvPr>
          <p:cNvSpPr>
            <a:spLocks noGrp="1"/>
          </p:cNvSpPr>
          <p:nvPr>
            <p:ph type="sldNum" sz="quarter" idx="5"/>
          </p:nvPr>
        </p:nvSpPr>
        <p:spPr/>
        <p:txBody>
          <a:bodyPr/>
          <a:lstStyle/>
          <a:p>
            <a:fld id="{40391F53-68AA-4D6B-9F13-AE62D414B6C2}" type="slidenum">
              <a:rPr lang="en-US" smtClean="0"/>
              <a:t>9</a:t>
            </a:fld>
            <a:endParaRPr lang="en-US"/>
          </a:p>
        </p:txBody>
      </p:sp>
    </p:spTree>
    <p:extLst>
      <p:ext uri="{BB962C8B-B14F-4D97-AF65-F5344CB8AC3E}">
        <p14:creationId xmlns:p14="http://schemas.microsoft.com/office/powerpoint/2010/main" val="20772945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F12B2-FC8F-CBFA-4873-6D7F2FAE76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CFF531-BCE8-3024-10A0-F98AE92C0DB4}"/>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DE8A77D5-3D3F-918C-8BFC-C21DBFD23AA8}"/>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21111A97-495C-B85F-6C15-34C23B433CDF}"/>
              </a:ext>
            </a:extLst>
          </p:cNvPr>
          <p:cNvSpPr>
            <a:spLocks noGrp="1"/>
          </p:cNvSpPr>
          <p:nvPr>
            <p:ph type="sldNum" sz="quarter" idx="5"/>
          </p:nvPr>
        </p:nvSpPr>
        <p:spPr/>
        <p:txBody>
          <a:bodyPr/>
          <a:lstStyle/>
          <a:p>
            <a:fld id="{40391F53-68AA-4D6B-9F13-AE62D414B6C2}" type="slidenum">
              <a:rPr lang="en-US" smtClean="0"/>
              <a:t>10</a:t>
            </a:fld>
            <a:endParaRPr lang="en-US"/>
          </a:p>
        </p:txBody>
      </p:sp>
    </p:spTree>
    <p:extLst>
      <p:ext uri="{BB962C8B-B14F-4D97-AF65-F5344CB8AC3E}">
        <p14:creationId xmlns:p14="http://schemas.microsoft.com/office/powerpoint/2010/main" val="39067214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36F69-F145-5437-E6FF-982BB28456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3984DD-30F6-B4D5-E2A6-6EA7AA63C7DF}"/>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17370CCD-401B-8E5E-2AFB-D5DFAE3B41C1}"/>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2E3CFE7F-CD25-3262-5A3C-D02E38819E12}"/>
              </a:ext>
            </a:extLst>
          </p:cNvPr>
          <p:cNvSpPr>
            <a:spLocks noGrp="1"/>
          </p:cNvSpPr>
          <p:nvPr>
            <p:ph type="sldNum" sz="quarter" idx="5"/>
          </p:nvPr>
        </p:nvSpPr>
        <p:spPr/>
        <p:txBody>
          <a:bodyPr/>
          <a:lstStyle/>
          <a:p>
            <a:fld id="{40391F53-68AA-4D6B-9F13-AE62D414B6C2}" type="slidenum">
              <a:rPr lang="en-US" smtClean="0"/>
              <a:t>11</a:t>
            </a:fld>
            <a:endParaRPr lang="en-US"/>
          </a:p>
        </p:txBody>
      </p:sp>
    </p:spTree>
    <p:extLst>
      <p:ext uri="{BB962C8B-B14F-4D97-AF65-F5344CB8AC3E}">
        <p14:creationId xmlns:p14="http://schemas.microsoft.com/office/powerpoint/2010/main" val="26072725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F8669-BE40-DA1A-29EF-827AF9A5AA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EA452C-6579-DD1F-338D-36FEB27ECDA4}"/>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44D99BE4-9F1A-8B6D-366E-8AAECBCBFC54}"/>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E20FC07A-B1B9-5F58-EC81-8E74F946AE05}"/>
              </a:ext>
            </a:extLst>
          </p:cNvPr>
          <p:cNvSpPr>
            <a:spLocks noGrp="1"/>
          </p:cNvSpPr>
          <p:nvPr>
            <p:ph type="sldNum" sz="quarter" idx="5"/>
          </p:nvPr>
        </p:nvSpPr>
        <p:spPr/>
        <p:txBody>
          <a:bodyPr/>
          <a:lstStyle/>
          <a:p>
            <a:fld id="{40391F53-68AA-4D6B-9F13-AE62D414B6C2}" type="slidenum">
              <a:rPr lang="en-US" smtClean="0"/>
              <a:t>12</a:t>
            </a:fld>
            <a:endParaRPr lang="en-US"/>
          </a:p>
        </p:txBody>
      </p:sp>
    </p:spTree>
    <p:extLst>
      <p:ext uri="{BB962C8B-B14F-4D97-AF65-F5344CB8AC3E}">
        <p14:creationId xmlns:p14="http://schemas.microsoft.com/office/powerpoint/2010/main" val="31236066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3F255-7F1E-6B96-7284-7F75CA179D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F0D1FC-AC92-0A5D-3149-0FA8FA1A4794}"/>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464F7DDB-FA21-7E6C-1F41-605E0A53CC2C}"/>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A83D9D3A-DA2B-B4B1-A234-B331E121CB23}"/>
              </a:ext>
            </a:extLst>
          </p:cNvPr>
          <p:cNvSpPr>
            <a:spLocks noGrp="1"/>
          </p:cNvSpPr>
          <p:nvPr>
            <p:ph type="sldNum" sz="quarter" idx="5"/>
          </p:nvPr>
        </p:nvSpPr>
        <p:spPr/>
        <p:txBody>
          <a:bodyPr/>
          <a:lstStyle/>
          <a:p>
            <a:fld id="{40391F53-68AA-4D6B-9F13-AE62D414B6C2}" type="slidenum">
              <a:rPr lang="en-US" smtClean="0"/>
              <a:t>13</a:t>
            </a:fld>
            <a:endParaRPr lang="en-US"/>
          </a:p>
        </p:txBody>
      </p:sp>
    </p:spTree>
    <p:extLst>
      <p:ext uri="{BB962C8B-B14F-4D97-AF65-F5344CB8AC3E}">
        <p14:creationId xmlns:p14="http://schemas.microsoft.com/office/powerpoint/2010/main" val="18379172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p:txBody>
          <a:bodyPr/>
          <a:lstStyle/>
          <a:p>
            <a:fld id="{40391F53-68AA-4D6B-9F13-AE62D414B6C2}" type="slidenum">
              <a:rPr lang="en-US" smtClean="0"/>
              <a:t>14</a:t>
            </a:fld>
            <a:endParaRPr lang="en-US"/>
          </a:p>
        </p:txBody>
      </p:sp>
    </p:spTree>
    <p:extLst>
      <p:ext uri="{BB962C8B-B14F-4D97-AF65-F5344CB8AC3E}">
        <p14:creationId xmlns:p14="http://schemas.microsoft.com/office/powerpoint/2010/main" val="17737941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p:txBody>
          <a:bodyPr/>
          <a:lstStyle/>
          <a:p>
            <a:fld id="{40391F53-68AA-4D6B-9F13-AE62D414B6C2}" type="slidenum">
              <a:rPr lang="en-US" smtClean="0"/>
              <a:t>15</a:t>
            </a:fld>
            <a:endParaRPr lang="en-US"/>
          </a:p>
        </p:txBody>
      </p:sp>
    </p:spTree>
    <p:extLst>
      <p:ext uri="{BB962C8B-B14F-4D97-AF65-F5344CB8AC3E}">
        <p14:creationId xmlns:p14="http://schemas.microsoft.com/office/powerpoint/2010/main" val="17948987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BC74A-5736-ACC8-E9FE-2837F6D1FB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5ED72B-C98C-B437-B418-CACE3C375374}"/>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3924072F-E179-B2F4-EA80-AAEBBE8E1FE6}"/>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21A21F5B-6192-559E-26CF-935AAE0DA7FC}"/>
              </a:ext>
            </a:extLst>
          </p:cNvPr>
          <p:cNvSpPr>
            <a:spLocks noGrp="1"/>
          </p:cNvSpPr>
          <p:nvPr>
            <p:ph type="sldNum" sz="quarter" idx="5"/>
          </p:nvPr>
        </p:nvSpPr>
        <p:spPr/>
        <p:txBody>
          <a:bodyPr/>
          <a:lstStyle/>
          <a:p>
            <a:fld id="{40391F53-68AA-4D6B-9F13-AE62D414B6C2}" type="slidenum">
              <a:rPr lang="en-US" smtClean="0"/>
              <a:t>17</a:t>
            </a:fld>
            <a:endParaRPr lang="en-US"/>
          </a:p>
        </p:txBody>
      </p:sp>
    </p:spTree>
    <p:extLst>
      <p:ext uri="{BB962C8B-B14F-4D97-AF65-F5344CB8AC3E}">
        <p14:creationId xmlns:p14="http://schemas.microsoft.com/office/powerpoint/2010/main" val="8845577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28D38-7F71-4AD2-1453-698F832ED7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BB31F0-1FA9-775A-7BA2-6B054D87C6D5}"/>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F84427D9-15B5-E670-609C-50D77AD50C3F}"/>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937EA730-6BDF-70D9-2DCA-48599DBB0421}"/>
              </a:ext>
            </a:extLst>
          </p:cNvPr>
          <p:cNvSpPr>
            <a:spLocks noGrp="1"/>
          </p:cNvSpPr>
          <p:nvPr>
            <p:ph type="sldNum" sz="quarter" idx="5"/>
          </p:nvPr>
        </p:nvSpPr>
        <p:spPr/>
        <p:txBody>
          <a:bodyPr/>
          <a:lstStyle/>
          <a:p>
            <a:fld id="{40391F53-68AA-4D6B-9F13-AE62D414B6C2}" type="slidenum">
              <a:rPr lang="en-US" smtClean="0"/>
              <a:t>18</a:t>
            </a:fld>
            <a:endParaRPr lang="en-US"/>
          </a:p>
        </p:txBody>
      </p:sp>
    </p:spTree>
    <p:extLst>
      <p:ext uri="{BB962C8B-B14F-4D97-AF65-F5344CB8AC3E}">
        <p14:creationId xmlns:p14="http://schemas.microsoft.com/office/powerpoint/2010/main" val="21726615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5D679-44D0-918B-E838-279097B8EF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848AAB-D9C3-F106-FD24-AF0BFA031B95}"/>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21EB3EC0-F358-5965-F8C5-64A2CD91F4CE}"/>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29CF01F2-241C-73E2-DC69-417B627F9DB4}"/>
              </a:ext>
            </a:extLst>
          </p:cNvPr>
          <p:cNvSpPr>
            <a:spLocks noGrp="1"/>
          </p:cNvSpPr>
          <p:nvPr>
            <p:ph type="sldNum" sz="quarter" idx="5"/>
          </p:nvPr>
        </p:nvSpPr>
        <p:spPr/>
        <p:txBody>
          <a:bodyPr/>
          <a:lstStyle/>
          <a:p>
            <a:fld id="{40391F53-68AA-4D6B-9F13-AE62D414B6C2}" type="slidenum">
              <a:rPr lang="en-US" smtClean="0"/>
              <a:t>19</a:t>
            </a:fld>
            <a:endParaRPr lang="en-US"/>
          </a:p>
        </p:txBody>
      </p:sp>
    </p:spTree>
    <p:extLst>
      <p:ext uri="{BB962C8B-B14F-4D97-AF65-F5344CB8AC3E}">
        <p14:creationId xmlns:p14="http://schemas.microsoft.com/office/powerpoint/2010/main" val="1167074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98056-B2AF-CD2F-B0E7-43265AA5FF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BBD844-A768-160C-0770-BF5A51595A96}"/>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A88966DF-4ACA-28A0-8483-0C690C10BAEA}"/>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FACA478C-1B8E-2EA3-950C-8AB697FB68DF}"/>
              </a:ext>
            </a:extLst>
          </p:cNvPr>
          <p:cNvSpPr>
            <a:spLocks noGrp="1"/>
          </p:cNvSpPr>
          <p:nvPr>
            <p:ph type="sldNum" sz="quarter" idx="5"/>
          </p:nvPr>
        </p:nvSpPr>
        <p:spPr/>
        <p:txBody>
          <a:bodyPr/>
          <a:lstStyle/>
          <a:p>
            <a:fld id="{40391F53-68AA-4D6B-9F13-AE62D414B6C2}" type="slidenum">
              <a:rPr lang="en-US" smtClean="0"/>
              <a:t>20</a:t>
            </a:fld>
            <a:endParaRPr lang="en-US"/>
          </a:p>
        </p:txBody>
      </p:sp>
    </p:spTree>
    <p:extLst>
      <p:ext uri="{BB962C8B-B14F-4D97-AF65-F5344CB8AC3E}">
        <p14:creationId xmlns:p14="http://schemas.microsoft.com/office/powerpoint/2010/main" val="32754035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6E199-BA4B-FF23-02DE-BC81B64574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A81AEC-ABFC-9AFE-CFE1-1C540B8FA51B}"/>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EDED71C8-6753-3BAA-E099-255D773A7B6D}"/>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0C6B5DF-D179-A8F8-ECF1-AE927852BA43}"/>
              </a:ext>
            </a:extLst>
          </p:cNvPr>
          <p:cNvSpPr>
            <a:spLocks noGrp="1"/>
          </p:cNvSpPr>
          <p:nvPr>
            <p:ph type="sldNum" sz="quarter" idx="5"/>
          </p:nvPr>
        </p:nvSpPr>
        <p:spPr/>
        <p:txBody>
          <a:bodyPr/>
          <a:lstStyle/>
          <a:p>
            <a:fld id="{40391F53-68AA-4D6B-9F13-AE62D414B6C2}" type="slidenum">
              <a:rPr lang="en-US" smtClean="0"/>
              <a:t>21</a:t>
            </a:fld>
            <a:endParaRPr lang="en-US"/>
          </a:p>
        </p:txBody>
      </p:sp>
    </p:spTree>
    <p:extLst>
      <p:ext uri="{BB962C8B-B14F-4D97-AF65-F5344CB8AC3E}">
        <p14:creationId xmlns:p14="http://schemas.microsoft.com/office/powerpoint/2010/main" val="1600803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421BC-24E9-8074-9544-799A143FFB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188FDE-B18C-2E87-B416-E76842149690}"/>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5734A8CD-FF47-5168-2AFA-EED58FF1C5A4}"/>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127112CB-835A-D4AF-96B5-14C2D0113984}"/>
              </a:ext>
            </a:extLst>
          </p:cNvPr>
          <p:cNvSpPr>
            <a:spLocks noGrp="1"/>
          </p:cNvSpPr>
          <p:nvPr>
            <p:ph type="sldNum" sz="quarter" idx="5"/>
          </p:nvPr>
        </p:nvSpPr>
        <p:spPr/>
        <p:txBody>
          <a:bodyPr/>
          <a:lstStyle/>
          <a:p>
            <a:fld id="{40391F53-68AA-4D6B-9F13-AE62D414B6C2}" type="slidenum">
              <a:rPr lang="en-US" smtClean="0"/>
              <a:t>22</a:t>
            </a:fld>
            <a:endParaRPr lang="en-US"/>
          </a:p>
        </p:txBody>
      </p:sp>
    </p:spTree>
    <p:extLst>
      <p:ext uri="{BB962C8B-B14F-4D97-AF65-F5344CB8AC3E}">
        <p14:creationId xmlns:p14="http://schemas.microsoft.com/office/powerpoint/2010/main" val="13261447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p:txBody>
          <a:bodyPr/>
          <a:lstStyle/>
          <a:p>
            <a:fld id="{40391F53-68AA-4D6B-9F13-AE62D414B6C2}" type="slidenum">
              <a:rPr lang="en-US" smtClean="0"/>
              <a:t>23</a:t>
            </a:fld>
            <a:endParaRPr lang="en-US"/>
          </a:p>
        </p:txBody>
      </p:sp>
    </p:spTree>
    <p:extLst>
      <p:ext uri="{BB962C8B-B14F-4D97-AF65-F5344CB8AC3E}">
        <p14:creationId xmlns:p14="http://schemas.microsoft.com/office/powerpoint/2010/main" val="29939277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p:txBody>
          <a:bodyPr/>
          <a:lstStyle/>
          <a:p>
            <a:fld id="{40391F53-68AA-4D6B-9F13-AE62D414B6C2}" type="slidenum">
              <a:rPr lang="en-US" smtClean="0"/>
              <a:t>24</a:t>
            </a:fld>
            <a:endParaRPr lang="en-US"/>
          </a:p>
        </p:txBody>
      </p:sp>
    </p:spTree>
    <p:extLst>
      <p:ext uri="{BB962C8B-B14F-4D97-AF65-F5344CB8AC3E}">
        <p14:creationId xmlns:p14="http://schemas.microsoft.com/office/powerpoint/2010/main" val="33231528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4F4FB-143B-2A89-2FB3-A3099F155C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88040F-29DB-9900-EB7E-6559739B9792}"/>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A34B6ED6-AA52-490C-EB1D-A2C939DF37E4}"/>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A3D0DC5A-9D02-A483-F037-A87D8AA56AD0}"/>
              </a:ext>
            </a:extLst>
          </p:cNvPr>
          <p:cNvSpPr>
            <a:spLocks noGrp="1"/>
          </p:cNvSpPr>
          <p:nvPr>
            <p:ph type="sldNum" sz="quarter" idx="5"/>
          </p:nvPr>
        </p:nvSpPr>
        <p:spPr/>
        <p:txBody>
          <a:bodyPr/>
          <a:lstStyle/>
          <a:p>
            <a:fld id="{40391F53-68AA-4D6B-9F13-AE62D414B6C2}" type="slidenum">
              <a:rPr lang="en-US" smtClean="0"/>
              <a:t>25</a:t>
            </a:fld>
            <a:endParaRPr lang="en-US"/>
          </a:p>
        </p:txBody>
      </p:sp>
    </p:spTree>
    <p:extLst>
      <p:ext uri="{BB962C8B-B14F-4D97-AF65-F5344CB8AC3E}">
        <p14:creationId xmlns:p14="http://schemas.microsoft.com/office/powerpoint/2010/main" val="22188054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4234E-0297-F8C7-D0E9-A1F774A4B3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DAC033-EB55-E330-AAC5-D943DF427AD0}"/>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41064F9D-4FE2-425A-6A2C-F854D674A680}"/>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C199F630-A9FE-1969-3F1A-D9187537462A}"/>
              </a:ext>
            </a:extLst>
          </p:cNvPr>
          <p:cNvSpPr>
            <a:spLocks noGrp="1"/>
          </p:cNvSpPr>
          <p:nvPr>
            <p:ph type="sldNum" sz="quarter" idx="5"/>
          </p:nvPr>
        </p:nvSpPr>
        <p:spPr/>
        <p:txBody>
          <a:bodyPr/>
          <a:lstStyle/>
          <a:p>
            <a:fld id="{40391F53-68AA-4D6B-9F13-AE62D414B6C2}" type="slidenum">
              <a:rPr lang="en-US" smtClean="0"/>
              <a:t>26</a:t>
            </a:fld>
            <a:endParaRPr lang="en-US"/>
          </a:p>
        </p:txBody>
      </p:sp>
    </p:spTree>
    <p:extLst>
      <p:ext uri="{BB962C8B-B14F-4D97-AF65-F5344CB8AC3E}">
        <p14:creationId xmlns:p14="http://schemas.microsoft.com/office/powerpoint/2010/main" val="2810240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9BABF-D3D8-7506-FD82-DE6D7EBACC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D9712E-F082-9D73-15CC-82AF32783E77}"/>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1D63A12E-44B8-05CE-52F5-A68DF30D94FB}"/>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35993043-5D8A-3CDC-5A2B-56178C6F7159}"/>
              </a:ext>
            </a:extLst>
          </p:cNvPr>
          <p:cNvSpPr>
            <a:spLocks noGrp="1"/>
          </p:cNvSpPr>
          <p:nvPr>
            <p:ph type="sldNum" sz="quarter" idx="5"/>
          </p:nvPr>
        </p:nvSpPr>
        <p:spPr/>
        <p:txBody>
          <a:bodyPr/>
          <a:lstStyle/>
          <a:p>
            <a:fld id="{40391F53-68AA-4D6B-9F13-AE62D414B6C2}" type="slidenum">
              <a:rPr lang="en-US" smtClean="0"/>
              <a:t>27</a:t>
            </a:fld>
            <a:endParaRPr lang="en-US"/>
          </a:p>
        </p:txBody>
      </p:sp>
    </p:spTree>
    <p:extLst>
      <p:ext uri="{BB962C8B-B14F-4D97-AF65-F5344CB8AC3E}">
        <p14:creationId xmlns:p14="http://schemas.microsoft.com/office/powerpoint/2010/main" val="9542554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a:t>Ok but Remove sheet and add new slide with all list of scenarios, move to appendix</a:t>
            </a:r>
          </a:p>
        </p:txBody>
      </p:sp>
      <p:sp>
        <p:nvSpPr>
          <p:cNvPr id="4" name="Slide Number Placeholder 3"/>
          <p:cNvSpPr>
            <a:spLocks noGrp="1"/>
          </p:cNvSpPr>
          <p:nvPr>
            <p:ph type="sldNum" sz="quarter" idx="5"/>
          </p:nvPr>
        </p:nvSpPr>
        <p:spPr/>
        <p:txBody>
          <a:bodyPr/>
          <a:lstStyle/>
          <a:p>
            <a:fld id="{40391F53-68AA-4D6B-9F13-AE62D414B6C2}" type="slidenum">
              <a:rPr lang="en-US" smtClean="0"/>
              <a:t>28</a:t>
            </a:fld>
            <a:endParaRPr lang="en-US"/>
          </a:p>
        </p:txBody>
      </p:sp>
    </p:spTree>
    <p:extLst>
      <p:ext uri="{BB962C8B-B14F-4D97-AF65-F5344CB8AC3E}">
        <p14:creationId xmlns:p14="http://schemas.microsoft.com/office/powerpoint/2010/main" val="41568835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92F9B-844D-6F01-2706-89C816E4A1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7E34A3-E5AD-E1B5-8395-714312019F2E}"/>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8C5D162C-3514-8075-AACA-CCD4E0D6031F}"/>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B06FDD94-ACA9-540E-EC97-97087570B7E4}"/>
              </a:ext>
            </a:extLst>
          </p:cNvPr>
          <p:cNvSpPr>
            <a:spLocks noGrp="1"/>
          </p:cNvSpPr>
          <p:nvPr>
            <p:ph type="sldNum" sz="quarter" idx="5"/>
          </p:nvPr>
        </p:nvSpPr>
        <p:spPr/>
        <p:txBody>
          <a:bodyPr/>
          <a:lstStyle/>
          <a:p>
            <a:fld id="{40391F53-68AA-4D6B-9F13-AE62D414B6C2}" type="slidenum">
              <a:rPr lang="en-US" smtClean="0"/>
              <a:t>29</a:t>
            </a:fld>
            <a:endParaRPr lang="en-US"/>
          </a:p>
        </p:txBody>
      </p:sp>
    </p:spTree>
    <p:extLst>
      <p:ext uri="{BB962C8B-B14F-4D97-AF65-F5344CB8AC3E}">
        <p14:creationId xmlns:p14="http://schemas.microsoft.com/office/powerpoint/2010/main" val="9959373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5.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5.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5.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5.emf"/></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5.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5.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5.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5.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5.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5.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5.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5.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5.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5.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5.emf"/></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5.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5.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5.emf"/></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5.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5.emf"/></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5.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0.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emplate Font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C518C4C-09F9-6EEF-47FE-825CD6CABBFB}"/>
              </a:ext>
            </a:extLst>
          </p:cNvPr>
          <p:cNvPicPr>
            <a:picLocks noChangeAspect="1"/>
          </p:cNvPicPr>
          <p:nvPr userDrawn="1"/>
        </p:nvPicPr>
        <p:blipFill>
          <a:blip r:embed="rId2"/>
          <a:stretch>
            <a:fillRect/>
          </a:stretch>
        </p:blipFill>
        <p:spPr>
          <a:xfrm>
            <a:off x="7267647" y="1543305"/>
            <a:ext cx="3834716" cy="1963082"/>
          </a:xfrm>
          <a:prstGeom prst="rect">
            <a:avLst/>
          </a:prstGeom>
        </p:spPr>
      </p:pic>
      <p:sp>
        <p:nvSpPr>
          <p:cNvPr id="16" name="TextBox 15">
            <a:extLst>
              <a:ext uri="{FF2B5EF4-FFF2-40B4-BE49-F238E27FC236}">
                <a16:creationId xmlns:a16="http://schemas.microsoft.com/office/drawing/2014/main" id="{2E8E886F-3E53-4F8D-9117-4C02C360033D}"/>
              </a:ext>
            </a:extLst>
          </p:cNvPr>
          <p:cNvSpPr txBox="1"/>
          <p:nvPr userDrawn="1"/>
        </p:nvSpPr>
        <p:spPr>
          <a:xfrm>
            <a:off x="457200" y="232760"/>
            <a:ext cx="11273991" cy="1188720"/>
          </a:xfrm>
          <a:prstGeom prst="rect">
            <a:avLst/>
          </a:prstGeom>
        </p:spPr>
        <p:txBody>
          <a:bodyPr vert="horz" lIns="0" tIns="0" rIns="0" bIns="0" rtlCol="0" anchor="ctr">
            <a:noAutofit/>
          </a:bodyPr>
          <a:lstStyle>
            <a:lvl1pPr>
              <a:lnSpc>
                <a:spcPct val="90000"/>
              </a:lnSpc>
              <a:spcBef>
                <a:spcPct val="0"/>
              </a:spcBef>
              <a:buNone/>
              <a:defRPr sz="4000" b="1" cap="none" baseline="0">
                <a:solidFill>
                  <a:schemeClr val="accent1">
                    <a:lumMod val="50000"/>
                  </a:schemeClr>
                </a:solidFill>
                <a:ea typeface="+mj-ea"/>
                <a:cs typeface="+mj-cs"/>
              </a:defRPr>
            </a:lvl1pPr>
          </a:lstStyle>
          <a:p>
            <a:pPr lvl="0"/>
            <a:r>
              <a:rPr lang="en-US" noProof="0"/>
              <a:t>Fonts Used in This Template</a:t>
            </a:r>
            <a:endParaRPr lang="en-US"/>
          </a:p>
        </p:txBody>
      </p:sp>
      <p:sp>
        <p:nvSpPr>
          <p:cNvPr id="14" name="Rectangle 13">
            <a:extLst>
              <a:ext uri="{FF2B5EF4-FFF2-40B4-BE49-F238E27FC236}">
                <a16:creationId xmlns:a16="http://schemas.microsoft.com/office/drawing/2014/main" id="{33C54567-E714-4E46-93BB-50E897FC5F16}"/>
              </a:ext>
            </a:extLst>
          </p:cNvPr>
          <p:cNvSpPr/>
          <p:nvPr userDrawn="1"/>
        </p:nvSpPr>
        <p:spPr>
          <a:xfrm>
            <a:off x="6391109" y="3933427"/>
            <a:ext cx="5520753" cy="1517513"/>
          </a:xfrm>
          <a:prstGeom prst="rect">
            <a:avLst/>
          </a:prstGeom>
          <a:solidFill>
            <a:schemeClr val="bg1">
              <a:lumMod val="85000"/>
            </a:schemeClr>
          </a:solidFill>
          <a:ln/>
        </p:spPr>
        <p:style>
          <a:lnRef idx="1">
            <a:schemeClr val="dk1"/>
          </a:lnRef>
          <a:fillRef idx="2">
            <a:schemeClr val="dk1"/>
          </a:fillRef>
          <a:effectRef idx="1">
            <a:schemeClr val="dk1"/>
          </a:effectRef>
          <a:fontRef idx="minor">
            <a:schemeClr val="dk1"/>
          </a:fontRef>
        </p:style>
        <p:txBody>
          <a:bodyPr lIns="91440" tIns="0" rIns="91440" bIns="0" rtlCol="0" anchor="ctr"/>
          <a:lstStyle/>
          <a:p>
            <a:pPr marL="114300" marR="0" lvl="0" indent="-114300" defTabSz="914400" rtl="0" eaLnBrk="1" fontAlgn="auto" latinLnBrk="0" hangingPunct="1">
              <a:lnSpc>
                <a:spcPct val="85000"/>
              </a:lnSpc>
              <a:spcBef>
                <a:spcPts val="300"/>
              </a:spcBef>
              <a:spcAft>
                <a:spcPts val="0"/>
              </a:spcAft>
              <a:buClrTx/>
              <a:buSzTx/>
              <a:buFont typeface="IBM Plex Sans" panose="020B0503050203000203" pitchFamily="34" charset="0"/>
              <a:buChar char="•"/>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Custom fonts are any non-Microsoft font. </a:t>
            </a:r>
          </a:p>
          <a:p>
            <a:pPr marL="114300" marR="0" lvl="0" indent="-114300" defTabSz="914400" rtl="0" eaLnBrk="1" fontAlgn="auto" latinLnBrk="0" hangingPunct="1">
              <a:lnSpc>
                <a:spcPct val="85000"/>
              </a:lnSpc>
              <a:spcBef>
                <a:spcPts val="300"/>
              </a:spcBef>
              <a:spcAft>
                <a:spcPts val="0"/>
              </a:spcAft>
              <a:buClrTx/>
              <a:buSzTx/>
              <a:buFont typeface="IBM Plex Sans" panose="020B0503050203000203" pitchFamily="34" charset="0"/>
              <a:buChar char="•"/>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Custom fonts need to be installed on each computer. </a:t>
            </a:r>
          </a:p>
          <a:p>
            <a:pPr marL="114300" marR="0" lvl="0" indent="-114300" defTabSz="914400" rtl="0" eaLnBrk="1" fontAlgn="auto" latinLnBrk="0" hangingPunct="1">
              <a:lnSpc>
                <a:spcPct val="85000"/>
              </a:lnSpc>
              <a:spcBef>
                <a:spcPts val="300"/>
              </a:spcBef>
              <a:spcAft>
                <a:spcPts val="0"/>
              </a:spcAft>
              <a:buClrTx/>
              <a:buSzTx/>
              <a:buFont typeface="IBM Plex Sans" panose="020B0503050203000203" pitchFamily="34" charset="0"/>
              <a:buChar char="•"/>
              <a:tabLst/>
              <a:defRPr/>
            </a:pPr>
            <a:r>
              <a:rPr lang="en-US" sz="1200">
                <a:solidFill>
                  <a:srgbClr val="000000"/>
                </a:solidFill>
                <a:latin typeface="IBM Plex Sans" panose="020B0503050203000203" pitchFamily="34" charset="0"/>
                <a:cs typeface="IBM Plex Sans" panose="020B0503050203000203" pitchFamily="34" charset="0"/>
              </a:rPr>
              <a:t>Font files must be available to install on computer.</a:t>
            </a:r>
            <a:endPar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endParaRPr>
          </a:p>
          <a:p>
            <a:pPr marL="114300" marR="0" lvl="0" indent="-114300" defTabSz="914400" rtl="0" eaLnBrk="1" fontAlgn="auto" latinLnBrk="0" hangingPunct="1">
              <a:lnSpc>
                <a:spcPct val="85000"/>
              </a:lnSpc>
              <a:spcBef>
                <a:spcPts val="300"/>
              </a:spcBef>
              <a:spcAft>
                <a:spcPts val="0"/>
              </a:spcAft>
              <a:buClrTx/>
              <a:buSzTx/>
              <a:buFont typeface="IBM Plex Sans" panose="020B0503050203000203" pitchFamily="34" charset="0"/>
              <a:buChar char="•"/>
              <a:tabLst/>
              <a:defRPr/>
            </a:pPr>
            <a:r>
              <a:rPr lang="en-US" sz="1200">
                <a:solidFill>
                  <a:srgbClr val="000000"/>
                </a:solidFill>
                <a:latin typeface="IBM Plex Sans" panose="020B0503050203000203" pitchFamily="34" charset="0"/>
                <a:cs typeface="IBM Plex Sans" panose="020B0503050203000203" pitchFamily="34" charset="0"/>
              </a:rPr>
              <a:t>Custom fonts cannot be installed on mobile or tablet devices. </a:t>
            </a:r>
          </a:p>
          <a:p>
            <a:pPr marL="114300" marR="0" lvl="0" indent="-114300" defTabSz="914400" rtl="0" eaLnBrk="1" fontAlgn="auto" latinLnBrk="0" hangingPunct="1">
              <a:lnSpc>
                <a:spcPct val="85000"/>
              </a:lnSpc>
              <a:spcBef>
                <a:spcPts val="300"/>
              </a:spcBef>
              <a:spcAft>
                <a:spcPts val="0"/>
              </a:spcAft>
              <a:buClrTx/>
              <a:buSzTx/>
              <a:buFont typeface="IBM Plex Sans" panose="020B0503050203000203" pitchFamily="34" charset="0"/>
              <a:buChar char="•"/>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If a custom font is not installed, PowerPoint will randomly select a substitute font each time file is opened.</a:t>
            </a:r>
          </a:p>
        </p:txBody>
      </p:sp>
      <p:sp>
        <p:nvSpPr>
          <p:cNvPr id="15" name="Rectangle 14">
            <a:extLst>
              <a:ext uri="{FF2B5EF4-FFF2-40B4-BE49-F238E27FC236}">
                <a16:creationId xmlns:a16="http://schemas.microsoft.com/office/drawing/2014/main" id="{E72ABD27-75F6-43FC-B217-870364863AB4}"/>
              </a:ext>
            </a:extLst>
          </p:cNvPr>
          <p:cNvSpPr/>
          <p:nvPr userDrawn="1"/>
        </p:nvSpPr>
        <p:spPr>
          <a:xfrm>
            <a:off x="279918" y="3560386"/>
            <a:ext cx="11631944" cy="329393"/>
          </a:xfrm>
          <a:prstGeom prst="rect">
            <a:avLst/>
          </a:prstGeom>
          <a:solidFill>
            <a:schemeClr val="accent1"/>
          </a:solidFill>
          <a:ln/>
        </p:spPr>
        <p:style>
          <a:lnRef idx="1">
            <a:schemeClr val="dk1"/>
          </a:lnRef>
          <a:fillRef idx="2">
            <a:schemeClr val="dk1"/>
          </a:fillRef>
          <a:effectRef idx="1">
            <a:schemeClr val="dk1"/>
          </a:effectRef>
          <a:fontRef idx="minor">
            <a:schemeClr val="dk1"/>
          </a:fontRef>
        </p:style>
        <p:txBody>
          <a:bodyPr lIns="274320" tIns="45720" rIns="274320" bIns="0" rtlCol="0" anchor="ctr"/>
          <a:lstStyle/>
          <a:p>
            <a:pPr marL="0" marR="0" lvl="0" indent="0" algn="ctr" defTabSz="914400" rtl="0" eaLnBrk="1" fontAlgn="auto" latinLnBrk="0" hangingPunct="1">
              <a:lnSpc>
                <a:spcPct val="85000"/>
              </a:lnSpc>
              <a:spcBef>
                <a:spcPts val="0"/>
              </a:spcBef>
              <a:spcAft>
                <a:spcPts val="0"/>
              </a:spcAft>
              <a:buClrTx/>
              <a:buSzTx/>
              <a:buFontTx/>
              <a:buNone/>
              <a:tabLst/>
              <a:defRPr/>
            </a:pPr>
            <a:r>
              <a:rPr lang="en-US" sz="1600">
                <a:solidFill>
                  <a:schemeClr val="bg1"/>
                </a:solidFill>
                <a:latin typeface="IBM Plex Sans" panose="020B0503050203000203" pitchFamily="34" charset="0"/>
                <a:cs typeface="IBM Plex Sans" panose="020B0503050203000203" pitchFamily="34" charset="0"/>
              </a:rPr>
              <a:t>If the text on the </a:t>
            </a:r>
            <a:r>
              <a:rPr lang="en-US" sz="1600" b="1">
                <a:solidFill>
                  <a:schemeClr val="bg1"/>
                </a:solidFill>
                <a:latin typeface="IBM Plex Sans" panose="020B0503050203000203" pitchFamily="34" charset="0"/>
                <a:cs typeface="IBM Plex Sans" panose="020B0503050203000203" pitchFamily="34" charset="0"/>
              </a:rPr>
              <a:t>left</a:t>
            </a:r>
            <a:r>
              <a:rPr lang="en-US" sz="1600">
                <a:solidFill>
                  <a:schemeClr val="bg1"/>
                </a:solidFill>
                <a:latin typeface="IBM Plex Sans" panose="020B0503050203000203" pitchFamily="34" charset="0"/>
                <a:cs typeface="IBM Plex Sans" panose="020B0503050203000203" pitchFamily="34" charset="0"/>
              </a:rPr>
              <a:t> </a:t>
            </a:r>
            <a:r>
              <a:rPr lang="en-US" sz="1600" b="1">
                <a:solidFill>
                  <a:schemeClr val="bg1"/>
                </a:solidFill>
                <a:latin typeface="IBM Plex Sans" panose="020B0503050203000203" pitchFamily="34" charset="0"/>
                <a:cs typeface="IBM Plex Sans" panose="020B0503050203000203" pitchFamily="34" charset="0"/>
              </a:rPr>
              <a:t>does not match </a:t>
            </a:r>
            <a:r>
              <a:rPr lang="en-US" sz="1600">
                <a:solidFill>
                  <a:schemeClr val="bg1"/>
                </a:solidFill>
                <a:latin typeface="IBM Plex Sans" panose="020B0503050203000203" pitchFamily="34" charset="0"/>
                <a:cs typeface="IBM Plex Sans" panose="020B0503050203000203" pitchFamily="34" charset="0"/>
              </a:rPr>
              <a:t>the text on the right, the </a:t>
            </a:r>
            <a:r>
              <a:rPr lang="en-US" sz="1600" b="1">
                <a:solidFill>
                  <a:schemeClr val="bg1"/>
                </a:solidFill>
                <a:latin typeface="IBM Plex Sans" panose="020B0503050203000203" pitchFamily="34" charset="0"/>
                <a:cs typeface="IBM Plex Sans" panose="020B0503050203000203" pitchFamily="34" charset="0"/>
              </a:rPr>
              <a:t>computer/device is missing that font</a:t>
            </a:r>
            <a:r>
              <a:rPr lang="en-US" sz="1600">
                <a:solidFill>
                  <a:schemeClr val="bg1"/>
                </a:solidFill>
                <a:latin typeface="IBM Plex Sans" panose="020B0503050203000203" pitchFamily="34" charset="0"/>
                <a:cs typeface="IBM Plex Sans" panose="020B0503050203000203" pitchFamily="34" charset="0"/>
              </a:rPr>
              <a:t>.</a:t>
            </a:r>
            <a:endParaRPr kumimoji="0" lang="en-US" sz="1600" b="0" i="0" u="none" strike="noStrike" kern="1200" cap="none" spc="0" normalizeH="0" baseline="0" noProof="0">
              <a:ln>
                <a:noFill/>
              </a:ln>
              <a:solidFill>
                <a:schemeClr val="bg1"/>
              </a:solidFill>
              <a:effectLst/>
              <a:uLnTx/>
              <a:uFillTx/>
              <a:latin typeface="IBM Plex Sans" panose="020B0503050203000203" pitchFamily="34" charset="0"/>
              <a:ea typeface="+mn-ea"/>
              <a:cs typeface="IBM Plex Sans" panose="020B0503050203000203" pitchFamily="34" charset="0"/>
            </a:endParaRPr>
          </a:p>
        </p:txBody>
      </p:sp>
      <p:sp>
        <p:nvSpPr>
          <p:cNvPr id="17" name="Rectangle 16">
            <a:extLst>
              <a:ext uri="{FF2B5EF4-FFF2-40B4-BE49-F238E27FC236}">
                <a16:creationId xmlns:a16="http://schemas.microsoft.com/office/drawing/2014/main" id="{920B4FC5-0AE0-4931-9294-C1DE57E7FD8E}"/>
              </a:ext>
            </a:extLst>
          </p:cNvPr>
          <p:cNvSpPr/>
          <p:nvPr userDrawn="1"/>
        </p:nvSpPr>
        <p:spPr>
          <a:xfrm>
            <a:off x="279918" y="5488117"/>
            <a:ext cx="11631944" cy="858561"/>
          </a:xfrm>
          <a:prstGeom prst="rect">
            <a:avLst/>
          </a:prstGeom>
          <a:solidFill>
            <a:schemeClr val="bg1">
              <a:lumMod val="85000"/>
            </a:schemeClr>
          </a:solidFill>
          <a:ln/>
        </p:spPr>
        <p:style>
          <a:lnRef idx="1">
            <a:schemeClr val="dk1"/>
          </a:lnRef>
          <a:fillRef idx="2">
            <a:schemeClr val="dk1"/>
          </a:fillRef>
          <a:effectRef idx="1">
            <a:schemeClr val="dk1"/>
          </a:effectRef>
          <a:fontRef idx="minor">
            <a:schemeClr val="dk1"/>
          </a:fontRef>
        </p:style>
        <p:txBody>
          <a:bodyPr lIns="91440" tIns="0" rIns="274320" bIns="0" rtlCol="0" anchor="ctr"/>
          <a:lstStyle/>
          <a:p>
            <a:pPr marL="214313" marR="0" lvl="0" indent="-200025" algn="l" defTabSz="1219170" rtl="0" eaLnBrk="1" fontAlgn="auto" latinLnBrk="0" hangingPunct="1">
              <a:lnSpc>
                <a:spcPct val="100000"/>
              </a:lnSpc>
              <a:spcBef>
                <a:spcPts val="300"/>
              </a:spcBef>
              <a:spcAft>
                <a:spcPts val="0"/>
              </a:spcAft>
              <a:buClrTx/>
              <a:buSzTx/>
              <a:buFontTx/>
              <a:buNone/>
              <a:tabLst/>
              <a:defRPr/>
            </a:pPr>
            <a:r>
              <a:rPr lang="en-US" sz="1200" b="1">
                <a:solidFill>
                  <a:srgbClr val="000000"/>
                </a:solidFill>
                <a:latin typeface="IBM Plex Sans" panose="020B0503050203000203" pitchFamily="34" charset="0"/>
                <a:cs typeface="IBM Plex Sans" panose="020B0503050203000203" pitchFamily="34" charset="0"/>
              </a:rPr>
              <a:t>How To Install Custom Fonts</a:t>
            </a:r>
            <a:endParaRPr kumimoji="0" lang="en-US" sz="1200" b="1"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endParaRPr>
          </a:p>
          <a:p>
            <a:pPr marL="228600" marR="0" lvl="1" indent="-114300" algn="l" defTabSz="1219170" rtl="0" eaLnBrk="1" fontAlgn="auto" latinLnBrk="0" hangingPunct="1">
              <a:lnSpc>
                <a:spcPct val="100000"/>
              </a:lnSpc>
              <a:spcBef>
                <a:spcPts val="30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Windows 7/8/10/11: right-click font file and select install</a:t>
            </a:r>
          </a:p>
          <a:p>
            <a:pPr marL="228600" marR="0" lvl="1" indent="-114300" algn="l" defTabSz="1219170" rtl="0" eaLnBrk="1" fontAlgn="auto" latinLnBrk="0" hangingPunct="1">
              <a:lnSpc>
                <a:spcPct val="100000"/>
              </a:lnSpc>
              <a:spcBef>
                <a:spcPts val="30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Mac OS: Double click the font, when the font window opens click “Install Font”</a:t>
            </a:r>
          </a:p>
          <a:p>
            <a:pPr marL="228600" lvl="1" indent="-114300" defTabSz="1219170">
              <a:spcBef>
                <a:spcPts val="300"/>
              </a:spcBef>
              <a:defRPr/>
            </a:pPr>
            <a:r>
              <a:rPr lang="en-US" sz="1100">
                <a:solidFill>
                  <a:srgbClr val="000000"/>
                </a:solidFill>
                <a:latin typeface="IBM Plex Sans" panose="020B0503050203000203" pitchFamily="34" charset="0"/>
                <a:cs typeface="IBM Plex Sans" panose="020B0503050203000203" pitchFamily="34" charset="0"/>
              </a:rPr>
              <a:t>PowerPoint Online, PowerPoint through Teams, IOS, Android, iPad: custom fonts cannot be installed on mobile devices</a:t>
            </a:r>
          </a:p>
        </p:txBody>
      </p:sp>
      <p:sp>
        <p:nvSpPr>
          <p:cNvPr id="18" name="Rectangle 17">
            <a:extLst>
              <a:ext uri="{FF2B5EF4-FFF2-40B4-BE49-F238E27FC236}">
                <a16:creationId xmlns:a16="http://schemas.microsoft.com/office/drawing/2014/main" id="{3D699DBD-D765-419C-ABC4-16FC23EEF80B}"/>
              </a:ext>
            </a:extLst>
          </p:cNvPr>
          <p:cNvSpPr/>
          <p:nvPr userDrawn="1"/>
        </p:nvSpPr>
        <p:spPr>
          <a:xfrm>
            <a:off x="279918" y="3933426"/>
            <a:ext cx="6074229" cy="1517513"/>
          </a:xfrm>
          <a:prstGeom prst="rect">
            <a:avLst/>
          </a:prstGeom>
          <a:solidFill>
            <a:schemeClr val="bg1">
              <a:lumMod val="85000"/>
            </a:schemeClr>
          </a:solidFill>
          <a:ln/>
        </p:spPr>
        <p:style>
          <a:lnRef idx="1">
            <a:schemeClr val="dk1"/>
          </a:lnRef>
          <a:fillRef idx="2">
            <a:schemeClr val="dk1"/>
          </a:fillRef>
          <a:effectRef idx="1">
            <a:schemeClr val="dk1"/>
          </a:effectRef>
          <a:fontRef idx="minor">
            <a:schemeClr val="dk1"/>
          </a:fontRef>
        </p:style>
        <p:txBody>
          <a:bodyPr lIns="274320" tIns="91440" rIns="91440" bIns="0" numCol="1" spcCol="182880" rtlCol="0" anchor="t"/>
          <a:lstStyle/>
          <a:p>
            <a:pPr marL="0" marR="0" lvl="0" indent="0" defTabSz="914400" rtl="0" eaLnBrk="1" fontAlgn="auto" latinLnBrk="0" hangingPunct="1">
              <a:lnSpc>
                <a:spcPct val="85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Types of Fonts:</a:t>
            </a:r>
          </a:p>
          <a:p>
            <a:pPr marL="114300" marR="0" lvl="0" defTabSz="914400" rtl="0" eaLnBrk="1" fontAlgn="auto" latinLnBrk="0" hangingPunct="1">
              <a:lnSpc>
                <a:spcPct val="85000"/>
              </a:lnSpc>
              <a:spcBef>
                <a:spcPts val="400"/>
              </a:spcBef>
              <a:spcAft>
                <a:spcPts val="0"/>
              </a:spcAft>
              <a:buClrTx/>
              <a:buSzTx/>
              <a:buFontTx/>
              <a:buNone/>
              <a:tabLst/>
              <a:defRPr/>
            </a:pPr>
            <a:r>
              <a:rPr lang="en-US" sz="1050">
                <a:solidFill>
                  <a:srgbClr val="000000"/>
                </a:solidFill>
                <a:latin typeface="IBM Plex Sans" panose="020B0503050203000203" pitchFamily="34" charset="0"/>
                <a:cs typeface="IBM Plex Sans" panose="020B0503050203000203" pitchFamily="34" charset="0"/>
              </a:rPr>
              <a:t>Microsoft Cloud/Standard </a:t>
            </a:r>
            <a:br>
              <a:rPr lang="en-US" sz="1050">
                <a:solidFill>
                  <a:srgbClr val="000000"/>
                </a:solidFill>
                <a:latin typeface="IBM Plex Sans" panose="020B0503050203000203" pitchFamily="34" charset="0"/>
                <a:cs typeface="IBM Plex Sans" panose="020B0503050203000203" pitchFamily="34" charset="0"/>
              </a:rPr>
            </a:br>
            <a:r>
              <a:rPr kumimoji="0" lang="en-US" sz="105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(auto install if online and have Microsoft 365 account)</a:t>
            </a:r>
          </a:p>
          <a:p>
            <a:pPr marL="114300" marR="0" lvl="0" defTabSz="914400" rtl="0" eaLnBrk="1" fontAlgn="auto" latinLnBrk="0" hangingPunct="1">
              <a:lnSpc>
                <a:spcPct val="85000"/>
              </a:lnSpc>
              <a:spcBef>
                <a:spcPts val="40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Google </a:t>
            </a:r>
            <a:br>
              <a:rPr kumimoji="0" lang="en-US" sz="105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br>
            <a:r>
              <a:rPr kumimoji="0" lang="en-US" sz="105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(web-based, free, download – install – then open PowerPoint)</a:t>
            </a:r>
          </a:p>
          <a:p>
            <a:pPr marL="114300" marR="0" lvl="0" defTabSz="914400" rtl="0" eaLnBrk="1" fontAlgn="auto" latinLnBrk="0" hangingPunct="1">
              <a:lnSpc>
                <a:spcPct val="85000"/>
              </a:lnSpc>
              <a:spcBef>
                <a:spcPts val="40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Adobe </a:t>
            </a:r>
            <a:r>
              <a:rPr kumimoji="0" lang="en-US" sz="1050" b="0" i="0" u="none" strike="noStrike" kern="1200" cap="none" spc="0" normalizeH="0" baseline="0" noProof="0" err="1">
                <a:ln>
                  <a:noFill/>
                </a:ln>
                <a:solidFill>
                  <a:srgbClr val="000000"/>
                </a:solidFill>
                <a:effectLst/>
                <a:uLnTx/>
                <a:uFillTx/>
                <a:latin typeface="IBM Plex Sans" panose="020B0503050203000203" pitchFamily="34" charset="0"/>
                <a:ea typeface="+mn-ea"/>
                <a:cs typeface="IBM Plex Sans" panose="020B0503050203000203" pitchFamily="34" charset="0"/>
              </a:rPr>
              <a:t>Typekit</a:t>
            </a:r>
            <a:r>
              <a:rPr kumimoji="0" lang="en-US" sz="105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 </a:t>
            </a:r>
            <a:br>
              <a:rPr kumimoji="0" lang="en-US" sz="105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br>
            <a:r>
              <a:rPr kumimoji="0" lang="en-US" sz="105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(must have Adobe Creative Cloud acct, download – install – then open PowerPoint)</a:t>
            </a:r>
          </a:p>
          <a:p>
            <a:pPr marL="114300" marR="0" lvl="0" defTabSz="914400" rtl="0" eaLnBrk="1" fontAlgn="auto" latinLnBrk="0" hangingPunct="1">
              <a:lnSpc>
                <a:spcPct val="85000"/>
              </a:lnSpc>
              <a:spcBef>
                <a:spcPts val="400"/>
              </a:spcBef>
              <a:spcAft>
                <a:spcPts val="0"/>
              </a:spcAft>
              <a:buClrTx/>
              <a:buSzTx/>
              <a:buFontTx/>
              <a:buNone/>
              <a:tabLst/>
              <a:defRPr/>
            </a:pPr>
            <a:r>
              <a:rPr lang="en-US" sz="1050">
                <a:solidFill>
                  <a:srgbClr val="000000"/>
                </a:solidFill>
                <a:latin typeface="IBM Plex Sans" panose="020B0503050203000203" pitchFamily="34" charset="0"/>
                <a:cs typeface="IBM Plex Sans" panose="020B0503050203000203" pitchFamily="34" charset="0"/>
              </a:rPr>
              <a:t>Custom (must have file(s)</a:t>
            </a:r>
            <a:r>
              <a:rPr kumimoji="0" lang="en-US" sz="105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 – install – then open PowerPoint</a:t>
            </a:r>
            <a:r>
              <a:rPr lang="en-US" sz="1050">
                <a:solidFill>
                  <a:srgbClr val="000000"/>
                </a:solidFill>
                <a:latin typeface="IBM Plex Sans" panose="020B0503050203000203" pitchFamily="34" charset="0"/>
                <a:cs typeface="IBM Plex Sans" panose="020B0503050203000203" pitchFamily="34" charset="0"/>
              </a:rPr>
              <a:t>)</a:t>
            </a:r>
            <a:endParaRPr kumimoji="0" lang="en-US" sz="105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endParaRPr>
          </a:p>
        </p:txBody>
      </p:sp>
      <p:sp>
        <p:nvSpPr>
          <p:cNvPr id="20" name="Rectangle 19">
            <a:extLst>
              <a:ext uri="{FF2B5EF4-FFF2-40B4-BE49-F238E27FC236}">
                <a16:creationId xmlns:a16="http://schemas.microsoft.com/office/drawing/2014/main" id="{270D0F8C-19B8-4DDB-B25B-FB683ADD6ACA}"/>
              </a:ext>
            </a:extLst>
          </p:cNvPr>
          <p:cNvSpPr/>
          <p:nvPr userDrawn="1"/>
        </p:nvSpPr>
        <p:spPr>
          <a:xfrm>
            <a:off x="465268" y="4587464"/>
            <a:ext cx="144061" cy="144061"/>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8C0AB79-AB3E-4E49-96AE-41AB4A55A1B5}"/>
              </a:ext>
            </a:extLst>
          </p:cNvPr>
          <p:cNvSpPr/>
          <p:nvPr userDrawn="1"/>
        </p:nvSpPr>
        <p:spPr>
          <a:xfrm>
            <a:off x="465268" y="4901874"/>
            <a:ext cx="144061" cy="144061"/>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5A62839-7F6B-46BB-A3DB-E62022383AFA}"/>
              </a:ext>
            </a:extLst>
          </p:cNvPr>
          <p:cNvSpPr/>
          <p:nvPr userDrawn="1"/>
        </p:nvSpPr>
        <p:spPr>
          <a:xfrm>
            <a:off x="465268" y="5216284"/>
            <a:ext cx="144061" cy="14406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73126638-8EEA-4788-9BB1-030509ABF476}"/>
              </a:ext>
            </a:extLst>
          </p:cNvPr>
          <p:cNvSpPr txBox="1"/>
          <p:nvPr userDrawn="1"/>
        </p:nvSpPr>
        <p:spPr>
          <a:xfrm>
            <a:off x="1596337" y="1270815"/>
            <a:ext cx="3565624" cy="272490"/>
          </a:xfrm>
          <a:prstGeom prst="rect">
            <a:avLst/>
          </a:prstGeom>
        </p:spPr>
        <p:txBody>
          <a:bodyPr vert="horz" lIns="0" tIns="0" rIns="91440" bIns="0" rtlCol="0">
            <a:noAutofit/>
          </a:bodyPr>
          <a:lstStyle>
            <a:lvl1pPr marL="304792" indent="-304792">
              <a:lnSpc>
                <a:spcPct val="90000"/>
              </a:lnSpc>
              <a:spcBef>
                <a:spcPts val="1200"/>
              </a:spcBef>
              <a:buFont typeface="IBM Plex Sans" panose="020B0503050203000203" pitchFamily="34" charset="0"/>
              <a:buChar char="•"/>
              <a:defRPr sz="1800"/>
            </a:lvl1pPr>
            <a:lvl2pPr indent="-304792">
              <a:lnSpc>
                <a:spcPct val="90000"/>
              </a:lnSpc>
              <a:spcBef>
                <a:spcPts val="300"/>
              </a:spcBef>
              <a:buFont typeface="IBM Plex Sans" panose="020B0503050203000203" pitchFamily="34" charset="0"/>
              <a:buChar char="–"/>
              <a:defRPr sz="2400"/>
            </a:lvl2pPr>
            <a:lvl3pPr marL="914377" indent="-304792">
              <a:lnSpc>
                <a:spcPct val="90000"/>
              </a:lnSpc>
              <a:spcBef>
                <a:spcPts val="300"/>
              </a:spcBef>
              <a:buFont typeface="IBM Plex Sans" panose="020B0503050203000203" pitchFamily="34" charset="0"/>
              <a:buChar char="–"/>
              <a:defRPr sz="2000"/>
            </a:lvl3pPr>
            <a:lvl4pPr marL="1219170" indent="-304792">
              <a:lnSpc>
                <a:spcPct val="90000"/>
              </a:lnSpc>
              <a:spcBef>
                <a:spcPts val="300"/>
              </a:spcBef>
              <a:buFont typeface="IBM Plex Sans" panose="020B0503050203000203" pitchFamily="34" charset="0"/>
              <a:buChar char="–"/>
              <a:defRPr sz="1800"/>
            </a:lvl4pPr>
            <a:lvl5pPr marL="1523962" indent="-304792">
              <a:lnSpc>
                <a:spcPct val="90000"/>
              </a:lnSpc>
              <a:spcBef>
                <a:spcPts val="300"/>
              </a:spcBef>
              <a:buFont typeface="IBM Plex Sans" panose="020B0503050203000203" pitchFamily="34" charset="0"/>
              <a:buChar char="–"/>
              <a:tabLst/>
              <a:defRPr sz="1600"/>
            </a:lvl5pPr>
            <a:lvl6pPr marL="1828754" indent="-304792">
              <a:lnSpc>
                <a:spcPct val="90000"/>
              </a:lnSpc>
              <a:spcBef>
                <a:spcPts val="300"/>
              </a:spcBef>
              <a:buFont typeface="IBM Plex Sans" panose="020B0503050203000203" pitchFamily="34" charset="0"/>
              <a:buChar char="–"/>
              <a:defRPr sz="1400" baseline="0"/>
            </a:lvl6pPr>
            <a:lvl7pPr marL="2133547" indent="-304792">
              <a:lnSpc>
                <a:spcPct val="90000"/>
              </a:lnSpc>
              <a:spcBef>
                <a:spcPts val="300"/>
              </a:spcBef>
              <a:buFont typeface="IBM Plex Sans" panose="020B0503050203000203" pitchFamily="34" charset="0"/>
              <a:buChar char="–"/>
              <a:defRPr sz="1400" baseline="0"/>
            </a:lvl7pPr>
            <a:lvl8pPr marL="2438339" indent="-304792">
              <a:lnSpc>
                <a:spcPct val="90000"/>
              </a:lnSpc>
              <a:spcBef>
                <a:spcPts val="300"/>
              </a:spcBef>
              <a:buFont typeface="IBM Plex Sans" panose="020B0503050203000203" pitchFamily="34" charset="0"/>
              <a:buChar char="–"/>
              <a:defRPr sz="1400" baseline="0"/>
            </a:lvl8pPr>
            <a:lvl9pPr marL="2743131" indent="-304792">
              <a:lnSpc>
                <a:spcPct val="90000"/>
              </a:lnSpc>
              <a:spcBef>
                <a:spcPts val="300"/>
              </a:spcBef>
              <a:buFont typeface="IBM Plex Sans" panose="020B0503050203000203" pitchFamily="34" charset="0"/>
              <a:buChar char="–"/>
              <a:defRPr sz="1400" baseline="0"/>
            </a:lvl9pPr>
          </a:lstStyle>
          <a:p>
            <a:pPr marL="0" marR="0" lvl="0" indent="0" algn="ctr" defTabSz="1219170" rtl="0" eaLnBrk="1" fontAlgn="auto" latinLnBrk="0" hangingPunct="1">
              <a:lnSpc>
                <a:spcPct val="90000"/>
              </a:lnSpc>
              <a:spcBef>
                <a:spcPts val="1200"/>
              </a:spcBef>
              <a:spcAft>
                <a:spcPts val="0"/>
              </a:spcAft>
              <a:buClrTx/>
              <a:buSzTx/>
              <a:buFont typeface="IBM Plex Sans" panose="020B0503050203000203" pitchFamily="34" charset="0"/>
              <a:buNone/>
              <a:tabLst/>
              <a:defRPr/>
            </a:pPr>
            <a:r>
              <a:rPr kumimoji="0" lang="en-US" sz="1800" b="1"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This is the editable (real) font</a:t>
            </a:r>
          </a:p>
        </p:txBody>
      </p:sp>
      <p:sp>
        <p:nvSpPr>
          <p:cNvPr id="26" name="TextBox 25">
            <a:extLst>
              <a:ext uri="{FF2B5EF4-FFF2-40B4-BE49-F238E27FC236}">
                <a16:creationId xmlns:a16="http://schemas.microsoft.com/office/drawing/2014/main" id="{0598A2F9-73EF-407A-9F03-77193C8C18AF}"/>
              </a:ext>
            </a:extLst>
          </p:cNvPr>
          <p:cNvSpPr txBox="1"/>
          <p:nvPr userDrawn="1"/>
        </p:nvSpPr>
        <p:spPr>
          <a:xfrm>
            <a:off x="7163121" y="1270815"/>
            <a:ext cx="3578678" cy="272491"/>
          </a:xfrm>
          <a:prstGeom prst="rect">
            <a:avLst/>
          </a:prstGeom>
        </p:spPr>
        <p:txBody>
          <a:bodyPr vert="horz" lIns="0" tIns="0" rIns="91440" bIns="0" rtlCol="0">
            <a:noAutofit/>
          </a:bodyPr>
          <a:lstStyle>
            <a:lvl1pPr marL="304792" indent="-304792">
              <a:lnSpc>
                <a:spcPct val="90000"/>
              </a:lnSpc>
              <a:spcBef>
                <a:spcPts val="1200"/>
              </a:spcBef>
              <a:buFont typeface="IBM Plex Sans" panose="020B0503050203000203" pitchFamily="34" charset="0"/>
              <a:buChar char="•"/>
              <a:defRPr sz="1800"/>
            </a:lvl1pPr>
            <a:lvl2pPr indent="-304792">
              <a:lnSpc>
                <a:spcPct val="90000"/>
              </a:lnSpc>
              <a:spcBef>
                <a:spcPts val="300"/>
              </a:spcBef>
              <a:buFont typeface="IBM Plex Sans" panose="020B0503050203000203" pitchFamily="34" charset="0"/>
              <a:buChar char="–"/>
              <a:defRPr sz="2400"/>
            </a:lvl2pPr>
            <a:lvl3pPr marL="914377" indent="-304792">
              <a:lnSpc>
                <a:spcPct val="90000"/>
              </a:lnSpc>
              <a:spcBef>
                <a:spcPts val="300"/>
              </a:spcBef>
              <a:buFont typeface="IBM Plex Sans" panose="020B0503050203000203" pitchFamily="34" charset="0"/>
              <a:buChar char="–"/>
              <a:defRPr sz="2000"/>
            </a:lvl3pPr>
            <a:lvl4pPr marL="1219170" indent="-304792">
              <a:lnSpc>
                <a:spcPct val="90000"/>
              </a:lnSpc>
              <a:spcBef>
                <a:spcPts val="300"/>
              </a:spcBef>
              <a:buFont typeface="IBM Plex Sans" panose="020B0503050203000203" pitchFamily="34" charset="0"/>
              <a:buChar char="–"/>
              <a:defRPr sz="1800"/>
            </a:lvl4pPr>
            <a:lvl5pPr marL="1523962" indent="-304792">
              <a:lnSpc>
                <a:spcPct val="90000"/>
              </a:lnSpc>
              <a:spcBef>
                <a:spcPts val="300"/>
              </a:spcBef>
              <a:buFont typeface="IBM Plex Sans" panose="020B0503050203000203" pitchFamily="34" charset="0"/>
              <a:buChar char="–"/>
              <a:tabLst/>
              <a:defRPr sz="1600"/>
            </a:lvl5pPr>
            <a:lvl6pPr marL="1828754" indent="-304792">
              <a:lnSpc>
                <a:spcPct val="90000"/>
              </a:lnSpc>
              <a:spcBef>
                <a:spcPts val="300"/>
              </a:spcBef>
              <a:buFont typeface="IBM Plex Sans" panose="020B0503050203000203" pitchFamily="34" charset="0"/>
              <a:buChar char="–"/>
              <a:defRPr sz="1400" baseline="0"/>
            </a:lvl6pPr>
            <a:lvl7pPr marL="2133547" indent="-304792">
              <a:lnSpc>
                <a:spcPct val="90000"/>
              </a:lnSpc>
              <a:spcBef>
                <a:spcPts val="300"/>
              </a:spcBef>
              <a:buFont typeface="IBM Plex Sans" panose="020B0503050203000203" pitchFamily="34" charset="0"/>
              <a:buChar char="–"/>
              <a:defRPr sz="1400" baseline="0"/>
            </a:lvl7pPr>
            <a:lvl8pPr marL="2438339" indent="-304792">
              <a:lnSpc>
                <a:spcPct val="90000"/>
              </a:lnSpc>
              <a:spcBef>
                <a:spcPts val="300"/>
              </a:spcBef>
              <a:buFont typeface="IBM Plex Sans" panose="020B0503050203000203" pitchFamily="34" charset="0"/>
              <a:buChar char="–"/>
              <a:defRPr sz="1400" baseline="0"/>
            </a:lvl8pPr>
            <a:lvl9pPr marL="2743131" indent="-304792">
              <a:lnSpc>
                <a:spcPct val="90000"/>
              </a:lnSpc>
              <a:spcBef>
                <a:spcPts val="300"/>
              </a:spcBef>
              <a:buFont typeface="IBM Plex Sans" panose="020B0503050203000203" pitchFamily="34" charset="0"/>
              <a:buChar char="–"/>
              <a:defRPr sz="1400" baseline="0"/>
            </a:lvl9pPr>
          </a:lstStyle>
          <a:p>
            <a:pPr marL="0" marR="0" lvl="0" indent="0" algn="ctr" defTabSz="1219170" rtl="0" eaLnBrk="1" fontAlgn="auto" latinLnBrk="0" hangingPunct="1">
              <a:lnSpc>
                <a:spcPct val="90000"/>
              </a:lnSpc>
              <a:spcBef>
                <a:spcPts val="1200"/>
              </a:spcBef>
              <a:spcAft>
                <a:spcPts val="0"/>
              </a:spcAft>
              <a:buClrTx/>
              <a:buSzTx/>
              <a:buFont typeface="IBM Plex Sans" panose="020B0503050203000203" pitchFamily="34" charset="0"/>
              <a:buNone/>
              <a:tabLst/>
              <a:defRPr/>
            </a:pPr>
            <a:r>
              <a:rPr lang="en-US" b="1">
                <a:solidFill>
                  <a:srgbClr val="000000"/>
                </a:solidFill>
                <a:latin typeface="IBM Plex Sans" panose="020B0503050203000203" pitchFamily="34" charset="0"/>
                <a:cs typeface="IBM Plex Sans" panose="020B0503050203000203" pitchFamily="34" charset="0"/>
              </a:rPr>
              <a:t>This is an i</a:t>
            </a:r>
            <a:r>
              <a:rPr kumimoji="0" lang="en-US" sz="1800" b="1"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mage of the font</a:t>
            </a:r>
          </a:p>
        </p:txBody>
      </p:sp>
      <p:sp>
        <p:nvSpPr>
          <p:cNvPr id="28" name="TextBox 27">
            <a:extLst>
              <a:ext uri="{FF2B5EF4-FFF2-40B4-BE49-F238E27FC236}">
                <a16:creationId xmlns:a16="http://schemas.microsoft.com/office/drawing/2014/main" id="{C38B422F-4D64-4EC8-8430-6732BD5D0627}"/>
              </a:ext>
            </a:extLst>
          </p:cNvPr>
          <p:cNvSpPr txBox="1"/>
          <p:nvPr userDrawn="1"/>
        </p:nvSpPr>
        <p:spPr>
          <a:xfrm>
            <a:off x="2129385" y="1603326"/>
            <a:ext cx="3488134" cy="1740092"/>
          </a:xfrm>
          <a:prstGeom prst="rect">
            <a:avLst/>
          </a:prstGeom>
          <a:noFill/>
        </p:spPr>
        <p:txBody>
          <a:bodyPr wrap="none" lIns="0" tIns="0" rIns="0" bIns="0"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mn-lt"/>
                <a:ea typeface="+mn-ea"/>
                <a:cs typeface="IBM Plex Sans" panose="020B0503050203000203" pitchFamily="34" charset="0"/>
              </a:rPr>
              <a:t>IBM Plex Sans</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IBM Plex Sans Medium" panose="020B0603050203000203" pitchFamily="34" charset="0"/>
                <a:ea typeface="+mn-ea"/>
                <a:cs typeface="IBM Plex Sans" panose="020B0503050203000203" pitchFamily="34" charset="0"/>
              </a:rPr>
              <a:t>IBM Plex Sans Medium</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IBM Plex Sans SemiBold" panose="020B0703050203000203" pitchFamily="34" charset="0"/>
                <a:ea typeface="+mn-ea"/>
                <a:cs typeface="IBM Plex Sans" panose="020B0503050203000203" pitchFamily="34" charset="0"/>
              </a:rPr>
              <a:t>IBM Plex Sans </a:t>
            </a:r>
            <a:r>
              <a:rPr kumimoji="0" lang="en-US" sz="2400" b="0" i="0" u="none" strike="noStrike" kern="1200" cap="none" spc="0" normalizeH="0" baseline="0" noProof="0" err="1">
                <a:ln>
                  <a:noFill/>
                </a:ln>
                <a:solidFill>
                  <a:srgbClr val="000000"/>
                </a:solidFill>
                <a:effectLst/>
                <a:uLnTx/>
                <a:uFillTx/>
                <a:latin typeface="IBM Plex Sans SemiBold" panose="020B0703050203000203" pitchFamily="34" charset="0"/>
                <a:ea typeface="+mn-ea"/>
                <a:cs typeface="IBM Plex Sans" panose="020B0503050203000203" pitchFamily="34" charset="0"/>
              </a:rPr>
              <a:t>SemiBold</a:t>
            </a:r>
            <a:endParaRPr kumimoji="0" lang="en-US" sz="2400" b="0" i="0" u="none" strike="noStrike" kern="1200" cap="none" spc="0" normalizeH="0" baseline="0" noProof="0">
              <a:ln>
                <a:noFill/>
              </a:ln>
              <a:solidFill>
                <a:srgbClr val="000000"/>
              </a:solidFill>
              <a:effectLst/>
              <a:uLnTx/>
              <a:uFillTx/>
              <a:latin typeface="IBM Plex Sans SemiBold" panose="020B0703050203000203" pitchFamily="34" charset="0"/>
              <a:ea typeface="+mn-ea"/>
              <a:cs typeface="IBM Plex Sans" panose="020B0503050203000203" pitchFamily="34" charset="0"/>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IBM Plex Sans SemiBold" panose="020B0703050203000203" pitchFamily="34" charset="0"/>
                <a:ea typeface="+mn-ea"/>
                <a:cs typeface="IBM Plex Sans" panose="020B0503050203000203" pitchFamily="34" charset="0"/>
              </a:rPr>
              <a:t>IBM Plex Sans Bold</a:t>
            </a:r>
          </a:p>
        </p:txBody>
      </p:sp>
      <p:cxnSp>
        <p:nvCxnSpPr>
          <p:cNvPr id="30" name="Straight Connector 29">
            <a:extLst>
              <a:ext uri="{FF2B5EF4-FFF2-40B4-BE49-F238E27FC236}">
                <a16:creationId xmlns:a16="http://schemas.microsoft.com/office/drawing/2014/main" id="{F8DF45DD-DE2F-4317-AA60-5C336615BFD7}"/>
              </a:ext>
            </a:extLst>
          </p:cNvPr>
          <p:cNvCxnSpPr>
            <a:cxnSpLocks/>
          </p:cNvCxnSpPr>
          <p:nvPr userDrawn="1"/>
        </p:nvCxnSpPr>
        <p:spPr>
          <a:xfrm>
            <a:off x="6922745" y="1543306"/>
            <a:ext cx="405943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EA684F7-C4A2-4255-BB8A-C949D3A6FA4B}"/>
              </a:ext>
            </a:extLst>
          </p:cNvPr>
          <p:cNvCxnSpPr>
            <a:cxnSpLocks/>
          </p:cNvCxnSpPr>
          <p:nvPr userDrawn="1"/>
        </p:nvCxnSpPr>
        <p:spPr>
          <a:xfrm>
            <a:off x="1349433" y="1543306"/>
            <a:ext cx="4059430" cy="0"/>
          </a:xfrm>
          <a:prstGeom prst="line">
            <a:avLst/>
          </a:prstGeom>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F985E7BE-B649-41A3-A8B3-5E3D753C4C2A}"/>
              </a:ext>
            </a:extLst>
          </p:cNvPr>
          <p:cNvSpPr/>
          <p:nvPr userDrawn="1"/>
        </p:nvSpPr>
        <p:spPr>
          <a:xfrm>
            <a:off x="1826490" y="1758937"/>
            <a:ext cx="144061" cy="13716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7A07298F-4439-4F4D-AB73-FA88B454B0FB}"/>
              </a:ext>
            </a:extLst>
          </p:cNvPr>
          <p:cNvSpPr/>
          <p:nvPr userDrawn="1"/>
        </p:nvSpPr>
        <p:spPr>
          <a:xfrm>
            <a:off x="465268" y="4270224"/>
            <a:ext cx="144061" cy="144061"/>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ate Placeholder 9">
            <a:extLst>
              <a:ext uri="{FF2B5EF4-FFF2-40B4-BE49-F238E27FC236}">
                <a16:creationId xmlns:a16="http://schemas.microsoft.com/office/drawing/2014/main" id="{3366F4ED-EB13-257E-4E03-FAD26D847971}"/>
              </a:ext>
            </a:extLst>
          </p:cNvPr>
          <p:cNvSpPr>
            <a:spLocks noGrp="1"/>
          </p:cNvSpPr>
          <p:nvPr>
            <p:ph type="dt" sz="half" idx="10"/>
          </p:nvPr>
        </p:nvSpPr>
        <p:spPr/>
        <p:txBody>
          <a:bodyPr/>
          <a:lstStyle/>
          <a:p>
            <a:fld id="{228D026D-C07B-48C8-8C2B-C561E4D51E16}" type="datetime1">
              <a:rPr lang="en-US" smtClean="0"/>
              <a:t>1/15/2025</a:t>
            </a:fld>
            <a:endParaRPr lang="en-US"/>
          </a:p>
        </p:txBody>
      </p:sp>
      <p:sp>
        <p:nvSpPr>
          <p:cNvPr id="13" name="Footer Placeholder 12">
            <a:extLst>
              <a:ext uri="{FF2B5EF4-FFF2-40B4-BE49-F238E27FC236}">
                <a16:creationId xmlns:a16="http://schemas.microsoft.com/office/drawing/2014/main" id="{5F1AF7AF-268F-C0F7-B4A8-180B3344D6E0}"/>
              </a:ext>
            </a:extLst>
          </p:cNvPr>
          <p:cNvSpPr>
            <a:spLocks noGrp="1"/>
          </p:cNvSpPr>
          <p:nvPr>
            <p:ph type="ftr" sz="quarter" idx="11"/>
          </p:nvPr>
        </p:nvSpPr>
        <p:spPr/>
        <p:txBody>
          <a:bodyPr/>
          <a:lstStyle/>
          <a:p>
            <a:r>
              <a:rPr lang="en-US"/>
              <a:t>CONFIDENTIAL</a:t>
            </a:r>
          </a:p>
        </p:txBody>
      </p:sp>
      <p:sp>
        <p:nvSpPr>
          <p:cNvPr id="19" name="Slide Number Placeholder 18">
            <a:extLst>
              <a:ext uri="{FF2B5EF4-FFF2-40B4-BE49-F238E27FC236}">
                <a16:creationId xmlns:a16="http://schemas.microsoft.com/office/drawing/2014/main" id="{2660270F-A946-D2E6-0422-2E94C4C0D98D}"/>
              </a:ext>
            </a:extLst>
          </p:cNvPr>
          <p:cNvSpPr>
            <a:spLocks noGrp="1"/>
          </p:cNvSpPr>
          <p:nvPr>
            <p:ph type="sldNum" sz="quarter" idx="12"/>
          </p:nvPr>
        </p:nvSpPr>
        <p:spPr/>
        <p:txBody>
          <a:bodyPr/>
          <a:lstStyle/>
          <a:p>
            <a:fld id="{4F90343F-D056-4E24-BE3D-A305BDC1A23E}" type="slidenum">
              <a:rPr lang="en-US" smtClean="0"/>
              <a:pPr/>
              <a:t>‹#›</a:t>
            </a:fld>
            <a:endParaRPr lang="en-US"/>
          </a:p>
        </p:txBody>
      </p:sp>
      <p:sp>
        <p:nvSpPr>
          <p:cNvPr id="3" name="Rectangle 2">
            <a:extLst>
              <a:ext uri="{FF2B5EF4-FFF2-40B4-BE49-F238E27FC236}">
                <a16:creationId xmlns:a16="http://schemas.microsoft.com/office/drawing/2014/main" id="{17BB8EB5-283F-3841-CB09-D1077136327F}"/>
              </a:ext>
            </a:extLst>
          </p:cNvPr>
          <p:cNvSpPr/>
          <p:nvPr userDrawn="1"/>
        </p:nvSpPr>
        <p:spPr>
          <a:xfrm>
            <a:off x="1826490" y="2201389"/>
            <a:ext cx="144061" cy="13716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A37EEB1-C672-3128-838F-F611CF9CE0B6}"/>
              </a:ext>
            </a:extLst>
          </p:cNvPr>
          <p:cNvSpPr/>
          <p:nvPr userDrawn="1"/>
        </p:nvSpPr>
        <p:spPr>
          <a:xfrm>
            <a:off x="1826490" y="2634008"/>
            <a:ext cx="144061" cy="13716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4D9ACE2-96B1-6DFD-8D0D-BF527C80FFFA}"/>
              </a:ext>
            </a:extLst>
          </p:cNvPr>
          <p:cNvSpPr/>
          <p:nvPr userDrawn="1"/>
        </p:nvSpPr>
        <p:spPr>
          <a:xfrm>
            <a:off x="1826490" y="3056795"/>
            <a:ext cx="144061" cy="13716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372681"/>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hem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8EF7E7FE-161C-1621-6150-3632C1A9CE7D}"/>
              </a:ext>
            </a:extLst>
          </p:cNvPr>
          <p:cNvGrpSpPr/>
          <p:nvPr userDrawn="1"/>
        </p:nvGrpSpPr>
        <p:grpSpPr>
          <a:xfrm>
            <a:off x="3035300" y="2171699"/>
            <a:ext cx="6120841" cy="1825149"/>
            <a:chOff x="11074630" y="5946246"/>
            <a:chExt cx="911089" cy="271674"/>
          </a:xfrm>
        </p:grpSpPr>
        <p:sp>
          <p:nvSpPr>
            <p:cNvPr id="9" name="Freeform: Shape 8">
              <a:extLst>
                <a:ext uri="{FF2B5EF4-FFF2-40B4-BE49-F238E27FC236}">
                  <a16:creationId xmlns:a16="http://schemas.microsoft.com/office/drawing/2014/main" id="{9FF9BA49-6480-3B28-769B-38A4F05CEB71}"/>
                </a:ext>
              </a:extLst>
            </p:cNvPr>
            <p:cNvSpPr/>
            <p:nvPr/>
          </p:nvSpPr>
          <p:spPr>
            <a:xfrm>
              <a:off x="11074630" y="5946246"/>
              <a:ext cx="32607" cy="266264"/>
            </a:xfrm>
            <a:custGeom>
              <a:avLst/>
              <a:gdLst>
                <a:gd name="connsiteX0" fmla="*/ 0 w 212407"/>
                <a:gd name="connsiteY0" fmla="*/ 4763 h 1734502"/>
                <a:gd name="connsiteX1" fmla="*/ 60007 w 212407"/>
                <a:gd name="connsiteY1" fmla="*/ 0 h 1734502"/>
                <a:gd name="connsiteX2" fmla="*/ 172402 w 212407"/>
                <a:gd name="connsiteY2" fmla="*/ 40005 h 1734502"/>
                <a:gd name="connsiteX3" fmla="*/ 212407 w 212407"/>
                <a:gd name="connsiteY3" fmla="*/ 152400 h 1734502"/>
                <a:gd name="connsiteX4" fmla="*/ 212407 w 212407"/>
                <a:gd name="connsiteY4" fmla="*/ 1734502 h 1734502"/>
                <a:gd name="connsiteX5" fmla="*/ 0 w 212407"/>
                <a:gd name="connsiteY5" fmla="*/ 1734502 h 1734502"/>
                <a:gd name="connsiteX6" fmla="*/ 0 w 212407"/>
                <a:gd name="connsiteY6" fmla="*/ 4763 h 1734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407" h="1734502">
                  <a:moveTo>
                    <a:pt x="0" y="4763"/>
                  </a:moveTo>
                  <a:cubicBezTo>
                    <a:pt x="25717" y="1905"/>
                    <a:pt x="45720" y="0"/>
                    <a:pt x="60007" y="0"/>
                  </a:cubicBezTo>
                  <a:cubicBezTo>
                    <a:pt x="108585" y="0"/>
                    <a:pt x="145732" y="13335"/>
                    <a:pt x="172402" y="40005"/>
                  </a:cubicBezTo>
                  <a:cubicBezTo>
                    <a:pt x="199072" y="66675"/>
                    <a:pt x="212407" y="103823"/>
                    <a:pt x="212407" y="152400"/>
                  </a:cubicBezTo>
                  <a:lnTo>
                    <a:pt x="212407" y="1734502"/>
                  </a:lnTo>
                  <a:lnTo>
                    <a:pt x="0" y="1734502"/>
                  </a:lnTo>
                  <a:lnTo>
                    <a:pt x="0" y="4763"/>
                  </a:lnTo>
                  <a:close/>
                </a:path>
              </a:pathLst>
            </a:custGeom>
            <a:solidFill>
              <a:srgbClr val="743DBC"/>
            </a:solid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E7CBCA5-3183-D716-0C70-808826A7A8F5}"/>
                </a:ext>
              </a:extLst>
            </p:cNvPr>
            <p:cNvSpPr/>
            <p:nvPr/>
          </p:nvSpPr>
          <p:spPr>
            <a:xfrm>
              <a:off x="11141306" y="6033977"/>
              <a:ext cx="146657" cy="178240"/>
            </a:xfrm>
            <a:custGeom>
              <a:avLst/>
              <a:gdLst>
                <a:gd name="connsiteX0" fmla="*/ 0 w 955357"/>
                <a:gd name="connsiteY0" fmla="*/ 21908 h 1161097"/>
                <a:gd name="connsiteX1" fmla="*/ 40958 w 955357"/>
                <a:gd name="connsiteY1" fmla="*/ 19050 h 1161097"/>
                <a:gd name="connsiteX2" fmla="*/ 147638 w 955357"/>
                <a:gd name="connsiteY2" fmla="*/ 50483 h 1161097"/>
                <a:gd name="connsiteX3" fmla="*/ 196215 w 955357"/>
                <a:gd name="connsiteY3" fmla="*/ 141923 h 1161097"/>
                <a:gd name="connsiteX4" fmla="*/ 361950 w 955357"/>
                <a:gd name="connsiteY4" fmla="*/ 37148 h 1161097"/>
                <a:gd name="connsiteX5" fmla="*/ 573405 w 955357"/>
                <a:gd name="connsiteY5" fmla="*/ 0 h 1161097"/>
                <a:gd name="connsiteX6" fmla="*/ 813435 w 955357"/>
                <a:gd name="connsiteY6" fmla="*/ 64770 h 1161097"/>
                <a:gd name="connsiteX7" fmla="*/ 938213 w 955357"/>
                <a:gd name="connsiteY7" fmla="*/ 253365 h 1161097"/>
                <a:gd name="connsiteX8" fmla="*/ 955358 w 955357"/>
                <a:gd name="connsiteY8" fmla="*/ 475298 h 1161097"/>
                <a:gd name="connsiteX9" fmla="*/ 955358 w 955357"/>
                <a:gd name="connsiteY9" fmla="*/ 1161098 h 1161097"/>
                <a:gd name="connsiteX10" fmla="*/ 750570 w 955357"/>
                <a:gd name="connsiteY10" fmla="*/ 1161098 h 1161097"/>
                <a:gd name="connsiteX11" fmla="*/ 750570 w 955357"/>
                <a:gd name="connsiteY11" fmla="*/ 483870 h 1161097"/>
                <a:gd name="connsiteX12" fmla="*/ 736283 w 955357"/>
                <a:gd name="connsiteY12" fmla="*/ 317183 h 1161097"/>
                <a:gd name="connsiteX13" fmla="*/ 661035 w 955357"/>
                <a:gd name="connsiteY13" fmla="*/ 218123 h 1161097"/>
                <a:gd name="connsiteX14" fmla="*/ 508635 w 955357"/>
                <a:gd name="connsiteY14" fmla="*/ 186690 h 1161097"/>
                <a:gd name="connsiteX15" fmla="*/ 353378 w 955357"/>
                <a:gd name="connsiteY15" fmla="*/ 210503 h 1161097"/>
                <a:gd name="connsiteX16" fmla="*/ 245745 w 955357"/>
                <a:gd name="connsiteY16" fmla="*/ 274320 h 1161097"/>
                <a:gd name="connsiteX17" fmla="*/ 206692 w 955357"/>
                <a:gd name="connsiteY17" fmla="*/ 357188 h 1161097"/>
                <a:gd name="connsiteX18" fmla="*/ 206692 w 955357"/>
                <a:gd name="connsiteY18" fmla="*/ 1161098 h 1161097"/>
                <a:gd name="connsiteX19" fmla="*/ 1905 w 955357"/>
                <a:gd name="connsiteY19" fmla="*/ 1161098 h 1161097"/>
                <a:gd name="connsiteX20" fmla="*/ 1905 w 955357"/>
                <a:gd name="connsiteY20" fmla="*/ 21908 h 1161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55357" h="1161097">
                  <a:moveTo>
                    <a:pt x="0" y="21908"/>
                  </a:moveTo>
                  <a:cubicBezTo>
                    <a:pt x="14288" y="20003"/>
                    <a:pt x="28575" y="19050"/>
                    <a:pt x="40958" y="19050"/>
                  </a:cubicBezTo>
                  <a:cubicBezTo>
                    <a:pt x="84773" y="19050"/>
                    <a:pt x="120015" y="29528"/>
                    <a:pt x="147638" y="50483"/>
                  </a:cubicBezTo>
                  <a:cubicBezTo>
                    <a:pt x="175260" y="71438"/>
                    <a:pt x="191453" y="101917"/>
                    <a:pt x="196215" y="141923"/>
                  </a:cubicBezTo>
                  <a:cubicBezTo>
                    <a:pt x="240983" y="97155"/>
                    <a:pt x="296228" y="61913"/>
                    <a:pt x="361950" y="37148"/>
                  </a:cubicBezTo>
                  <a:cubicBezTo>
                    <a:pt x="426720" y="12383"/>
                    <a:pt x="497205" y="0"/>
                    <a:pt x="573405" y="0"/>
                  </a:cubicBezTo>
                  <a:cubicBezTo>
                    <a:pt x="671513" y="0"/>
                    <a:pt x="751523" y="21908"/>
                    <a:pt x="813435" y="64770"/>
                  </a:cubicBezTo>
                  <a:cubicBezTo>
                    <a:pt x="875348" y="108585"/>
                    <a:pt x="917258" y="171450"/>
                    <a:pt x="938213" y="253365"/>
                  </a:cubicBezTo>
                  <a:cubicBezTo>
                    <a:pt x="949643" y="297180"/>
                    <a:pt x="955358" y="370523"/>
                    <a:pt x="955358" y="475298"/>
                  </a:cubicBezTo>
                  <a:lnTo>
                    <a:pt x="955358" y="1161098"/>
                  </a:lnTo>
                  <a:lnTo>
                    <a:pt x="750570" y="1161098"/>
                  </a:lnTo>
                  <a:lnTo>
                    <a:pt x="750570" y="483870"/>
                  </a:lnTo>
                  <a:cubicBezTo>
                    <a:pt x="750570" y="404813"/>
                    <a:pt x="745808" y="349567"/>
                    <a:pt x="736283" y="317183"/>
                  </a:cubicBezTo>
                  <a:cubicBezTo>
                    <a:pt x="722948" y="272415"/>
                    <a:pt x="698183" y="239078"/>
                    <a:pt x="661035" y="218123"/>
                  </a:cubicBezTo>
                  <a:cubicBezTo>
                    <a:pt x="623888" y="197167"/>
                    <a:pt x="573405" y="186690"/>
                    <a:pt x="508635" y="186690"/>
                  </a:cubicBezTo>
                  <a:cubicBezTo>
                    <a:pt x="450533" y="186690"/>
                    <a:pt x="399098" y="194310"/>
                    <a:pt x="353378" y="210503"/>
                  </a:cubicBezTo>
                  <a:cubicBezTo>
                    <a:pt x="307658" y="226695"/>
                    <a:pt x="271463" y="247650"/>
                    <a:pt x="245745" y="274320"/>
                  </a:cubicBezTo>
                  <a:cubicBezTo>
                    <a:pt x="220028" y="300990"/>
                    <a:pt x="206692" y="328613"/>
                    <a:pt x="206692" y="357188"/>
                  </a:cubicBezTo>
                  <a:lnTo>
                    <a:pt x="206692" y="1161098"/>
                  </a:lnTo>
                  <a:lnTo>
                    <a:pt x="1905" y="1161098"/>
                  </a:lnTo>
                  <a:lnTo>
                    <a:pt x="1905" y="21908"/>
                  </a:lnTo>
                  <a:close/>
                </a:path>
              </a:pathLst>
            </a:custGeom>
            <a:solidFill>
              <a:srgbClr val="743DBC"/>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17CC162-0CDA-B675-8D14-BCF0C26475FE}"/>
                </a:ext>
              </a:extLst>
            </p:cNvPr>
            <p:cNvSpPr/>
            <p:nvPr/>
          </p:nvSpPr>
          <p:spPr>
            <a:xfrm>
              <a:off x="11314282" y="6033831"/>
              <a:ext cx="125309" cy="183504"/>
            </a:xfrm>
            <a:custGeom>
              <a:avLst/>
              <a:gdLst>
                <a:gd name="connsiteX0" fmla="*/ 708660 w 816292"/>
                <a:gd name="connsiteY0" fmla="*/ 293370 h 1195387"/>
                <a:gd name="connsiteX1" fmla="*/ 582930 w 816292"/>
                <a:gd name="connsiteY1" fmla="*/ 202882 h 1195387"/>
                <a:gd name="connsiteX2" fmla="*/ 421005 w 816292"/>
                <a:gd name="connsiteY2" fmla="*/ 167640 h 1195387"/>
                <a:gd name="connsiteX3" fmla="*/ 263843 w 816292"/>
                <a:gd name="connsiteY3" fmla="*/ 204788 h 1195387"/>
                <a:gd name="connsiteX4" fmla="*/ 205740 w 816292"/>
                <a:gd name="connsiteY4" fmla="*/ 312420 h 1195387"/>
                <a:gd name="connsiteX5" fmla="*/ 226695 w 816292"/>
                <a:gd name="connsiteY5" fmla="*/ 381000 h 1195387"/>
                <a:gd name="connsiteX6" fmla="*/ 295275 w 816292"/>
                <a:gd name="connsiteY6" fmla="*/ 434340 h 1195387"/>
                <a:gd name="connsiteX7" fmla="*/ 444818 w 816292"/>
                <a:gd name="connsiteY7" fmla="*/ 481013 h 1195387"/>
                <a:gd name="connsiteX8" fmla="*/ 662940 w 816292"/>
                <a:gd name="connsiteY8" fmla="*/ 561022 h 1195387"/>
                <a:gd name="connsiteX9" fmla="*/ 779145 w 816292"/>
                <a:gd name="connsiteY9" fmla="*/ 675322 h 1195387"/>
                <a:gd name="connsiteX10" fmla="*/ 816293 w 816292"/>
                <a:gd name="connsiteY10" fmla="*/ 838200 h 1195387"/>
                <a:gd name="connsiteX11" fmla="*/ 693420 w 816292"/>
                <a:gd name="connsiteY11" fmla="*/ 1097280 h 1195387"/>
                <a:gd name="connsiteX12" fmla="*/ 374332 w 816292"/>
                <a:gd name="connsiteY12" fmla="*/ 1195388 h 1195387"/>
                <a:gd name="connsiteX13" fmla="*/ 108585 w 816292"/>
                <a:gd name="connsiteY13" fmla="*/ 1149667 h 1195387"/>
                <a:gd name="connsiteX14" fmla="*/ 0 w 816292"/>
                <a:gd name="connsiteY14" fmla="*/ 1048703 h 1195387"/>
                <a:gd name="connsiteX15" fmla="*/ 12382 w 816292"/>
                <a:gd name="connsiteY15" fmla="*/ 994410 h 1195387"/>
                <a:gd name="connsiteX16" fmla="*/ 60960 w 816292"/>
                <a:gd name="connsiteY16" fmla="*/ 905828 h 1195387"/>
                <a:gd name="connsiteX17" fmla="*/ 213360 w 816292"/>
                <a:gd name="connsiteY17" fmla="*/ 996315 h 1195387"/>
                <a:gd name="connsiteX18" fmla="*/ 381953 w 816292"/>
                <a:gd name="connsiteY18" fmla="*/ 1028700 h 1195387"/>
                <a:gd name="connsiteX19" fmla="*/ 553403 w 816292"/>
                <a:gd name="connsiteY19" fmla="*/ 983932 h 1195387"/>
                <a:gd name="connsiteX20" fmla="*/ 613410 w 816292"/>
                <a:gd name="connsiteY20" fmla="*/ 854392 h 1195387"/>
                <a:gd name="connsiteX21" fmla="*/ 560070 w 816292"/>
                <a:gd name="connsiteY21" fmla="*/ 735330 h 1195387"/>
                <a:gd name="connsiteX22" fmla="*/ 361950 w 816292"/>
                <a:gd name="connsiteY22" fmla="*/ 659130 h 1195387"/>
                <a:gd name="connsiteX23" fmla="*/ 87630 w 816292"/>
                <a:gd name="connsiteY23" fmla="*/ 537210 h 1195387"/>
                <a:gd name="connsiteX24" fmla="*/ 4763 w 816292"/>
                <a:gd name="connsiteY24" fmla="*/ 323850 h 1195387"/>
                <a:gd name="connsiteX25" fmla="*/ 120968 w 816292"/>
                <a:gd name="connsiteY25" fmla="*/ 88582 h 1195387"/>
                <a:gd name="connsiteX26" fmla="*/ 415290 w 816292"/>
                <a:gd name="connsiteY26" fmla="*/ 0 h 1195387"/>
                <a:gd name="connsiteX27" fmla="*/ 579120 w 816292"/>
                <a:gd name="connsiteY27" fmla="*/ 18097 h 1195387"/>
                <a:gd name="connsiteX28" fmla="*/ 704850 w 816292"/>
                <a:gd name="connsiteY28" fmla="*/ 64770 h 1195387"/>
                <a:gd name="connsiteX29" fmla="*/ 786765 w 816292"/>
                <a:gd name="connsiteY29" fmla="*/ 159067 h 1195387"/>
                <a:gd name="connsiteX30" fmla="*/ 741045 w 816292"/>
                <a:gd name="connsiteY30" fmla="*/ 289560 h 1195387"/>
                <a:gd name="connsiteX31" fmla="*/ 708660 w 816292"/>
                <a:gd name="connsiteY31" fmla="*/ 293370 h 1195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16292" h="1195387">
                  <a:moveTo>
                    <a:pt x="708660" y="293370"/>
                  </a:moveTo>
                  <a:cubicBezTo>
                    <a:pt x="678180" y="256222"/>
                    <a:pt x="636270" y="225742"/>
                    <a:pt x="582930" y="202882"/>
                  </a:cubicBezTo>
                  <a:cubicBezTo>
                    <a:pt x="529590" y="180022"/>
                    <a:pt x="476250" y="167640"/>
                    <a:pt x="421005" y="167640"/>
                  </a:cubicBezTo>
                  <a:cubicBezTo>
                    <a:pt x="355282" y="167640"/>
                    <a:pt x="302895" y="180022"/>
                    <a:pt x="263843" y="204788"/>
                  </a:cubicBezTo>
                  <a:cubicBezTo>
                    <a:pt x="224790" y="229552"/>
                    <a:pt x="205740" y="265747"/>
                    <a:pt x="205740" y="312420"/>
                  </a:cubicBezTo>
                  <a:cubicBezTo>
                    <a:pt x="205740" y="338138"/>
                    <a:pt x="212407" y="360997"/>
                    <a:pt x="226695" y="381000"/>
                  </a:cubicBezTo>
                  <a:cubicBezTo>
                    <a:pt x="240030" y="401003"/>
                    <a:pt x="262890" y="419100"/>
                    <a:pt x="295275" y="434340"/>
                  </a:cubicBezTo>
                  <a:cubicBezTo>
                    <a:pt x="327660" y="449580"/>
                    <a:pt x="377190" y="465772"/>
                    <a:pt x="444818" y="481013"/>
                  </a:cubicBezTo>
                  <a:cubicBezTo>
                    <a:pt x="538163" y="503872"/>
                    <a:pt x="610553" y="530542"/>
                    <a:pt x="662940" y="561022"/>
                  </a:cubicBezTo>
                  <a:cubicBezTo>
                    <a:pt x="715328" y="591503"/>
                    <a:pt x="753428" y="629603"/>
                    <a:pt x="779145" y="675322"/>
                  </a:cubicBezTo>
                  <a:cubicBezTo>
                    <a:pt x="803910" y="721042"/>
                    <a:pt x="816293" y="775335"/>
                    <a:pt x="816293" y="838200"/>
                  </a:cubicBezTo>
                  <a:cubicBezTo>
                    <a:pt x="816293" y="945832"/>
                    <a:pt x="775335" y="1032510"/>
                    <a:pt x="693420" y="1097280"/>
                  </a:cubicBezTo>
                  <a:cubicBezTo>
                    <a:pt x="611505" y="1162050"/>
                    <a:pt x="504825" y="1195388"/>
                    <a:pt x="374332" y="1195388"/>
                  </a:cubicBezTo>
                  <a:cubicBezTo>
                    <a:pt x="266700" y="1195388"/>
                    <a:pt x="178118" y="1180148"/>
                    <a:pt x="108585" y="1149667"/>
                  </a:cubicBezTo>
                  <a:cubicBezTo>
                    <a:pt x="36195" y="1121092"/>
                    <a:pt x="0" y="1086803"/>
                    <a:pt x="0" y="1048703"/>
                  </a:cubicBezTo>
                  <a:cubicBezTo>
                    <a:pt x="0" y="1032510"/>
                    <a:pt x="3810" y="1014413"/>
                    <a:pt x="12382" y="994410"/>
                  </a:cubicBezTo>
                  <a:cubicBezTo>
                    <a:pt x="20003" y="974407"/>
                    <a:pt x="36195" y="944880"/>
                    <a:pt x="60960" y="905828"/>
                  </a:cubicBezTo>
                  <a:cubicBezTo>
                    <a:pt x="105728" y="944880"/>
                    <a:pt x="157163" y="974407"/>
                    <a:pt x="213360" y="996315"/>
                  </a:cubicBezTo>
                  <a:cubicBezTo>
                    <a:pt x="269557" y="1018222"/>
                    <a:pt x="325755" y="1028700"/>
                    <a:pt x="381953" y="1028700"/>
                  </a:cubicBezTo>
                  <a:cubicBezTo>
                    <a:pt x="456247" y="1028700"/>
                    <a:pt x="513397" y="1013460"/>
                    <a:pt x="553403" y="983932"/>
                  </a:cubicBezTo>
                  <a:cubicBezTo>
                    <a:pt x="593407" y="954405"/>
                    <a:pt x="613410" y="911542"/>
                    <a:pt x="613410" y="854392"/>
                  </a:cubicBezTo>
                  <a:cubicBezTo>
                    <a:pt x="613410" y="804863"/>
                    <a:pt x="595313" y="764857"/>
                    <a:pt x="560070" y="735330"/>
                  </a:cubicBezTo>
                  <a:cubicBezTo>
                    <a:pt x="524828" y="705803"/>
                    <a:pt x="459105" y="680085"/>
                    <a:pt x="361950" y="659130"/>
                  </a:cubicBezTo>
                  <a:cubicBezTo>
                    <a:pt x="235268" y="631507"/>
                    <a:pt x="143828" y="591503"/>
                    <a:pt x="87630" y="537210"/>
                  </a:cubicBezTo>
                  <a:cubicBezTo>
                    <a:pt x="32385" y="482917"/>
                    <a:pt x="4763" y="412432"/>
                    <a:pt x="4763" y="323850"/>
                  </a:cubicBezTo>
                  <a:cubicBezTo>
                    <a:pt x="4763" y="225742"/>
                    <a:pt x="43815" y="147638"/>
                    <a:pt x="120968" y="88582"/>
                  </a:cubicBezTo>
                  <a:cubicBezTo>
                    <a:pt x="198120" y="29527"/>
                    <a:pt x="296228" y="0"/>
                    <a:pt x="415290" y="0"/>
                  </a:cubicBezTo>
                  <a:cubicBezTo>
                    <a:pt x="473393" y="0"/>
                    <a:pt x="527685" y="5715"/>
                    <a:pt x="579120" y="18097"/>
                  </a:cubicBezTo>
                  <a:cubicBezTo>
                    <a:pt x="630555" y="30480"/>
                    <a:pt x="672465" y="45720"/>
                    <a:pt x="704850" y="64770"/>
                  </a:cubicBezTo>
                  <a:cubicBezTo>
                    <a:pt x="759143" y="95250"/>
                    <a:pt x="786765" y="126682"/>
                    <a:pt x="786765" y="159067"/>
                  </a:cubicBezTo>
                  <a:cubicBezTo>
                    <a:pt x="786765" y="192405"/>
                    <a:pt x="771525" y="236220"/>
                    <a:pt x="741045" y="289560"/>
                  </a:cubicBezTo>
                  <a:lnTo>
                    <a:pt x="708660" y="293370"/>
                  </a:lnTo>
                  <a:close/>
                </a:path>
              </a:pathLst>
            </a:custGeom>
            <a:solidFill>
              <a:srgbClr val="743DBC"/>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F17E801-6DED-3E1B-FE8E-9E34E980B2A9}"/>
                </a:ext>
              </a:extLst>
            </p:cNvPr>
            <p:cNvSpPr/>
            <p:nvPr/>
          </p:nvSpPr>
          <p:spPr>
            <a:xfrm>
              <a:off x="11466789" y="6035878"/>
              <a:ext cx="145780" cy="182042"/>
            </a:xfrm>
            <a:custGeom>
              <a:avLst/>
              <a:gdLst>
                <a:gd name="connsiteX0" fmla="*/ 0 w 949642"/>
                <a:gd name="connsiteY0" fmla="*/ 2858 h 1185862"/>
                <a:gd name="connsiteX1" fmla="*/ 43815 w 949642"/>
                <a:gd name="connsiteY1" fmla="*/ 0 h 1185862"/>
                <a:gd name="connsiteX2" fmla="*/ 205740 w 949642"/>
                <a:gd name="connsiteY2" fmla="*/ 163830 h 1185862"/>
                <a:gd name="connsiteX3" fmla="*/ 205740 w 949642"/>
                <a:gd name="connsiteY3" fmla="*/ 726757 h 1185862"/>
                <a:gd name="connsiteX4" fmla="*/ 220028 w 949642"/>
                <a:gd name="connsiteY4" fmla="*/ 883920 h 1185862"/>
                <a:gd name="connsiteX5" fmla="*/ 273368 w 949642"/>
                <a:gd name="connsiteY5" fmla="*/ 961072 h 1185862"/>
                <a:gd name="connsiteX6" fmla="*/ 346710 w 949642"/>
                <a:gd name="connsiteY6" fmla="*/ 996315 h 1185862"/>
                <a:gd name="connsiteX7" fmla="*/ 449580 w 949642"/>
                <a:gd name="connsiteY7" fmla="*/ 1006793 h 1185862"/>
                <a:gd name="connsiteX8" fmla="*/ 595313 w 949642"/>
                <a:gd name="connsiteY8" fmla="*/ 979170 h 1185862"/>
                <a:gd name="connsiteX9" fmla="*/ 702945 w 949642"/>
                <a:gd name="connsiteY9" fmla="*/ 910590 h 1185862"/>
                <a:gd name="connsiteX10" fmla="*/ 743903 w 949642"/>
                <a:gd name="connsiteY10" fmla="*/ 833438 h 1185862"/>
                <a:gd name="connsiteX11" fmla="*/ 743903 w 949642"/>
                <a:gd name="connsiteY11" fmla="*/ 2858 h 1185862"/>
                <a:gd name="connsiteX12" fmla="*/ 787718 w 949642"/>
                <a:gd name="connsiteY12" fmla="*/ 0 h 1185862"/>
                <a:gd name="connsiteX13" fmla="*/ 949643 w 949642"/>
                <a:gd name="connsiteY13" fmla="*/ 163830 h 1185862"/>
                <a:gd name="connsiteX14" fmla="*/ 949643 w 949642"/>
                <a:gd name="connsiteY14" fmla="*/ 1148715 h 1185862"/>
                <a:gd name="connsiteX15" fmla="*/ 744855 w 949642"/>
                <a:gd name="connsiteY15" fmla="*/ 1148715 h 1185862"/>
                <a:gd name="connsiteX16" fmla="*/ 744855 w 949642"/>
                <a:gd name="connsiteY16" fmla="*/ 1042988 h 1185862"/>
                <a:gd name="connsiteX17" fmla="*/ 384810 w 949642"/>
                <a:gd name="connsiteY17" fmla="*/ 1185863 h 1185862"/>
                <a:gd name="connsiteX18" fmla="*/ 214313 w 949642"/>
                <a:gd name="connsiteY18" fmla="*/ 1162050 h 1185862"/>
                <a:gd name="connsiteX19" fmla="*/ 93345 w 949642"/>
                <a:gd name="connsiteY19" fmla="*/ 1088707 h 1185862"/>
                <a:gd name="connsiteX20" fmla="*/ 22860 w 949642"/>
                <a:gd name="connsiteY20" fmla="*/ 961072 h 1185862"/>
                <a:gd name="connsiteX21" fmla="*/ 0 w 949642"/>
                <a:gd name="connsiteY21" fmla="*/ 727710 h 1185862"/>
                <a:gd name="connsiteX22" fmla="*/ 0 w 949642"/>
                <a:gd name="connsiteY22" fmla="*/ 2858 h 1185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9642" h="1185862">
                  <a:moveTo>
                    <a:pt x="0" y="2858"/>
                  </a:moveTo>
                  <a:cubicBezTo>
                    <a:pt x="14288" y="953"/>
                    <a:pt x="28575" y="0"/>
                    <a:pt x="43815" y="0"/>
                  </a:cubicBezTo>
                  <a:cubicBezTo>
                    <a:pt x="151448" y="0"/>
                    <a:pt x="205740" y="54292"/>
                    <a:pt x="205740" y="163830"/>
                  </a:cubicBezTo>
                  <a:lnTo>
                    <a:pt x="205740" y="726757"/>
                  </a:lnTo>
                  <a:cubicBezTo>
                    <a:pt x="205740" y="797243"/>
                    <a:pt x="210503" y="849630"/>
                    <a:pt x="220028" y="883920"/>
                  </a:cubicBezTo>
                  <a:cubicBezTo>
                    <a:pt x="229553" y="917257"/>
                    <a:pt x="247650" y="943928"/>
                    <a:pt x="273368" y="961072"/>
                  </a:cubicBezTo>
                  <a:cubicBezTo>
                    <a:pt x="296228" y="977265"/>
                    <a:pt x="320040" y="988695"/>
                    <a:pt x="346710" y="996315"/>
                  </a:cubicBezTo>
                  <a:cubicBezTo>
                    <a:pt x="373380" y="1003935"/>
                    <a:pt x="407670" y="1006793"/>
                    <a:pt x="449580" y="1006793"/>
                  </a:cubicBezTo>
                  <a:cubicBezTo>
                    <a:pt x="502920" y="1006793"/>
                    <a:pt x="551498" y="997268"/>
                    <a:pt x="595313" y="979170"/>
                  </a:cubicBezTo>
                  <a:cubicBezTo>
                    <a:pt x="639128" y="961072"/>
                    <a:pt x="675323" y="937260"/>
                    <a:pt x="702945" y="910590"/>
                  </a:cubicBezTo>
                  <a:cubicBezTo>
                    <a:pt x="730568" y="882968"/>
                    <a:pt x="743903" y="857250"/>
                    <a:pt x="743903" y="833438"/>
                  </a:cubicBezTo>
                  <a:lnTo>
                    <a:pt x="743903" y="2858"/>
                  </a:lnTo>
                  <a:cubicBezTo>
                    <a:pt x="758190" y="953"/>
                    <a:pt x="772478" y="0"/>
                    <a:pt x="787718" y="0"/>
                  </a:cubicBezTo>
                  <a:cubicBezTo>
                    <a:pt x="895350" y="0"/>
                    <a:pt x="949643" y="54292"/>
                    <a:pt x="949643" y="163830"/>
                  </a:cubicBezTo>
                  <a:lnTo>
                    <a:pt x="949643" y="1148715"/>
                  </a:lnTo>
                  <a:lnTo>
                    <a:pt x="744855" y="1148715"/>
                  </a:lnTo>
                  <a:lnTo>
                    <a:pt x="744855" y="1042988"/>
                  </a:lnTo>
                  <a:cubicBezTo>
                    <a:pt x="662940" y="1138238"/>
                    <a:pt x="542925" y="1185863"/>
                    <a:pt x="384810" y="1185863"/>
                  </a:cubicBezTo>
                  <a:cubicBezTo>
                    <a:pt x="320040" y="1185863"/>
                    <a:pt x="263843" y="1178243"/>
                    <a:pt x="214313" y="1162050"/>
                  </a:cubicBezTo>
                  <a:cubicBezTo>
                    <a:pt x="164783" y="1145857"/>
                    <a:pt x="124778" y="1121093"/>
                    <a:pt x="93345" y="1088707"/>
                  </a:cubicBezTo>
                  <a:cubicBezTo>
                    <a:pt x="61913" y="1055370"/>
                    <a:pt x="39053" y="1013460"/>
                    <a:pt x="22860" y="961072"/>
                  </a:cubicBezTo>
                  <a:cubicBezTo>
                    <a:pt x="7620" y="908685"/>
                    <a:pt x="0" y="831532"/>
                    <a:pt x="0" y="727710"/>
                  </a:cubicBezTo>
                  <a:lnTo>
                    <a:pt x="0" y="2858"/>
                  </a:lnTo>
                  <a:close/>
                </a:path>
              </a:pathLst>
            </a:custGeom>
            <a:solidFill>
              <a:srgbClr val="743DBC"/>
            </a:solid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5518CEB9-5C35-B9BB-E050-764B8E1EEAD7}"/>
                </a:ext>
              </a:extLst>
            </p:cNvPr>
            <p:cNvSpPr/>
            <p:nvPr/>
          </p:nvSpPr>
          <p:spPr>
            <a:xfrm>
              <a:off x="11644737" y="5963354"/>
              <a:ext cx="49422" cy="251057"/>
            </a:xfrm>
            <a:custGeom>
              <a:avLst/>
              <a:gdLst>
                <a:gd name="connsiteX0" fmla="*/ 0 w 321944"/>
                <a:gd name="connsiteY0" fmla="*/ 2858 h 1635442"/>
                <a:gd name="connsiteX1" fmla="*/ 43815 w 321944"/>
                <a:gd name="connsiteY1" fmla="*/ 0 h 1635442"/>
                <a:gd name="connsiteX2" fmla="*/ 205740 w 321944"/>
                <a:gd name="connsiteY2" fmla="*/ 163830 h 1635442"/>
                <a:gd name="connsiteX3" fmla="*/ 205740 w 321944"/>
                <a:gd name="connsiteY3" fmla="*/ 1394460 h 1635442"/>
                <a:gd name="connsiteX4" fmla="*/ 215265 w 321944"/>
                <a:gd name="connsiteY4" fmla="*/ 1485900 h 1635442"/>
                <a:gd name="connsiteX5" fmla="*/ 249555 w 321944"/>
                <a:gd name="connsiteY5" fmla="*/ 1521143 h 1635442"/>
                <a:gd name="connsiteX6" fmla="*/ 321945 w 321944"/>
                <a:gd name="connsiteY6" fmla="*/ 1531620 h 1635442"/>
                <a:gd name="connsiteX7" fmla="*/ 321945 w 321944"/>
                <a:gd name="connsiteY7" fmla="*/ 1618298 h 1635442"/>
                <a:gd name="connsiteX8" fmla="*/ 189548 w 321944"/>
                <a:gd name="connsiteY8" fmla="*/ 1635443 h 1635442"/>
                <a:gd name="connsiteX9" fmla="*/ 82868 w 321944"/>
                <a:gd name="connsiteY9" fmla="*/ 1613535 h 1635442"/>
                <a:gd name="connsiteX10" fmla="*/ 20955 w 321944"/>
                <a:gd name="connsiteY10" fmla="*/ 1544955 h 1635442"/>
                <a:gd name="connsiteX11" fmla="*/ 0 w 321944"/>
                <a:gd name="connsiteY11" fmla="*/ 1386840 h 1635442"/>
                <a:gd name="connsiteX12" fmla="*/ 0 w 321944"/>
                <a:gd name="connsiteY12" fmla="*/ 2858 h 16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1944" h="1635442">
                  <a:moveTo>
                    <a:pt x="0" y="2858"/>
                  </a:moveTo>
                  <a:cubicBezTo>
                    <a:pt x="14288" y="953"/>
                    <a:pt x="28575" y="0"/>
                    <a:pt x="43815" y="0"/>
                  </a:cubicBezTo>
                  <a:cubicBezTo>
                    <a:pt x="151448" y="0"/>
                    <a:pt x="205740" y="54293"/>
                    <a:pt x="205740" y="163830"/>
                  </a:cubicBezTo>
                  <a:lnTo>
                    <a:pt x="205740" y="1394460"/>
                  </a:lnTo>
                  <a:cubicBezTo>
                    <a:pt x="205740" y="1439228"/>
                    <a:pt x="208598" y="1469708"/>
                    <a:pt x="215265" y="1485900"/>
                  </a:cubicBezTo>
                  <a:cubicBezTo>
                    <a:pt x="221932" y="1502093"/>
                    <a:pt x="233363" y="1513523"/>
                    <a:pt x="249555" y="1521143"/>
                  </a:cubicBezTo>
                  <a:cubicBezTo>
                    <a:pt x="265748" y="1528763"/>
                    <a:pt x="289560" y="1531620"/>
                    <a:pt x="321945" y="1531620"/>
                  </a:cubicBezTo>
                  <a:lnTo>
                    <a:pt x="321945" y="1618298"/>
                  </a:lnTo>
                  <a:cubicBezTo>
                    <a:pt x="288607" y="1629728"/>
                    <a:pt x="243840" y="1635443"/>
                    <a:pt x="189548" y="1635443"/>
                  </a:cubicBezTo>
                  <a:cubicBezTo>
                    <a:pt x="145732" y="1635443"/>
                    <a:pt x="110490" y="1627823"/>
                    <a:pt x="82868" y="1613535"/>
                  </a:cubicBezTo>
                  <a:cubicBezTo>
                    <a:pt x="55245" y="1599248"/>
                    <a:pt x="35243" y="1576388"/>
                    <a:pt x="20955" y="1544955"/>
                  </a:cubicBezTo>
                  <a:cubicBezTo>
                    <a:pt x="7620" y="1513523"/>
                    <a:pt x="0" y="1461135"/>
                    <a:pt x="0" y="1386840"/>
                  </a:cubicBezTo>
                  <a:lnTo>
                    <a:pt x="0" y="2858"/>
                  </a:lnTo>
                  <a:close/>
                </a:path>
              </a:pathLst>
            </a:custGeom>
            <a:solidFill>
              <a:srgbClr val="743DBC"/>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3551EC86-42A7-0BD2-DF5F-8556C97D86A3}"/>
                </a:ext>
              </a:extLst>
            </p:cNvPr>
            <p:cNvSpPr/>
            <p:nvPr/>
          </p:nvSpPr>
          <p:spPr>
            <a:xfrm>
              <a:off x="11709950" y="6033831"/>
              <a:ext cx="150898" cy="183943"/>
            </a:xfrm>
            <a:custGeom>
              <a:avLst/>
              <a:gdLst>
                <a:gd name="connsiteX0" fmla="*/ 212408 w 982980"/>
                <a:gd name="connsiteY0" fmla="*/ 634365 h 1198244"/>
                <a:gd name="connsiteX1" fmla="*/ 310515 w 982980"/>
                <a:gd name="connsiteY1" fmla="*/ 923925 h 1198244"/>
                <a:gd name="connsiteX2" fmla="*/ 569595 w 982980"/>
                <a:gd name="connsiteY2" fmla="*/ 1024890 h 1198244"/>
                <a:gd name="connsiteX3" fmla="*/ 888683 w 982980"/>
                <a:gd name="connsiteY3" fmla="*/ 887730 h 1198244"/>
                <a:gd name="connsiteX4" fmla="*/ 937260 w 982980"/>
                <a:gd name="connsiteY4" fmla="*/ 961072 h 1198244"/>
                <a:gd name="connsiteX5" fmla="*/ 956310 w 982980"/>
                <a:gd name="connsiteY5" fmla="*/ 1020128 h 1198244"/>
                <a:gd name="connsiteX6" fmla="*/ 902970 w 982980"/>
                <a:gd name="connsiteY6" fmla="*/ 1102042 h 1198244"/>
                <a:gd name="connsiteX7" fmla="*/ 550545 w 982980"/>
                <a:gd name="connsiteY7" fmla="*/ 1198245 h 1198244"/>
                <a:gd name="connsiteX8" fmla="*/ 142875 w 982980"/>
                <a:gd name="connsiteY8" fmla="*/ 1041082 h 1198244"/>
                <a:gd name="connsiteX9" fmla="*/ 0 w 982980"/>
                <a:gd name="connsiteY9" fmla="*/ 584835 h 1198244"/>
                <a:gd name="connsiteX10" fmla="*/ 66675 w 982980"/>
                <a:gd name="connsiteY10" fmla="*/ 270510 h 1198244"/>
                <a:gd name="connsiteX11" fmla="*/ 252413 w 982980"/>
                <a:gd name="connsiteY11" fmla="*/ 70485 h 1198244"/>
                <a:gd name="connsiteX12" fmla="*/ 519113 w 982980"/>
                <a:gd name="connsiteY12" fmla="*/ 0 h 1198244"/>
                <a:gd name="connsiteX13" fmla="*/ 770573 w 982980"/>
                <a:gd name="connsiteY13" fmla="*/ 61913 h 1198244"/>
                <a:gd name="connsiteX14" fmla="*/ 928688 w 982980"/>
                <a:gd name="connsiteY14" fmla="*/ 237172 h 1198244"/>
                <a:gd name="connsiteX15" fmla="*/ 982980 w 982980"/>
                <a:gd name="connsiteY15" fmla="*/ 498157 h 1198244"/>
                <a:gd name="connsiteX16" fmla="*/ 975360 w 982980"/>
                <a:gd name="connsiteY16" fmla="*/ 633413 h 1198244"/>
                <a:gd name="connsiteX17" fmla="*/ 212408 w 982980"/>
                <a:gd name="connsiteY17" fmla="*/ 633413 h 1198244"/>
                <a:gd name="connsiteX18" fmla="*/ 777240 w 982980"/>
                <a:gd name="connsiteY18" fmla="*/ 480060 h 1198244"/>
                <a:gd name="connsiteX19" fmla="*/ 509588 w 982980"/>
                <a:gd name="connsiteY19" fmla="*/ 171450 h 1198244"/>
                <a:gd name="connsiteX20" fmla="*/ 301943 w 982980"/>
                <a:gd name="connsiteY20" fmla="*/ 254317 h 1198244"/>
                <a:gd name="connsiteX21" fmla="*/ 212408 w 982980"/>
                <a:gd name="connsiteY21" fmla="*/ 480060 h 1198244"/>
                <a:gd name="connsiteX22" fmla="*/ 777240 w 982980"/>
                <a:gd name="connsiteY22" fmla="*/ 480060 h 119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82980" h="1198244">
                  <a:moveTo>
                    <a:pt x="212408" y="634365"/>
                  </a:moveTo>
                  <a:cubicBezTo>
                    <a:pt x="217170" y="760095"/>
                    <a:pt x="249555" y="856297"/>
                    <a:pt x="310515" y="923925"/>
                  </a:cubicBezTo>
                  <a:cubicBezTo>
                    <a:pt x="370523" y="991553"/>
                    <a:pt x="457200" y="1024890"/>
                    <a:pt x="569595" y="1024890"/>
                  </a:cubicBezTo>
                  <a:cubicBezTo>
                    <a:pt x="702945" y="1024890"/>
                    <a:pt x="809625" y="979170"/>
                    <a:pt x="888683" y="887730"/>
                  </a:cubicBezTo>
                  <a:cubicBezTo>
                    <a:pt x="907733" y="911542"/>
                    <a:pt x="923925" y="936307"/>
                    <a:pt x="937260" y="961072"/>
                  </a:cubicBezTo>
                  <a:cubicBezTo>
                    <a:pt x="950595" y="985838"/>
                    <a:pt x="956310" y="1005840"/>
                    <a:pt x="956310" y="1020128"/>
                  </a:cubicBezTo>
                  <a:cubicBezTo>
                    <a:pt x="956310" y="1047750"/>
                    <a:pt x="938213" y="1074420"/>
                    <a:pt x="902970" y="1102042"/>
                  </a:cubicBezTo>
                  <a:cubicBezTo>
                    <a:pt x="816293" y="1166813"/>
                    <a:pt x="698183" y="1198245"/>
                    <a:pt x="550545" y="1198245"/>
                  </a:cubicBezTo>
                  <a:cubicBezTo>
                    <a:pt x="373380" y="1198245"/>
                    <a:pt x="237173" y="1145857"/>
                    <a:pt x="142875" y="1041082"/>
                  </a:cubicBezTo>
                  <a:cubicBezTo>
                    <a:pt x="47625" y="936307"/>
                    <a:pt x="0" y="783907"/>
                    <a:pt x="0" y="584835"/>
                  </a:cubicBezTo>
                  <a:cubicBezTo>
                    <a:pt x="0" y="462915"/>
                    <a:pt x="21908" y="358140"/>
                    <a:pt x="66675" y="270510"/>
                  </a:cubicBezTo>
                  <a:cubicBezTo>
                    <a:pt x="110490" y="183832"/>
                    <a:pt x="173355" y="117157"/>
                    <a:pt x="252413" y="70485"/>
                  </a:cubicBezTo>
                  <a:cubicBezTo>
                    <a:pt x="332423" y="23813"/>
                    <a:pt x="421005" y="0"/>
                    <a:pt x="519113" y="0"/>
                  </a:cubicBezTo>
                  <a:cubicBezTo>
                    <a:pt x="617220" y="0"/>
                    <a:pt x="701040" y="20955"/>
                    <a:pt x="770573" y="61913"/>
                  </a:cubicBezTo>
                  <a:cubicBezTo>
                    <a:pt x="840105" y="102870"/>
                    <a:pt x="892493" y="160972"/>
                    <a:pt x="928688" y="237172"/>
                  </a:cubicBezTo>
                  <a:cubicBezTo>
                    <a:pt x="964883" y="312420"/>
                    <a:pt x="982980" y="400050"/>
                    <a:pt x="982980" y="498157"/>
                  </a:cubicBezTo>
                  <a:cubicBezTo>
                    <a:pt x="982980" y="561022"/>
                    <a:pt x="980123" y="605790"/>
                    <a:pt x="975360" y="633413"/>
                  </a:cubicBezTo>
                  <a:lnTo>
                    <a:pt x="212408" y="633413"/>
                  </a:lnTo>
                  <a:close/>
                  <a:moveTo>
                    <a:pt x="777240" y="480060"/>
                  </a:moveTo>
                  <a:cubicBezTo>
                    <a:pt x="777240" y="274320"/>
                    <a:pt x="687705" y="171450"/>
                    <a:pt x="509588" y="171450"/>
                  </a:cubicBezTo>
                  <a:cubicBezTo>
                    <a:pt x="423863" y="171450"/>
                    <a:pt x="355283" y="199072"/>
                    <a:pt x="301943" y="254317"/>
                  </a:cubicBezTo>
                  <a:cubicBezTo>
                    <a:pt x="248603" y="309563"/>
                    <a:pt x="219075" y="384810"/>
                    <a:pt x="212408" y="480060"/>
                  </a:cubicBezTo>
                  <a:lnTo>
                    <a:pt x="777240" y="480060"/>
                  </a:lnTo>
                  <a:close/>
                </a:path>
              </a:pathLst>
            </a:custGeom>
            <a:solidFill>
              <a:srgbClr val="743DBC"/>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439CC110-D973-407B-160C-4C76EB949D16}"/>
                </a:ext>
              </a:extLst>
            </p:cNvPr>
            <p:cNvSpPr/>
            <p:nvPr/>
          </p:nvSpPr>
          <p:spPr>
            <a:xfrm>
              <a:off x="11888484" y="5984409"/>
              <a:ext cx="97235" cy="233218"/>
            </a:xfrm>
            <a:custGeom>
              <a:avLst/>
              <a:gdLst>
                <a:gd name="connsiteX0" fmla="*/ 0 w 633412"/>
                <a:gd name="connsiteY0" fmla="*/ 2858 h 1519237"/>
                <a:gd name="connsiteX1" fmla="*/ 43815 w 633412"/>
                <a:gd name="connsiteY1" fmla="*/ 0 h 1519237"/>
                <a:gd name="connsiteX2" fmla="*/ 205740 w 633412"/>
                <a:gd name="connsiteY2" fmla="*/ 163830 h 1519237"/>
                <a:gd name="connsiteX3" fmla="*/ 205740 w 633412"/>
                <a:gd name="connsiteY3" fmla="*/ 349567 h 1519237"/>
                <a:gd name="connsiteX4" fmla="*/ 565785 w 633412"/>
                <a:gd name="connsiteY4" fmla="*/ 349567 h 1519237"/>
                <a:gd name="connsiteX5" fmla="*/ 565785 w 633412"/>
                <a:gd name="connsiteY5" fmla="*/ 523875 h 1519237"/>
                <a:gd name="connsiteX6" fmla="*/ 205740 w 633412"/>
                <a:gd name="connsiteY6" fmla="*/ 523875 h 1519237"/>
                <a:gd name="connsiteX7" fmla="*/ 205740 w 633412"/>
                <a:gd name="connsiteY7" fmla="*/ 1146810 h 1519237"/>
                <a:gd name="connsiteX8" fmla="*/ 362902 w 633412"/>
                <a:gd name="connsiteY8" fmla="*/ 1344930 h 1519237"/>
                <a:gd name="connsiteX9" fmla="*/ 443865 w 633412"/>
                <a:gd name="connsiteY9" fmla="*/ 1327785 h 1519237"/>
                <a:gd name="connsiteX10" fmla="*/ 517207 w 633412"/>
                <a:gd name="connsiteY10" fmla="*/ 1283970 h 1519237"/>
                <a:gd name="connsiteX11" fmla="*/ 562927 w 633412"/>
                <a:gd name="connsiteY11" fmla="*/ 1240155 h 1519237"/>
                <a:gd name="connsiteX12" fmla="*/ 633413 w 633412"/>
                <a:gd name="connsiteY12" fmla="*/ 1375410 h 1519237"/>
                <a:gd name="connsiteX13" fmla="*/ 587693 w 633412"/>
                <a:gd name="connsiteY13" fmla="*/ 1444943 h 1519237"/>
                <a:gd name="connsiteX14" fmla="*/ 475297 w 633412"/>
                <a:gd name="connsiteY14" fmla="*/ 1500187 h 1519237"/>
                <a:gd name="connsiteX15" fmla="*/ 331470 w 633412"/>
                <a:gd name="connsiteY15" fmla="*/ 1519237 h 1519237"/>
                <a:gd name="connsiteX16" fmla="*/ 24765 w 633412"/>
                <a:gd name="connsiteY16" fmla="*/ 1338262 h 1519237"/>
                <a:gd name="connsiteX17" fmla="*/ 952 w 633412"/>
                <a:gd name="connsiteY17" fmla="*/ 1130618 h 1519237"/>
                <a:gd name="connsiteX18" fmla="*/ 952 w 633412"/>
                <a:gd name="connsiteY18" fmla="*/ 2858 h 1519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33412" h="1519237">
                  <a:moveTo>
                    <a:pt x="0" y="2858"/>
                  </a:moveTo>
                  <a:cubicBezTo>
                    <a:pt x="14288" y="952"/>
                    <a:pt x="28575" y="0"/>
                    <a:pt x="43815" y="0"/>
                  </a:cubicBezTo>
                  <a:cubicBezTo>
                    <a:pt x="151447" y="0"/>
                    <a:pt x="205740" y="54292"/>
                    <a:pt x="205740" y="163830"/>
                  </a:cubicBezTo>
                  <a:lnTo>
                    <a:pt x="205740" y="349567"/>
                  </a:lnTo>
                  <a:lnTo>
                    <a:pt x="565785" y="349567"/>
                  </a:lnTo>
                  <a:lnTo>
                    <a:pt x="565785" y="523875"/>
                  </a:lnTo>
                  <a:lnTo>
                    <a:pt x="205740" y="523875"/>
                  </a:lnTo>
                  <a:lnTo>
                    <a:pt x="205740" y="1146810"/>
                  </a:lnTo>
                  <a:cubicBezTo>
                    <a:pt x="205740" y="1279208"/>
                    <a:pt x="258127" y="1344930"/>
                    <a:pt x="362902" y="1344930"/>
                  </a:cubicBezTo>
                  <a:cubicBezTo>
                    <a:pt x="390525" y="1344930"/>
                    <a:pt x="417195" y="1339215"/>
                    <a:pt x="443865" y="1327785"/>
                  </a:cubicBezTo>
                  <a:cubicBezTo>
                    <a:pt x="470535" y="1316355"/>
                    <a:pt x="495300" y="1302068"/>
                    <a:pt x="517207" y="1283970"/>
                  </a:cubicBezTo>
                  <a:cubicBezTo>
                    <a:pt x="540068" y="1265873"/>
                    <a:pt x="555307" y="1251585"/>
                    <a:pt x="562927" y="1240155"/>
                  </a:cubicBezTo>
                  <a:cubicBezTo>
                    <a:pt x="609600" y="1298258"/>
                    <a:pt x="633413" y="1343025"/>
                    <a:pt x="633413" y="1375410"/>
                  </a:cubicBezTo>
                  <a:cubicBezTo>
                    <a:pt x="633413" y="1398270"/>
                    <a:pt x="618172" y="1421130"/>
                    <a:pt x="587693" y="1444943"/>
                  </a:cubicBezTo>
                  <a:cubicBezTo>
                    <a:pt x="557213" y="1468755"/>
                    <a:pt x="520065" y="1487805"/>
                    <a:pt x="475297" y="1500187"/>
                  </a:cubicBezTo>
                  <a:cubicBezTo>
                    <a:pt x="430530" y="1513523"/>
                    <a:pt x="382905" y="1519237"/>
                    <a:pt x="331470" y="1519237"/>
                  </a:cubicBezTo>
                  <a:cubicBezTo>
                    <a:pt x="170497" y="1519237"/>
                    <a:pt x="68580" y="1459230"/>
                    <a:pt x="24765" y="1338262"/>
                  </a:cubicBezTo>
                  <a:cubicBezTo>
                    <a:pt x="8572" y="1293495"/>
                    <a:pt x="952" y="1223962"/>
                    <a:pt x="952" y="1130618"/>
                  </a:cubicBezTo>
                  <a:lnTo>
                    <a:pt x="952" y="2858"/>
                  </a:lnTo>
                  <a:close/>
                </a:path>
              </a:pathLst>
            </a:custGeom>
            <a:solidFill>
              <a:srgbClr val="743DBC"/>
            </a:solid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F9ABECC8-9BFF-94F7-5B1F-2F15643C9893}"/>
              </a:ext>
            </a:extLst>
          </p:cNvPr>
          <p:cNvSpPr>
            <a:spLocks noGrp="1"/>
          </p:cNvSpPr>
          <p:nvPr>
            <p:ph type="dt" sz="half" idx="10"/>
          </p:nvPr>
        </p:nvSpPr>
        <p:spPr/>
        <p:txBody>
          <a:bodyPr/>
          <a:lstStyle/>
          <a:p>
            <a:fld id="{228D026D-C07B-48C8-8C2B-C561E4D51E16}" type="datetime1">
              <a:rPr lang="en-US" smtClean="0"/>
              <a:t>1/15/2025</a:t>
            </a:fld>
            <a:endParaRPr lang="en-US"/>
          </a:p>
        </p:txBody>
      </p:sp>
      <p:sp>
        <p:nvSpPr>
          <p:cNvPr id="7" name="Footer Placeholder 6">
            <a:extLst>
              <a:ext uri="{FF2B5EF4-FFF2-40B4-BE49-F238E27FC236}">
                <a16:creationId xmlns:a16="http://schemas.microsoft.com/office/drawing/2014/main" id="{B4CF6CF7-E1E0-67DC-469D-A01272979FF4}"/>
              </a:ext>
            </a:extLst>
          </p:cNvPr>
          <p:cNvSpPr>
            <a:spLocks noGrp="1"/>
          </p:cNvSpPr>
          <p:nvPr>
            <p:ph type="ftr" sz="quarter" idx="11"/>
          </p:nvPr>
        </p:nvSpPr>
        <p:spPr/>
        <p:txBody>
          <a:bodyPr/>
          <a:lstStyle/>
          <a:p>
            <a:r>
              <a:rPr lang="en-US"/>
              <a:t>CONFIDENTIAL</a:t>
            </a:r>
          </a:p>
        </p:txBody>
      </p:sp>
      <p:sp>
        <p:nvSpPr>
          <p:cNvPr id="8" name="Slide Number Placeholder 7">
            <a:extLst>
              <a:ext uri="{FF2B5EF4-FFF2-40B4-BE49-F238E27FC236}">
                <a16:creationId xmlns:a16="http://schemas.microsoft.com/office/drawing/2014/main" id="{B71F7B46-5447-BE96-BA00-AE43C3918968}"/>
              </a:ext>
            </a:extLst>
          </p:cNvPr>
          <p:cNvSpPr>
            <a:spLocks noGrp="1"/>
          </p:cNvSpPr>
          <p:nvPr>
            <p:ph type="sldNum" sz="quarter" idx="12"/>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3310492140"/>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heme Purple">
    <p:bg bwMode="auto">
      <p:bgPr>
        <a:solidFill>
          <a:schemeClr val="accent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9D65AD-CAD6-5A52-B275-D078D33296D8}"/>
              </a:ext>
            </a:extLst>
          </p:cNvPr>
          <p:cNvSpPr>
            <a:spLocks noGrp="1"/>
          </p:cNvSpPr>
          <p:nvPr>
            <p:ph type="dt" sz="half" idx="10"/>
          </p:nvPr>
        </p:nvSpPr>
        <p:spPr/>
        <p:txBody>
          <a:bodyPr/>
          <a:lstStyle>
            <a:lvl1pPr>
              <a:defRPr>
                <a:solidFill>
                  <a:schemeClr val="bg1"/>
                </a:solidFill>
              </a:defRPr>
            </a:lvl1pPr>
          </a:lstStyle>
          <a:p>
            <a:fld id="{228D026D-C07B-48C8-8C2B-C561E4D51E16}" type="datetime1">
              <a:rPr lang="en-US" smtClean="0"/>
              <a:pPr/>
              <a:t>1/15/2025</a:t>
            </a:fld>
            <a:endParaRPr lang="en-US"/>
          </a:p>
        </p:txBody>
      </p:sp>
      <p:sp>
        <p:nvSpPr>
          <p:cNvPr id="7" name="Footer Placeholder 6">
            <a:extLst>
              <a:ext uri="{FF2B5EF4-FFF2-40B4-BE49-F238E27FC236}">
                <a16:creationId xmlns:a16="http://schemas.microsoft.com/office/drawing/2014/main" id="{EA6AAE02-3BA5-D8B7-7251-21D4DA9B282E}"/>
              </a:ext>
            </a:extLst>
          </p:cNvPr>
          <p:cNvSpPr>
            <a:spLocks noGrp="1"/>
          </p:cNvSpPr>
          <p:nvPr>
            <p:ph type="ftr" sz="quarter" idx="11"/>
          </p:nvPr>
        </p:nvSpPr>
        <p:spPr/>
        <p:txBody>
          <a:bodyPr/>
          <a:lstStyle>
            <a:lvl1pPr>
              <a:defRPr>
                <a:solidFill>
                  <a:schemeClr val="bg1"/>
                </a:solidFill>
              </a:defRPr>
            </a:lvl1pPr>
          </a:lstStyle>
          <a:p>
            <a:r>
              <a:rPr lang="en-US"/>
              <a:t>CONFIDENTIAL</a:t>
            </a:r>
          </a:p>
        </p:txBody>
      </p:sp>
      <p:sp>
        <p:nvSpPr>
          <p:cNvPr id="8" name="Slide Number Placeholder 7">
            <a:extLst>
              <a:ext uri="{FF2B5EF4-FFF2-40B4-BE49-F238E27FC236}">
                <a16:creationId xmlns:a16="http://schemas.microsoft.com/office/drawing/2014/main" id="{E8159697-EFC4-6E39-DBE9-4DDFE4973379}"/>
              </a:ext>
            </a:extLst>
          </p:cNvPr>
          <p:cNvSpPr>
            <a:spLocks noGrp="1"/>
          </p:cNvSpPr>
          <p:nvPr>
            <p:ph type="sldNum" sz="quarter" idx="12"/>
          </p:nvPr>
        </p:nvSpPr>
        <p:spPr/>
        <p:txBody>
          <a:bodyPr/>
          <a:lstStyle>
            <a:lvl1pPr>
              <a:defRPr>
                <a:solidFill>
                  <a:schemeClr val="bg1"/>
                </a:solidFill>
              </a:defRPr>
            </a:lvl1pPr>
          </a:lstStyle>
          <a:p>
            <a:fld id="{4F90343F-D056-4E24-BE3D-A305BDC1A23E}" type="slidenum">
              <a:rPr lang="en-US" smtClean="0"/>
              <a:pPr/>
              <a:t>‹#›</a:t>
            </a:fld>
            <a:endParaRPr lang="en-US"/>
          </a:p>
        </p:txBody>
      </p:sp>
      <p:grpSp>
        <p:nvGrpSpPr>
          <p:cNvPr id="3" name="Group 2">
            <a:extLst>
              <a:ext uri="{FF2B5EF4-FFF2-40B4-BE49-F238E27FC236}">
                <a16:creationId xmlns:a16="http://schemas.microsoft.com/office/drawing/2014/main" id="{B9B15462-CC88-CAEE-D663-19BBBEEBD506}"/>
              </a:ext>
            </a:extLst>
          </p:cNvPr>
          <p:cNvGrpSpPr/>
          <p:nvPr userDrawn="1"/>
        </p:nvGrpSpPr>
        <p:grpSpPr>
          <a:xfrm>
            <a:off x="3035300" y="2171699"/>
            <a:ext cx="6120841" cy="1825149"/>
            <a:chOff x="11074630" y="5946246"/>
            <a:chExt cx="911089" cy="271674"/>
          </a:xfrm>
          <a:solidFill>
            <a:schemeClr val="bg1"/>
          </a:solidFill>
        </p:grpSpPr>
        <p:sp>
          <p:nvSpPr>
            <p:cNvPr id="4" name="Freeform: Shape 3">
              <a:extLst>
                <a:ext uri="{FF2B5EF4-FFF2-40B4-BE49-F238E27FC236}">
                  <a16:creationId xmlns:a16="http://schemas.microsoft.com/office/drawing/2014/main" id="{AC046DD5-840F-3F44-44EC-D6BC41B5A888}"/>
                </a:ext>
              </a:extLst>
            </p:cNvPr>
            <p:cNvSpPr/>
            <p:nvPr/>
          </p:nvSpPr>
          <p:spPr>
            <a:xfrm>
              <a:off x="11074630" y="5946246"/>
              <a:ext cx="32607" cy="266264"/>
            </a:xfrm>
            <a:custGeom>
              <a:avLst/>
              <a:gdLst>
                <a:gd name="connsiteX0" fmla="*/ 0 w 212407"/>
                <a:gd name="connsiteY0" fmla="*/ 4763 h 1734502"/>
                <a:gd name="connsiteX1" fmla="*/ 60007 w 212407"/>
                <a:gd name="connsiteY1" fmla="*/ 0 h 1734502"/>
                <a:gd name="connsiteX2" fmla="*/ 172402 w 212407"/>
                <a:gd name="connsiteY2" fmla="*/ 40005 h 1734502"/>
                <a:gd name="connsiteX3" fmla="*/ 212407 w 212407"/>
                <a:gd name="connsiteY3" fmla="*/ 152400 h 1734502"/>
                <a:gd name="connsiteX4" fmla="*/ 212407 w 212407"/>
                <a:gd name="connsiteY4" fmla="*/ 1734502 h 1734502"/>
                <a:gd name="connsiteX5" fmla="*/ 0 w 212407"/>
                <a:gd name="connsiteY5" fmla="*/ 1734502 h 1734502"/>
                <a:gd name="connsiteX6" fmla="*/ 0 w 212407"/>
                <a:gd name="connsiteY6" fmla="*/ 4763 h 1734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407" h="1734502">
                  <a:moveTo>
                    <a:pt x="0" y="4763"/>
                  </a:moveTo>
                  <a:cubicBezTo>
                    <a:pt x="25717" y="1905"/>
                    <a:pt x="45720" y="0"/>
                    <a:pt x="60007" y="0"/>
                  </a:cubicBezTo>
                  <a:cubicBezTo>
                    <a:pt x="108585" y="0"/>
                    <a:pt x="145732" y="13335"/>
                    <a:pt x="172402" y="40005"/>
                  </a:cubicBezTo>
                  <a:cubicBezTo>
                    <a:pt x="199072" y="66675"/>
                    <a:pt x="212407" y="103823"/>
                    <a:pt x="212407" y="152400"/>
                  </a:cubicBezTo>
                  <a:lnTo>
                    <a:pt x="212407" y="1734502"/>
                  </a:lnTo>
                  <a:lnTo>
                    <a:pt x="0" y="1734502"/>
                  </a:lnTo>
                  <a:lnTo>
                    <a:pt x="0" y="4763"/>
                  </a:lnTo>
                  <a:close/>
                </a:path>
              </a:pathLst>
            </a:custGeom>
            <a:grpFill/>
            <a:ln w="9525"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17C787E7-0C29-CAC4-DE0B-0368B0D81F14}"/>
                </a:ext>
              </a:extLst>
            </p:cNvPr>
            <p:cNvSpPr/>
            <p:nvPr/>
          </p:nvSpPr>
          <p:spPr>
            <a:xfrm>
              <a:off x="11141306" y="6033977"/>
              <a:ext cx="146657" cy="178240"/>
            </a:xfrm>
            <a:custGeom>
              <a:avLst/>
              <a:gdLst>
                <a:gd name="connsiteX0" fmla="*/ 0 w 955357"/>
                <a:gd name="connsiteY0" fmla="*/ 21908 h 1161097"/>
                <a:gd name="connsiteX1" fmla="*/ 40958 w 955357"/>
                <a:gd name="connsiteY1" fmla="*/ 19050 h 1161097"/>
                <a:gd name="connsiteX2" fmla="*/ 147638 w 955357"/>
                <a:gd name="connsiteY2" fmla="*/ 50483 h 1161097"/>
                <a:gd name="connsiteX3" fmla="*/ 196215 w 955357"/>
                <a:gd name="connsiteY3" fmla="*/ 141923 h 1161097"/>
                <a:gd name="connsiteX4" fmla="*/ 361950 w 955357"/>
                <a:gd name="connsiteY4" fmla="*/ 37148 h 1161097"/>
                <a:gd name="connsiteX5" fmla="*/ 573405 w 955357"/>
                <a:gd name="connsiteY5" fmla="*/ 0 h 1161097"/>
                <a:gd name="connsiteX6" fmla="*/ 813435 w 955357"/>
                <a:gd name="connsiteY6" fmla="*/ 64770 h 1161097"/>
                <a:gd name="connsiteX7" fmla="*/ 938213 w 955357"/>
                <a:gd name="connsiteY7" fmla="*/ 253365 h 1161097"/>
                <a:gd name="connsiteX8" fmla="*/ 955358 w 955357"/>
                <a:gd name="connsiteY8" fmla="*/ 475298 h 1161097"/>
                <a:gd name="connsiteX9" fmla="*/ 955358 w 955357"/>
                <a:gd name="connsiteY9" fmla="*/ 1161098 h 1161097"/>
                <a:gd name="connsiteX10" fmla="*/ 750570 w 955357"/>
                <a:gd name="connsiteY10" fmla="*/ 1161098 h 1161097"/>
                <a:gd name="connsiteX11" fmla="*/ 750570 w 955357"/>
                <a:gd name="connsiteY11" fmla="*/ 483870 h 1161097"/>
                <a:gd name="connsiteX12" fmla="*/ 736283 w 955357"/>
                <a:gd name="connsiteY12" fmla="*/ 317183 h 1161097"/>
                <a:gd name="connsiteX13" fmla="*/ 661035 w 955357"/>
                <a:gd name="connsiteY13" fmla="*/ 218123 h 1161097"/>
                <a:gd name="connsiteX14" fmla="*/ 508635 w 955357"/>
                <a:gd name="connsiteY14" fmla="*/ 186690 h 1161097"/>
                <a:gd name="connsiteX15" fmla="*/ 353378 w 955357"/>
                <a:gd name="connsiteY15" fmla="*/ 210503 h 1161097"/>
                <a:gd name="connsiteX16" fmla="*/ 245745 w 955357"/>
                <a:gd name="connsiteY16" fmla="*/ 274320 h 1161097"/>
                <a:gd name="connsiteX17" fmla="*/ 206692 w 955357"/>
                <a:gd name="connsiteY17" fmla="*/ 357188 h 1161097"/>
                <a:gd name="connsiteX18" fmla="*/ 206692 w 955357"/>
                <a:gd name="connsiteY18" fmla="*/ 1161098 h 1161097"/>
                <a:gd name="connsiteX19" fmla="*/ 1905 w 955357"/>
                <a:gd name="connsiteY19" fmla="*/ 1161098 h 1161097"/>
                <a:gd name="connsiteX20" fmla="*/ 1905 w 955357"/>
                <a:gd name="connsiteY20" fmla="*/ 21908 h 1161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55357" h="1161097">
                  <a:moveTo>
                    <a:pt x="0" y="21908"/>
                  </a:moveTo>
                  <a:cubicBezTo>
                    <a:pt x="14288" y="20003"/>
                    <a:pt x="28575" y="19050"/>
                    <a:pt x="40958" y="19050"/>
                  </a:cubicBezTo>
                  <a:cubicBezTo>
                    <a:pt x="84773" y="19050"/>
                    <a:pt x="120015" y="29528"/>
                    <a:pt x="147638" y="50483"/>
                  </a:cubicBezTo>
                  <a:cubicBezTo>
                    <a:pt x="175260" y="71438"/>
                    <a:pt x="191453" y="101917"/>
                    <a:pt x="196215" y="141923"/>
                  </a:cubicBezTo>
                  <a:cubicBezTo>
                    <a:pt x="240983" y="97155"/>
                    <a:pt x="296228" y="61913"/>
                    <a:pt x="361950" y="37148"/>
                  </a:cubicBezTo>
                  <a:cubicBezTo>
                    <a:pt x="426720" y="12383"/>
                    <a:pt x="497205" y="0"/>
                    <a:pt x="573405" y="0"/>
                  </a:cubicBezTo>
                  <a:cubicBezTo>
                    <a:pt x="671513" y="0"/>
                    <a:pt x="751523" y="21908"/>
                    <a:pt x="813435" y="64770"/>
                  </a:cubicBezTo>
                  <a:cubicBezTo>
                    <a:pt x="875348" y="108585"/>
                    <a:pt x="917258" y="171450"/>
                    <a:pt x="938213" y="253365"/>
                  </a:cubicBezTo>
                  <a:cubicBezTo>
                    <a:pt x="949643" y="297180"/>
                    <a:pt x="955358" y="370523"/>
                    <a:pt x="955358" y="475298"/>
                  </a:cubicBezTo>
                  <a:lnTo>
                    <a:pt x="955358" y="1161098"/>
                  </a:lnTo>
                  <a:lnTo>
                    <a:pt x="750570" y="1161098"/>
                  </a:lnTo>
                  <a:lnTo>
                    <a:pt x="750570" y="483870"/>
                  </a:lnTo>
                  <a:cubicBezTo>
                    <a:pt x="750570" y="404813"/>
                    <a:pt x="745808" y="349567"/>
                    <a:pt x="736283" y="317183"/>
                  </a:cubicBezTo>
                  <a:cubicBezTo>
                    <a:pt x="722948" y="272415"/>
                    <a:pt x="698183" y="239078"/>
                    <a:pt x="661035" y="218123"/>
                  </a:cubicBezTo>
                  <a:cubicBezTo>
                    <a:pt x="623888" y="197167"/>
                    <a:pt x="573405" y="186690"/>
                    <a:pt x="508635" y="186690"/>
                  </a:cubicBezTo>
                  <a:cubicBezTo>
                    <a:pt x="450533" y="186690"/>
                    <a:pt x="399098" y="194310"/>
                    <a:pt x="353378" y="210503"/>
                  </a:cubicBezTo>
                  <a:cubicBezTo>
                    <a:pt x="307658" y="226695"/>
                    <a:pt x="271463" y="247650"/>
                    <a:pt x="245745" y="274320"/>
                  </a:cubicBezTo>
                  <a:cubicBezTo>
                    <a:pt x="220028" y="300990"/>
                    <a:pt x="206692" y="328613"/>
                    <a:pt x="206692" y="357188"/>
                  </a:cubicBezTo>
                  <a:lnTo>
                    <a:pt x="206692" y="1161098"/>
                  </a:lnTo>
                  <a:lnTo>
                    <a:pt x="1905" y="1161098"/>
                  </a:lnTo>
                  <a:lnTo>
                    <a:pt x="1905" y="21908"/>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C8494EEC-76AD-F7D6-88E5-40FE91B23FE5}"/>
                </a:ext>
              </a:extLst>
            </p:cNvPr>
            <p:cNvSpPr/>
            <p:nvPr/>
          </p:nvSpPr>
          <p:spPr>
            <a:xfrm>
              <a:off x="11314282" y="6033831"/>
              <a:ext cx="125309" cy="183504"/>
            </a:xfrm>
            <a:custGeom>
              <a:avLst/>
              <a:gdLst>
                <a:gd name="connsiteX0" fmla="*/ 708660 w 816292"/>
                <a:gd name="connsiteY0" fmla="*/ 293370 h 1195387"/>
                <a:gd name="connsiteX1" fmla="*/ 582930 w 816292"/>
                <a:gd name="connsiteY1" fmla="*/ 202882 h 1195387"/>
                <a:gd name="connsiteX2" fmla="*/ 421005 w 816292"/>
                <a:gd name="connsiteY2" fmla="*/ 167640 h 1195387"/>
                <a:gd name="connsiteX3" fmla="*/ 263843 w 816292"/>
                <a:gd name="connsiteY3" fmla="*/ 204788 h 1195387"/>
                <a:gd name="connsiteX4" fmla="*/ 205740 w 816292"/>
                <a:gd name="connsiteY4" fmla="*/ 312420 h 1195387"/>
                <a:gd name="connsiteX5" fmla="*/ 226695 w 816292"/>
                <a:gd name="connsiteY5" fmla="*/ 381000 h 1195387"/>
                <a:gd name="connsiteX6" fmla="*/ 295275 w 816292"/>
                <a:gd name="connsiteY6" fmla="*/ 434340 h 1195387"/>
                <a:gd name="connsiteX7" fmla="*/ 444818 w 816292"/>
                <a:gd name="connsiteY7" fmla="*/ 481013 h 1195387"/>
                <a:gd name="connsiteX8" fmla="*/ 662940 w 816292"/>
                <a:gd name="connsiteY8" fmla="*/ 561022 h 1195387"/>
                <a:gd name="connsiteX9" fmla="*/ 779145 w 816292"/>
                <a:gd name="connsiteY9" fmla="*/ 675322 h 1195387"/>
                <a:gd name="connsiteX10" fmla="*/ 816293 w 816292"/>
                <a:gd name="connsiteY10" fmla="*/ 838200 h 1195387"/>
                <a:gd name="connsiteX11" fmla="*/ 693420 w 816292"/>
                <a:gd name="connsiteY11" fmla="*/ 1097280 h 1195387"/>
                <a:gd name="connsiteX12" fmla="*/ 374332 w 816292"/>
                <a:gd name="connsiteY12" fmla="*/ 1195388 h 1195387"/>
                <a:gd name="connsiteX13" fmla="*/ 108585 w 816292"/>
                <a:gd name="connsiteY13" fmla="*/ 1149667 h 1195387"/>
                <a:gd name="connsiteX14" fmla="*/ 0 w 816292"/>
                <a:gd name="connsiteY14" fmla="*/ 1048703 h 1195387"/>
                <a:gd name="connsiteX15" fmla="*/ 12382 w 816292"/>
                <a:gd name="connsiteY15" fmla="*/ 994410 h 1195387"/>
                <a:gd name="connsiteX16" fmla="*/ 60960 w 816292"/>
                <a:gd name="connsiteY16" fmla="*/ 905828 h 1195387"/>
                <a:gd name="connsiteX17" fmla="*/ 213360 w 816292"/>
                <a:gd name="connsiteY17" fmla="*/ 996315 h 1195387"/>
                <a:gd name="connsiteX18" fmla="*/ 381953 w 816292"/>
                <a:gd name="connsiteY18" fmla="*/ 1028700 h 1195387"/>
                <a:gd name="connsiteX19" fmla="*/ 553403 w 816292"/>
                <a:gd name="connsiteY19" fmla="*/ 983932 h 1195387"/>
                <a:gd name="connsiteX20" fmla="*/ 613410 w 816292"/>
                <a:gd name="connsiteY20" fmla="*/ 854392 h 1195387"/>
                <a:gd name="connsiteX21" fmla="*/ 560070 w 816292"/>
                <a:gd name="connsiteY21" fmla="*/ 735330 h 1195387"/>
                <a:gd name="connsiteX22" fmla="*/ 361950 w 816292"/>
                <a:gd name="connsiteY22" fmla="*/ 659130 h 1195387"/>
                <a:gd name="connsiteX23" fmla="*/ 87630 w 816292"/>
                <a:gd name="connsiteY23" fmla="*/ 537210 h 1195387"/>
                <a:gd name="connsiteX24" fmla="*/ 4763 w 816292"/>
                <a:gd name="connsiteY24" fmla="*/ 323850 h 1195387"/>
                <a:gd name="connsiteX25" fmla="*/ 120968 w 816292"/>
                <a:gd name="connsiteY25" fmla="*/ 88582 h 1195387"/>
                <a:gd name="connsiteX26" fmla="*/ 415290 w 816292"/>
                <a:gd name="connsiteY26" fmla="*/ 0 h 1195387"/>
                <a:gd name="connsiteX27" fmla="*/ 579120 w 816292"/>
                <a:gd name="connsiteY27" fmla="*/ 18097 h 1195387"/>
                <a:gd name="connsiteX28" fmla="*/ 704850 w 816292"/>
                <a:gd name="connsiteY28" fmla="*/ 64770 h 1195387"/>
                <a:gd name="connsiteX29" fmla="*/ 786765 w 816292"/>
                <a:gd name="connsiteY29" fmla="*/ 159067 h 1195387"/>
                <a:gd name="connsiteX30" fmla="*/ 741045 w 816292"/>
                <a:gd name="connsiteY30" fmla="*/ 289560 h 1195387"/>
                <a:gd name="connsiteX31" fmla="*/ 708660 w 816292"/>
                <a:gd name="connsiteY31" fmla="*/ 293370 h 1195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16292" h="1195387">
                  <a:moveTo>
                    <a:pt x="708660" y="293370"/>
                  </a:moveTo>
                  <a:cubicBezTo>
                    <a:pt x="678180" y="256222"/>
                    <a:pt x="636270" y="225742"/>
                    <a:pt x="582930" y="202882"/>
                  </a:cubicBezTo>
                  <a:cubicBezTo>
                    <a:pt x="529590" y="180022"/>
                    <a:pt x="476250" y="167640"/>
                    <a:pt x="421005" y="167640"/>
                  </a:cubicBezTo>
                  <a:cubicBezTo>
                    <a:pt x="355282" y="167640"/>
                    <a:pt x="302895" y="180022"/>
                    <a:pt x="263843" y="204788"/>
                  </a:cubicBezTo>
                  <a:cubicBezTo>
                    <a:pt x="224790" y="229552"/>
                    <a:pt x="205740" y="265747"/>
                    <a:pt x="205740" y="312420"/>
                  </a:cubicBezTo>
                  <a:cubicBezTo>
                    <a:pt x="205740" y="338138"/>
                    <a:pt x="212407" y="360997"/>
                    <a:pt x="226695" y="381000"/>
                  </a:cubicBezTo>
                  <a:cubicBezTo>
                    <a:pt x="240030" y="401003"/>
                    <a:pt x="262890" y="419100"/>
                    <a:pt x="295275" y="434340"/>
                  </a:cubicBezTo>
                  <a:cubicBezTo>
                    <a:pt x="327660" y="449580"/>
                    <a:pt x="377190" y="465772"/>
                    <a:pt x="444818" y="481013"/>
                  </a:cubicBezTo>
                  <a:cubicBezTo>
                    <a:pt x="538163" y="503872"/>
                    <a:pt x="610553" y="530542"/>
                    <a:pt x="662940" y="561022"/>
                  </a:cubicBezTo>
                  <a:cubicBezTo>
                    <a:pt x="715328" y="591503"/>
                    <a:pt x="753428" y="629603"/>
                    <a:pt x="779145" y="675322"/>
                  </a:cubicBezTo>
                  <a:cubicBezTo>
                    <a:pt x="803910" y="721042"/>
                    <a:pt x="816293" y="775335"/>
                    <a:pt x="816293" y="838200"/>
                  </a:cubicBezTo>
                  <a:cubicBezTo>
                    <a:pt x="816293" y="945832"/>
                    <a:pt x="775335" y="1032510"/>
                    <a:pt x="693420" y="1097280"/>
                  </a:cubicBezTo>
                  <a:cubicBezTo>
                    <a:pt x="611505" y="1162050"/>
                    <a:pt x="504825" y="1195388"/>
                    <a:pt x="374332" y="1195388"/>
                  </a:cubicBezTo>
                  <a:cubicBezTo>
                    <a:pt x="266700" y="1195388"/>
                    <a:pt x="178118" y="1180148"/>
                    <a:pt x="108585" y="1149667"/>
                  </a:cubicBezTo>
                  <a:cubicBezTo>
                    <a:pt x="36195" y="1121092"/>
                    <a:pt x="0" y="1086803"/>
                    <a:pt x="0" y="1048703"/>
                  </a:cubicBezTo>
                  <a:cubicBezTo>
                    <a:pt x="0" y="1032510"/>
                    <a:pt x="3810" y="1014413"/>
                    <a:pt x="12382" y="994410"/>
                  </a:cubicBezTo>
                  <a:cubicBezTo>
                    <a:pt x="20003" y="974407"/>
                    <a:pt x="36195" y="944880"/>
                    <a:pt x="60960" y="905828"/>
                  </a:cubicBezTo>
                  <a:cubicBezTo>
                    <a:pt x="105728" y="944880"/>
                    <a:pt x="157163" y="974407"/>
                    <a:pt x="213360" y="996315"/>
                  </a:cubicBezTo>
                  <a:cubicBezTo>
                    <a:pt x="269557" y="1018222"/>
                    <a:pt x="325755" y="1028700"/>
                    <a:pt x="381953" y="1028700"/>
                  </a:cubicBezTo>
                  <a:cubicBezTo>
                    <a:pt x="456247" y="1028700"/>
                    <a:pt x="513397" y="1013460"/>
                    <a:pt x="553403" y="983932"/>
                  </a:cubicBezTo>
                  <a:cubicBezTo>
                    <a:pt x="593407" y="954405"/>
                    <a:pt x="613410" y="911542"/>
                    <a:pt x="613410" y="854392"/>
                  </a:cubicBezTo>
                  <a:cubicBezTo>
                    <a:pt x="613410" y="804863"/>
                    <a:pt x="595313" y="764857"/>
                    <a:pt x="560070" y="735330"/>
                  </a:cubicBezTo>
                  <a:cubicBezTo>
                    <a:pt x="524828" y="705803"/>
                    <a:pt x="459105" y="680085"/>
                    <a:pt x="361950" y="659130"/>
                  </a:cubicBezTo>
                  <a:cubicBezTo>
                    <a:pt x="235268" y="631507"/>
                    <a:pt x="143828" y="591503"/>
                    <a:pt x="87630" y="537210"/>
                  </a:cubicBezTo>
                  <a:cubicBezTo>
                    <a:pt x="32385" y="482917"/>
                    <a:pt x="4763" y="412432"/>
                    <a:pt x="4763" y="323850"/>
                  </a:cubicBezTo>
                  <a:cubicBezTo>
                    <a:pt x="4763" y="225742"/>
                    <a:pt x="43815" y="147638"/>
                    <a:pt x="120968" y="88582"/>
                  </a:cubicBezTo>
                  <a:cubicBezTo>
                    <a:pt x="198120" y="29527"/>
                    <a:pt x="296228" y="0"/>
                    <a:pt x="415290" y="0"/>
                  </a:cubicBezTo>
                  <a:cubicBezTo>
                    <a:pt x="473393" y="0"/>
                    <a:pt x="527685" y="5715"/>
                    <a:pt x="579120" y="18097"/>
                  </a:cubicBezTo>
                  <a:cubicBezTo>
                    <a:pt x="630555" y="30480"/>
                    <a:pt x="672465" y="45720"/>
                    <a:pt x="704850" y="64770"/>
                  </a:cubicBezTo>
                  <a:cubicBezTo>
                    <a:pt x="759143" y="95250"/>
                    <a:pt x="786765" y="126682"/>
                    <a:pt x="786765" y="159067"/>
                  </a:cubicBezTo>
                  <a:cubicBezTo>
                    <a:pt x="786765" y="192405"/>
                    <a:pt x="771525" y="236220"/>
                    <a:pt x="741045" y="289560"/>
                  </a:cubicBezTo>
                  <a:lnTo>
                    <a:pt x="708660" y="29337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A55D20E-CC35-2045-0CC5-3928672E4663}"/>
                </a:ext>
              </a:extLst>
            </p:cNvPr>
            <p:cNvSpPr/>
            <p:nvPr/>
          </p:nvSpPr>
          <p:spPr>
            <a:xfrm>
              <a:off x="11466789" y="6035878"/>
              <a:ext cx="145780" cy="182042"/>
            </a:xfrm>
            <a:custGeom>
              <a:avLst/>
              <a:gdLst>
                <a:gd name="connsiteX0" fmla="*/ 0 w 949642"/>
                <a:gd name="connsiteY0" fmla="*/ 2858 h 1185862"/>
                <a:gd name="connsiteX1" fmla="*/ 43815 w 949642"/>
                <a:gd name="connsiteY1" fmla="*/ 0 h 1185862"/>
                <a:gd name="connsiteX2" fmla="*/ 205740 w 949642"/>
                <a:gd name="connsiteY2" fmla="*/ 163830 h 1185862"/>
                <a:gd name="connsiteX3" fmla="*/ 205740 w 949642"/>
                <a:gd name="connsiteY3" fmla="*/ 726757 h 1185862"/>
                <a:gd name="connsiteX4" fmla="*/ 220028 w 949642"/>
                <a:gd name="connsiteY4" fmla="*/ 883920 h 1185862"/>
                <a:gd name="connsiteX5" fmla="*/ 273368 w 949642"/>
                <a:gd name="connsiteY5" fmla="*/ 961072 h 1185862"/>
                <a:gd name="connsiteX6" fmla="*/ 346710 w 949642"/>
                <a:gd name="connsiteY6" fmla="*/ 996315 h 1185862"/>
                <a:gd name="connsiteX7" fmla="*/ 449580 w 949642"/>
                <a:gd name="connsiteY7" fmla="*/ 1006793 h 1185862"/>
                <a:gd name="connsiteX8" fmla="*/ 595313 w 949642"/>
                <a:gd name="connsiteY8" fmla="*/ 979170 h 1185862"/>
                <a:gd name="connsiteX9" fmla="*/ 702945 w 949642"/>
                <a:gd name="connsiteY9" fmla="*/ 910590 h 1185862"/>
                <a:gd name="connsiteX10" fmla="*/ 743903 w 949642"/>
                <a:gd name="connsiteY10" fmla="*/ 833438 h 1185862"/>
                <a:gd name="connsiteX11" fmla="*/ 743903 w 949642"/>
                <a:gd name="connsiteY11" fmla="*/ 2858 h 1185862"/>
                <a:gd name="connsiteX12" fmla="*/ 787718 w 949642"/>
                <a:gd name="connsiteY12" fmla="*/ 0 h 1185862"/>
                <a:gd name="connsiteX13" fmla="*/ 949643 w 949642"/>
                <a:gd name="connsiteY13" fmla="*/ 163830 h 1185862"/>
                <a:gd name="connsiteX14" fmla="*/ 949643 w 949642"/>
                <a:gd name="connsiteY14" fmla="*/ 1148715 h 1185862"/>
                <a:gd name="connsiteX15" fmla="*/ 744855 w 949642"/>
                <a:gd name="connsiteY15" fmla="*/ 1148715 h 1185862"/>
                <a:gd name="connsiteX16" fmla="*/ 744855 w 949642"/>
                <a:gd name="connsiteY16" fmla="*/ 1042988 h 1185862"/>
                <a:gd name="connsiteX17" fmla="*/ 384810 w 949642"/>
                <a:gd name="connsiteY17" fmla="*/ 1185863 h 1185862"/>
                <a:gd name="connsiteX18" fmla="*/ 214313 w 949642"/>
                <a:gd name="connsiteY18" fmla="*/ 1162050 h 1185862"/>
                <a:gd name="connsiteX19" fmla="*/ 93345 w 949642"/>
                <a:gd name="connsiteY19" fmla="*/ 1088707 h 1185862"/>
                <a:gd name="connsiteX20" fmla="*/ 22860 w 949642"/>
                <a:gd name="connsiteY20" fmla="*/ 961072 h 1185862"/>
                <a:gd name="connsiteX21" fmla="*/ 0 w 949642"/>
                <a:gd name="connsiteY21" fmla="*/ 727710 h 1185862"/>
                <a:gd name="connsiteX22" fmla="*/ 0 w 949642"/>
                <a:gd name="connsiteY22" fmla="*/ 2858 h 1185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9642" h="1185862">
                  <a:moveTo>
                    <a:pt x="0" y="2858"/>
                  </a:moveTo>
                  <a:cubicBezTo>
                    <a:pt x="14288" y="953"/>
                    <a:pt x="28575" y="0"/>
                    <a:pt x="43815" y="0"/>
                  </a:cubicBezTo>
                  <a:cubicBezTo>
                    <a:pt x="151448" y="0"/>
                    <a:pt x="205740" y="54292"/>
                    <a:pt x="205740" y="163830"/>
                  </a:cubicBezTo>
                  <a:lnTo>
                    <a:pt x="205740" y="726757"/>
                  </a:lnTo>
                  <a:cubicBezTo>
                    <a:pt x="205740" y="797243"/>
                    <a:pt x="210503" y="849630"/>
                    <a:pt x="220028" y="883920"/>
                  </a:cubicBezTo>
                  <a:cubicBezTo>
                    <a:pt x="229553" y="917257"/>
                    <a:pt x="247650" y="943928"/>
                    <a:pt x="273368" y="961072"/>
                  </a:cubicBezTo>
                  <a:cubicBezTo>
                    <a:pt x="296228" y="977265"/>
                    <a:pt x="320040" y="988695"/>
                    <a:pt x="346710" y="996315"/>
                  </a:cubicBezTo>
                  <a:cubicBezTo>
                    <a:pt x="373380" y="1003935"/>
                    <a:pt x="407670" y="1006793"/>
                    <a:pt x="449580" y="1006793"/>
                  </a:cubicBezTo>
                  <a:cubicBezTo>
                    <a:pt x="502920" y="1006793"/>
                    <a:pt x="551498" y="997268"/>
                    <a:pt x="595313" y="979170"/>
                  </a:cubicBezTo>
                  <a:cubicBezTo>
                    <a:pt x="639128" y="961072"/>
                    <a:pt x="675323" y="937260"/>
                    <a:pt x="702945" y="910590"/>
                  </a:cubicBezTo>
                  <a:cubicBezTo>
                    <a:pt x="730568" y="882968"/>
                    <a:pt x="743903" y="857250"/>
                    <a:pt x="743903" y="833438"/>
                  </a:cubicBezTo>
                  <a:lnTo>
                    <a:pt x="743903" y="2858"/>
                  </a:lnTo>
                  <a:cubicBezTo>
                    <a:pt x="758190" y="953"/>
                    <a:pt x="772478" y="0"/>
                    <a:pt x="787718" y="0"/>
                  </a:cubicBezTo>
                  <a:cubicBezTo>
                    <a:pt x="895350" y="0"/>
                    <a:pt x="949643" y="54292"/>
                    <a:pt x="949643" y="163830"/>
                  </a:cubicBezTo>
                  <a:lnTo>
                    <a:pt x="949643" y="1148715"/>
                  </a:lnTo>
                  <a:lnTo>
                    <a:pt x="744855" y="1148715"/>
                  </a:lnTo>
                  <a:lnTo>
                    <a:pt x="744855" y="1042988"/>
                  </a:lnTo>
                  <a:cubicBezTo>
                    <a:pt x="662940" y="1138238"/>
                    <a:pt x="542925" y="1185863"/>
                    <a:pt x="384810" y="1185863"/>
                  </a:cubicBezTo>
                  <a:cubicBezTo>
                    <a:pt x="320040" y="1185863"/>
                    <a:pt x="263843" y="1178243"/>
                    <a:pt x="214313" y="1162050"/>
                  </a:cubicBezTo>
                  <a:cubicBezTo>
                    <a:pt x="164783" y="1145857"/>
                    <a:pt x="124778" y="1121093"/>
                    <a:pt x="93345" y="1088707"/>
                  </a:cubicBezTo>
                  <a:cubicBezTo>
                    <a:pt x="61913" y="1055370"/>
                    <a:pt x="39053" y="1013460"/>
                    <a:pt x="22860" y="961072"/>
                  </a:cubicBezTo>
                  <a:cubicBezTo>
                    <a:pt x="7620" y="908685"/>
                    <a:pt x="0" y="831532"/>
                    <a:pt x="0" y="727710"/>
                  </a:cubicBezTo>
                  <a:lnTo>
                    <a:pt x="0" y="2858"/>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A6CDC61E-C84E-8A01-44A7-DE7EC4FF561C}"/>
                </a:ext>
              </a:extLst>
            </p:cNvPr>
            <p:cNvSpPr/>
            <p:nvPr/>
          </p:nvSpPr>
          <p:spPr>
            <a:xfrm>
              <a:off x="11644737" y="5963354"/>
              <a:ext cx="49422" cy="251057"/>
            </a:xfrm>
            <a:custGeom>
              <a:avLst/>
              <a:gdLst>
                <a:gd name="connsiteX0" fmla="*/ 0 w 321944"/>
                <a:gd name="connsiteY0" fmla="*/ 2858 h 1635442"/>
                <a:gd name="connsiteX1" fmla="*/ 43815 w 321944"/>
                <a:gd name="connsiteY1" fmla="*/ 0 h 1635442"/>
                <a:gd name="connsiteX2" fmla="*/ 205740 w 321944"/>
                <a:gd name="connsiteY2" fmla="*/ 163830 h 1635442"/>
                <a:gd name="connsiteX3" fmla="*/ 205740 w 321944"/>
                <a:gd name="connsiteY3" fmla="*/ 1394460 h 1635442"/>
                <a:gd name="connsiteX4" fmla="*/ 215265 w 321944"/>
                <a:gd name="connsiteY4" fmla="*/ 1485900 h 1635442"/>
                <a:gd name="connsiteX5" fmla="*/ 249555 w 321944"/>
                <a:gd name="connsiteY5" fmla="*/ 1521143 h 1635442"/>
                <a:gd name="connsiteX6" fmla="*/ 321945 w 321944"/>
                <a:gd name="connsiteY6" fmla="*/ 1531620 h 1635442"/>
                <a:gd name="connsiteX7" fmla="*/ 321945 w 321944"/>
                <a:gd name="connsiteY7" fmla="*/ 1618298 h 1635442"/>
                <a:gd name="connsiteX8" fmla="*/ 189548 w 321944"/>
                <a:gd name="connsiteY8" fmla="*/ 1635443 h 1635442"/>
                <a:gd name="connsiteX9" fmla="*/ 82868 w 321944"/>
                <a:gd name="connsiteY9" fmla="*/ 1613535 h 1635442"/>
                <a:gd name="connsiteX10" fmla="*/ 20955 w 321944"/>
                <a:gd name="connsiteY10" fmla="*/ 1544955 h 1635442"/>
                <a:gd name="connsiteX11" fmla="*/ 0 w 321944"/>
                <a:gd name="connsiteY11" fmla="*/ 1386840 h 1635442"/>
                <a:gd name="connsiteX12" fmla="*/ 0 w 321944"/>
                <a:gd name="connsiteY12" fmla="*/ 2858 h 16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1944" h="1635442">
                  <a:moveTo>
                    <a:pt x="0" y="2858"/>
                  </a:moveTo>
                  <a:cubicBezTo>
                    <a:pt x="14288" y="953"/>
                    <a:pt x="28575" y="0"/>
                    <a:pt x="43815" y="0"/>
                  </a:cubicBezTo>
                  <a:cubicBezTo>
                    <a:pt x="151448" y="0"/>
                    <a:pt x="205740" y="54293"/>
                    <a:pt x="205740" y="163830"/>
                  </a:cubicBezTo>
                  <a:lnTo>
                    <a:pt x="205740" y="1394460"/>
                  </a:lnTo>
                  <a:cubicBezTo>
                    <a:pt x="205740" y="1439228"/>
                    <a:pt x="208598" y="1469708"/>
                    <a:pt x="215265" y="1485900"/>
                  </a:cubicBezTo>
                  <a:cubicBezTo>
                    <a:pt x="221932" y="1502093"/>
                    <a:pt x="233363" y="1513523"/>
                    <a:pt x="249555" y="1521143"/>
                  </a:cubicBezTo>
                  <a:cubicBezTo>
                    <a:pt x="265748" y="1528763"/>
                    <a:pt x="289560" y="1531620"/>
                    <a:pt x="321945" y="1531620"/>
                  </a:cubicBezTo>
                  <a:lnTo>
                    <a:pt x="321945" y="1618298"/>
                  </a:lnTo>
                  <a:cubicBezTo>
                    <a:pt x="288607" y="1629728"/>
                    <a:pt x="243840" y="1635443"/>
                    <a:pt x="189548" y="1635443"/>
                  </a:cubicBezTo>
                  <a:cubicBezTo>
                    <a:pt x="145732" y="1635443"/>
                    <a:pt x="110490" y="1627823"/>
                    <a:pt x="82868" y="1613535"/>
                  </a:cubicBezTo>
                  <a:cubicBezTo>
                    <a:pt x="55245" y="1599248"/>
                    <a:pt x="35243" y="1576388"/>
                    <a:pt x="20955" y="1544955"/>
                  </a:cubicBezTo>
                  <a:cubicBezTo>
                    <a:pt x="7620" y="1513523"/>
                    <a:pt x="0" y="1461135"/>
                    <a:pt x="0" y="1386840"/>
                  </a:cubicBezTo>
                  <a:lnTo>
                    <a:pt x="0" y="2858"/>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1B3932A9-39F7-99CF-6CFB-211EBE2478C4}"/>
                </a:ext>
              </a:extLst>
            </p:cNvPr>
            <p:cNvSpPr/>
            <p:nvPr/>
          </p:nvSpPr>
          <p:spPr>
            <a:xfrm>
              <a:off x="11709950" y="6033831"/>
              <a:ext cx="150898" cy="183943"/>
            </a:xfrm>
            <a:custGeom>
              <a:avLst/>
              <a:gdLst>
                <a:gd name="connsiteX0" fmla="*/ 212408 w 982980"/>
                <a:gd name="connsiteY0" fmla="*/ 634365 h 1198244"/>
                <a:gd name="connsiteX1" fmla="*/ 310515 w 982980"/>
                <a:gd name="connsiteY1" fmla="*/ 923925 h 1198244"/>
                <a:gd name="connsiteX2" fmla="*/ 569595 w 982980"/>
                <a:gd name="connsiteY2" fmla="*/ 1024890 h 1198244"/>
                <a:gd name="connsiteX3" fmla="*/ 888683 w 982980"/>
                <a:gd name="connsiteY3" fmla="*/ 887730 h 1198244"/>
                <a:gd name="connsiteX4" fmla="*/ 937260 w 982980"/>
                <a:gd name="connsiteY4" fmla="*/ 961072 h 1198244"/>
                <a:gd name="connsiteX5" fmla="*/ 956310 w 982980"/>
                <a:gd name="connsiteY5" fmla="*/ 1020128 h 1198244"/>
                <a:gd name="connsiteX6" fmla="*/ 902970 w 982980"/>
                <a:gd name="connsiteY6" fmla="*/ 1102042 h 1198244"/>
                <a:gd name="connsiteX7" fmla="*/ 550545 w 982980"/>
                <a:gd name="connsiteY7" fmla="*/ 1198245 h 1198244"/>
                <a:gd name="connsiteX8" fmla="*/ 142875 w 982980"/>
                <a:gd name="connsiteY8" fmla="*/ 1041082 h 1198244"/>
                <a:gd name="connsiteX9" fmla="*/ 0 w 982980"/>
                <a:gd name="connsiteY9" fmla="*/ 584835 h 1198244"/>
                <a:gd name="connsiteX10" fmla="*/ 66675 w 982980"/>
                <a:gd name="connsiteY10" fmla="*/ 270510 h 1198244"/>
                <a:gd name="connsiteX11" fmla="*/ 252413 w 982980"/>
                <a:gd name="connsiteY11" fmla="*/ 70485 h 1198244"/>
                <a:gd name="connsiteX12" fmla="*/ 519113 w 982980"/>
                <a:gd name="connsiteY12" fmla="*/ 0 h 1198244"/>
                <a:gd name="connsiteX13" fmla="*/ 770573 w 982980"/>
                <a:gd name="connsiteY13" fmla="*/ 61913 h 1198244"/>
                <a:gd name="connsiteX14" fmla="*/ 928688 w 982980"/>
                <a:gd name="connsiteY14" fmla="*/ 237172 h 1198244"/>
                <a:gd name="connsiteX15" fmla="*/ 982980 w 982980"/>
                <a:gd name="connsiteY15" fmla="*/ 498157 h 1198244"/>
                <a:gd name="connsiteX16" fmla="*/ 975360 w 982980"/>
                <a:gd name="connsiteY16" fmla="*/ 633413 h 1198244"/>
                <a:gd name="connsiteX17" fmla="*/ 212408 w 982980"/>
                <a:gd name="connsiteY17" fmla="*/ 633413 h 1198244"/>
                <a:gd name="connsiteX18" fmla="*/ 777240 w 982980"/>
                <a:gd name="connsiteY18" fmla="*/ 480060 h 1198244"/>
                <a:gd name="connsiteX19" fmla="*/ 509588 w 982980"/>
                <a:gd name="connsiteY19" fmla="*/ 171450 h 1198244"/>
                <a:gd name="connsiteX20" fmla="*/ 301943 w 982980"/>
                <a:gd name="connsiteY20" fmla="*/ 254317 h 1198244"/>
                <a:gd name="connsiteX21" fmla="*/ 212408 w 982980"/>
                <a:gd name="connsiteY21" fmla="*/ 480060 h 1198244"/>
                <a:gd name="connsiteX22" fmla="*/ 777240 w 982980"/>
                <a:gd name="connsiteY22" fmla="*/ 480060 h 119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82980" h="1198244">
                  <a:moveTo>
                    <a:pt x="212408" y="634365"/>
                  </a:moveTo>
                  <a:cubicBezTo>
                    <a:pt x="217170" y="760095"/>
                    <a:pt x="249555" y="856297"/>
                    <a:pt x="310515" y="923925"/>
                  </a:cubicBezTo>
                  <a:cubicBezTo>
                    <a:pt x="370523" y="991553"/>
                    <a:pt x="457200" y="1024890"/>
                    <a:pt x="569595" y="1024890"/>
                  </a:cubicBezTo>
                  <a:cubicBezTo>
                    <a:pt x="702945" y="1024890"/>
                    <a:pt x="809625" y="979170"/>
                    <a:pt x="888683" y="887730"/>
                  </a:cubicBezTo>
                  <a:cubicBezTo>
                    <a:pt x="907733" y="911542"/>
                    <a:pt x="923925" y="936307"/>
                    <a:pt x="937260" y="961072"/>
                  </a:cubicBezTo>
                  <a:cubicBezTo>
                    <a:pt x="950595" y="985838"/>
                    <a:pt x="956310" y="1005840"/>
                    <a:pt x="956310" y="1020128"/>
                  </a:cubicBezTo>
                  <a:cubicBezTo>
                    <a:pt x="956310" y="1047750"/>
                    <a:pt x="938213" y="1074420"/>
                    <a:pt x="902970" y="1102042"/>
                  </a:cubicBezTo>
                  <a:cubicBezTo>
                    <a:pt x="816293" y="1166813"/>
                    <a:pt x="698183" y="1198245"/>
                    <a:pt x="550545" y="1198245"/>
                  </a:cubicBezTo>
                  <a:cubicBezTo>
                    <a:pt x="373380" y="1198245"/>
                    <a:pt x="237173" y="1145857"/>
                    <a:pt x="142875" y="1041082"/>
                  </a:cubicBezTo>
                  <a:cubicBezTo>
                    <a:pt x="47625" y="936307"/>
                    <a:pt x="0" y="783907"/>
                    <a:pt x="0" y="584835"/>
                  </a:cubicBezTo>
                  <a:cubicBezTo>
                    <a:pt x="0" y="462915"/>
                    <a:pt x="21908" y="358140"/>
                    <a:pt x="66675" y="270510"/>
                  </a:cubicBezTo>
                  <a:cubicBezTo>
                    <a:pt x="110490" y="183832"/>
                    <a:pt x="173355" y="117157"/>
                    <a:pt x="252413" y="70485"/>
                  </a:cubicBezTo>
                  <a:cubicBezTo>
                    <a:pt x="332423" y="23813"/>
                    <a:pt x="421005" y="0"/>
                    <a:pt x="519113" y="0"/>
                  </a:cubicBezTo>
                  <a:cubicBezTo>
                    <a:pt x="617220" y="0"/>
                    <a:pt x="701040" y="20955"/>
                    <a:pt x="770573" y="61913"/>
                  </a:cubicBezTo>
                  <a:cubicBezTo>
                    <a:pt x="840105" y="102870"/>
                    <a:pt x="892493" y="160972"/>
                    <a:pt x="928688" y="237172"/>
                  </a:cubicBezTo>
                  <a:cubicBezTo>
                    <a:pt x="964883" y="312420"/>
                    <a:pt x="982980" y="400050"/>
                    <a:pt x="982980" y="498157"/>
                  </a:cubicBezTo>
                  <a:cubicBezTo>
                    <a:pt x="982980" y="561022"/>
                    <a:pt x="980123" y="605790"/>
                    <a:pt x="975360" y="633413"/>
                  </a:cubicBezTo>
                  <a:lnTo>
                    <a:pt x="212408" y="633413"/>
                  </a:lnTo>
                  <a:close/>
                  <a:moveTo>
                    <a:pt x="777240" y="480060"/>
                  </a:moveTo>
                  <a:cubicBezTo>
                    <a:pt x="777240" y="274320"/>
                    <a:pt x="687705" y="171450"/>
                    <a:pt x="509588" y="171450"/>
                  </a:cubicBezTo>
                  <a:cubicBezTo>
                    <a:pt x="423863" y="171450"/>
                    <a:pt x="355283" y="199072"/>
                    <a:pt x="301943" y="254317"/>
                  </a:cubicBezTo>
                  <a:cubicBezTo>
                    <a:pt x="248603" y="309563"/>
                    <a:pt x="219075" y="384810"/>
                    <a:pt x="212408" y="480060"/>
                  </a:cubicBezTo>
                  <a:lnTo>
                    <a:pt x="777240" y="48006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B9E1B41A-75BA-76C6-2CD0-334F2D18F9BC}"/>
                </a:ext>
              </a:extLst>
            </p:cNvPr>
            <p:cNvSpPr/>
            <p:nvPr/>
          </p:nvSpPr>
          <p:spPr>
            <a:xfrm>
              <a:off x="11888484" y="5984409"/>
              <a:ext cx="97235" cy="233218"/>
            </a:xfrm>
            <a:custGeom>
              <a:avLst/>
              <a:gdLst>
                <a:gd name="connsiteX0" fmla="*/ 0 w 633412"/>
                <a:gd name="connsiteY0" fmla="*/ 2858 h 1519237"/>
                <a:gd name="connsiteX1" fmla="*/ 43815 w 633412"/>
                <a:gd name="connsiteY1" fmla="*/ 0 h 1519237"/>
                <a:gd name="connsiteX2" fmla="*/ 205740 w 633412"/>
                <a:gd name="connsiteY2" fmla="*/ 163830 h 1519237"/>
                <a:gd name="connsiteX3" fmla="*/ 205740 w 633412"/>
                <a:gd name="connsiteY3" fmla="*/ 349567 h 1519237"/>
                <a:gd name="connsiteX4" fmla="*/ 565785 w 633412"/>
                <a:gd name="connsiteY4" fmla="*/ 349567 h 1519237"/>
                <a:gd name="connsiteX5" fmla="*/ 565785 w 633412"/>
                <a:gd name="connsiteY5" fmla="*/ 523875 h 1519237"/>
                <a:gd name="connsiteX6" fmla="*/ 205740 w 633412"/>
                <a:gd name="connsiteY6" fmla="*/ 523875 h 1519237"/>
                <a:gd name="connsiteX7" fmla="*/ 205740 w 633412"/>
                <a:gd name="connsiteY7" fmla="*/ 1146810 h 1519237"/>
                <a:gd name="connsiteX8" fmla="*/ 362902 w 633412"/>
                <a:gd name="connsiteY8" fmla="*/ 1344930 h 1519237"/>
                <a:gd name="connsiteX9" fmla="*/ 443865 w 633412"/>
                <a:gd name="connsiteY9" fmla="*/ 1327785 h 1519237"/>
                <a:gd name="connsiteX10" fmla="*/ 517207 w 633412"/>
                <a:gd name="connsiteY10" fmla="*/ 1283970 h 1519237"/>
                <a:gd name="connsiteX11" fmla="*/ 562927 w 633412"/>
                <a:gd name="connsiteY11" fmla="*/ 1240155 h 1519237"/>
                <a:gd name="connsiteX12" fmla="*/ 633413 w 633412"/>
                <a:gd name="connsiteY12" fmla="*/ 1375410 h 1519237"/>
                <a:gd name="connsiteX13" fmla="*/ 587693 w 633412"/>
                <a:gd name="connsiteY13" fmla="*/ 1444943 h 1519237"/>
                <a:gd name="connsiteX14" fmla="*/ 475297 w 633412"/>
                <a:gd name="connsiteY14" fmla="*/ 1500187 h 1519237"/>
                <a:gd name="connsiteX15" fmla="*/ 331470 w 633412"/>
                <a:gd name="connsiteY15" fmla="*/ 1519237 h 1519237"/>
                <a:gd name="connsiteX16" fmla="*/ 24765 w 633412"/>
                <a:gd name="connsiteY16" fmla="*/ 1338262 h 1519237"/>
                <a:gd name="connsiteX17" fmla="*/ 952 w 633412"/>
                <a:gd name="connsiteY17" fmla="*/ 1130618 h 1519237"/>
                <a:gd name="connsiteX18" fmla="*/ 952 w 633412"/>
                <a:gd name="connsiteY18" fmla="*/ 2858 h 1519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33412" h="1519237">
                  <a:moveTo>
                    <a:pt x="0" y="2858"/>
                  </a:moveTo>
                  <a:cubicBezTo>
                    <a:pt x="14288" y="952"/>
                    <a:pt x="28575" y="0"/>
                    <a:pt x="43815" y="0"/>
                  </a:cubicBezTo>
                  <a:cubicBezTo>
                    <a:pt x="151447" y="0"/>
                    <a:pt x="205740" y="54292"/>
                    <a:pt x="205740" y="163830"/>
                  </a:cubicBezTo>
                  <a:lnTo>
                    <a:pt x="205740" y="349567"/>
                  </a:lnTo>
                  <a:lnTo>
                    <a:pt x="565785" y="349567"/>
                  </a:lnTo>
                  <a:lnTo>
                    <a:pt x="565785" y="523875"/>
                  </a:lnTo>
                  <a:lnTo>
                    <a:pt x="205740" y="523875"/>
                  </a:lnTo>
                  <a:lnTo>
                    <a:pt x="205740" y="1146810"/>
                  </a:lnTo>
                  <a:cubicBezTo>
                    <a:pt x="205740" y="1279208"/>
                    <a:pt x="258127" y="1344930"/>
                    <a:pt x="362902" y="1344930"/>
                  </a:cubicBezTo>
                  <a:cubicBezTo>
                    <a:pt x="390525" y="1344930"/>
                    <a:pt x="417195" y="1339215"/>
                    <a:pt x="443865" y="1327785"/>
                  </a:cubicBezTo>
                  <a:cubicBezTo>
                    <a:pt x="470535" y="1316355"/>
                    <a:pt x="495300" y="1302068"/>
                    <a:pt x="517207" y="1283970"/>
                  </a:cubicBezTo>
                  <a:cubicBezTo>
                    <a:pt x="540068" y="1265873"/>
                    <a:pt x="555307" y="1251585"/>
                    <a:pt x="562927" y="1240155"/>
                  </a:cubicBezTo>
                  <a:cubicBezTo>
                    <a:pt x="609600" y="1298258"/>
                    <a:pt x="633413" y="1343025"/>
                    <a:pt x="633413" y="1375410"/>
                  </a:cubicBezTo>
                  <a:cubicBezTo>
                    <a:pt x="633413" y="1398270"/>
                    <a:pt x="618172" y="1421130"/>
                    <a:pt x="587693" y="1444943"/>
                  </a:cubicBezTo>
                  <a:cubicBezTo>
                    <a:pt x="557213" y="1468755"/>
                    <a:pt x="520065" y="1487805"/>
                    <a:pt x="475297" y="1500187"/>
                  </a:cubicBezTo>
                  <a:cubicBezTo>
                    <a:pt x="430530" y="1513523"/>
                    <a:pt x="382905" y="1519237"/>
                    <a:pt x="331470" y="1519237"/>
                  </a:cubicBezTo>
                  <a:cubicBezTo>
                    <a:pt x="170497" y="1519237"/>
                    <a:pt x="68580" y="1459230"/>
                    <a:pt x="24765" y="1338262"/>
                  </a:cubicBezTo>
                  <a:cubicBezTo>
                    <a:pt x="8572" y="1293495"/>
                    <a:pt x="952" y="1223962"/>
                    <a:pt x="952" y="1130618"/>
                  </a:cubicBezTo>
                  <a:lnTo>
                    <a:pt x="952" y="2858"/>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02273706"/>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3C08197-5484-277D-7AE3-A725D51F85D4}"/>
              </a:ext>
            </a:extLst>
          </p:cNvPr>
          <p:cNvGrpSpPr/>
          <p:nvPr userDrawn="1"/>
        </p:nvGrpSpPr>
        <p:grpSpPr>
          <a:xfrm>
            <a:off x="10408962" y="6131833"/>
            <a:ext cx="1549676" cy="462092"/>
            <a:chOff x="11074630" y="5946246"/>
            <a:chExt cx="911089" cy="271674"/>
          </a:xfrm>
        </p:grpSpPr>
        <p:sp>
          <p:nvSpPr>
            <p:cNvPr id="10" name="Freeform: Shape 9">
              <a:extLst>
                <a:ext uri="{FF2B5EF4-FFF2-40B4-BE49-F238E27FC236}">
                  <a16:creationId xmlns:a16="http://schemas.microsoft.com/office/drawing/2014/main" id="{127C715E-6F55-1045-DCB3-118A8CB0B74B}"/>
                </a:ext>
              </a:extLst>
            </p:cNvPr>
            <p:cNvSpPr/>
            <p:nvPr/>
          </p:nvSpPr>
          <p:spPr>
            <a:xfrm>
              <a:off x="11074630" y="5946246"/>
              <a:ext cx="32607" cy="266264"/>
            </a:xfrm>
            <a:custGeom>
              <a:avLst/>
              <a:gdLst>
                <a:gd name="connsiteX0" fmla="*/ 0 w 212407"/>
                <a:gd name="connsiteY0" fmla="*/ 4763 h 1734502"/>
                <a:gd name="connsiteX1" fmla="*/ 60007 w 212407"/>
                <a:gd name="connsiteY1" fmla="*/ 0 h 1734502"/>
                <a:gd name="connsiteX2" fmla="*/ 172402 w 212407"/>
                <a:gd name="connsiteY2" fmla="*/ 40005 h 1734502"/>
                <a:gd name="connsiteX3" fmla="*/ 212407 w 212407"/>
                <a:gd name="connsiteY3" fmla="*/ 152400 h 1734502"/>
                <a:gd name="connsiteX4" fmla="*/ 212407 w 212407"/>
                <a:gd name="connsiteY4" fmla="*/ 1734502 h 1734502"/>
                <a:gd name="connsiteX5" fmla="*/ 0 w 212407"/>
                <a:gd name="connsiteY5" fmla="*/ 1734502 h 1734502"/>
                <a:gd name="connsiteX6" fmla="*/ 0 w 212407"/>
                <a:gd name="connsiteY6" fmla="*/ 4763 h 1734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407" h="1734502">
                  <a:moveTo>
                    <a:pt x="0" y="4763"/>
                  </a:moveTo>
                  <a:cubicBezTo>
                    <a:pt x="25717" y="1905"/>
                    <a:pt x="45720" y="0"/>
                    <a:pt x="60007" y="0"/>
                  </a:cubicBezTo>
                  <a:cubicBezTo>
                    <a:pt x="108585" y="0"/>
                    <a:pt x="145732" y="13335"/>
                    <a:pt x="172402" y="40005"/>
                  </a:cubicBezTo>
                  <a:cubicBezTo>
                    <a:pt x="199072" y="66675"/>
                    <a:pt x="212407" y="103823"/>
                    <a:pt x="212407" y="152400"/>
                  </a:cubicBezTo>
                  <a:lnTo>
                    <a:pt x="212407" y="1734502"/>
                  </a:lnTo>
                  <a:lnTo>
                    <a:pt x="0" y="1734502"/>
                  </a:lnTo>
                  <a:lnTo>
                    <a:pt x="0" y="4763"/>
                  </a:lnTo>
                  <a:close/>
                </a:path>
              </a:pathLst>
            </a:custGeom>
            <a:solidFill>
              <a:srgbClr val="743DBC"/>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DD62EFA-5517-D2BE-4C4C-60514C7C22A7}"/>
                </a:ext>
              </a:extLst>
            </p:cNvPr>
            <p:cNvSpPr/>
            <p:nvPr/>
          </p:nvSpPr>
          <p:spPr>
            <a:xfrm>
              <a:off x="11141306" y="6033977"/>
              <a:ext cx="146657" cy="178240"/>
            </a:xfrm>
            <a:custGeom>
              <a:avLst/>
              <a:gdLst>
                <a:gd name="connsiteX0" fmla="*/ 0 w 955357"/>
                <a:gd name="connsiteY0" fmla="*/ 21908 h 1161097"/>
                <a:gd name="connsiteX1" fmla="*/ 40958 w 955357"/>
                <a:gd name="connsiteY1" fmla="*/ 19050 h 1161097"/>
                <a:gd name="connsiteX2" fmla="*/ 147638 w 955357"/>
                <a:gd name="connsiteY2" fmla="*/ 50483 h 1161097"/>
                <a:gd name="connsiteX3" fmla="*/ 196215 w 955357"/>
                <a:gd name="connsiteY3" fmla="*/ 141923 h 1161097"/>
                <a:gd name="connsiteX4" fmla="*/ 361950 w 955357"/>
                <a:gd name="connsiteY4" fmla="*/ 37148 h 1161097"/>
                <a:gd name="connsiteX5" fmla="*/ 573405 w 955357"/>
                <a:gd name="connsiteY5" fmla="*/ 0 h 1161097"/>
                <a:gd name="connsiteX6" fmla="*/ 813435 w 955357"/>
                <a:gd name="connsiteY6" fmla="*/ 64770 h 1161097"/>
                <a:gd name="connsiteX7" fmla="*/ 938213 w 955357"/>
                <a:gd name="connsiteY7" fmla="*/ 253365 h 1161097"/>
                <a:gd name="connsiteX8" fmla="*/ 955358 w 955357"/>
                <a:gd name="connsiteY8" fmla="*/ 475298 h 1161097"/>
                <a:gd name="connsiteX9" fmla="*/ 955358 w 955357"/>
                <a:gd name="connsiteY9" fmla="*/ 1161098 h 1161097"/>
                <a:gd name="connsiteX10" fmla="*/ 750570 w 955357"/>
                <a:gd name="connsiteY10" fmla="*/ 1161098 h 1161097"/>
                <a:gd name="connsiteX11" fmla="*/ 750570 w 955357"/>
                <a:gd name="connsiteY11" fmla="*/ 483870 h 1161097"/>
                <a:gd name="connsiteX12" fmla="*/ 736283 w 955357"/>
                <a:gd name="connsiteY12" fmla="*/ 317183 h 1161097"/>
                <a:gd name="connsiteX13" fmla="*/ 661035 w 955357"/>
                <a:gd name="connsiteY13" fmla="*/ 218123 h 1161097"/>
                <a:gd name="connsiteX14" fmla="*/ 508635 w 955357"/>
                <a:gd name="connsiteY14" fmla="*/ 186690 h 1161097"/>
                <a:gd name="connsiteX15" fmla="*/ 353378 w 955357"/>
                <a:gd name="connsiteY15" fmla="*/ 210503 h 1161097"/>
                <a:gd name="connsiteX16" fmla="*/ 245745 w 955357"/>
                <a:gd name="connsiteY16" fmla="*/ 274320 h 1161097"/>
                <a:gd name="connsiteX17" fmla="*/ 206692 w 955357"/>
                <a:gd name="connsiteY17" fmla="*/ 357188 h 1161097"/>
                <a:gd name="connsiteX18" fmla="*/ 206692 w 955357"/>
                <a:gd name="connsiteY18" fmla="*/ 1161098 h 1161097"/>
                <a:gd name="connsiteX19" fmla="*/ 1905 w 955357"/>
                <a:gd name="connsiteY19" fmla="*/ 1161098 h 1161097"/>
                <a:gd name="connsiteX20" fmla="*/ 1905 w 955357"/>
                <a:gd name="connsiteY20" fmla="*/ 21908 h 1161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55357" h="1161097">
                  <a:moveTo>
                    <a:pt x="0" y="21908"/>
                  </a:moveTo>
                  <a:cubicBezTo>
                    <a:pt x="14288" y="20003"/>
                    <a:pt x="28575" y="19050"/>
                    <a:pt x="40958" y="19050"/>
                  </a:cubicBezTo>
                  <a:cubicBezTo>
                    <a:pt x="84773" y="19050"/>
                    <a:pt x="120015" y="29528"/>
                    <a:pt x="147638" y="50483"/>
                  </a:cubicBezTo>
                  <a:cubicBezTo>
                    <a:pt x="175260" y="71438"/>
                    <a:pt x="191453" y="101917"/>
                    <a:pt x="196215" y="141923"/>
                  </a:cubicBezTo>
                  <a:cubicBezTo>
                    <a:pt x="240983" y="97155"/>
                    <a:pt x="296228" y="61913"/>
                    <a:pt x="361950" y="37148"/>
                  </a:cubicBezTo>
                  <a:cubicBezTo>
                    <a:pt x="426720" y="12383"/>
                    <a:pt x="497205" y="0"/>
                    <a:pt x="573405" y="0"/>
                  </a:cubicBezTo>
                  <a:cubicBezTo>
                    <a:pt x="671513" y="0"/>
                    <a:pt x="751523" y="21908"/>
                    <a:pt x="813435" y="64770"/>
                  </a:cubicBezTo>
                  <a:cubicBezTo>
                    <a:pt x="875348" y="108585"/>
                    <a:pt x="917258" y="171450"/>
                    <a:pt x="938213" y="253365"/>
                  </a:cubicBezTo>
                  <a:cubicBezTo>
                    <a:pt x="949643" y="297180"/>
                    <a:pt x="955358" y="370523"/>
                    <a:pt x="955358" y="475298"/>
                  </a:cubicBezTo>
                  <a:lnTo>
                    <a:pt x="955358" y="1161098"/>
                  </a:lnTo>
                  <a:lnTo>
                    <a:pt x="750570" y="1161098"/>
                  </a:lnTo>
                  <a:lnTo>
                    <a:pt x="750570" y="483870"/>
                  </a:lnTo>
                  <a:cubicBezTo>
                    <a:pt x="750570" y="404813"/>
                    <a:pt x="745808" y="349567"/>
                    <a:pt x="736283" y="317183"/>
                  </a:cubicBezTo>
                  <a:cubicBezTo>
                    <a:pt x="722948" y="272415"/>
                    <a:pt x="698183" y="239078"/>
                    <a:pt x="661035" y="218123"/>
                  </a:cubicBezTo>
                  <a:cubicBezTo>
                    <a:pt x="623888" y="197167"/>
                    <a:pt x="573405" y="186690"/>
                    <a:pt x="508635" y="186690"/>
                  </a:cubicBezTo>
                  <a:cubicBezTo>
                    <a:pt x="450533" y="186690"/>
                    <a:pt x="399098" y="194310"/>
                    <a:pt x="353378" y="210503"/>
                  </a:cubicBezTo>
                  <a:cubicBezTo>
                    <a:pt x="307658" y="226695"/>
                    <a:pt x="271463" y="247650"/>
                    <a:pt x="245745" y="274320"/>
                  </a:cubicBezTo>
                  <a:cubicBezTo>
                    <a:pt x="220028" y="300990"/>
                    <a:pt x="206692" y="328613"/>
                    <a:pt x="206692" y="357188"/>
                  </a:cubicBezTo>
                  <a:lnTo>
                    <a:pt x="206692" y="1161098"/>
                  </a:lnTo>
                  <a:lnTo>
                    <a:pt x="1905" y="1161098"/>
                  </a:lnTo>
                  <a:lnTo>
                    <a:pt x="1905" y="21908"/>
                  </a:lnTo>
                  <a:close/>
                </a:path>
              </a:pathLst>
            </a:custGeom>
            <a:solidFill>
              <a:srgbClr val="743DBC"/>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6AB7D9F-9895-A614-1095-A0A933CE2CB5}"/>
                </a:ext>
              </a:extLst>
            </p:cNvPr>
            <p:cNvSpPr/>
            <p:nvPr/>
          </p:nvSpPr>
          <p:spPr>
            <a:xfrm>
              <a:off x="11314282" y="6033831"/>
              <a:ext cx="125309" cy="183504"/>
            </a:xfrm>
            <a:custGeom>
              <a:avLst/>
              <a:gdLst>
                <a:gd name="connsiteX0" fmla="*/ 708660 w 816292"/>
                <a:gd name="connsiteY0" fmla="*/ 293370 h 1195387"/>
                <a:gd name="connsiteX1" fmla="*/ 582930 w 816292"/>
                <a:gd name="connsiteY1" fmla="*/ 202882 h 1195387"/>
                <a:gd name="connsiteX2" fmla="*/ 421005 w 816292"/>
                <a:gd name="connsiteY2" fmla="*/ 167640 h 1195387"/>
                <a:gd name="connsiteX3" fmla="*/ 263843 w 816292"/>
                <a:gd name="connsiteY3" fmla="*/ 204788 h 1195387"/>
                <a:gd name="connsiteX4" fmla="*/ 205740 w 816292"/>
                <a:gd name="connsiteY4" fmla="*/ 312420 h 1195387"/>
                <a:gd name="connsiteX5" fmla="*/ 226695 w 816292"/>
                <a:gd name="connsiteY5" fmla="*/ 381000 h 1195387"/>
                <a:gd name="connsiteX6" fmla="*/ 295275 w 816292"/>
                <a:gd name="connsiteY6" fmla="*/ 434340 h 1195387"/>
                <a:gd name="connsiteX7" fmla="*/ 444818 w 816292"/>
                <a:gd name="connsiteY7" fmla="*/ 481013 h 1195387"/>
                <a:gd name="connsiteX8" fmla="*/ 662940 w 816292"/>
                <a:gd name="connsiteY8" fmla="*/ 561022 h 1195387"/>
                <a:gd name="connsiteX9" fmla="*/ 779145 w 816292"/>
                <a:gd name="connsiteY9" fmla="*/ 675322 h 1195387"/>
                <a:gd name="connsiteX10" fmla="*/ 816293 w 816292"/>
                <a:gd name="connsiteY10" fmla="*/ 838200 h 1195387"/>
                <a:gd name="connsiteX11" fmla="*/ 693420 w 816292"/>
                <a:gd name="connsiteY11" fmla="*/ 1097280 h 1195387"/>
                <a:gd name="connsiteX12" fmla="*/ 374332 w 816292"/>
                <a:gd name="connsiteY12" fmla="*/ 1195388 h 1195387"/>
                <a:gd name="connsiteX13" fmla="*/ 108585 w 816292"/>
                <a:gd name="connsiteY13" fmla="*/ 1149667 h 1195387"/>
                <a:gd name="connsiteX14" fmla="*/ 0 w 816292"/>
                <a:gd name="connsiteY14" fmla="*/ 1048703 h 1195387"/>
                <a:gd name="connsiteX15" fmla="*/ 12382 w 816292"/>
                <a:gd name="connsiteY15" fmla="*/ 994410 h 1195387"/>
                <a:gd name="connsiteX16" fmla="*/ 60960 w 816292"/>
                <a:gd name="connsiteY16" fmla="*/ 905828 h 1195387"/>
                <a:gd name="connsiteX17" fmla="*/ 213360 w 816292"/>
                <a:gd name="connsiteY17" fmla="*/ 996315 h 1195387"/>
                <a:gd name="connsiteX18" fmla="*/ 381953 w 816292"/>
                <a:gd name="connsiteY18" fmla="*/ 1028700 h 1195387"/>
                <a:gd name="connsiteX19" fmla="*/ 553403 w 816292"/>
                <a:gd name="connsiteY19" fmla="*/ 983932 h 1195387"/>
                <a:gd name="connsiteX20" fmla="*/ 613410 w 816292"/>
                <a:gd name="connsiteY20" fmla="*/ 854392 h 1195387"/>
                <a:gd name="connsiteX21" fmla="*/ 560070 w 816292"/>
                <a:gd name="connsiteY21" fmla="*/ 735330 h 1195387"/>
                <a:gd name="connsiteX22" fmla="*/ 361950 w 816292"/>
                <a:gd name="connsiteY22" fmla="*/ 659130 h 1195387"/>
                <a:gd name="connsiteX23" fmla="*/ 87630 w 816292"/>
                <a:gd name="connsiteY23" fmla="*/ 537210 h 1195387"/>
                <a:gd name="connsiteX24" fmla="*/ 4763 w 816292"/>
                <a:gd name="connsiteY24" fmla="*/ 323850 h 1195387"/>
                <a:gd name="connsiteX25" fmla="*/ 120968 w 816292"/>
                <a:gd name="connsiteY25" fmla="*/ 88582 h 1195387"/>
                <a:gd name="connsiteX26" fmla="*/ 415290 w 816292"/>
                <a:gd name="connsiteY26" fmla="*/ 0 h 1195387"/>
                <a:gd name="connsiteX27" fmla="*/ 579120 w 816292"/>
                <a:gd name="connsiteY27" fmla="*/ 18097 h 1195387"/>
                <a:gd name="connsiteX28" fmla="*/ 704850 w 816292"/>
                <a:gd name="connsiteY28" fmla="*/ 64770 h 1195387"/>
                <a:gd name="connsiteX29" fmla="*/ 786765 w 816292"/>
                <a:gd name="connsiteY29" fmla="*/ 159067 h 1195387"/>
                <a:gd name="connsiteX30" fmla="*/ 741045 w 816292"/>
                <a:gd name="connsiteY30" fmla="*/ 289560 h 1195387"/>
                <a:gd name="connsiteX31" fmla="*/ 708660 w 816292"/>
                <a:gd name="connsiteY31" fmla="*/ 293370 h 1195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16292" h="1195387">
                  <a:moveTo>
                    <a:pt x="708660" y="293370"/>
                  </a:moveTo>
                  <a:cubicBezTo>
                    <a:pt x="678180" y="256222"/>
                    <a:pt x="636270" y="225742"/>
                    <a:pt x="582930" y="202882"/>
                  </a:cubicBezTo>
                  <a:cubicBezTo>
                    <a:pt x="529590" y="180022"/>
                    <a:pt x="476250" y="167640"/>
                    <a:pt x="421005" y="167640"/>
                  </a:cubicBezTo>
                  <a:cubicBezTo>
                    <a:pt x="355282" y="167640"/>
                    <a:pt x="302895" y="180022"/>
                    <a:pt x="263843" y="204788"/>
                  </a:cubicBezTo>
                  <a:cubicBezTo>
                    <a:pt x="224790" y="229552"/>
                    <a:pt x="205740" y="265747"/>
                    <a:pt x="205740" y="312420"/>
                  </a:cubicBezTo>
                  <a:cubicBezTo>
                    <a:pt x="205740" y="338138"/>
                    <a:pt x="212407" y="360997"/>
                    <a:pt x="226695" y="381000"/>
                  </a:cubicBezTo>
                  <a:cubicBezTo>
                    <a:pt x="240030" y="401003"/>
                    <a:pt x="262890" y="419100"/>
                    <a:pt x="295275" y="434340"/>
                  </a:cubicBezTo>
                  <a:cubicBezTo>
                    <a:pt x="327660" y="449580"/>
                    <a:pt x="377190" y="465772"/>
                    <a:pt x="444818" y="481013"/>
                  </a:cubicBezTo>
                  <a:cubicBezTo>
                    <a:pt x="538163" y="503872"/>
                    <a:pt x="610553" y="530542"/>
                    <a:pt x="662940" y="561022"/>
                  </a:cubicBezTo>
                  <a:cubicBezTo>
                    <a:pt x="715328" y="591503"/>
                    <a:pt x="753428" y="629603"/>
                    <a:pt x="779145" y="675322"/>
                  </a:cubicBezTo>
                  <a:cubicBezTo>
                    <a:pt x="803910" y="721042"/>
                    <a:pt x="816293" y="775335"/>
                    <a:pt x="816293" y="838200"/>
                  </a:cubicBezTo>
                  <a:cubicBezTo>
                    <a:pt x="816293" y="945832"/>
                    <a:pt x="775335" y="1032510"/>
                    <a:pt x="693420" y="1097280"/>
                  </a:cubicBezTo>
                  <a:cubicBezTo>
                    <a:pt x="611505" y="1162050"/>
                    <a:pt x="504825" y="1195388"/>
                    <a:pt x="374332" y="1195388"/>
                  </a:cubicBezTo>
                  <a:cubicBezTo>
                    <a:pt x="266700" y="1195388"/>
                    <a:pt x="178118" y="1180148"/>
                    <a:pt x="108585" y="1149667"/>
                  </a:cubicBezTo>
                  <a:cubicBezTo>
                    <a:pt x="36195" y="1121092"/>
                    <a:pt x="0" y="1086803"/>
                    <a:pt x="0" y="1048703"/>
                  </a:cubicBezTo>
                  <a:cubicBezTo>
                    <a:pt x="0" y="1032510"/>
                    <a:pt x="3810" y="1014413"/>
                    <a:pt x="12382" y="994410"/>
                  </a:cubicBezTo>
                  <a:cubicBezTo>
                    <a:pt x="20003" y="974407"/>
                    <a:pt x="36195" y="944880"/>
                    <a:pt x="60960" y="905828"/>
                  </a:cubicBezTo>
                  <a:cubicBezTo>
                    <a:pt x="105728" y="944880"/>
                    <a:pt x="157163" y="974407"/>
                    <a:pt x="213360" y="996315"/>
                  </a:cubicBezTo>
                  <a:cubicBezTo>
                    <a:pt x="269557" y="1018222"/>
                    <a:pt x="325755" y="1028700"/>
                    <a:pt x="381953" y="1028700"/>
                  </a:cubicBezTo>
                  <a:cubicBezTo>
                    <a:pt x="456247" y="1028700"/>
                    <a:pt x="513397" y="1013460"/>
                    <a:pt x="553403" y="983932"/>
                  </a:cubicBezTo>
                  <a:cubicBezTo>
                    <a:pt x="593407" y="954405"/>
                    <a:pt x="613410" y="911542"/>
                    <a:pt x="613410" y="854392"/>
                  </a:cubicBezTo>
                  <a:cubicBezTo>
                    <a:pt x="613410" y="804863"/>
                    <a:pt x="595313" y="764857"/>
                    <a:pt x="560070" y="735330"/>
                  </a:cubicBezTo>
                  <a:cubicBezTo>
                    <a:pt x="524828" y="705803"/>
                    <a:pt x="459105" y="680085"/>
                    <a:pt x="361950" y="659130"/>
                  </a:cubicBezTo>
                  <a:cubicBezTo>
                    <a:pt x="235268" y="631507"/>
                    <a:pt x="143828" y="591503"/>
                    <a:pt x="87630" y="537210"/>
                  </a:cubicBezTo>
                  <a:cubicBezTo>
                    <a:pt x="32385" y="482917"/>
                    <a:pt x="4763" y="412432"/>
                    <a:pt x="4763" y="323850"/>
                  </a:cubicBezTo>
                  <a:cubicBezTo>
                    <a:pt x="4763" y="225742"/>
                    <a:pt x="43815" y="147638"/>
                    <a:pt x="120968" y="88582"/>
                  </a:cubicBezTo>
                  <a:cubicBezTo>
                    <a:pt x="198120" y="29527"/>
                    <a:pt x="296228" y="0"/>
                    <a:pt x="415290" y="0"/>
                  </a:cubicBezTo>
                  <a:cubicBezTo>
                    <a:pt x="473393" y="0"/>
                    <a:pt x="527685" y="5715"/>
                    <a:pt x="579120" y="18097"/>
                  </a:cubicBezTo>
                  <a:cubicBezTo>
                    <a:pt x="630555" y="30480"/>
                    <a:pt x="672465" y="45720"/>
                    <a:pt x="704850" y="64770"/>
                  </a:cubicBezTo>
                  <a:cubicBezTo>
                    <a:pt x="759143" y="95250"/>
                    <a:pt x="786765" y="126682"/>
                    <a:pt x="786765" y="159067"/>
                  </a:cubicBezTo>
                  <a:cubicBezTo>
                    <a:pt x="786765" y="192405"/>
                    <a:pt x="771525" y="236220"/>
                    <a:pt x="741045" y="289560"/>
                  </a:cubicBezTo>
                  <a:lnTo>
                    <a:pt x="708660" y="293370"/>
                  </a:lnTo>
                  <a:close/>
                </a:path>
              </a:pathLst>
            </a:custGeom>
            <a:solidFill>
              <a:srgbClr val="743DBC"/>
            </a:solid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E4ECC3F-F6CC-28DE-A8F5-477A4A8E8160}"/>
                </a:ext>
              </a:extLst>
            </p:cNvPr>
            <p:cNvSpPr/>
            <p:nvPr/>
          </p:nvSpPr>
          <p:spPr>
            <a:xfrm>
              <a:off x="11466789" y="6035878"/>
              <a:ext cx="145780" cy="182042"/>
            </a:xfrm>
            <a:custGeom>
              <a:avLst/>
              <a:gdLst>
                <a:gd name="connsiteX0" fmla="*/ 0 w 949642"/>
                <a:gd name="connsiteY0" fmla="*/ 2858 h 1185862"/>
                <a:gd name="connsiteX1" fmla="*/ 43815 w 949642"/>
                <a:gd name="connsiteY1" fmla="*/ 0 h 1185862"/>
                <a:gd name="connsiteX2" fmla="*/ 205740 w 949642"/>
                <a:gd name="connsiteY2" fmla="*/ 163830 h 1185862"/>
                <a:gd name="connsiteX3" fmla="*/ 205740 w 949642"/>
                <a:gd name="connsiteY3" fmla="*/ 726757 h 1185862"/>
                <a:gd name="connsiteX4" fmla="*/ 220028 w 949642"/>
                <a:gd name="connsiteY4" fmla="*/ 883920 h 1185862"/>
                <a:gd name="connsiteX5" fmla="*/ 273368 w 949642"/>
                <a:gd name="connsiteY5" fmla="*/ 961072 h 1185862"/>
                <a:gd name="connsiteX6" fmla="*/ 346710 w 949642"/>
                <a:gd name="connsiteY6" fmla="*/ 996315 h 1185862"/>
                <a:gd name="connsiteX7" fmla="*/ 449580 w 949642"/>
                <a:gd name="connsiteY7" fmla="*/ 1006793 h 1185862"/>
                <a:gd name="connsiteX8" fmla="*/ 595313 w 949642"/>
                <a:gd name="connsiteY8" fmla="*/ 979170 h 1185862"/>
                <a:gd name="connsiteX9" fmla="*/ 702945 w 949642"/>
                <a:gd name="connsiteY9" fmla="*/ 910590 h 1185862"/>
                <a:gd name="connsiteX10" fmla="*/ 743903 w 949642"/>
                <a:gd name="connsiteY10" fmla="*/ 833438 h 1185862"/>
                <a:gd name="connsiteX11" fmla="*/ 743903 w 949642"/>
                <a:gd name="connsiteY11" fmla="*/ 2858 h 1185862"/>
                <a:gd name="connsiteX12" fmla="*/ 787718 w 949642"/>
                <a:gd name="connsiteY12" fmla="*/ 0 h 1185862"/>
                <a:gd name="connsiteX13" fmla="*/ 949643 w 949642"/>
                <a:gd name="connsiteY13" fmla="*/ 163830 h 1185862"/>
                <a:gd name="connsiteX14" fmla="*/ 949643 w 949642"/>
                <a:gd name="connsiteY14" fmla="*/ 1148715 h 1185862"/>
                <a:gd name="connsiteX15" fmla="*/ 744855 w 949642"/>
                <a:gd name="connsiteY15" fmla="*/ 1148715 h 1185862"/>
                <a:gd name="connsiteX16" fmla="*/ 744855 w 949642"/>
                <a:gd name="connsiteY16" fmla="*/ 1042988 h 1185862"/>
                <a:gd name="connsiteX17" fmla="*/ 384810 w 949642"/>
                <a:gd name="connsiteY17" fmla="*/ 1185863 h 1185862"/>
                <a:gd name="connsiteX18" fmla="*/ 214313 w 949642"/>
                <a:gd name="connsiteY18" fmla="*/ 1162050 h 1185862"/>
                <a:gd name="connsiteX19" fmla="*/ 93345 w 949642"/>
                <a:gd name="connsiteY19" fmla="*/ 1088707 h 1185862"/>
                <a:gd name="connsiteX20" fmla="*/ 22860 w 949642"/>
                <a:gd name="connsiteY20" fmla="*/ 961072 h 1185862"/>
                <a:gd name="connsiteX21" fmla="*/ 0 w 949642"/>
                <a:gd name="connsiteY21" fmla="*/ 727710 h 1185862"/>
                <a:gd name="connsiteX22" fmla="*/ 0 w 949642"/>
                <a:gd name="connsiteY22" fmla="*/ 2858 h 1185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9642" h="1185862">
                  <a:moveTo>
                    <a:pt x="0" y="2858"/>
                  </a:moveTo>
                  <a:cubicBezTo>
                    <a:pt x="14288" y="953"/>
                    <a:pt x="28575" y="0"/>
                    <a:pt x="43815" y="0"/>
                  </a:cubicBezTo>
                  <a:cubicBezTo>
                    <a:pt x="151448" y="0"/>
                    <a:pt x="205740" y="54292"/>
                    <a:pt x="205740" y="163830"/>
                  </a:cubicBezTo>
                  <a:lnTo>
                    <a:pt x="205740" y="726757"/>
                  </a:lnTo>
                  <a:cubicBezTo>
                    <a:pt x="205740" y="797243"/>
                    <a:pt x="210503" y="849630"/>
                    <a:pt x="220028" y="883920"/>
                  </a:cubicBezTo>
                  <a:cubicBezTo>
                    <a:pt x="229553" y="917257"/>
                    <a:pt x="247650" y="943928"/>
                    <a:pt x="273368" y="961072"/>
                  </a:cubicBezTo>
                  <a:cubicBezTo>
                    <a:pt x="296228" y="977265"/>
                    <a:pt x="320040" y="988695"/>
                    <a:pt x="346710" y="996315"/>
                  </a:cubicBezTo>
                  <a:cubicBezTo>
                    <a:pt x="373380" y="1003935"/>
                    <a:pt x="407670" y="1006793"/>
                    <a:pt x="449580" y="1006793"/>
                  </a:cubicBezTo>
                  <a:cubicBezTo>
                    <a:pt x="502920" y="1006793"/>
                    <a:pt x="551498" y="997268"/>
                    <a:pt x="595313" y="979170"/>
                  </a:cubicBezTo>
                  <a:cubicBezTo>
                    <a:pt x="639128" y="961072"/>
                    <a:pt x="675323" y="937260"/>
                    <a:pt x="702945" y="910590"/>
                  </a:cubicBezTo>
                  <a:cubicBezTo>
                    <a:pt x="730568" y="882968"/>
                    <a:pt x="743903" y="857250"/>
                    <a:pt x="743903" y="833438"/>
                  </a:cubicBezTo>
                  <a:lnTo>
                    <a:pt x="743903" y="2858"/>
                  </a:lnTo>
                  <a:cubicBezTo>
                    <a:pt x="758190" y="953"/>
                    <a:pt x="772478" y="0"/>
                    <a:pt x="787718" y="0"/>
                  </a:cubicBezTo>
                  <a:cubicBezTo>
                    <a:pt x="895350" y="0"/>
                    <a:pt x="949643" y="54292"/>
                    <a:pt x="949643" y="163830"/>
                  </a:cubicBezTo>
                  <a:lnTo>
                    <a:pt x="949643" y="1148715"/>
                  </a:lnTo>
                  <a:lnTo>
                    <a:pt x="744855" y="1148715"/>
                  </a:lnTo>
                  <a:lnTo>
                    <a:pt x="744855" y="1042988"/>
                  </a:lnTo>
                  <a:cubicBezTo>
                    <a:pt x="662940" y="1138238"/>
                    <a:pt x="542925" y="1185863"/>
                    <a:pt x="384810" y="1185863"/>
                  </a:cubicBezTo>
                  <a:cubicBezTo>
                    <a:pt x="320040" y="1185863"/>
                    <a:pt x="263843" y="1178243"/>
                    <a:pt x="214313" y="1162050"/>
                  </a:cubicBezTo>
                  <a:cubicBezTo>
                    <a:pt x="164783" y="1145857"/>
                    <a:pt x="124778" y="1121093"/>
                    <a:pt x="93345" y="1088707"/>
                  </a:cubicBezTo>
                  <a:cubicBezTo>
                    <a:pt x="61913" y="1055370"/>
                    <a:pt x="39053" y="1013460"/>
                    <a:pt x="22860" y="961072"/>
                  </a:cubicBezTo>
                  <a:cubicBezTo>
                    <a:pt x="7620" y="908685"/>
                    <a:pt x="0" y="831532"/>
                    <a:pt x="0" y="727710"/>
                  </a:cubicBezTo>
                  <a:lnTo>
                    <a:pt x="0" y="2858"/>
                  </a:lnTo>
                  <a:close/>
                </a:path>
              </a:pathLst>
            </a:custGeom>
            <a:solidFill>
              <a:srgbClr val="743DBC"/>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90418F3-B9E4-CBE1-846E-781CB1B3D2FD}"/>
                </a:ext>
              </a:extLst>
            </p:cNvPr>
            <p:cNvSpPr/>
            <p:nvPr/>
          </p:nvSpPr>
          <p:spPr>
            <a:xfrm>
              <a:off x="11644737" y="5963354"/>
              <a:ext cx="49422" cy="251057"/>
            </a:xfrm>
            <a:custGeom>
              <a:avLst/>
              <a:gdLst>
                <a:gd name="connsiteX0" fmla="*/ 0 w 321944"/>
                <a:gd name="connsiteY0" fmla="*/ 2858 h 1635442"/>
                <a:gd name="connsiteX1" fmla="*/ 43815 w 321944"/>
                <a:gd name="connsiteY1" fmla="*/ 0 h 1635442"/>
                <a:gd name="connsiteX2" fmla="*/ 205740 w 321944"/>
                <a:gd name="connsiteY2" fmla="*/ 163830 h 1635442"/>
                <a:gd name="connsiteX3" fmla="*/ 205740 w 321944"/>
                <a:gd name="connsiteY3" fmla="*/ 1394460 h 1635442"/>
                <a:gd name="connsiteX4" fmla="*/ 215265 w 321944"/>
                <a:gd name="connsiteY4" fmla="*/ 1485900 h 1635442"/>
                <a:gd name="connsiteX5" fmla="*/ 249555 w 321944"/>
                <a:gd name="connsiteY5" fmla="*/ 1521143 h 1635442"/>
                <a:gd name="connsiteX6" fmla="*/ 321945 w 321944"/>
                <a:gd name="connsiteY6" fmla="*/ 1531620 h 1635442"/>
                <a:gd name="connsiteX7" fmla="*/ 321945 w 321944"/>
                <a:gd name="connsiteY7" fmla="*/ 1618298 h 1635442"/>
                <a:gd name="connsiteX8" fmla="*/ 189548 w 321944"/>
                <a:gd name="connsiteY8" fmla="*/ 1635443 h 1635442"/>
                <a:gd name="connsiteX9" fmla="*/ 82868 w 321944"/>
                <a:gd name="connsiteY9" fmla="*/ 1613535 h 1635442"/>
                <a:gd name="connsiteX10" fmla="*/ 20955 w 321944"/>
                <a:gd name="connsiteY10" fmla="*/ 1544955 h 1635442"/>
                <a:gd name="connsiteX11" fmla="*/ 0 w 321944"/>
                <a:gd name="connsiteY11" fmla="*/ 1386840 h 1635442"/>
                <a:gd name="connsiteX12" fmla="*/ 0 w 321944"/>
                <a:gd name="connsiteY12" fmla="*/ 2858 h 16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1944" h="1635442">
                  <a:moveTo>
                    <a:pt x="0" y="2858"/>
                  </a:moveTo>
                  <a:cubicBezTo>
                    <a:pt x="14288" y="953"/>
                    <a:pt x="28575" y="0"/>
                    <a:pt x="43815" y="0"/>
                  </a:cubicBezTo>
                  <a:cubicBezTo>
                    <a:pt x="151448" y="0"/>
                    <a:pt x="205740" y="54293"/>
                    <a:pt x="205740" y="163830"/>
                  </a:cubicBezTo>
                  <a:lnTo>
                    <a:pt x="205740" y="1394460"/>
                  </a:lnTo>
                  <a:cubicBezTo>
                    <a:pt x="205740" y="1439228"/>
                    <a:pt x="208598" y="1469708"/>
                    <a:pt x="215265" y="1485900"/>
                  </a:cubicBezTo>
                  <a:cubicBezTo>
                    <a:pt x="221932" y="1502093"/>
                    <a:pt x="233363" y="1513523"/>
                    <a:pt x="249555" y="1521143"/>
                  </a:cubicBezTo>
                  <a:cubicBezTo>
                    <a:pt x="265748" y="1528763"/>
                    <a:pt x="289560" y="1531620"/>
                    <a:pt x="321945" y="1531620"/>
                  </a:cubicBezTo>
                  <a:lnTo>
                    <a:pt x="321945" y="1618298"/>
                  </a:lnTo>
                  <a:cubicBezTo>
                    <a:pt x="288607" y="1629728"/>
                    <a:pt x="243840" y="1635443"/>
                    <a:pt x="189548" y="1635443"/>
                  </a:cubicBezTo>
                  <a:cubicBezTo>
                    <a:pt x="145732" y="1635443"/>
                    <a:pt x="110490" y="1627823"/>
                    <a:pt x="82868" y="1613535"/>
                  </a:cubicBezTo>
                  <a:cubicBezTo>
                    <a:pt x="55245" y="1599248"/>
                    <a:pt x="35243" y="1576388"/>
                    <a:pt x="20955" y="1544955"/>
                  </a:cubicBezTo>
                  <a:cubicBezTo>
                    <a:pt x="7620" y="1513523"/>
                    <a:pt x="0" y="1461135"/>
                    <a:pt x="0" y="1386840"/>
                  </a:cubicBezTo>
                  <a:lnTo>
                    <a:pt x="0" y="2858"/>
                  </a:lnTo>
                  <a:close/>
                </a:path>
              </a:pathLst>
            </a:custGeom>
            <a:solidFill>
              <a:srgbClr val="743DBC"/>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3DACAC5E-33A2-0ED8-46A6-26F78FA2D853}"/>
                </a:ext>
              </a:extLst>
            </p:cNvPr>
            <p:cNvSpPr/>
            <p:nvPr/>
          </p:nvSpPr>
          <p:spPr>
            <a:xfrm>
              <a:off x="11709950" y="6033831"/>
              <a:ext cx="150898" cy="183943"/>
            </a:xfrm>
            <a:custGeom>
              <a:avLst/>
              <a:gdLst>
                <a:gd name="connsiteX0" fmla="*/ 212408 w 982980"/>
                <a:gd name="connsiteY0" fmla="*/ 634365 h 1198244"/>
                <a:gd name="connsiteX1" fmla="*/ 310515 w 982980"/>
                <a:gd name="connsiteY1" fmla="*/ 923925 h 1198244"/>
                <a:gd name="connsiteX2" fmla="*/ 569595 w 982980"/>
                <a:gd name="connsiteY2" fmla="*/ 1024890 h 1198244"/>
                <a:gd name="connsiteX3" fmla="*/ 888683 w 982980"/>
                <a:gd name="connsiteY3" fmla="*/ 887730 h 1198244"/>
                <a:gd name="connsiteX4" fmla="*/ 937260 w 982980"/>
                <a:gd name="connsiteY4" fmla="*/ 961072 h 1198244"/>
                <a:gd name="connsiteX5" fmla="*/ 956310 w 982980"/>
                <a:gd name="connsiteY5" fmla="*/ 1020128 h 1198244"/>
                <a:gd name="connsiteX6" fmla="*/ 902970 w 982980"/>
                <a:gd name="connsiteY6" fmla="*/ 1102042 h 1198244"/>
                <a:gd name="connsiteX7" fmla="*/ 550545 w 982980"/>
                <a:gd name="connsiteY7" fmla="*/ 1198245 h 1198244"/>
                <a:gd name="connsiteX8" fmla="*/ 142875 w 982980"/>
                <a:gd name="connsiteY8" fmla="*/ 1041082 h 1198244"/>
                <a:gd name="connsiteX9" fmla="*/ 0 w 982980"/>
                <a:gd name="connsiteY9" fmla="*/ 584835 h 1198244"/>
                <a:gd name="connsiteX10" fmla="*/ 66675 w 982980"/>
                <a:gd name="connsiteY10" fmla="*/ 270510 h 1198244"/>
                <a:gd name="connsiteX11" fmla="*/ 252413 w 982980"/>
                <a:gd name="connsiteY11" fmla="*/ 70485 h 1198244"/>
                <a:gd name="connsiteX12" fmla="*/ 519113 w 982980"/>
                <a:gd name="connsiteY12" fmla="*/ 0 h 1198244"/>
                <a:gd name="connsiteX13" fmla="*/ 770573 w 982980"/>
                <a:gd name="connsiteY13" fmla="*/ 61913 h 1198244"/>
                <a:gd name="connsiteX14" fmla="*/ 928688 w 982980"/>
                <a:gd name="connsiteY14" fmla="*/ 237172 h 1198244"/>
                <a:gd name="connsiteX15" fmla="*/ 982980 w 982980"/>
                <a:gd name="connsiteY15" fmla="*/ 498157 h 1198244"/>
                <a:gd name="connsiteX16" fmla="*/ 975360 w 982980"/>
                <a:gd name="connsiteY16" fmla="*/ 633413 h 1198244"/>
                <a:gd name="connsiteX17" fmla="*/ 212408 w 982980"/>
                <a:gd name="connsiteY17" fmla="*/ 633413 h 1198244"/>
                <a:gd name="connsiteX18" fmla="*/ 777240 w 982980"/>
                <a:gd name="connsiteY18" fmla="*/ 480060 h 1198244"/>
                <a:gd name="connsiteX19" fmla="*/ 509588 w 982980"/>
                <a:gd name="connsiteY19" fmla="*/ 171450 h 1198244"/>
                <a:gd name="connsiteX20" fmla="*/ 301943 w 982980"/>
                <a:gd name="connsiteY20" fmla="*/ 254317 h 1198244"/>
                <a:gd name="connsiteX21" fmla="*/ 212408 w 982980"/>
                <a:gd name="connsiteY21" fmla="*/ 480060 h 1198244"/>
                <a:gd name="connsiteX22" fmla="*/ 777240 w 982980"/>
                <a:gd name="connsiteY22" fmla="*/ 480060 h 119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82980" h="1198244">
                  <a:moveTo>
                    <a:pt x="212408" y="634365"/>
                  </a:moveTo>
                  <a:cubicBezTo>
                    <a:pt x="217170" y="760095"/>
                    <a:pt x="249555" y="856297"/>
                    <a:pt x="310515" y="923925"/>
                  </a:cubicBezTo>
                  <a:cubicBezTo>
                    <a:pt x="370523" y="991553"/>
                    <a:pt x="457200" y="1024890"/>
                    <a:pt x="569595" y="1024890"/>
                  </a:cubicBezTo>
                  <a:cubicBezTo>
                    <a:pt x="702945" y="1024890"/>
                    <a:pt x="809625" y="979170"/>
                    <a:pt x="888683" y="887730"/>
                  </a:cubicBezTo>
                  <a:cubicBezTo>
                    <a:pt x="907733" y="911542"/>
                    <a:pt x="923925" y="936307"/>
                    <a:pt x="937260" y="961072"/>
                  </a:cubicBezTo>
                  <a:cubicBezTo>
                    <a:pt x="950595" y="985838"/>
                    <a:pt x="956310" y="1005840"/>
                    <a:pt x="956310" y="1020128"/>
                  </a:cubicBezTo>
                  <a:cubicBezTo>
                    <a:pt x="956310" y="1047750"/>
                    <a:pt x="938213" y="1074420"/>
                    <a:pt x="902970" y="1102042"/>
                  </a:cubicBezTo>
                  <a:cubicBezTo>
                    <a:pt x="816293" y="1166813"/>
                    <a:pt x="698183" y="1198245"/>
                    <a:pt x="550545" y="1198245"/>
                  </a:cubicBezTo>
                  <a:cubicBezTo>
                    <a:pt x="373380" y="1198245"/>
                    <a:pt x="237173" y="1145857"/>
                    <a:pt x="142875" y="1041082"/>
                  </a:cubicBezTo>
                  <a:cubicBezTo>
                    <a:pt x="47625" y="936307"/>
                    <a:pt x="0" y="783907"/>
                    <a:pt x="0" y="584835"/>
                  </a:cubicBezTo>
                  <a:cubicBezTo>
                    <a:pt x="0" y="462915"/>
                    <a:pt x="21908" y="358140"/>
                    <a:pt x="66675" y="270510"/>
                  </a:cubicBezTo>
                  <a:cubicBezTo>
                    <a:pt x="110490" y="183832"/>
                    <a:pt x="173355" y="117157"/>
                    <a:pt x="252413" y="70485"/>
                  </a:cubicBezTo>
                  <a:cubicBezTo>
                    <a:pt x="332423" y="23813"/>
                    <a:pt x="421005" y="0"/>
                    <a:pt x="519113" y="0"/>
                  </a:cubicBezTo>
                  <a:cubicBezTo>
                    <a:pt x="617220" y="0"/>
                    <a:pt x="701040" y="20955"/>
                    <a:pt x="770573" y="61913"/>
                  </a:cubicBezTo>
                  <a:cubicBezTo>
                    <a:pt x="840105" y="102870"/>
                    <a:pt x="892493" y="160972"/>
                    <a:pt x="928688" y="237172"/>
                  </a:cubicBezTo>
                  <a:cubicBezTo>
                    <a:pt x="964883" y="312420"/>
                    <a:pt x="982980" y="400050"/>
                    <a:pt x="982980" y="498157"/>
                  </a:cubicBezTo>
                  <a:cubicBezTo>
                    <a:pt x="982980" y="561022"/>
                    <a:pt x="980123" y="605790"/>
                    <a:pt x="975360" y="633413"/>
                  </a:cubicBezTo>
                  <a:lnTo>
                    <a:pt x="212408" y="633413"/>
                  </a:lnTo>
                  <a:close/>
                  <a:moveTo>
                    <a:pt x="777240" y="480060"/>
                  </a:moveTo>
                  <a:cubicBezTo>
                    <a:pt x="777240" y="274320"/>
                    <a:pt x="687705" y="171450"/>
                    <a:pt x="509588" y="171450"/>
                  </a:cubicBezTo>
                  <a:cubicBezTo>
                    <a:pt x="423863" y="171450"/>
                    <a:pt x="355283" y="199072"/>
                    <a:pt x="301943" y="254317"/>
                  </a:cubicBezTo>
                  <a:cubicBezTo>
                    <a:pt x="248603" y="309563"/>
                    <a:pt x="219075" y="384810"/>
                    <a:pt x="212408" y="480060"/>
                  </a:cubicBezTo>
                  <a:lnTo>
                    <a:pt x="777240" y="480060"/>
                  </a:lnTo>
                  <a:close/>
                </a:path>
              </a:pathLst>
            </a:custGeom>
            <a:solidFill>
              <a:srgbClr val="743DBC"/>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E0693BD0-2206-8EF2-5A36-80C66185370A}"/>
                </a:ext>
              </a:extLst>
            </p:cNvPr>
            <p:cNvSpPr/>
            <p:nvPr/>
          </p:nvSpPr>
          <p:spPr>
            <a:xfrm>
              <a:off x="11888484" y="5984409"/>
              <a:ext cx="97235" cy="233218"/>
            </a:xfrm>
            <a:custGeom>
              <a:avLst/>
              <a:gdLst>
                <a:gd name="connsiteX0" fmla="*/ 0 w 633412"/>
                <a:gd name="connsiteY0" fmla="*/ 2858 h 1519237"/>
                <a:gd name="connsiteX1" fmla="*/ 43815 w 633412"/>
                <a:gd name="connsiteY1" fmla="*/ 0 h 1519237"/>
                <a:gd name="connsiteX2" fmla="*/ 205740 w 633412"/>
                <a:gd name="connsiteY2" fmla="*/ 163830 h 1519237"/>
                <a:gd name="connsiteX3" fmla="*/ 205740 w 633412"/>
                <a:gd name="connsiteY3" fmla="*/ 349567 h 1519237"/>
                <a:gd name="connsiteX4" fmla="*/ 565785 w 633412"/>
                <a:gd name="connsiteY4" fmla="*/ 349567 h 1519237"/>
                <a:gd name="connsiteX5" fmla="*/ 565785 w 633412"/>
                <a:gd name="connsiteY5" fmla="*/ 523875 h 1519237"/>
                <a:gd name="connsiteX6" fmla="*/ 205740 w 633412"/>
                <a:gd name="connsiteY6" fmla="*/ 523875 h 1519237"/>
                <a:gd name="connsiteX7" fmla="*/ 205740 w 633412"/>
                <a:gd name="connsiteY7" fmla="*/ 1146810 h 1519237"/>
                <a:gd name="connsiteX8" fmla="*/ 362902 w 633412"/>
                <a:gd name="connsiteY8" fmla="*/ 1344930 h 1519237"/>
                <a:gd name="connsiteX9" fmla="*/ 443865 w 633412"/>
                <a:gd name="connsiteY9" fmla="*/ 1327785 h 1519237"/>
                <a:gd name="connsiteX10" fmla="*/ 517207 w 633412"/>
                <a:gd name="connsiteY10" fmla="*/ 1283970 h 1519237"/>
                <a:gd name="connsiteX11" fmla="*/ 562927 w 633412"/>
                <a:gd name="connsiteY11" fmla="*/ 1240155 h 1519237"/>
                <a:gd name="connsiteX12" fmla="*/ 633413 w 633412"/>
                <a:gd name="connsiteY12" fmla="*/ 1375410 h 1519237"/>
                <a:gd name="connsiteX13" fmla="*/ 587693 w 633412"/>
                <a:gd name="connsiteY13" fmla="*/ 1444943 h 1519237"/>
                <a:gd name="connsiteX14" fmla="*/ 475297 w 633412"/>
                <a:gd name="connsiteY14" fmla="*/ 1500187 h 1519237"/>
                <a:gd name="connsiteX15" fmla="*/ 331470 w 633412"/>
                <a:gd name="connsiteY15" fmla="*/ 1519237 h 1519237"/>
                <a:gd name="connsiteX16" fmla="*/ 24765 w 633412"/>
                <a:gd name="connsiteY16" fmla="*/ 1338262 h 1519237"/>
                <a:gd name="connsiteX17" fmla="*/ 952 w 633412"/>
                <a:gd name="connsiteY17" fmla="*/ 1130618 h 1519237"/>
                <a:gd name="connsiteX18" fmla="*/ 952 w 633412"/>
                <a:gd name="connsiteY18" fmla="*/ 2858 h 1519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33412" h="1519237">
                  <a:moveTo>
                    <a:pt x="0" y="2858"/>
                  </a:moveTo>
                  <a:cubicBezTo>
                    <a:pt x="14288" y="952"/>
                    <a:pt x="28575" y="0"/>
                    <a:pt x="43815" y="0"/>
                  </a:cubicBezTo>
                  <a:cubicBezTo>
                    <a:pt x="151447" y="0"/>
                    <a:pt x="205740" y="54292"/>
                    <a:pt x="205740" y="163830"/>
                  </a:cubicBezTo>
                  <a:lnTo>
                    <a:pt x="205740" y="349567"/>
                  </a:lnTo>
                  <a:lnTo>
                    <a:pt x="565785" y="349567"/>
                  </a:lnTo>
                  <a:lnTo>
                    <a:pt x="565785" y="523875"/>
                  </a:lnTo>
                  <a:lnTo>
                    <a:pt x="205740" y="523875"/>
                  </a:lnTo>
                  <a:lnTo>
                    <a:pt x="205740" y="1146810"/>
                  </a:lnTo>
                  <a:cubicBezTo>
                    <a:pt x="205740" y="1279208"/>
                    <a:pt x="258127" y="1344930"/>
                    <a:pt x="362902" y="1344930"/>
                  </a:cubicBezTo>
                  <a:cubicBezTo>
                    <a:pt x="390525" y="1344930"/>
                    <a:pt x="417195" y="1339215"/>
                    <a:pt x="443865" y="1327785"/>
                  </a:cubicBezTo>
                  <a:cubicBezTo>
                    <a:pt x="470535" y="1316355"/>
                    <a:pt x="495300" y="1302068"/>
                    <a:pt x="517207" y="1283970"/>
                  </a:cubicBezTo>
                  <a:cubicBezTo>
                    <a:pt x="540068" y="1265873"/>
                    <a:pt x="555307" y="1251585"/>
                    <a:pt x="562927" y="1240155"/>
                  </a:cubicBezTo>
                  <a:cubicBezTo>
                    <a:pt x="609600" y="1298258"/>
                    <a:pt x="633413" y="1343025"/>
                    <a:pt x="633413" y="1375410"/>
                  </a:cubicBezTo>
                  <a:cubicBezTo>
                    <a:pt x="633413" y="1398270"/>
                    <a:pt x="618172" y="1421130"/>
                    <a:pt x="587693" y="1444943"/>
                  </a:cubicBezTo>
                  <a:cubicBezTo>
                    <a:pt x="557213" y="1468755"/>
                    <a:pt x="520065" y="1487805"/>
                    <a:pt x="475297" y="1500187"/>
                  </a:cubicBezTo>
                  <a:cubicBezTo>
                    <a:pt x="430530" y="1513523"/>
                    <a:pt x="382905" y="1519237"/>
                    <a:pt x="331470" y="1519237"/>
                  </a:cubicBezTo>
                  <a:cubicBezTo>
                    <a:pt x="170497" y="1519237"/>
                    <a:pt x="68580" y="1459230"/>
                    <a:pt x="24765" y="1338262"/>
                  </a:cubicBezTo>
                  <a:cubicBezTo>
                    <a:pt x="8572" y="1293495"/>
                    <a:pt x="952" y="1223962"/>
                    <a:pt x="952" y="1130618"/>
                  </a:cubicBezTo>
                  <a:lnTo>
                    <a:pt x="952" y="2858"/>
                  </a:lnTo>
                  <a:close/>
                </a:path>
              </a:pathLst>
            </a:custGeom>
            <a:solidFill>
              <a:srgbClr val="743DBC"/>
            </a:solidFill>
            <a:ln w="9525" cap="flat">
              <a:noFill/>
              <a:prstDash val="solid"/>
              <a:miter/>
            </a:ln>
          </p:spPr>
          <p:txBody>
            <a:bodyPr rtlCol="0" anchor="ctr"/>
            <a:lstStyle/>
            <a:p>
              <a:endParaRPr lang="en-US"/>
            </a:p>
          </p:txBody>
        </p:sp>
      </p:grpSp>
      <p:sp>
        <p:nvSpPr>
          <p:cNvPr id="5" name="Freeform: Shape 4">
            <a:extLst>
              <a:ext uri="{FF2B5EF4-FFF2-40B4-BE49-F238E27FC236}">
                <a16:creationId xmlns:a16="http://schemas.microsoft.com/office/drawing/2014/main" id="{962E6D14-C103-CDC1-F78C-13EBBB4F25B8}"/>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sp>
        <p:nvSpPr>
          <p:cNvPr id="17" name="Title 1">
            <a:extLst>
              <a:ext uri="{FF2B5EF4-FFF2-40B4-BE49-F238E27FC236}">
                <a16:creationId xmlns:a16="http://schemas.microsoft.com/office/drawing/2014/main" id="{EFCC516B-E122-4FD1-BCFB-950A404368F3}"/>
              </a:ext>
            </a:extLst>
          </p:cNvPr>
          <p:cNvSpPr>
            <a:spLocks noGrp="1"/>
          </p:cNvSpPr>
          <p:nvPr>
            <p:ph type="ctrTitle" hasCustomPrompt="1"/>
          </p:nvPr>
        </p:nvSpPr>
        <p:spPr>
          <a:xfrm>
            <a:off x="685014" y="2103120"/>
            <a:ext cx="10812544" cy="1681544"/>
          </a:xfrm>
        </p:spPr>
        <p:txBody>
          <a:bodyPr vert="horz" lIns="91440" rIns="91440" anchor="b">
            <a:noAutofit/>
          </a:bodyPr>
          <a:lstStyle>
            <a:lvl1pPr algn="ctr">
              <a:defRPr sz="6000" b="1">
                <a:solidFill>
                  <a:schemeClr val="accent1">
                    <a:lumMod val="50000"/>
                  </a:schemeClr>
                </a:solidFill>
                <a:latin typeface="+mj-lt"/>
                <a:ea typeface="+mj-ea"/>
                <a:cs typeface="+mj-cs"/>
              </a:defRPr>
            </a:lvl1pPr>
          </a:lstStyle>
          <a:p>
            <a:r>
              <a:rPr lang="en-US"/>
              <a:t>Title Layout</a:t>
            </a:r>
            <a:br>
              <a:rPr lang="en-US"/>
            </a:br>
            <a:r>
              <a:rPr lang="en-US"/>
              <a:t>Title Goes Here</a:t>
            </a:r>
          </a:p>
        </p:txBody>
      </p:sp>
      <p:sp>
        <p:nvSpPr>
          <p:cNvPr id="9" name="Subtitle 2">
            <a:extLst>
              <a:ext uri="{FF2B5EF4-FFF2-40B4-BE49-F238E27FC236}">
                <a16:creationId xmlns:a16="http://schemas.microsoft.com/office/drawing/2014/main" id="{75617103-2C8B-16AA-D9C4-99FC08F54C28}"/>
              </a:ext>
            </a:extLst>
          </p:cNvPr>
          <p:cNvSpPr>
            <a:spLocks noGrp="1"/>
          </p:cNvSpPr>
          <p:nvPr>
            <p:ph type="subTitle" idx="1" hasCustomPrompt="1"/>
          </p:nvPr>
        </p:nvSpPr>
        <p:spPr>
          <a:xfrm>
            <a:off x="685014" y="3840480"/>
            <a:ext cx="10812544" cy="1067765"/>
          </a:xfrm>
        </p:spPr>
        <p:txBody>
          <a:bodyPr lIns="91440" rIns="91440"/>
          <a:lstStyle>
            <a:lvl1pPr marL="0" indent="0" algn="ctr">
              <a:buNone/>
              <a:defRPr sz="2800">
                <a:solidFill>
                  <a:schemeClr val="accent1">
                    <a:lumMod val="50000"/>
                  </a:schemeClr>
                </a:solidFill>
                <a:latin typeface="IBM Plex Sans Medium" panose="020B0603050203000203"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Add Subtitle Here</a:t>
            </a:r>
          </a:p>
        </p:txBody>
      </p:sp>
      <p:sp>
        <p:nvSpPr>
          <p:cNvPr id="3" name="Date Placeholder 2">
            <a:extLst>
              <a:ext uri="{FF2B5EF4-FFF2-40B4-BE49-F238E27FC236}">
                <a16:creationId xmlns:a16="http://schemas.microsoft.com/office/drawing/2014/main" id="{CE4B4162-F823-B088-69DA-C55BDB929BAE}"/>
              </a:ext>
            </a:extLst>
          </p:cNvPr>
          <p:cNvSpPr>
            <a:spLocks noGrp="1"/>
          </p:cNvSpPr>
          <p:nvPr>
            <p:ph type="dt" sz="half" idx="10"/>
          </p:nvPr>
        </p:nvSpPr>
        <p:spPr/>
        <p:txBody>
          <a:bodyPr/>
          <a:lstStyle/>
          <a:p>
            <a:fld id="{228D026D-C07B-48C8-8C2B-C561E4D51E16}" type="datetime1">
              <a:rPr lang="en-US" smtClean="0"/>
              <a:t>1/15/2025</a:t>
            </a:fld>
            <a:endParaRPr lang="en-US"/>
          </a:p>
        </p:txBody>
      </p:sp>
      <p:sp>
        <p:nvSpPr>
          <p:cNvPr id="4" name="Footer Placeholder 3">
            <a:extLst>
              <a:ext uri="{FF2B5EF4-FFF2-40B4-BE49-F238E27FC236}">
                <a16:creationId xmlns:a16="http://schemas.microsoft.com/office/drawing/2014/main" id="{547FC45A-96C2-AA8C-6236-FF429BB8F50D}"/>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FBBD3472-9A5D-760A-9970-4D4536DFC233}"/>
              </a:ext>
            </a:extLst>
          </p:cNvPr>
          <p:cNvSpPr>
            <a:spLocks noGrp="1"/>
          </p:cNvSpPr>
          <p:nvPr>
            <p:ph type="sldNum" sz="quarter" idx="12"/>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36147372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Purple">
    <p:bg bwMode="auto">
      <p:bgPr>
        <a:solidFill>
          <a:schemeClr val="accent1"/>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EFCC516B-E122-4FD1-BCFB-950A404368F3}"/>
              </a:ext>
            </a:extLst>
          </p:cNvPr>
          <p:cNvSpPr>
            <a:spLocks noGrp="1"/>
          </p:cNvSpPr>
          <p:nvPr>
            <p:ph type="ctrTitle" hasCustomPrompt="1"/>
          </p:nvPr>
        </p:nvSpPr>
        <p:spPr bwMode="white">
          <a:xfrm>
            <a:off x="684229" y="2103120"/>
            <a:ext cx="10812544" cy="1681544"/>
          </a:xfrm>
        </p:spPr>
        <p:txBody>
          <a:bodyPr vert="horz" lIns="91440" rIns="91440" anchor="b">
            <a:noAutofit/>
          </a:bodyPr>
          <a:lstStyle>
            <a:lvl1pPr algn="ctr">
              <a:defRPr sz="6000" b="1">
                <a:solidFill>
                  <a:schemeClr val="bg1"/>
                </a:solidFill>
                <a:latin typeface="+mn-lt"/>
                <a:ea typeface="+mj-ea"/>
                <a:cs typeface="+mj-cs"/>
              </a:defRPr>
            </a:lvl1pPr>
          </a:lstStyle>
          <a:p>
            <a:r>
              <a:rPr lang="en-US"/>
              <a:t>Title Layout</a:t>
            </a:r>
            <a:br>
              <a:rPr lang="en-US"/>
            </a:br>
            <a:r>
              <a:rPr lang="en-US"/>
              <a:t>Title Goes Here</a:t>
            </a:r>
          </a:p>
        </p:txBody>
      </p:sp>
      <p:sp>
        <p:nvSpPr>
          <p:cNvPr id="19" name="Subtitle 2">
            <a:extLst>
              <a:ext uri="{FF2B5EF4-FFF2-40B4-BE49-F238E27FC236}">
                <a16:creationId xmlns:a16="http://schemas.microsoft.com/office/drawing/2014/main" id="{263C3898-E2D2-4879-8325-10F61C0CB84E}"/>
              </a:ext>
            </a:extLst>
          </p:cNvPr>
          <p:cNvSpPr>
            <a:spLocks noGrp="1"/>
          </p:cNvSpPr>
          <p:nvPr>
            <p:ph type="subTitle" idx="1" hasCustomPrompt="1"/>
          </p:nvPr>
        </p:nvSpPr>
        <p:spPr bwMode="white">
          <a:xfrm>
            <a:off x="684229" y="3840480"/>
            <a:ext cx="10812544" cy="1067765"/>
          </a:xfrm>
        </p:spPr>
        <p:txBody>
          <a:bodyPr lIns="91440" rIns="91440"/>
          <a:lstStyle>
            <a:lvl1pPr marL="0" indent="0" algn="ctr">
              <a:buNone/>
              <a:defRPr sz="2800">
                <a:solidFill>
                  <a:schemeClr val="bg1"/>
                </a:solidFill>
                <a:latin typeface="IBM Plex Sans Medium" panose="020B0603050203000203"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Add Subtitle Here</a:t>
            </a:r>
          </a:p>
        </p:txBody>
      </p:sp>
      <p:sp>
        <p:nvSpPr>
          <p:cNvPr id="2" name="Date Placeholder 1">
            <a:extLst>
              <a:ext uri="{FF2B5EF4-FFF2-40B4-BE49-F238E27FC236}">
                <a16:creationId xmlns:a16="http://schemas.microsoft.com/office/drawing/2014/main" id="{25FA2D38-2396-419B-D1E8-2593971D8468}"/>
              </a:ext>
            </a:extLst>
          </p:cNvPr>
          <p:cNvSpPr>
            <a:spLocks noGrp="1"/>
          </p:cNvSpPr>
          <p:nvPr>
            <p:ph type="dt" sz="half" idx="10"/>
          </p:nvPr>
        </p:nvSpPr>
        <p:spPr/>
        <p:txBody>
          <a:bodyPr/>
          <a:lstStyle>
            <a:lvl1pPr>
              <a:defRPr>
                <a:solidFill>
                  <a:schemeClr val="bg1"/>
                </a:solidFill>
              </a:defRPr>
            </a:lvl1pPr>
          </a:lstStyle>
          <a:p>
            <a:fld id="{228D026D-C07B-48C8-8C2B-C561E4D51E16}" type="datetime1">
              <a:rPr lang="en-US" smtClean="0"/>
              <a:pPr/>
              <a:t>1/15/2025</a:t>
            </a:fld>
            <a:endParaRPr lang="en-US"/>
          </a:p>
        </p:txBody>
      </p:sp>
      <p:sp>
        <p:nvSpPr>
          <p:cNvPr id="3" name="Footer Placeholder 2">
            <a:extLst>
              <a:ext uri="{FF2B5EF4-FFF2-40B4-BE49-F238E27FC236}">
                <a16:creationId xmlns:a16="http://schemas.microsoft.com/office/drawing/2014/main" id="{978A53C6-46FF-2529-EC31-2AC94CF00610}"/>
              </a:ext>
            </a:extLst>
          </p:cNvPr>
          <p:cNvSpPr>
            <a:spLocks noGrp="1"/>
          </p:cNvSpPr>
          <p:nvPr>
            <p:ph type="ftr" sz="quarter" idx="11"/>
          </p:nvPr>
        </p:nvSpPr>
        <p:spPr/>
        <p:txBody>
          <a:bodyPr/>
          <a:lstStyle>
            <a:lvl1pPr>
              <a:defRPr>
                <a:solidFill>
                  <a:schemeClr val="bg1"/>
                </a:solidFill>
              </a:defRPr>
            </a:lvl1pPr>
          </a:lstStyle>
          <a:p>
            <a:r>
              <a:rPr lang="en-US"/>
              <a:t>CONFIDENTIAL</a:t>
            </a:r>
          </a:p>
        </p:txBody>
      </p:sp>
      <p:sp>
        <p:nvSpPr>
          <p:cNvPr id="4" name="Slide Number Placeholder 3">
            <a:extLst>
              <a:ext uri="{FF2B5EF4-FFF2-40B4-BE49-F238E27FC236}">
                <a16:creationId xmlns:a16="http://schemas.microsoft.com/office/drawing/2014/main" id="{99CE166E-0F1C-14ED-250D-1AC7A22337A0}"/>
              </a:ext>
            </a:extLst>
          </p:cNvPr>
          <p:cNvSpPr>
            <a:spLocks noGrp="1"/>
          </p:cNvSpPr>
          <p:nvPr>
            <p:ph type="sldNum" sz="quarter" idx="12"/>
          </p:nvPr>
        </p:nvSpPr>
        <p:spPr/>
        <p:txBody>
          <a:bodyPr/>
          <a:lstStyle>
            <a:lvl1pPr>
              <a:defRPr>
                <a:solidFill>
                  <a:schemeClr val="bg1"/>
                </a:solidFill>
              </a:defRPr>
            </a:lvl1pPr>
          </a:lstStyle>
          <a:p>
            <a:fld id="{4F90343F-D056-4E24-BE3D-A305BDC1A23E}" type="slidenum">
              <a:rPr lang="en-US" smtClean="0"/>
              <a:pPr/>
              <a:t>‹#›</a:t>
            </a:fld>
            <a:endParaRPr lang="en-US"/>
          </a:p>
        </p:txBody>
      </p:sp>
      <p:grpSp>
        <p:nvGrpSpPr>
          <p:cNvPr id="5" name="Group 4">
            <a:extLst>
              <a:ext uri="{FF2B5EF4-FFF2-40B4-BE49-F238E27FC236}">
                <a16:creationId xmlns:a16="http://schemas.microsoft.com/office/drawing/2014/main" id="{5BC6ADC3-0EFB-4894-5F6E-732FFF649A73}"/>
              </a:ext>
            </a:extLst>
          </p:cNvPr>
          <p:cNvGrpSpPr/>
          <p:nvPr userDrawn="1"/>
        </p:nvGrpSpPr>
        <p:grpSpPr>
          <a:xfrm>
            <a:off x="10408962" y="6131833"/>
            <a:ext cx="1549676" cy="462092"/>
            <a:chOff x="11074630" y="5946246"/>
            <a:chExt cx="911089" cy="271674"/>
          </a:xfrm>
          <a:solidFill>
            <a:schemeClr val="bg1"/>
          </a:solidFill>
        </p:grpSpPr>
        <p:sp>
          <p:nvSpPr>
            <p:cNvPr id="6" name="Freeform: Shape 5">
              <a:extLst>
                <a:ext uri="{FF2B5EF4-FFF2-40B4-BE49-F238E27FC236}">
                  <a16:creationId xmlns:a16="http://schemas.microsoft.com/office/drawing/2014/main" id="{474962E9-0216-5EA4-EE45-01FF30622C2C}"/>
                </a:ext>
              </a:extLst>
            </p:cNvPr>
            <p:cNvSpPr/>
            <p:nvPr/>
          </p:nvSpPr>
          <p:spPr>
            <a:xfrm>
              <a:off x="11074630" y="5946246"/>
              <a:ext cx="32607" cy="266264"/>
            </a:xfrm>
            <a:custGeom>
              <a:avLst/>
              <a:gdLst>
                <a:gd name="connsiteX0" fmla="*/ 0 w 212407"/>
                <a:gd name="connsiteY0" fmla="*/ 4763 h 1734502"/>
                <a:gd name="connsiteX1" fmla="*/ 60007 w 212407"/>
                <a:gd name="connsiteY1" fmla="*/ 0 h 1734502"/>
                <a:gd name="connsiteX2" fmla="*/ 172402 w 212407"/>
                <a:gd name="connsiteY2" fmla="*/ 40005 h 1734502"/>
                <a:gd name="connsiteX3" fmla="*/ 212407 w 212407"/>
                <a:gd name="connsiteY3" fmla="*/ 152400 h 1734502"/>
                <a:gd name="connsiteX4" fmla="*/ 212407 w 212407"/>
                <a:gd name="connsiteY4" fmla="*/ 1734502 h 1734502"/>
                <a:gd name="connsiteX5" fmla="*/ 0 w 212407"/>
                <a:gd name="connsiteY5" fmla="*/ 1734502 h 1734502"/>
                <a:gd name="connsiteX6" fmla="*/ 0 w 212407"/>
                <a:gd name="connsiteY6" fmla="*/ 4763 h 1734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407" h="1734502">
                  <a:moveTo>
                    <a:pt x="0" y="4763"/>
                  </a:moveTo>
                  <a:cubicBezTo>
                    <a:pt x="25717" y="1905"/>
                    <a:pt x="45720" y="0"/>
                    <a:pt x="60007" y="0"/>
                  </a:cubicBezTo>
                  <a:cubicBezTo>
                    <a:pt x="108585" y="0"/>
                    <a:pt x="145732" y="13335"/>
                    <a:pt x="172402" y="40005"/>
                  </a:cubicBezTo>
                  <a:cubicBezTo>
                    <a:pt x="199072" y="66675"/>
                    <a:pt x="212407" y="103823"/>
                    <a:pt x="212407" y="152400"/>
                  </a:cubicBezTo>
                  <a:lnTo>
                    <a:pt x="212407" y="1734502"/>
                  </a:lnTo>
                  <a:lnTo>
                    <a:pt x="0" y="1734502"/>
                  </a:lnTo>
                  <a:lnTo>
                    <a:pt x="0" y="4763"/>
                  </a:lnTo>
                  <a:close/>
                </a:path>
              </a:pathLst>
            </a:custGeom>
            <a:grp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6456954D-5FDE-A9E0-8674-4259ABA1BC98}"/>
                </a:ext>
              </a:extLst>
            </p:cNvPr>
            <p:cNvSpPr/>
            <p:nvPr/>
          </p:nvSpPr>
          <p:spPr>
            <a:xfrm>
              <a:off x="11141306" y="6033977"/>
              <a:ext cx="146657" cy="178240"/>
            </a:xfrm>
            <a:custGeom>
              <a:avLst/>
              <a:gdLst>
                <a:gd name="connsiteX0" fmla="*/ 0 w 955357"/>
                <a:gd name="connsiteY0" fmla="*/ 21908 h 1161097"/>
                <a:gd name="connsiteX1" fmla="*/ 40958 w 955357"/>
                <a:gd name="connsiteY1" fmla="*/ 19050 h 1161097"/>
                <a:gd name="connsiteX2" fmla="*/ 147638 w 955357"/>
                <a:gd name="connsiteY2" fmla="*/ 50483 h 1161097"/>
                <a:gd name="connsiteX3" fmla="*/ 196215 w 955357"/>
                <a:gd name="connsiteY3" fmla="*/ 141923 h 1161097"/>
                <a:gd name="connsiteX4" fmla="*/ 361950 w 955357"/>
                <a:gd name="connsiteY4" fmla="*/ 37148 h 1161097"/>
                <a:gd name="connsiteX5" fmla="*/ 573405 w 955357"/>
                <a:gd name="connsiteY5" fmla="*/ 0 h 1161097"/>
                <a:gd name="connsiteX6" fmla="*/ 813435 w 955357"/>
                <a:gd name="connsiteY6" fmla="*/ 64770 h 1161097"/>
                <a:gd name="connsiteX7" fmla="*/ 938213 w 955357"/>
                <a:gd name="connsiteY7" fmla="*/ 253365 h 1161097"/>
                <a:gd name="connsiteX8" fmla="*/ 955358 w 955357"/>
                <a:gd name="connsiteY8" fmla="*/ 475298 h 1161097"/>
                <a:gd name="connsiteX9" fmla="*/ 955358 w 955357"/>
                <a:gd name="connsiteY9" fmla="*/ 1161098 h 1161097"/>
                <a:gd name="connsiteX10" fmla="*/ 750570 w 955357"/>
                <a:gd name="connsiteY10" fmla="*/ 1161098 h 1161097"/>
                <a:gd name="connsiteX11" fmla="*/ 750570 w 955357"/>
                <a:gd name="connsiteY11" fmla="*/ 483870 h 1161097"/>
                <a:gd name="connsiteX12" fmla="*/ 736283 w 955357"/>
                <a:gd name="connsiteY12" fmla="*/ 317183 h 1161097"/>
                <a:gd name="connsiteX13" fmla="*/ 661035 w 955357"/>
                <a:gd name="connsiteY13" fmla="*/ 218123 h 1161097"/>
                <a:gd name="connsiteX14" fmla="*/ 508635 w 955357"/>
                <a:gd name="connsiteY14" fmla="*/ 186690 h 1161097"/>
                <a:gd name="connsiteX15" fmla="*/ 353378 w 955357"/>
                <a:gd name="connsiteY15" fmla="*/ 210503 h 1161097"/>
                <a:gd name="connsiteX16" fmla="*/ 245745 w 955357"/>
                <a:gd name="connsiteY16" fmla="*/ 274320 h 1161097"/>
                <a:gd name="connsiteX17" fmla="*/ 206692 w 955357"/>
                <a:gd name="connsiteY17" fmla="*/ 357188 h 1161097"/>
                <a:gd name="connsiteX18" fmla="*/ 206692 w 955357"/>
                <a:gd name="connsiteY18" fmla="*/ 1161098 h 1161097"/>
                <a:gd name="connsiteX19" fmla="*/ 1905 w 955357"/>
                <a:gd name="connsiteY19" fmla="*/ 1161098 h 1161097"/>
                <a:gd name="connsiteX20" fmla="*/ 1905 w 955357"/>
                <a:gd name="connsiteY20" fmla="*/ 21908 h 1161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55357" h="1161097">
                  <a:moveTo>
                    <a:pt x="0" y="21908"/>
                  </a:moveTo>
                  <a:cubicBezTo>
                    <a:pt x="14288" y="20003"/>
                    <a:pt x="28575" y="19050"/>
                    <a:pt x="40958" y="19050"/>
                  </a:cubicBezTo>
                  <a:cubicBezTo>
                    <a:pt x="84773" y="19050"/>
                    <a:pt x="120015" y="29528"/>
                    <a:pt x="147638" y="50483"/>
                  </a:cubicBezTo>
                  <a:cubicBezTo>
                    <a:pt x="175260" y="71438"/>
                    <a:pt x="191453" y="101917"/>
                    <a:pt x="196215" y="141923"/>
                  </a:cubicBezTo>
                  <a:cubicBezTo>
                    <a:pt x="240983" y="97155"/>
                    <a:pt x="296228" y="61913"/>
                    <a:pt x="361950" y="37148"/>
                  </a:cubicBezTo>
                  <a:cubicBezTo>
                    <a:pt x="426720" y="12383"/>
                    <a:pt x="497205" y="0"/>
                    <a:pt x="573405" y="0"/>
                  </a:cubicBezTo>
                  <a:cubicBezTo>
                    <a:pt x="671513" y="0"/>
                    <a:pt x="751523" y="21908"/>
                    <a:pt x="813435" y="64770"/>
                  </a:cubicBezTo>
                  <a:cubicBezTo>
                    <a:pt x="875348" y="108585"/>
                    <a:pt x="917258" y="171450"/>
                    <a:pt x="938213" y="253365"/>
                  </a:cubicBezTo>
                  <a:cubicBezTo>
                    <a:pt x="949643" y="297180"/>
                    <a:pt x="955358" y="370523"/>
                    <a:pt x="955358" y="475298"/>
                  </a:cubicBezTo>
                  <a:lnTo>
                    <a:pt x="955358" y="1161098"/>
                  </a:lnTo>
                  <a:lnTo>
                    <a:pt x="750570" y="1161098"/>
                  </a:lnTo>
                  <a:lnTo>
                    <a:pt x="750570" y="483870"/>
                  </a:lnTo>
                  <a:cubicBezTo>
                    <a:pt x="750570" y="404813"/>
                    <a:pt x="745808" y="349567"/>
                    <a:pt x="736283" y="317183"/>
                  </a:cubicBezTo>
                  <a:cubicBezTo>
                    <a:pt x="722948" y="272415"/>
                    <a:pt x="698183" y="239078"/>
                    <a:pt x="661035" y="218123"/>
                  </a:cubicBezTo>
                  <a:cubicBezTo>
                    <a:pt x="623888" y="197167"/>
                    <a:pt x="573405" y="186690"/>
                    <a:pt x="508635" y="186690"/>
                  </a:cubicBezTo>
                  <a:cubicBezTo>
                    <a:pt x="450533" y="186690"/>
                    <a:pt x="399098" y="194310"/>
                    <a:pt x="353378" y="210503"/>
                  </a:cubicBezTo>
                  <a:cubicBezTo>
                    <a:pt x="307658" y="226695"/>
                    <a:pt x="271463" y="247650"/>
                    <a:pt x="245745" y="274320"/>
                  </a:cubicBezTo>
                  <a:cubicBezTo>
                    <a:pt x="220028" y="300990"/>
                    <a:pt x="206692" y="328613"/>
                    <a:pt x="206692" y="357188"/>
                  </a:cubicBezTo>
                  <a:lnTo>
                    <a:pt x="206692" y="1161098"/>
                  </a:lnTo>
                  <a:lnTo>
                    <a:pt x="1905" y="1161098"/>
                  </a:lnTo>
                  <a:lnTo>
                    <a:pt x="1905" y="21908"/>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59284F22-C4FD-E199-C133-CC955BFE74F3}"/>
                </a:ext>
              </a:extLst>
            </p:cNvPr>
            <p:cNvSpPr/>
            <p:nvPr/>
          </p:nvSpPr>
          <p:spPr>
            <a:xfrm>
              <a:off x="11314282" y="6033831"/>
              <a:ext cx="125309" cy="183504"/>
            </a:xfrm>
            <a:custGeom>
              <a:avLst/>
              <a:gdLst>
                <a:gd name="connsiteX0" fmla="*/ 708660 w 816292"/>
                <a:gd name="connsiteY0" fmla="*/ 293370 h 1195387"/>
                <a:gd name="connsiteX1" fmla="*/ 582930 w 816292"/>
                <a:gd name="connsiteY1" fmla="*/ 202882 h 1195387"/>
                <a:gd name="connsiteX2" fmla="*/ 421005 w 816292"/>
                <a:gd name="connsiteY2" fmla="*/ 167640 h 1195387"/>
                <a:gd name="connsiteX3" fmla="*/ 263843 w 816292"/>
                <a:gd name="connsiteY3" fmla="*/ 204788 h 1195387"/>
                <a:gd name="connsiteX4" fmla="*/ 205740 w 816292"/>
                <a:gd name="connsiteY4" fmla="*/ 312420 h 1195387"/>
                <a:gd name="connsiteX5" fmla="*/ 226695 w 816292"/>
                <a:gd name="connsiteY5" fmla="*/ 381000 h 1195387"/>
                <a:gd name="connsiteX6" fmla="*/ 295275 w 816292"/>
                <a:gd name="connsiteY6" fmla="*/ 434340 h 1195387"/>
                <a:gd name="connsiteX7" fmla="*/ 444818 w 816292"/>
                <a:gd name="connsiteY7" fmla="*/ 481013 h 1195387"/>
                <a:gd name="connsiteX8" fmla="*/ 662940 w 816292"/>
                <a:gd name="connsiteY8" fmla="*/ 561022 h 1195387"/>
                <a:gd name="connsiteX9" fmla="*/ 779145 w 816292"/>
                <a:gd name="connsiteY9" fmla="*/ 675322 h 1195387"/>
                <a:gd name="connsiteX10" fmla="*/ 816293 w 816292"/>
                <a:gd name="connsiteY10" fmla="*/ 838200 h 1195387"/>
                <a:gd name="connsiteX11" fmla="*/ 693420 w 816292"/>
                <a:gd name="connsiteY11" fmla="*/ 1097280 h 1195387"/>
                <a:gd name="connsiteX12" fmla="*/ 374332 w 816292"/>
                <a:gd name="connsiteY12" fmla="*/ 1195388 h 1195387"/>
                <a:gd name="connsiteX13" fmla="*/ 108585 w 816292"/>
                <a:gd name="connsiteY13" fmla="*/ 1149667 h 1195387"/>
                <a:gd name="connsiteX14" fmla="*/ 0 w 816292"/>
                <a:gd name="connsiteY14" fmla="*/ 1048703 h 1195387"/>
                <a:gd name="connsiteX15" fmla="*/ 12382 w 816292"/>
                <a:gd name="connsiteY15" fmla="*/ 994410 h 1195387"/>
                <a:gd name="connsiteX16" fmla="*/ 60960 w 816292"/>
                <a:gd name="connsiteY16" fmla="*/ 905828 h 1195387"/>
                <a:gd name="connsiteX17" fmla="*/ 213360 w 816292"/>
                <a:gd name="connsiteY17" fmla="*/ 996315 h 1195387"/>
                <a:gd name="connsiteX18" fmla="*/ 381953 w 816292"/>
                <a:gd name="connsiteY18" fmla="*/ 1028700 h 1195387"/>
                <a:gd name="connsiteX19" fmla="*/ 553403 w 816292"/>
                <a:gd name="connsiteY19" fmla="*/ 983932 h 1195387"/>
                <a:gd name="connsiteX20" fmla="*/ 613410 w 816292"/>
                <a:gd name="connsiteY20" fmla="*/ 854392 h 1195387"/>
                <a:gd name="connsiteX21" fmla="*/ 560070 w 816292"/>
                <a:gd name="connsiteY21" fmla="*/ 735330 h 1195387"/>
                <a:gd name="connsiteX22" fmla="*/ 361950 w 816292"/>
                <a:gd name="connsiteY22" fmla="*/ 659130 h 1195387"/>
                <a:gd name="connsiteX23" fmla="*/ 87630 w 816292"/>
                <a:gd name="connsiteY23" fmla="*/ 537210 h 1195387"/>
                <a:gd name="connsiteX24" fmla="*/ 4763 w 816292"/>
                <a:gd name="connsiteY24" fmla="*/ 323850 h 1195387"/>
                <a:gd name="connsiteX25" fmla="*/ 120968 w 816292"/>
                <a:gd name="connsiteY25" fmla="*/ 88582 h 1195387"/>
                <a:gd name="connsiteX26" fmla="*/ 415290 w 816292"/>
                <a:gd name="connsiteY26" fmla="*/ 0 h 1195387"/>
                <a:gd name="connsiteX27" fmla="*/ 579120 w 816292"/>
                <a:gd name="connsiteY27" fmla="*/ 18097 h 1195387"/>
                <a:gd name="connsiteX28" fmla="*/ 704850 w 816292"/>
                <a:gd name="connsiteY28" fmla="*/ 64770 h 1195387"/>
                <a:gd name="connsiteX29" fmla="*/ 786765 w 816292"/>
                <a:gd name="connsiteY29" fmla="*/ 159067 h 1195387"/>
                <a:gd name="connsiteX30" fmla="*/ 741045 w 816292"/>
                <a:gd name="connsiteY30" fmla="*/ 289560 h 1195387"/>
                <a:gd name="connsiteX31" fmla="*/ 708660 w 816292"/>
                <a:gd name="connsiteY31" fmla="*/ 293370 h 1195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16292" h="1195387">
                  <a:moveTo>
                    <a:pt x="708660" y="293370"/>
                  </a:moveTo>
                  <a:cubicBezTo>
                    <a:pt x="678180" y="256222"/>
                    <a:pt x="636270" y="225742"/>
                    <a:pt x="582930" y="202882"/>
                  </a:cubicBezTo>
                  <a:cubicBezTo>
                    <a:pt x="529590" y="180022"/>
                    <a:pt x="476250" y="167640"/>
                    <a:pt x="421005" y="167640"/>
                  </a:cubicBezTo>
                  <a:cubicBezTo>
                    <a:pt x="355282" y="167640"/>
                    <a:pt x="302895" y="180022"/>
                    <a:pt x="263843" y="204788"/>
                  </a:cubicBezTo>
                  <a:cubicBezTo>
                    <a:pt x="224790" y="229552"/>
                    <a:pt x="205740" y="265747"/>
                    <a:pt x="205740" y="312420"/>
                  </a:cubicBezTo>
                  <a:cubicBezTo>
                    <a:pt x="205740" y="338138"/>
                    <a:pt x="212407" y="360997"/>
                    <a:pt x="226695" y="381000"/>
                  </a:cubicBezTo>
                  <a:cubicBezTo>
                    <a:pt x="240030" y="401003"/>
                    <a:pt x="262890" y="419100"/>
                    <a:pt x="295275" y="434340"/>
                  </a:cubicBezTo>
                  <a:cubicBezTo>
                    <a:pt x="327660" y="449580"/>
                    <a:pt x="377190" y="465772"/>
                    <a:pt x="444818" y="481013"/>
                  </a:cubicBezTo>
                  <a:cubicBezTo>
                    <a:pt x="538163" y="503872"/>
                    <a:pt x="610553" y="530542"/>
                    <a:pt x="662940" y="561022"/>
                  </a:cubicBezTo>
                  <a:cubicBezTo>
                    <a:pt x="715328" y="591503"/>
                    <a:pt x="753428" y="629603"/>
                    <a:pt x="779145" y="675322"/>
                  </a:cubicBezTo>
                  <a:cubicBezTo>
                    <a:pt x="803910" y="721042"/>
                    <a:pt x="816293" y="775335"/>
                    <a:pt x="816293" y="838200"/>
                  </a:cubicBezTo>
                  <a:cubicBezTo>
                    <a:pt x="816293" y="945832"/>
                    <a:pt x="775335" y="1032510"/>
                    <a:pt x="693420" y="1097280"/>
                  </a:cubicBezTo>
                  <a:cubicBezTo>
                    <a:pt x="611505" y="1162050"/>
                    <a:pt x="504825" y="1195388"/>
                    <a:pt x="374332" y="1195388"/>
                  </a:cubicBezTo>
                  <a:cubicBezTo>
                    <a:pt x="266700" y="1195388"/>
                    <a:pt x="178118" y="1180148"/>
                    <a:pt x="108585" y="1149667"/>
                  </a:cubicBezTo>
                  <a:cubicBezTo>
                    <a:pt x="36195" y="1121092"/>
                    <a:pt x="0" y="1086803"/>
                    <a:pt x="0" y="1048703"/>
                  </a:cubicBezTo>
                  <a:cubicBezTo>
                    <a:pt x="0" y="1032510"/>
                    <a:pt x="3810" y="1014413"/>
                    <a:pt x="12382" y="994410"/>
                  </a:cubicBezTo>
                  <a:cubicBezTo>
                    <a:pt x="20003" y="974407"/>
                    <a:pt x="36195" y="944880"/>
                    <a:pt x="60960" y="905828"/>
                  </a:cubicBezTo>
                  <a:cubicBezTo>
                    <a:pt x="105728" y="944880"/>
                    <a:pt x="157163" y="974407"/>
                    <a:pt x="213360" y="996315"/>
                  </a:cubicBezTo>
                  <a:cubicBezTo>
                    <a:pt x="269557" y="1018222"/>
                    <a:pt x="325755" y="1028700"/>
                    <a:pt x="381953" y="1028700"/>
                  </a:cubicBezTo>
                  <a:cubicBezTo>
                    <a:pt x="456247" y="1028700"/>
                    <a:pt x="513397" y="1013460"/>
                    <a:pt x="553403" y="983932"/>
                  </a:cubicBezTo>
                  <a:cubicBezTo>
                    <a:pt x="593407" y="954405"/>
                    <a:pt x="613410" y="911542"/>
                    <a:pt x="613410" y="854392"/>
                  </a:cubicBezTo>
                  <a:cubicBezTo>
                    <a:pt x="613410" y="804863"/>
                    <a:pt x="595313" y="764857"/>
                    <a:pt x="560070" y="735330"/>
                  </a:cubicBezTo>
                  <a:cubicBezTo>
                    <a:pt x="524828" y="705803"/>
                    <a:pt x="459105" y="680085"/>
                    <a:pt x="361950" y="659130"/>
                  </a:cubicBezTo>
                  <a:cubicBezTo>
                    <a:pt x="235268" y="631507"/>
                    <a:pt x="143828" y="591503"/>
                    <a:pt x="87630" y="537210"/>
                  </a:cubicBezTo>
                  <a:cubicBezTo>
                    <a:pt x="32385" y="482917"/>
                    <a:pt x="4763" y="412432"/>
                    <a:pt x="4763" y="323850"/>
                  </a:cubicBezTo>
                  <a:cubicBezTo>
                    <a:pt x="4763" y="225742"/>
                    <a:pt x="43815" y="147638"/>
                    <a:pt x="120968" y="88582"/>
                  </a:cubicBezTo>
                  <a:cubicBezTo>
                    <a:pt x="198120" y="29527"/>
                    <a:pt x="296228" y="0"/>
                    <a:pt x="415290" y="0"/>
                  </a:cubicBezTo>
                  <a:cubicBezTo>
                    <a:pt x="473393" y="0"/>
                    <a:pt x="527685" y="5715"/>
                    <a:pt x="579120" y="18097"/>
                  </a:cubicBezTo>
                  <a:cubicBezTo>
                    <a:pt x="630555" y="30480"/>
                    <a:pt x="672465" y="45720"/>
                    <a:pt x="704850" y="64770"/>
                  </a:cubicBezTo>
                  <a:cubicBezTo>
                    <a:pt x="759143" y="95250"/>
                    <a:pt x="786765" y="126682"/>
                    <a:pt x="786765" y="159067"/>
                  </a:cubicBezTo>
                  <a:cubicBezTo>
                    <a:pt x="786765" y="192405"/>
                    <a:pt x="771525" y="236220"/>
                    <a:pt x="741045" y="289560"/>
                  </a:cubicBezTo>
                  <a:lnTo>
                    <a:pt x="708660" y="29337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A35389F-6F1B-2561-0738-640DA9F4348F}"/>
                </a:ext>
              </a:extLst>
            </p:cNvPr>
            <p:cNvSpPr/>
            <p:nvPr/>
          </p:nvSpPr>
          <p:spPr>
            <a:xfrm>
              <a:off x="11466789" y="6035878"/>
              <a:ext cx="145780" cy="182042"/>
            </a:xfrm>
            <a:custGeom>
              <a:avLst/>
              <a:gdLst>
                <a:gd name="connsiteX0" fmla="*/ 0 w 949642"/>
                <a:gd name="connsiteY0" fmla="*/ 2858 h 1185862"/>
                <a:gd name="connsiteX1" fmla="*/ 43815 w 949642"/>
                <a:gd name="connsiteY1" fmla="*/ 0 h 1185862"/>
                <a:gd name="connsiteX2" fmla="*/ 205740 w 949642"/>
                <a:gd name="connsiteY2" fmla="*/ 163830 h 1185862"/>
                <a:gd name="connsiteX3" fmla="*/ 205740 w 949642"/>
                <a:gd name="connsiteY3" fmla="*/ 726757 h 1185862"/>
                <a:gd name="connsiteX4" fmla="*/ 220028 w 949642"/>
                <a:gd name="connsiteY4" fmla="*/ 883920 h 1185862"/>
                <a:gd name="connsiteX5" fmla="*/ 273368 w 949642"/>
                <a:gd name="connsiteY5" fmla="*/ 961072 h 1185862"/>
                <a:gd name="connsiteX6" fmla="*/ 346710 w 949642"/>
                <a:gd name="connsiteY6" fmla="*/ 996315 h 1185862"/>
                <a:gd name="connsiteX7" fmla="*/ 449580 w 949642"/>
                <a:gd name="connsiteY7" fmla="*/ 1006793 h 1185862"/>
                <a:gd name="connsiteX8" fmla="*/ 595313 w 949642"/>
                <a:gd name="connsiteY8" fmla="*/ 979170 h 1185862"/>
                <a:gd name="connsiteX9" fmla="*/ 702945 w 949642"/>
                <a:gd name="connsiteY9" fmla="*/ 910590 h 1185862"/>
                <a:gd name="connsiteX10" fmla="*/ 743903 w 949642"/>
                <a:gd name="connsiteY10" fmla="*/ 833438 h 1185862"/>
                <a:gd name="connsiteX11" fmla="*/ 743903 w 949642"/>
                <a:gd name="connsiteY11" fmla="*/ 2858 h 1185862"/>
                <a:gd name="connsiteX12" fmla="*/ 787718 w 949642"/>
                <a:gd name="connsiteY12" fmla="*/ 0 h 1185862"/>
                <a:gd name="connsiteX13" fmla="*/ 949643 w 949642"/>
                <a:gd name="connsiteY13" fmla="*/ 163830 h 1185862"/>
                <a:gd name="connsiteX14" fmla="*/ 949643 w 949642"/>
                <a:gd name="connsiteY14" fmla="*/ 1148715 h 1185862"/>
                <a:gd name="connsiteX15" fmla="*/ 744855 w 949642"/>
                <a:gd name="connsiteY15" fmla="*/ 1148715 h 1185862"/>
                <a:gd name="connsiteX16" fmla="*/ 744855 w 949642"/>
                <a:gd name="connsiteY16" fmla="*/ 1042988 h 1185862"/>
                <a:gd name="connsiteX17" fmla="*/ 384810 w 949642"/>
                <a:gd name="connsiteY17" fmla="*/ 1185863 h 1185862"/>
                <a:gd name="connsiteX18" fmla="*/ 214313 w 949642"/>
                <a:gd name="connsiteY18" fmla="*/ 1162050 h 1185862"/>
                <a:gd name="connsiteX19" fmla="*/ 93345 w 949642"/>
                <a:gd name="connsiteY19" fmla="*/ 1088707 h 1185862"/>
                <a:gd name="connsiteX20" fmla="*/ 22860 w 949642"/>
                <a:gd name="connsiteY20" fmla="*/ 961072 h 1185862"/>
                <a:gd name="connsiteX21" fmla="*/ 0 w 949642"/>
                <a:gd name="connsiteY21" fmla="*/ 727710 h 1185862"/>
                <a:gd name="connsiteX22" fmla="*/ 0 w 949642"/>
                <a:gd name="connsiteY22" fmla="*/ 2858 h 1185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9642" h="1185862">
                  <a:moveTo>
                    <a:pt x="0" y="2858"/>
                  </a:moveTo>
                  <a:cubicBezTo>
                    <a:pt x="14288" y="953"/>
                    <a:pt x="28575" y="0"/>
                    <a:pt x="43815" y="0"/>
                  </a:cubicBezTo>
                  <a:cubicBezTo>
                    <a:pt x="151448" y="0"/>
                    <a:pt x="205740" y="54292"/>
                    <a:pt x="205740" y="163830"/>
                  </a:cubicBezTo>
                  <a:lnTo>
                    <a:pt x="205740" y="726757"/>
                  </a:lnTo>
                  <a:cubicBezTo>
                    <a:pt x="205740" y="797243"/>
                    <a:pt x="210503" y="849630"/>
                    <a:pt x="220028" y="883920"/>
                  </a:cubicBezTo>
                  <a:cubicBezTo>
                    <a:pt x="229553" y="917257"/>
                    <a:pt x="247650" y="943928"/>
                    <a:pt x="273368" y="961072"/>
                  </a:cubicBezTo>
                  <a:cubicBezTo>
                    <a:pt x="296228" y="977265"/>
                    <a:pt x="320040" y="988695"/>
                    <a:pt x="346710" y="996315"/>
                  </a:cubicBezTo>
                  <a:cubicBezTo>
                    <a:pt x="373380" y="1003935"/>
                    <a:pt x="407670" y="1006793"/>
                    <a:pt x="449580" y="1006793"/>
                  </a:cubicBezTo>
                  <a:cubicBezTo>
                    <a:pt x="502920" y="1006793"/>
                    <a:pt x="551498" y="997268"/>
                    <a:pt x="595313" y="979170"/>
                  </a:cubicBezTo>
                  <a:cubicBezTo>
                    <a:pt x="639128" y="961072"/>
                    <a:pt x="675323" y="937260"/>
                    <a:pt x="702945" y="910590"/>
                  </a:cubicBezTo>
                  <a:cubicBezTo>
                    <a:pt x="730568" y="882968"/>
                    <a:pt x="743903" y="857250"/>
                    <a:pt x="743903" y="833438"/>
                  </a:cubicBezTo>
                  <a:lnTo>
                    <a:pt x="743903" y="2858"/>
                  </a:lnTo>
                  <a:cubicBezTo>
                    <a:pt x="758190" y="953"/>
                    <a:pt x="772478" y="0"/>
                    <a:pt x="787718" y="0"/>
                  </a:cubicBezTo>
                  <a:cubicBezTo>
                    <a:pt x="895350" y="0"/>
                    <a:pt x="949643" y="54292"/>
                    <a:pt x="949643" y="163830"/>
                  </a:cubicBezTo>
                  <a:lnTo>
                    <a:pt x="949643" y="1148715"/>
                  </a:lnTo>
                  <a:lnTo>
                    <a:pt x="744855" y="1148715"/>
                  </a:lnTo>
                  <a:lnTo>
                    <a:pt x="744855" y="1042988"/>
                  </a:lnTo>
                  <a:cubicBezTo>
                    <a:pt x="662940" y="1138238"/>
                    <a:pt x="542925" y="1185863"/>
                    <a:pt x="384810" y="1185863"/>
                  </a:cubicBezTo>
                  <a:cubicBezTo>
                    <a:pt x="320040" y="1185863"/>
                    <a:pt x="263843" y="1178243"/>
                    <a:pt x="214313" y="1162050"/>
                  </a:cubicBezTo>
                  <a:cubicBezTo>
                    <a:pt x="164783" y="1145857"/>
                    <a:pt x="124778" y="1121093"/>
                    <a:pt x="93345" y="1088707"/>
                  </a:cubicBezTo>
                  <a:cubicBezTo>
                    <a:pt x="61913" y="1055370"/>
                    <a:pt x="39053" y="1013460"/>
                    <a:pt x="22860" y="961072"/>
                  </a:cubicBezTo>
                  <a:cubicBezTo>
                    <a:pt x="7620" y="908685"/>
                    <a:pt x="0" y="831532"/>
                    <a:pt x="0" y="727710"/>
                  </a:cubicBezTo>
                  <a:lnTo>
                    <a:pt x="0" y="2858"/>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9EA730F-29AD-8FA0-27C8-254ECF5935AB}"/>
                </a:ext>
              </a:extLst>
            </p:cNvPr>
            <p:cNvSpPr/>
            <p:nvPr/>
          </p:nvSpPr>
          <p:spPr>
            <a:xfrm>
              <a:off x="11644737" y="5963354"/>
              <a:ext cx="49422" cy="251057"/>
            </a:xfrm>
            <a:custGeom>
              <a:avLst/>
              <a:gdLst>
                <a:gd name="connsiteX0" fmla="*/ 0 w 321944"/>
                <a:gd name="connsiteY0" fmla="*/ 2858 h 1635442"/>
                <a:gd name="connsiteX1" fmla="*/ 43815 w 321944"/>
                <a:gd name="connsiteY1" fmla="*/ 0 h 1635442"/>
                <a:gd name="connsiteX2" fmla="*/ 205740 w 321944"/>
                <a:gd name="connsiteY2" fmla="*/ 163830 h 1635442"/>
                <a:gd name="connsiteX3" fmla="*/ 205740 w 321944"/>
                <a:gd name="connsiteY3" fmla="*/ 1394460 h 1635442"/>
                <a:gd name="connsiteX4" fmla="*/ 215265 w 321944"/>
                <a:gd name="connsiteY4" fmla="*/ 1485900 h 1635442"/>
                <a:gd name="connsiteX5" fmla="*/ 249555 w 321944"/>
                <a:gd name="connsiteY5" fmla="*/ 1521143 h 1635442"/>
                <a:gd name="connsiteX6" fmla="*/ 321945 w 321944"/>
                <a:gd name="connsiteY6" fmla="*/ 1531620 h 1635442"/>
                <a:gd name="connsiteX7" fmla="*/ 321945 w 321944"/>
                <a:gd name="connsiteY7" fmla="*/ 1618298 h 1635442"/>
                <a:gd name="connsiteX8" fmla="*/ 189548 w 321944"/>
                <a:gd name="connsiteY8" fmla="*/ 1635443 h 1635442"/>
                <a:gd name="connsiteX9" fmla="*/ 82868 w 321944"/>
                <a:gd name="connsiteY9" fmla="*/ 1613535 h 1635442"/>
                <a:gd name="connsiteX10" fmla="*/ 20955 w 321944"/>
                <a:gd name="connsiteY10" fmla="*/ 1544955 h 1635442"/>
                <a:gd name="connsiteX11" fmla="*/ 0 w 321944"/>
                <a:gd name="connsiteY11" fmla="*/ 1386840 h 1635442"/>
                <a:gd name="connsiteX12" fmla="*/ 0 w 321944"/>
                <a:gd name="connsiteY12" fmla="*/ 2858 h 16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1944" h="1635442">
                  <a:moveTo>
                    <a:pt x="0" y="2858"/>
                  </a:moveTo>
                  <a:cubicBezTo>
                    <a:pt x="14288" y="953"/>
                    <a:pt x="28575" y="0"/>
                    <a:pt x="43815" y="0"/>
                  </a:cubicBezTo>
                  <a:cubicBezTo>
                    <a:pt x="151448" y="0"/>
                    <a:pt x="205740" y="54293"/>
                    <a:pt x="205740" y="163830"/>
                  </a:cubicBezTo>
                  <a:lnTo>
                    <a:pt x="205740" y="1394460"/>
                  </a:lnTo>
                  <a:cubicBezTo>
                    <a:pt x="205740" y="1439228"/>
                    <a:pt x="208598" y="1469708"/>
                    <a:pt x="215265" y="1485900"/>
                  </a:cubicBezTo>
                  <a:cubicBezTo>
                    <a:pt x="221932" y="1502093"/>
                    <a:pt x="233363" y="1513523"/>
                    <a:pt x="249555" y="1521143"/>
                  </a:cubicBezTo>
                  <a:cubicBezTo>
                    <a:pt x="265748" y="1528763"/>
                    <a:pt x="289560" y="1531620"/>
                    <a:pt x="321945" y="1531620"/>
                  </a:cubicBezTo>
                  <a:lnTo>
                    <a:pt x="321945" y="1618298"/>
                  </a:lnTo>
                  <a:cubicBezTo>
                    <a:pt x="288607" y="1629728"/>
                    <a:pt x="243840" y="1635443"/>
                    <a:pt x="189548" y="1635443"/>
                  </a:cubicBezTo>
                  <a:cubicBezTo>
                    <a:pt x="145732" y="1635443"/>
                    <a:pt x="110490" y="1627823"/>
                    <a:pt x="82868" y="1613535"/>
                  </a:cubicBezTo>
                  <a:cubicBezTo>
                    <a:pt x="55245" y="1599248"/>
                    <a:pt x="35243" y="1576388"/>
                    <a:pt x="20955" y="1544955"/>
                  </a:cubicBezTo>
                  <a:cubicBezTo>
                    <a:pt x="7620" y="1513523"/>
                    <a:pt x="0" y="1461135"/>
                    <a:pt x="0" y="1386840"/>
                  </a:cubicBezTo>
                  <a:lnTo>
                    <a:pt x="0" y="2858"/>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2BBA7867-792E-8613-2566-D8E8150B1382}"/>
                </a:ext>
              </a:extLst>
            </p:cNvPr>
            <p:cNvSpPr/>
            <p:nvPr/>
          </p:nvSpPr>
          <p:spPr>
            <a:xfrm>
              <a:off x="11709950" y="6033831"/>
              <a:ext cx="150898" cy="183943"/>
            </a:xfrm>
            <a:custGeom>
              <a:avLst/>
              <a:gdLst>
                <a:gd name="connsiteX0" fmla="*/ 212408 w 982980"/>
                <a:gd name="connsiteY0" fmla="*/ 634365 h 1198244"/>
                <a:gd name="connsiteX1" fmla="*/ 310515 w 982980"/>
                <a:gd name="connsiteY1" fmla="*/ 923925 h 1198244"/>
                <a:gd name="connsiteX2" fmla="*/ 569595 w 982980"/>
                <a:gd name="connsiteY2" fmla="*/ 1024890 h 1198244"/>
                <a:gd name="connsiteX3" fmla="*/ 888683 w 982980"/>
                <a:gd name="connsiteY3" fmla="*/ 887730 h 1198244"/>
                <a:gd name="connsiteX4" fmla="*/ 937260 w 982980"/>
                <a:gd name="connsiteY4" fmla="*/ 961072 h 1198244"/>
                <a:gd name="connsiteX5" fmla="*/ 956310 w 982980"/>
                <a:gd name="connsiteY5" fmla="*/ 1020128 h 1198244"/>
                <a:gd name="connsiteX6" fmla="*/ 902970 w 982980"/>
                <a:gd name="connsiteY6" fmla="*/ 1102042 h 1198244"/>
                <a:gd name="connsiteX7" fmla="*/ 550545 w 982980"/>
                <a:gd name="connsiteY7" fmla="*/ 1198245 h 1198244"/>
                <a:gd name="connsiteX8" fmla="*/ 142875 w 982980"/>
                <a:gd name="connsiteY8" fmla="*/ 1041082 h 1198244"/>
                <a:gd name="connsiteX9" fmla="*/ 0 w 982980"/>
                <a:gd name="connsiteY9" fmla="*/ 584835 h 1198244"/>
                <a:gd name="connsiteX10" fmla="*/ 66675 w 982980"/>
                <a:gd name="connsiteY10" fmla="*/ 270510 h 1198244"/>
                <a:gd name="connsiteX11" fmla="*/ 252413 w 982980"/>
                <a:gd name="connsiteY11" fmla="*/ 70485 h 1198244"/>
                <a:gd name="connsiteX12" fmla="*/ 519113 w 982980"/>
                <a:gd name="connsiteY12" fmla="*/ 0 h 1198244"/>
                <a:gd name="connsiteX13" fmla="*/ 770573 w 982980"/>
                <a:gd name="connsiteY13" fmla="*/ 61913 h 1198244"/>
                <a:gd name="connsiteX14" fmla="*/ 928688 w 982980"/>
                <a:gd name="connsiteY14" fmla="*/ 237172 h 1198244"/>
                <a:gd name="connsiteX15" fmla="*/ 982980 w 982980"/>
                <a:gd name="connsiteY15" fmla="*/ 498157 h 1198244"/>
                <a:gd name="connsiteX16" fmla="*/ 975360 w 982980"/>
                <a:gd name="connsiteY16" fmla="*/ 633413 h 1198244"/>
                <a:gd name="connsiteX17" fmla="*/ 212408 w 982980"/>
                <a:gd name="connsiteY17" fmla="*/ 633413 h 1198244"/>
                <a:gd name="connsiteX18" fmla="*/ 777240 w 982980"/>
                <a:gd name="connsiteY18" fmla="*/ 480060 h 1198244"/>
                <a:gd name="connsiteX19" fmla="*/ 509588 w 982980"/>
                <a:gd name="connsiteY19" fmla="*/ 171450 h 1198244"/>
                <a:gd name="connsiteX20" fmla="*/ 301943 w 982980"/>
                <a:gd name="connsiteY20" fmla="*/ 254317 h 1198244"/>
                <a:gd name="connsiteX21" fmla="*/ 212408 w 982980"/>
                <a:gd name="connsiteY21" fmla="*/ 480060 h 1198244"/>
                <a:gd name="connsiteX22" fmla="*/ 777240 w 982980"/>
                <a:gd name="connsiteY22" fmla="*/ 480060 h 119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82980" h="1198244">
                  <a:moveTo>
                    <a:pt x="212408" y="634365"/>
                  </a:moveTo>
                  <a:cubicBezTo>
                    <a:pt x="217170" y="760095"/>
                    <a:pt x="249555" y="856297"/>
                    <a:pt x="310515" y="923925"/>
                  </a:cubicBezTo>
                  <a:cubicBezTo>
                    <a:pt x="370523" y="991553"/>
                    <a:pt x="457200" y="1024890"/>
                    <a:pt x="569595" y="1024890"/>
                  </a:cubicBezTo>
                  <a:cubicBezTo>
                    <a:pt x="702945" y="1024890"/>
                    <a:pt x="809625" y="979170"/>
                    <a:pt x="888683" y="887730"/>
                  </a:cubicBezTo>
                  <a:cubicBezTo>
                    <a:pt x="907733" y="911542"/>
                    <a:pt x="923925" y="936307"/>
                    <a:pt x="937260" y="961072"/>
                  </a:cubicBezTo>
                  <a:cubicBezTo>
                    <a:pt x="950595" y="985838"/>
                    <a:pt x="956310" y="1005840"/>
                    <a:pt x="956310" y="1020128"/>
                  </a:cubicBezTo>
                  <a:cubicBezTo>
                    <a:pt x="956310" y="1047750"/>
                    <a:pt x="938213" y="1074420"/>
                    <a:pt x="902970" y="1102042"/>
                  </a:cubicBezTo>
                  <a:cubicBezTo>
                    <a:pt x="816293" y="1166813"/>
                    <a:pt x="698183" y="1198245"/>
                    <a:pt x="550545" y="1198245"/>
                  </a:cubicBezTo>
                  <a:cubicBezTo>
                    <a:pt x="373380" y="1198245"/>
                    <a:pt x="237173" y="1145857"/>
                    <a:pt x="142875" y="1041082"/>
                  </a:cubicBezTo>
                  <a:cubicBezTo>
                    <a:pt x="47625" y="936307"/>
                    <a:pt x="0" y="783907"/>
                    <a:pt x="0" y="584835"/>
                  </a:cubicBezTo>
                  <a:cubicBezTo>
                    <a:pt x="0" y="462915"/>
                    <a:pt x="21908" y="358140"/>
                    <a:pt x="66675" y="270510"/>
                  </a:cubicBezTo>
                  <a:cubicBezTo>
                    <a:pt x="110490" y="183832"/>
                    <a:pt x="173355" y="117157"/>
                    <a:pt x="252413" y="70485"/>
                  </a:cubicBezTo>
                  <a:cubicBezTo>
                    <a:pt x="332423" y="23813"/>
                    <a:pt x="421005" y="0"/>
                    <a:pt x="519113" y="0"/>
                  </a:cubicBezTo>
                  <a:cubicBezTo>
                    <a:pt x="617220" y="0"/>
                    <a:pt x="701040" y="20955"/>
                    <a:pt x="770573" y="61913"/>
                  </a:cubicBezTo>
                  <a:cubicBezTo>
                    <a:pt x="840105" y="102870"/>
                    <a:pt x="892493" y="160972"/>
                    <a:pt x="928688" y="237172"/>
                  </a:cubicBezTo>
                  <a:cubicBezTo>
                    <a:pt x="964883" y="312420"/>
                    <a:pt x="982980" y="400050"/>
                    <a:pt x="982980" y="498157"/>
                  </a:cubicBezTo>
                  <a:cubicBezTo>
                    <a:pt x="982980" y="561022"/>
                    <a:pt x="980123" y="605790"/>
                    <a:pt x="975360" y="633413"/>
                  </a:cubicBezTo>
                  <a:lnTo>
                    <a:pt x="212408" y="633413"/>
                  </a:lnTo>
                  <a:close/>
                  <a:moveTo>
                    <a:pt x="777240" y="480060"/>
                  </a:moveTo>
                  <a:cubicBezTo>
                    <a:pt x="777240" y="274320"/>
                    <a:pt x="687705" y="171450"/>
                    <a:pt x="509588" y="171450"/>
                  </a:cubicBezTo>
                  <a:cubicBezTo>
                    <a:pt x="423863" y="171450"/>
                    <a:pt x="355283" y="199072"/>
                    <a:pt x="301943" y="254317"/>
                  </a:cubicBezTo>
                  <a:cubicBezTo>
                    <a:pt x="248603" y="309563"/>
                    <a:pt x="219075" y="384810"/>
                    <a:pt x="212408" y="480060"/>
                  </a:cubicBezTo>
                  <a:lnTo>
                    <a:pt x="777240" y="48006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82C28627-33C0-ACB9-6E20-418B06CA411D}"/>
                </a:ext>
              </a:extLst>
            </p:cNvPr>
            <p:cNvSpPr/>
            <p:nvPr/>
          </p:nvSpPr>
          <p:spPr>
            <a:xfrm>
              <a:off x="11888484" y="5984409"/>
              <a:ext cx="97235" cy="233218"/>
            </a:xfrm>
            <a:custGeom>
              <a:avLst/>
              <a:gdLst>
                <a:gd name="connsiteX0" fmla="*/ 0 w 633412"/>
                <a:gd name="connsiteY0" fmla="*/ 2858 h 1519237"/>
                <a:gd name="connsiteX1" fmla="*/ 43815 w 633412"/>
                <a:gd name="connsiteY1" fmla="*/ 0 h 1519237"/>
                <a:gd name="connsiteX2" fmla="*/ 205740 w 633412"/>
                <a:gd name="connsiteY2" fmla="*/ 163830 h 1519237"/>
                <a:gd name="connsiteX3" fmla="*/ 205740 w 633412"/>
                <a:gd name="connsiteY3" fmla="*/ 349567 h 1519237"/>
                <a:gd name="connsiteX4" fmla="*/ 565785 w 633412"/>
                <a:gd name="connsiteY4" fmla="*/ 349567 h 1519237"/>
                <a:gd name="connsiteX5" fmla="*/ 565785 w 633412"/>
                <a:gd name="connsiteY5" fmla="*/ 523875 h 1519237"/>
                <a:gd name="connsiteX6" fmla="*/ 205740 w 633412"/>
                <a:gd name="connsiteY6" fmla="*/ 523875 h 1519237"/>
                <a:gd name="connsiteX7" fmla="*/ 205740 w 633412"/>
                <a:gd name="connsiteY7" fmla="*/ 1146810 h 1519237"/>
                <a:gd name="connsiteX8" fmla="*/ 362902 w 633412"/>
                <a:gd name="connsiteY8" fmla="*/ 1344930 h 1519237"/>
                <a:gd name="connsiteX9" fmla="*/ 443865 w 633412"/>
                <a:gd name="connsiteY9" fmla="*/ 1327785 h 1519237"/>
                <a:gd name="connsiteX10" fmla="*/ 517207 w 633412"/>
                <a:gd name="connsiteY10" fmla="*/ 1283970 h 1519237"/>
                <a:gd name="connsiteX11" fmla="*/ 562927 w 633412"/>
                <a:gd name="connsiteY11" fmla="*/ 1240155 h 1519237"/>
                <a:gd name="connsiteX12" fmla="*/ 633413 w 633412"/>
                <a:gd name="connsiteY12" fmla="*/ 1375410 h 1519237"/>
                <a:gd name="connsiteX13" fmla="*/ 587693 w 633412"/>
                <a:gd name="connsiteY13" fmla="*/ 1444943 h 1519237"/>
                <a:gd name="connsiteX14" fmla="*/ 475297 w 633412"/>
                <a:gd name="connsiteY14" fmla="*/ 1500187 h 1519237"/>
                <a:gd name="connsiteX15" fmla="*/ 331470 w 633412"/>
                <a:gd name="connsiteY15" fmla="*/ 1519237 h 1519237"/>
                <a:gd name="connsiteX16" fmla="*/ 24765 w 633412"/>
                <a:gd name="connsiteY16" fmla="*/ 1338262 h 1519237"/>
                <a:gd name="connsiteX17" fmla="*/ 952 w 633412"/>
                <a:gd name="connsiteY17" fmla="*/ 1130618 h 1519237"/>
                <a:gd name="connsiteX18" fmla="*/ 952 w 633412"/>
                <a:gd name="connsiteY18" fmla="*/ 2858 h 1519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33412" h="1519237">
                  <a:moveTo>
                    <a:pt x="0" y="2858"/>
                  </a:moveTo>
                  <a:cubicBezTo>
                    <a:pt x="14288" y="952"/>
                    <a:pt x="28575" y="0"/>
                    <a:pt x="43815" y="0"/>
                  </a:cubicBezTo>
                  <a:cubicBezTo>
                    <a:pt x="151447" y="0"/>
                    <a:pt x="205740" y="54292"/>
                    <a:pt x="205740" y="163830"/>
                  </a:cubicBezTo>
                  <a:lnTo>
                    <a:pt x="205740" y="349567"/>
                  </a:lnTo>
                  <a:lnTo>
                    <a:pt x="565785" y="349567"/>
                  </a:lnTo>
                  <a:lnTo>
                    <a:pt x="565785" y="523875"/>
                  </a:lnTo>
                  <a:lnTo>
                    <a:pt x="205740" y="523875"/>
                  </a:lnTo>
                  <a:lnTo>
                    <a:pt x="205740" y="1146810"/>
                  </a:lnTo>
                  <a:cubicBezTo>
                    <a:pt x="205740" y="1279208"/>
                    <a:pt x="258127" y="1344930"/>
                    <a:pt x="362902" y="1344930"/>
                  </a:cubicBezTo>
                  <a:cubicBezTo>
                    <a:pt x="390525" y="1344930"/>
                    <a:pt x="417195" y="1339215"/>
                    <a:pt x="443865" y="1327785"/>
                  </a:cubicBezTo>
                  <a:cubicBezTo>
                    <a:pt x="470535" y="1316355"/>
                    <a:pt x="495300" y="1302068"/>
                    <a:pt x="517207" y="1283970"/>
                  </a:cubicBezTo>
                  <a:cubicBezTo>
                    <a:pt x="540068" y="1265873"/>
                    <a:pt x="555307" y="1251585"/>
                    <a:pt x="562927" y="1240155"/>
                  </a:cubicBezTo>
                  <a:cubicBezTo>
                    <a:pt x="609600" y="1298258"/>
                    <a:pt x="633413" y="1343025"/>
                    <a:pt x="633413" y="1375410"/>
                  </a:cubicBezTo>
                  <a:cubicBezTo>
                    <a:pt x="633413" y="1398270"/>
                    <a:pt x="618172" y="1421130"/>
                    <a:pt x="587693" y="1444943"/>
                  </a:cubicBezTo>
                  <a:cubicBezTo>
                    <a:pt x="557213" y="1468755"/>
                    <a:pt x="520065" y="1487805"/>
                    <a:pt x="475297" y="1500187"/>
                  </a:cubicBezTo>
                  <a:cubicBezTo>
                    <a:pt x="430530" y="1513523"/>
                    <a:pt x="382905" y="1519237"/>
                    <a:pt x="331470" y="1519237"/>
                  </a:cubicBezTo>
                  <a:cubicBezTo>
                    <a:pt x="170497" y="1519237"/>
                    <a:pt x="68580" y="1459230"/>
                    <a:pt x="24765" y="1338262"/>
                  </a:cubicBezTo>
                  <a:cubicBezTo>
                    <a:pt x="8572" y="1293495"/>
                    <a:pt x="952" y="1223962"/>
                    <a:pt x="952" y="1130618"/>
                  </a:cubicBezTo>
                  <a:lnTo>
                    <a:pt x="952" y="2858"/>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252482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Purple">
    <p:bg bwMode="auto">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AADDB-2DD6-77EB-DC6F-884F589BD72C}"/>
              </a:ext>
            </a:extLst>
          </p:cNvPr>
          <p:cNvSpPr>
            <a:spLocks noGrp="1"/>
          </p:cNvSpPr>
          <p:nvPr>
            <p:ph type="title" hasCustomPrompt="1"/>
          </p:nvPr>
        </p:nvSpPr>
        <p:spPr bwMode="white">
          <a:xfrm>
            <a:off x="459044" y="457200"/>
            <a:ext cx="4984826" cy="5760720"/>
          </a:xfrm>
        </p:spPr>
        <p:txBody>
          <a:bodyPr lIns="274320" tIns="0" anchor="ctr"/>
          <a:lstStyle>
            <a:lvl1pPr algn="l">
              <a:defRPr sz="6000" b="1">
                <a:solidFill>
                  <a:schemeClr val="bg1"/>
                </a:solidFill>
                <a:latin typeface="+mj-lt"/>
              </a:defRPr>
            </a:lvl1pPr>
          </a:lstStyle>
          <a:p>
            <a:r>
              <a:rPr lang="en-US"/>
              <a:t>Title Goes Here</a:t>
            </a:r>
          </a:p>
        </p:txBody>
      </p:sp>
      <p:sp>
        <p:nvSpPr>
          <p:cNvPr id="5" name="Text Placeholder 4">
            <a:extLst>
              <a:ext uri="{FF2B5EF4-FFF2-40B4-BE49-F238E27FC236}">
                <a16:creationId xmlns:a16="http://schemas.microsoft.com/office/drawing/2014/main" id="{944C4276-62D1-005C-8224-E7EE981B4E4D}"/>
              </a:ext>
            </a:extLst>
          </p:cNvPr>
          <p:cNvSpPr>
            <a:spLocks noGrp="1"/>
          </p:cNvSpPr>
          <p:nvPr>
            <p:ph type="body" sz="quarter" idx="10" hasCustomPrompt="1"/>
          </p:nvPr>
        </p:nvSpPr>
        <p:spPr bwMode="white">
          <a:xfrm>
            <a:off x="5730950" y="457200"/>
            <a:ext cx="6002006" cy="5760720"/>
          </a:xfrm>
        </p:spPr>
        <p:txBody>
          <a:bodyPr tIns="91440" rIns="0" bIns="91440" anchor="ctr"/>
          <a:lstStyle>
            <a:lvl1pPr marL="344488" indent="-344488">
              <a:spcBef>
                <a:spcPts val="1800"/>
              </a:spcBef>
              <a:buClr>
                <a:schemeClr val="accent3"/>
              </a:buClr>
              <a:buFont typeface="IBM Plex Sans" panose="020B0503050203000203" pitchFamily="34" charset="0"/>
              <a:buChar char="•"/>
              <a:defRPr sz="3600" b="0">
                <a:solidFill>
                  <a:schemeClr val="bg1"/>
                </a:solidFill>
                <a:latin typeface="IBM Plex Sans Medium" panose="020B0604020202020204" pitchFamily="34" charset="0"/>
              </a:defRPr>
            </a:lvl1pPr>
          </a:lstStyle>
          <a:p>
            <a:pPr lvl="0"/>
            <a:r>
              <a:rPr lang="en-US"/>
              <a:t>Lorem Ipsum</a:t>
            </a:r>
          </a:p>
          <a:p>
            <a:pPr lvl="0"/>
            <a:r>
              <a:rPr lang="en-US"/>
              <a:t>Lorem Ipsum</a:t>
            </a:r>
          </a:p>
          <a:p>
            <a:pPr lvl="0"/>
            <a:r>
              <a:rPr lang="en-US"/>
              <a:t>Lorem Ipsum</a:t>
            </a:r>
          </a:p>
          <a:p>
            <a:pPr lvl="0"/>
            <a:r>
              <a:rPr lang="en-US"/>
              <a:t>Lorem Ipsum</a:t>
            </a:r>
          </a:p>
          <a:p>
            <a:pPr lvl="0"/>
            <a:r>
              <a:rPr lang="en-US"/>
              <a:t>Lorem Ipsum</a:t>
            </a:r>
          </a:p>
        </p:txBody>
      </p:sp>
      <p:pic>
        <p:nvPicPr>
          <p:cNvPr id="3" name="Graphic 2">
            <a:extLst>
              <a:ext uri="{FF2B5EF4-FFF2-40B4-BE49-F238E27FC236}">
                <a16:creationId xmlns:a16="http://schemas.microsoft.com/office/drawing/2014/main" id="{BFBDEA33-B167-730C-A140-CA976ADB4EA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white">
          <a:xfrm>
            <a:off x="11119839" y="6309360"/>
            <a:ext cx="865880" cy="274320"/>
          </a:xfrm>
          <a:prstGeom prst="rect">
            <a:avLst/>
          </a:prstGeom>
        </p:spPr>
      </p:pic>
      <p:sp>
        <p:nvSpPr>
          <p:cNvPr id="4" name="Date Placeholder 3">
            <a:extLst>
              <a:ext uri="{FF2B5EF4-FFF2-40B4-BE49-F238E27FC236}">
                <a16:creationId xmlns:a16="http://schemas.microsoft.com/office/drawing/2014/main" id="{4FA58D54-60F2-F779-E430-BBC914C12D01}"/>
              </a:ext>
            </a:extLst>
          </p:cNvPr>
          <p:cNvSpPr>
            <a:spLocks noGrp="1"/>
          </p:cNvSpPr>
          <p:nvPr>
            <p:ph type="dt" sz="half" idx="11"/>
          </p:nvPr>
        </p:nvSpPr>
        <p:spPr/>
        <p:txBody>
          <a:bodyPr/>
          <a:lstStyle>
            <a:lvl1pPr>
              <a:defRPr>
                <a:solidFill>
                  <a:schemeClr val="bg1"/>
                </a:solidFill>
              </a:defRPr>
            </a:lvl1pPr>
          </a:lstStyle>
          <a:p>
            <a:fld id="{228D026D-C07B-48C8-8C2B-C561E4D51E16}" type="datetime1">
              <a:rPr lang="en-US" smtClean="0"/>
              <a:pPr/>
              <a:t>1/15/2025</a:t>
            </a:fld>
            <a:endParaRPr lang="en-US"/>
          </a:p>
        </p:txBody>
      </p:sp>
      <p:sp>
        <p:nvSpPr>
          <p:cNvPr id="6" name="Footer Placeholder 5">
            <a:extLst>
              <a:ext uri="{FF2B5EF4-FFF2-40B4-BE49-F238E27FC236}">
                <a16:creationId xmlns:a16="http://schemas.microsoft.com/office/drawing/2014/main" id="{976A1762-A3F8-FADE-CB22-D28336B32313}"/>
              </a:ext>
            </a:extLst>
          </p:cNvPr>
          <p:cNvSpPr>
            <a:spLocks noGrp="1"/>
          </p:cNvSpPr>
          <p:nvPr>
            <p:ph type="ftr" sz="quarter" idx="12"/>
          </p:nvPr>
        </p:nvSpPr>
        <p:spPr/>
        <p:txBody>
          <a:bodyPr/>
          <a:lstStyle>
            <a:lvl1pPr>
              <a:defRPr>
                <a:solidFill>
                  <a:schemeClr val="bg1"/>
                </a:solidFill>
              </a:defRPr>
            </a:lvl1pPr>
          </a:lstStyle>
          <a:p>
            <a:r>
              <a:rPr lang="en-US"/>
              <a:t>CONFIDENTIAL</a:t>
            </a:r>
          </a:p>
        </p:txBody>
      </p:sp>
      <p:sp>
        <p:nvSpPr>
          <p:cNvPr id="7" name="Slide Number Placeholder 6">
            <a:extLst>
              <a:ext uri="{FF2B5EF4-FFF2-40B4-BE49-F238E27FC236}">
                <a16:creationId xmlns:a16="http://schemas.microsoft.com/office/drawing/2014/main" id="{F02B8BB8-0F00-6492-B6AB-CFA570DE3A85}"/>
              </a:ext>
            </a:extLst>
          </p:cNvPr>
          <p:cNvSpPr>
            <a:spLocks noGrp="1"/>
          </p:cNvSpPr>
          <p:nvPr>
            <p:ph type="sldNum" sz="quarter" idx="13"/>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3631940816"/>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AADDB-2DD6-77EB-DC6F-884F589BD72C}"/>
              </a:ext>
            </a:extLst>
          </p:cNvPr>
          <p:cNvSpPr>
            <a:spLocks noGrp="1"/>
          </p:cNvSpPr>
          <p:nvPr>
            <p:ph type="title" hasCustomPrompt="1"/>
          </p:nvPr>
        </p:nvSpPr>
        <p:spPr>
          <a:xfrm>
            <a:off x="457200" y="232760"/>
            <a:ext cx="11273991" cy="1188720"/>
          </a:xfrm>
        </p:spPr>
        <p:txBody>
          <a:bodyPr lIns="0" tIns="0" anchor="b"/>
          <a:lstStyle>
            <a:lvl1pPr algn="l">
              <a:defRPr sz="4800" b="1">
                <a:solidFill>
                  <a:schemeClr val="accent1">
                    <a:lumMod val="50000"/>
                  </a:schemeClr>
                </a:solidFill>
                <a:latin typeface="+mj-lt"/>
              </a:defRPr>
            </a:lvl1pPr>
          </a:lstStyle>
          <a:p>
            <a:r>
              <a:rPr lang="en-US"/>
              <a:t>Title Goes Here</a:t>
            </a:r>
          </a:p>
        </p:txBody>
      </p:sp>
      <p:sp>
        <p:nvSpPr>
          <p:cNvPr id="5" name="Text Placeholder 4">
            <a:extLst>
              <a:ext uri="{FF2B5EF4-FFF2-40B4-BE49-F238E27FC236}">
                <a16:creationId xmlns:a16="http://schemas.microsoft.com/office/drawing/2014/main" id="{944C4276-62D1-005C-8224-E7EE981B4E4D}"/>
              </a:ext>
            </a:extLst>
          </p:cNvPr>
          <p:cNvSpPr>
            <a:spLocks noGrp="1"/>
          </p:cNvSpPr>
          <p:nvPr>
            <p:ph type="body" sz="quarter" idx="10" hasCustomPrompt="1"/>
          </p:nvPr>
        </p:nvSpPr>
        <p:spPr>
          <a:xfrm>
            <a:off x="457200" y="1617298"/>
            <a:ext cx="7206792" cy="4600622"/>
          </a:xfrm>
        </p:spPr>
        <p:txBody>
          <a:bodyPr lIns="274320" tIns="91440" rIns="0" bIns="91440" anchor="t"/>
          <a:lstStyle>
            <a:lvl1pPr marL="457200" indent="-457200">
              <a:spcBef>
                <a:spcPts val="1800"/>
              </a:spcBef>
              <a:buClr>
                <a:schemeClr val="accent1"/>
              </a:buClr>
              <a:buFont typeface="IBM Plex Sans" panose="020B0503050203000203" pitchFamily="34" charset="0"/>
              <a:buChar char="•"/>
              <a:defRPr sz="3600" b="0">
                <a:solidFill>
                  <a:schemeClr val="tx1">
                    <a:lumMod val="95000"/>
                    <a:lumOff val="5000"/>
                  </a:schemeClr>
                </a:solidFill>
                <a:latin typeface="IBM Plex Sans Medium" panose="020B0604020202020204" pitchFamily="34" charset="0"/>
              </a:defRPr>
            </a:lvl1pPr>
          </a:lstStyle>
          <a:p>
            <a:pPr lvl="0"/>
            <a:r>
              <a:rPr lang="en-US"/>
              <a:t>Lorem Ipsum</a:t>
            </a:r>
          </a:p>
          <a:p>
            <a:pPr lvl="0"/>
            <a:r>
              <a:rPr lang="en-US"/>
              <a:t>Lorem Ipsum</a:t>
            </a:r>
          </a:p>
          <a:p>
            <a:pPr lvl="0"/>
            <a:r>
              <a:rPr lang="en-US"/>
              <a:t>Lorem Ipsum</a:t>
            </a:r>
          </a:p>
          <a:p>
            <a:pPr lvl="0"/>
            <a:r>
              <a:rPr lang="en-US"/>
              <a:t>Lorem Ipsum</a:t>
            </a:r>
          </a:p>
          <a:p>
            <a:pPr lvl="0"/>
            <a:r>
              <a:rPr lang="en-US"/>
              <a:t>Lorem Ipsum</a:t>
            </a:r>
          </a:p>
        </p:txBody>
      </p:sp>
      <p:sp>
        <p:nvSpPr>
          <p:cNvPr id="12" name="Graphic 10">
            <a:extLst>
              <a:ext uri="{FF2B5EF4-FFF2-40B4-BE49-F238E27FC236}">
                <a16:creationId xmlns:a16="http://schemas.microsoft.com/office/drawing/2014/main" id="{064B9F26-42B5-F75C-CAF3-D12D2DE3403E}"/>
              </a:ext>
            </a:extLst>
          </p:cNvPr>
          <p:cNvSpPr/>
          <p:nvPr/>
        </p:nvSpPr>
        <p:spPr>
          <a:xfrm>
            <a:off x="7794417" y="1617298"/>
            <a:ext cx="3502325" cy="4510786"/>
          </a:xfrm>
          <a:prstGeom prst="roundRect">
            <a:avLst>
              <a:gd name="adj" fmla="val 9677"/>
            </a:avLst>
          </a:prstGeom>
          <a:blipFill>
            <a:blip r:embed="rId2"/>
            <a:stretch>
              <a:fillRect/>
            </a:stretch>
          </a:blipFill>
          <a:ln w="9525" cap="flat">
            <a:noFill/>
            <a:prstDash val="solid"/>
            <a:miter/>
          </a:ln>
        </p:spPr>
        <p:txBody>
          <a:bodyPr rtlCol="0" anchor="ctr"/>
          <a:lstStyle/>
          <a:p>
            <a:endParaRPr lang="en-US"/>
          </a:p>
        </p:txBody>
      </p:sp>
      <p:sp>
        <p:nvSpPr>
          <p:cNvPr id="3" name="Date Placeholder 2">
            <a:extLst>
              <a:ext uri="{FF2B5EF4-FFF2-40B4-BE49-F238E27FC236}">
                <a16:creationId xmlns:a16="http://schemas.microsoft.com/office/drawing/2014/main" id="{57D00F08-0287-B7DA-15A0-6E1CB46A4878}"/>
              </a:ext>
            </a:extLst>
          </p:cNvPr>
          <p:cNvSpPr>
            <a:spLocks noGrp="1"/>
          </p:cNvSpPr>
          <p:nvPr>
            <p:ph type="dt" sz="half" idx="11"/>
          </p:nvPr>
        </p:nvSpPr>
        <p:spPr/>
        <p:txBody>
          <a:bodyPr/>
          <a:lstStyle/>
          <a:p>
            <a:fld id="{228D026D-C07B-48C8-8C2B-C561E4D51E16}" type="datetime1">
              <a:rPr lang="en-US" smtClean="0"/>
              <a:t>1/15/2025</a:t>
            </a:fld>
            <a:endParaRPr lang="en-US"/>
          </a:p>
        </p:txBody>
      </p:sp>
      <p:sp>
        <p:nvSpPr>
          <p:cNvPr id="4" name="Footer Placeholder 3">
            <a:extLst>
              <a:ext uri="{FF2B5EF4-FFF2-40B4-BE49-F238E27FC236}">
                <a16:creationId xmlns:a16="http://schemas.microsoft.com/office/drawing/2014/main" id="{11949BE9-FBF2-C788-0DBF-3DF329B4EB7D}"/>
              </a:ext>
            </a:extLst>
          </p:cNvPr>
          <p:cNvSpPr>
            <a:spLocks noGrp="1"/>
          </p:cNvSpPr>
          <p:nvPr>
            <p:ph type="ftr" sz="quarter" idx="12"/>
          </p:nvPr>
        </p:nvSpPr>
        <p:spPr/>
        <p:txBody>
          <a:bodyPr/>
          <a:lstStyle/>
          <a:p>
            <a:r>
              <a:rPr lang="en-US"/>
              <a:t>CONFIDENTIAL</a:t>
            </a:r>
          </a:p>
        </p:txBody>
      </p:sp>
      <p:sp>
        <p:nvSpPr>
          <p:cNvPr id="6" name="Slide Number Placeholder 5">
            <a:extLst>
              <a:ext uri="{FF2B5EF4-FFF2-40B4-BE49-F238E27FC236}">
                <a16:creationId xmlns:a16="http://schemas.microsoft.com/office/drawing/2014/main" id="{E8655BC9-6D36-BE34-EFBD-89A489D85390}"/>
              </a:ext>
            </a:extLst>
          </p:cNvPr>
          <p:cNvSpPr>
            <a:spLocks noGrp="1"/>
          </p:cNvSpPr>
          <p:nvPr>
            <p:ph type="sldNum" sz="quarter" idx="13"/>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392072900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peaker 2">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DAA4FDC-493F-2A7B-22E1-50874AA3727D}"/>
              </a:ext>
            </a:extLst>
          </p:cNvPr>
          <p:cNvSpPr/>
          <p:nvPr userDrawn="1"/>
        </p:nvSpPr>
        <p:spPr bwMode="ltGray">
          <a:xfrm>
            <a:off x="6749510" y="0"/>
            <a:ext cx="5442489" cy="6858000"/>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sp>
        <p:nvSpPr>
          <p:cNvPr id="2" name="Title 1">
            <a:extLst>
              <a:ext uri="{FF2B5EF4-FFF2-40B4-BE49-F238E27FC236}">
                <a16:creationId xmlns:a16="http://schemas.microsoft.com/office/drawing/2014/main" id="{5BE916E3-3937-7124-44A4-C921511EB91F}"/>
              </a:ext>
            </a:extLst>
          </p:cNvPr>
          <p:cNvSpPr>
            <a:spLocks noGrp="1"/>
          </p:cNvSpPr>
          <p:nvPr>
            <p:ph type="title" hasCustomPrompt="1"/>
          </p:nvPr>
        </p:nvSpPr>
        <p:spPr>
          <a:xfrm>
            <a:off x="7194884" y="464020"/>
            <a:ext cx="4532904" cy="1698461"/>
          </a:xfrm>
        </p:spPr>
        <p:txBody>
          <a:bodyPr lIns="0" tIns="0" rIns="0"/>
          <a:lstStyle>
            <a:lvl1pPr>
              <a:defRPr sz="4000" b="1">
                <a:solidFill>
                  <a:schemeClr val="bg1"/>
                </a:solidFill>
              </a:defRPr>
            </a:lvl1pPr>
          </a:lstStyle>
          <a:p>
            <a:r>
              <a:rPr lang="en-US"/>
              <a:t>Title Goes Here</a:t>
            </a:r>
          </a:p>
        </p:txBody>
      </p:sp>
      <p:sp>
        <p:nvSpPr>
          <p:cNvPr id="5" name="Text Placeholder 4">
            <a:extLst>
              <a:ext uri="{FF2B5EF4-FFF2-40B4-BE49-F238E27FC236}">
                <a16:creationId xmlns:a16="http://schemas.microsoft.com/office/drawing/2014/main" id="{2E4A6AB8-A9CE-F77B-1EF4-246C09F32DC0}"/>
              </a:ext>
            </a:extLst>
          </p:cNvPr>
          <p:cNvSpPr>
            <a:spLocks noGrp="1"/>
          </p:cNvSpPr>
          <p:nvPr>
            <p:ph type="body" sz="quarter" idx="10" hasCustomPrompt="1"/>
          </p:nvPr>
        </p:nvSpPr>
        <p:spPr>
          <a:xfrm>
            <a:off x="7194525" y="2482522"/>
            <a:ext cx="4532904" cy="3663136"/>
          </a:xfrm>
        </p:spPr>
        <p:txBody>
          <a:bodyPr lIns="0" tIns="0" rIns="0" bIns="0"/>
          <a:lstStyle>
            <a:lvl1pPr marL="0" indent="0">
              <a:lnSpc>
                <a:spcPct val="120000"/>
              </a:lnSpc>
              <a:buNone/>
              <a:defRPr sz="1800">
                <a:solidFill>
                  <a:schemeClr val="bg1"/>
                </a:solidFill>
                <a:latin typeface="IBM Plex Sans Medium" panose="020B0603050203000203" pitchFamily="34"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Add text here</a:t>
            </a:r>
          </a:p>
        </p:txBody>
      </p:sp>
      <p:pic>
        <p:nvPicPr>
          <p:cNvPr id="3" name="Graphic 2">
            <a:extLst>
              <a:ext uri="{FF2B5EF4-FFF2-40B4-BE49-F238E27FC236}">
                <a16:creationId xmlns:a16="http://schemas.microsoft.com/office/drawing/2014/main" id="{3BE738F7-CFC3-2816-4EEC-12E34A974DE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19839" y="6309360"/>
            <a:ext cx="865880" cy="274320"/>
          </a:xfrm>
          <a:prstGeom prst="rect">
            <a:avLst/>
          </a:prstGeom>
        </p:spPr>
      </p:pic>
      <p:sp>
        <p:nvSpPr>
          <p:cNvPr id="27" name="Picture Placeholder 6">
            <a:extLst>
              <a:ext uri="{FF2B5EF4-FFF2-40B4-BE49-F238E27FC236}">
                <a16:creationId xmlns:a16="http://schemas.microsoft.com/office/drawing/2014/main" id="{552D9574-4BA4-5A70-D47A-05C12D736006}"/>
              </a:ext>
            </a:extLst>
          </p:cNvPr>
          <p:cNvSpPr>
            <a:spLocks noGrp="1"/>
          </p:cNvSpPr>
          <p:nvPr>
            <p:ph type="pic" sz="quarter" idx="11" hasCustomPrompt="1"/>
          </p:nvPr>
        </p:nvSpPr>
        <p:spPr>
          <a:xfrm>
            <a:off x="960120" y="1355726"/>
            <a:ext cx="1737360" cy="173736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29" name="Text Placeholder 10">
            <a:extLst>
              <a:ext uri="{FF2B5EF4-FFF2-40B4-BE49-F238E27FC236}">
                <a16:creationId xmlns:a16="http://schemas.microsoft.com/office/drawing/2014/main" id="{D0D81E9D-4A45-8287-84D6-B1BB42ED9A38}"/>
              </a:ext>
            </a:extLst>
          </p:cNvPr>
          <p:cNvSpPr>
            <a:spLocks noGrp="1"/>
          </p:cNvSpPr>
          <p:nvPr>
            <p:ph type="body" sz="quarter" idx="14" hasCustomPrompt="1"/>
          </p:nvPr>
        </p:nvSpPr>
        <p:spPr>
          <a:xfrm>
            <a:off x="685800" y="3409471"/>
            <a:ext cx="22860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30" name="Text Placeholder 10">
            <a:extLst>
              <a:ext uri="{FF2B5EF4-FFF2-40B4-BE49-F238E27FC236}">
                <a16:creationId xmlns:a16="http://schemas.microsoft.com/office/drawing/2014/main" id="{DC97216F-711F-1E58-551E-A3B7A1D9BBE2}"/>
              </a:ext>
            </a:extLst>
          </p:cNvPr>
          <p:cNvSpPr>
            <a:spLocks noGrp="1"/>
          </p:cNvSpPr>
          <p:nvPr>
            <p:ph type="body" sz="quarter" idx="15" hasCustomPrompt="1"/>
          </p:nvPr>
        </p:nvSpPr>
        <p:spPr>
          <a:xfrm>
            <a:off x="685800" y="3749040"/>
            <a:ext cx="2286000" cy="215035"/>
          </a:xfrm>
        </p:spPr>
        <p:txBody>
          <a:bodyPr lIns="0" tIns="0" rIns="0" bIns="0" anchor="ctr"/>
          <a:lstStyle>
            <a:lvl1pPr marL="0" indent="0">
              <a:buNone/>
              <a:defRPr sz="1600" cap="all" baseline="0">
                <a:solidFill>
                  <a:schemeClr val="accent1">
                    <a:lumMod val="50000"/>
                  </a:schemeClr>
                </a:solidFill>
                <a:latin typeface="+mn-lt"/>
              </a:defRPr>
            </a:lvl1pPr>
          </a:lstStyle>
          <a:p>
            <a:pPr lvl="0"/>
            <a:r>
              <a:rPr lang="en-US"/>
              <a:t>TITLE</a:t>
            </a:r>
          </a:p>
        </p:txBody>
      </p:sp>
      <p:sp>
        <p:nvSpPr>
          <p:cNvPr id="31" name="Text Placeholder 14">
            <a:extLst>
              <a:ext uri="{FF2B5EF4-FFF2-40B4-BE49-F238E27FC236}">
                <a16:creationId xmlns:a16="http://schemas.microsoft.com/office/drawing/2014/main" id="{EA194BFB-5464-15F8-D1EE-AF9719944507}"/>
              </a:ext>
            </a:extLst>
          </p:cNvPr>
          <p:cNvSpPr>
            <a:spLocks noGrp="1"/>
          </p:cNvSpPr>
          <p:nvPr>
            <p:ph type="body" sz="quarter" idx="16" hasCustomPrompt="1"/>
          </p:nvPr>
        </p:nvSpPr>
        <p:spPr>
          <a:xfrm>
            <a:off x="685800" y="4114800"/>
            <a:ext cx="2286000" cy="2015408"/>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4" name="Picture Placeholder 6">
            <a:extLst>
              <a:ext uri="{FF2B5EF4-FFF2-40B4-BE49-F238E27FC236}">
                <a16:creationId xmlns:a16="http://schemas.microsoft.com/office/drawing/2014/main" id="{9BB86202-6FE6-32C3-EEF7-2A3CF3E700B8}"/>
              </a:ext>
            </a:extLst>
          </p:cNvPr>
          <p:cNvSpPr>
            <a:spLocks noGrp="1"/>
          </p:cNvSpPr>
          <p:nvPr>
            <p:ph type="pic" sz="quarter" idx="17" hasCustomPrompt="1"/>
          </p:nvPr>
        </p:nvSpPr>
        <p:spPr>
          <a:xfrm>
            <a:off x="3809095" y="1366359"/>
            <a:ext cx="1737360" cy="173736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7" name="Text Placeholder 10">
            <a:extLst>
              <a:ext uri="{FF2B5EF4-FFF2-40B4-BE49-F238E27FC236}">
                <a16:creationId xmlns:a16="http://schemas.microsoft.com/office/drawing/2014/main" id="{C99BC7E6-E4D4-D614-ED39-B63A82F9434C}"/>
              </a:ext>
            </a:extLst>
          </p:cNvPr>
          <p:cNvSpPr>
            <a:spLocks noGrp="1"/>
          </p:cNvSpPr>
          <p:nvPr>
            <p:ph type="body" sz="quarter" idx="19" hasCustomPrompt="1"/>
          </p:nvPr>
        </p:nvSpPr>
        <p:spPr>
          <a:xfrm>
            <a:off x="3534775" y="3420104"/>
            <a:ext cx="22860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8" name="Text Placeholder 10">
            <a:extLst>
              <a:ext uri="{FF2B5EF4-FFF2-40B4-BE49-F238E27FC236}">
                <a16:creationId xmlns:a16="http://schemas.microsoft.com/office/drawing/2014/main" id="{70922F1E-2FDB-1465-9BF6-22505A170B5C}"/>
              </a:ext>
            </a:extLst>
          </p:cNvPr>
          <p:cNvSpPr>
            <a:spLocks noGrp="1"/>
          </p:cNvSpPr>
          <p:nvPr>
            <p:ph type="body" sz="quarter" idx="20" hasCustomPrompt="1"/>
          </p:nvPr>
        </p:nvSpPr>
        <p:spPr>
          <a:xfrm>
            <a:off x="3534775" y="3749040"/>
            <a:ext cx="2286000" cy="215035"/>
          </a:xfrm>
        </p:spPr>
        <p:txBody>
          <a:bodyPr lIns="0" tIns="0" rIns="0" bIns="0" anchor="ctr"/>
          <a:lstStyle>
            <a:lvl1pPr marL="0" indent="0">
              <a:buNone/>
              <a:defRPr sz="1600" cap="all" baseline="0">
                <a:solidFill>
                  <a:schemeClr val="accent1">
                    <a:lumMod val="50000"/>
                  </a:schemeClr>
                </a:solidFill>
                <a:latin typeface="+mn-lt"/>
              </a:defRPr>
            </a:lvl1pPr>
          </a:lstStyle>
          <a:p>
            <a:pPr lvl="0"/>
            <a:r>
              <a:rPr lang="en-US"/>
              <a:t>TITLE</a:t>
            </a:r>
          </a:p>
        </p:txBody>
      </p:sp>
      <p:sp>
        <p:nvSpPr>
          <p:cNvPr id="11" name="Text Placeholder 14">
            <a:extLst>
              <a:ext uri="{FF2B5EF4-FFF2-40B4-BE49-F238E27FC236}">
                <a16:creationId xmlns:a16="http://schemas.microsoft.com/office/drawing/2014/main" id="{320CDEDF-90CE-0A90-5F0D-64B3124821EF}"/>
              </a:ext>
            </a:extLst>
          </p:cNvPr>
          <p:cNvSpPr>
            <a:spLocks noGrp="1"/>
          </p:cNvSpPr>
          <p:nvPr>
            <p:ph type="body" sz="quarter" idx="21" hasCustomPrompt="1"/>
          </p:nvPr>
        </p:nvSpPr>
        <p:spPr>
          <a:xfrm>
            <a:off x="3534775" y="4114800"/>
            <a:ext cx="2286000" cy="2015408"/>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6" name="Date Placeholder 5">
            <a:extLst>
              <a:ext uri="{FF2B5EF4-FFF2-40B4-BE49-F238E27FC236}">
                <a16:creationId xmlns:a16="http://schemas.microsoft.com/office/drawing/2014/main" id="{91116581-C54D-252A-CEA2-4FB9368F87CA}"/>
              </a:ext>
            </a:extLst>
          </p:cNvPr>
          <p:cNvSpPr>
            <a:spLocks noGrp="1"/>
          </p:cNvSpPr>
          <p:nvPr>
            <p:ph type="dt" sz="half" idx="22"/>
          </p:nvPr>
        </p:nvSpPr>
        <p:spPr/>
        <p:txBody>
          <a:bodyPr/>
          <a:lstStyle>
            <a:lvl1pPr>
              <a:defRPr>
                <a:solidFill>
                  <a:schemeClr val="bg1"/>
                </a:solidFill>
              </a:defRPr>
            </a:lvl1pPr>
          </a:lstStyle>
          <a:p>
            <a:fld id="{228D026D-C07B-48C8-8C2B-C561E4D51E16}" type="datetime1">
              <a:rPr lang="en-US" smtClean="0"/>
              <a:pPr/>
              <a:t>1/15/2025</a:t>
            </a:fld>
            <a:endParaRPr lang="en-US"/>
          </a:p>
        </p:txBody>
      </p:sp>
      <p:sp>
        <p:nvSpPr>
          <p:cNvPr id="9" name="Footer Placeholder 8">
            <a:extLst>
              <a:ext uri="{FF2B5EF4-FFF2-40B4-BE49-F238E27FC236}">
                <a16:creationId xmlns:a16="http://schemas.microsoft.com/office/drawing/2014/main" id="{23DB0470-3496-C348-3F8D-3F3355B0E961}"/>
              </a:ext>
            </a:extLst>
          </p:cNvPr>
          <p:cNvSpPr>
            <a:spLocks noGrp="1"/>
          </p:cNvSpPr>
          <p:nvPr>
            <p:ph type="ftr" sz="quarter" idx="23"/>
          </p:nvPr>
        </p:nvSpPr>
        <p:spPr/>
        <p:txBody>
          <a:bodyPr/>
          <a:lstStyle/>
          <a:p>
            <a:r>
              <a:rPr lang="en-US"/>
              <a:t>CONFIDENTIAL</a:t>
            </a:r>
          </a:p>
        </p:txBody>
      </p:sp>
      <p:sp>
        <p:nvSpPr>
          <p:cNvPr id="10" name="Slide Number Placeholder 9">
            <a:extLst>
              <a:ext uri="{FF2B5EF4-FFF2-40B4-BE49-F238E27FC236}">
                <a16:creationId xmlns:a16="http://schemas.microsoft.com/office/drawing/2014/main" id="{3129D73C-02C1-0F4D-28EE-CEAB791D95D4}"/>
              </a:ext>
            </a:extLst>
          </p:cNvPr>
          <p:cNvSpPr>
            <a:spLocks noGrp="1"/>
          </p:cNvSpPr>
          <p:nvPr>
            <p:ph type="sldNum" sz="quarter" idx="24"/>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3199324440"/>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peaker 3">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8C61B166-0348-80B7-2E4D-6CC30957F529}"/>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sp>
        <p:nvSpPr>
          <p:cNvPr id="7" name="Picture Placeholder 6">
            <a:extLst>
              <a:ext uri="{FF2B5EF4-FFF2-40B4-BE49-F238E27FC236}">
                <a16:creationId xmlns:a16="http://schemas.microsoft.com/office/drawing/2014/main" id="{CB437B49-CCC4-0273-92F2-B84A084097D3}"/>
              </a:ext>
            </a:extLst>
          </p:cNvPr>
          <p:cNvSpPr>
            <a:spLocks noGrp="1"/>
          </p:cNvSpPr>
          <p:nvPr>
            <p:ph type="pic" sz="quarter" idx="11" hasCustomPrompt="1"/>
          </p:nvPr>
        </p:nvSpPr>
        <p:spPr>
          <a:xfrm>
            <a:off x="960120" y="1355726"/>
            <a:ext cx="1737360" cy="173736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40" name="Picture Placeholder 6">
            <a:extLst>
              <a:ext uri="{FF2B5EF4-FFF2-40B4-BE49-F238E27FC236}">
                <a16:creationId xmlns:a16="http://schemas.microsoft.com/office/drawing/2014/main" id="{3CF61813-70BF-50E5-CA71-0021731707FB}"/>
              </a:ext>
            </a:extLst>
          </p:cNvPr>
          <p:cNvSpPr>
            <a:spLocks noGrp="1"/>
          </p:cNvSpPr>
          <p:nvPr>
            <p:ph type="pic" sz="quarter" idx="17" hasCustomPrompt="1"/>
          </p:nvPr>
        </p:nvSpPr>
        <p:spPr>
          <a:xfrm>
            <a:off x="9343242" y="1355726"/>
            <a:ext cx="1737360" cy="173736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45" name="Picture Placeholder 6">
            <a:extLst>
              <a:ext uri="{FF2B5EF4-FFF2-40B4-BE49-F238E27FC236}">
                <a16:creationId xmlns:a16="http://schemas.microsoft.com/office/drawing/2014/main" id="{49F3E726-4E6F-0609-ED68-FA29C6997B1D}"/>
              </a:ext>
            </a:extLst>
          </p:cNvPr>
          <p:cNvSpPr>
            <a:spLocks noGrp="1"/>
          </p:cNvSpPr>
          <p:nvPr>
            <p:ph type="pic" sz="quarter" idx="22" hasCustomPrompt="1"/>
          </p:nvPr>
        </p:nvSpPr>
        <p:spPr>
          <a:xfrm>
            <a:off x="5227320" y="1355726"/>
            <a:ext cx="1737360" cy="173736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8" name="Text Placeholder 10">
            <a:extLst>
              <a:ext uri="{FF2B5EF4-FFF2-40B4-BE49-F238E27FC236}">
                <a16:creationId xmlns:a16="http://schemas.microsoft.com/office/drawing/2014/main" id="{AB600111-F272-1919-7E8C-D1E6895BBCC2}"/>
              </a:ext>
            </a:extLst>
          </p:cNvPr>
          <p:cNvSpPr>
            <a:spLocks noGrp="1"/>
          </p:cNvSpPr>
          <p:nvPr>
            <p:ph type="body" sz="quarter" idx="14" hasCustomPrompt="1"/>
          </p:nvPr>
        </p:nvSpPr>
        <p:spPr>
          <a:xfrm>
            <a:off x="685799" y="3409471"/>
            <a:ext cx="2560319" cy="320040"/>
          </a:xfrm>
        </p:spPr>
        <p:txBody>
          <a:bodyPr lIns="0" tIns="0" rIns="0" bIns="0" anchor="t"/>
          <a:lstStyle>
            <a:lvl1pPr marL="0" indent="0">
              <a:buFont typeface="IBM Plex Sans" panose="020B0503050203000203" pitchFamily="34" charse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9" name="Text Placeholder 10">
            <a:extLst>
              <a:ext uri="{FF2B5EF4-FFF2-40B4-BE49-F238E27FC236}">
                <a16:creationId xmlns:a16="http://schemas.microsoft.com/office/drawing/2014/main" id="{019B0F65-B19F-37C7-DA6F-87BC2757E237}"/>
              </a:ext>
            </a:extLst>
          </p:cNvPr>
          <p:cNvSpPr>
            <a:spLocks noGrp="1"/>
          </p:cNvSpPr>
          <p:nvPr>
            <p:ph type="body" sz="quarter" idx="15" hasCustomPrompt="1"/>
          </p:nvPr>
        </p:nvSpPr>
        <p:spPr>
          <a:xfrm>
            <a:off x="685800" y="3749040"/>
            <a:ext cx="2560319" cy="215035"/>
          </a:xfrm>
        </p:spPr>
        <p:txBody>
          <a:bodyPr lIns="0" tIns="0" rIns="0" bIns="0" anchor="ctr"/>
          <a:lstStyle>
            <a:lvl1pPr marL="0" indent="0">
              <a:buFont typeface="IBM Plex Sans" panose="020B0503050203000203" pitchFamily="34" charset="0"/>
              <a:buNone/>
              <a:defRPr sz="1600" cap="all" baseline="0">
                <a:solidFill>
                  <a:schemeClr val="accent1">
                    <a:lumMod val="50000"/>
                  </a:schemeClr>
                </a:solidFill>
                <a:latin typeface="+mn-lt"/>
              </a:defRPr>
            </a:lvl1pPr>
          </a:lstStyle>
          <a:p>
            <a:pPr lvl="0"/>
            <a:r>
              <a:rPr lang="en-US"/>
              <a:t>Title</a:t>
            </a:r>
          </a:p>
        </p:txBody>
      </p:sp>
      <p:sp>
        <p:nvSpPr>
          <p:cNvPr id="10" name="Text Placeholder 14">
            <a:extLst>
              <a:ext uri="{FF2B5EF4-FFF2-40B4-BE49-F238E27FC236}">
                <a16:creationId xmlns:a16="http://schemas.microsoft.com/office/drawing/2014/main" id="{98AED877-372B-9610-0C89-5C48EAB6ABA3}"/>
              </a:ext>
            </a:extLst>
          </p:cNvPr>
          <p:cNvSpPr>
            <a:spLocks noGrp="1"/>
          </p:cNvSpPr>
          <p:nvPr>
            <p:ph type="body" sz="quarter" idx="16" hasCustomPrompt="1"/>
          </p:nvPr>
        </p:nvSpPr>
        <p:spPr>
          <a:xfrm>
            <a:off x="685797" y="4114800"/>
            <a:ext cx="2560317" cy="2011680"/>
          </a:xfrm>
        </p:spPr>
        <p:txBody>
          <a:bodyPr lIns="0" tIns="0" rIns="0" bIns="0"/>
          <a:lstStyle>
            <a:lvl1pPr marL="0" indent="0">
              <a:lnSpc>
                <a:spcPct val="95000"/>
              </a:lnSpc>
              <a:spcBef>
                <a:spcPts val="600"/>
              </a:spcBef>
              <a:buFont typeface="IBM Plex Sans" panose="020B0503050203000203" pitchFamily="34" charset="0"/>
              <a:buNone/>
              <a:defRPr sz="1200"/>
            </a:lvl1pPr>
          </a:lstStyle>
          <a:p>
            <a:pPr lvl="0"/>
            <a:r>
              <a:rPr lang="en-US"/>
              <a:t>Click to add text</a:t>
            </a:r>
          </a:p>
        </p:txBody>
      </p:sp>
      <p:sp>
        <p:nvSpPr>
          <p:cNvPr id="12" name="Text Placeholder 10">
            <a:extLst>
              <a:ext uri="{FF2B5EF4-FFF2-40B4-BE49-F238E27FC236}">
                <a16:creationId xmlns:a16="http://schemas.microsoft.com/office/drawing/2014/main" id="{DB3C79C5-252D-2FE7-3761-1685A72139C8}"/>
              </a:ext>
            </a:extLst>
          </p:cNvPr>
          <p:cNvSpPr>
            <a:spLocks noGrp="1"/>
          </p:cNvSpPr>
          <p:nvPr>
            <p:ph type="body" sz="quarter" idx="24" hasCustomPrompt="1"/>
          </p:nvPr>
        </p:nvSpPr>
        <p:spPr>
          <a:xfrm>
            <a:off x="4815840" y="3410712"/>
            <a:ext cx="256032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20" name="Text Placeholder 10">
            <a:extLst>
              <a:ext uri="{FF2B5EF4-FFF2-40B4-BE49-F238E27FC236}">
                <a16:creationId xmlns:a16="http://schemas.microsoft.com/office/drawing/2014/main" id="{AC0D7343-A5FA-0559-8EA0-FE0814756BFB}"/>
              </a:ext>
            </a:extLst>
          </p:cNvPr>
          <p:cNvSpPr>
            <a:spLocks noGrp="1"/>
          </p:cNvSpPr>
          <p:nvPr>
            <p:ph type="body" sz="quarter" idx="25" hasCustomPrompt="1"/>
          </p:nvPr>
        </p:nvSpPr>
        <p:spPr>
          <a:xfrm>
            <a:off x="4815840" y="3749040"/>
            <a:ext cx="2560320" cy="219456"/>
          </a:xfrm>
        </p:spPr>
        <p:txBody>
          <a:bodyPr lIns="0" tIns="0" rIns="0" bIns="0" anchor="ctr"/>
          <a:lstStyle>
            <a:lvl1pPr marL="0" indent="0">
              <a:buNone/>
              <a:defRPr sz="1600" cap="all" baseline="0">
                <a:solidFill>
                  <a:schemeClr val="accent1">
                    <a:lumMod val="50000"/>
                  </a:schemeClr>
                </a:solidFill>
                <a:latin typeface="+mn-lt"/>
              </a:defRPr>
            </a:lvl1pPr>
          </a:lstStyle>
          <a:p>
            <a:pPr lvl="0"/>
            <a:r>
              <a:rPr lang="en-US"/>
              <a:t>Title</a:t>
            </a:r>
          </a:p>
        </p:txBody>
      </p:sp>
      <p:sp>
        <p:nvSpPr>
          <p:cNvPr id="21" name="Text Placeholder 14">
            <a:extLst>
              <a:ext uri="{FF2B5EF4-FFF2-40B4-BE49-F238E27FC236}">
                <a16:creationId xmlns:a16="http://schemas.microsoft.com/office/drawing/2014/main" id="{6670A8DF-0083-8158-459C-D698CADFE3A1}"/>
              </a:ext>
            </a:extLst>
          </p:cNvPr>
          <p:cNvSpPr>
            <a:spLocks noGrp="1"/>
          </p:cNvSpPr>
          <p:nvPr>
            <p:ph type="body" sz="quarter" idx="26" hasCustomPrompt="1"/>
          </p:nvPr>
        </p:nvSpPr>
        <p:spPr>
          <a:xfrm>
            <a:off x="4815840" y="4114800"/>
            <a:ext cx="2560320" cy="2011680"/>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23" name="Text Placeholder 10">
            <a:extLst>
              <a:ext uri="{FF2B5EF4-FFF2-40B4-BE49-F238E27FC236}">
                <a16:creationId xmlns:a16="http://schemas.microsoft.com/office/drawing/2014/main" id="{6749AB0B-20E1-E678-1D57-1239635A939B}"/>
              </a:ext>
            </a:extLst>
          </p:cNvPr>
          <p:cNvSpPr>
            <a:spLocks noGrp="1"/>
          </p:cNvSpPr>
          <p:nvPr>
            <p:ph type="body" sz="quarter" idx="28" hasCustomPrompt="1"/>
          </p:nvPr>
        </p:nvSpPr>
        <p:spPr>
          <a:xfrm>
            <a:off x="8931762" y="3410712"/>
            <a:ext cx="256032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24" name="Text Placeholder 10">
            <a:extLst>
              <a:ext uri="{FF2B5EF4-FFF2-40B4-BE49-F238E27FC236}">
                <a16:creationId xmlns:a16="http://schemas.microsoft.com/office/drawing/2014/main" id="{B950AC57-A236-AF1C-7FF5-C4C419874E47}"/>
              </a:ext>
            </a:extLst>
          </p:cNvPr>
          <p:cNvSpPr>
            <a:spLocks noGrp="1"/>
          </p:cNvSpPr>
          <p:nvPr>
            <p:ph type="body" sz="quarter" idx="29" hasCustomPrompt="1"/>
          </p:nvPr>
        </p:nvSpPr>
        <p:spPr>
          <a:xfrm>
            <a:off x="8931762" y="3749040"/>
            <a:ext cx="2560320" cy="219456"/>
          </a:xfrm>
        </p:spPr>
        <p:txBody>
          <a:bodyPr lIns="0" tIns="0" rIns="0" bIns="0" anchor="ctr"/>
          <a:lstStyle>
            <a:lvl1pPr marL="0" indent="0">
              <a:buNone/>
              <a:defRPr sz="1600" cap="all" baseline="0">
                <a:solidFill>
                  <a:schemeClr val="accent1">
                    <a:lumMod val="50000"/>
                  </a:schemeClr>
                </a:solidFill>
                <a:latin typeface="+mn-lt"/>
              </a:defRPr>
            </a:lvl1pPr>
          </a:lstStyle>
          <a:p>
            <a:pPr lvl="0"/>
            <a:r>
              <a:rPr lang="en-US"/>
              <a:t>Title</a:t>
            </a:r>
          </a:p>
        </p:txBody>
      </p:sp>
      <p:sp>
        <p:nvSpPr>
          <p:cNvPr id="25" name="Text Placeholder 14">
            <a:extLst>
              <a:ext uri="{FF2B5EF4-FFF2-40B4-BE49-F238E27FC236}">
                <a16:creationId xmlns:a16="http://schemas.microsoft.com/office/drawing/2014/main" id="{E2C3BEC5-21AD-3C89-9DC7-5C3392426056}"/>
              </a:ext>
            </a:extLst>
          </p:cNvPr>
          <p:cNvSpPr>
            <a:spLocks noGrp="1"/>
          </p:cNvSpPr>
          <p:nvPr>
            <p:ph type="body" sz="quarter" idx="30" hasCustomPrompt="1"/>
          </p:nvPr>
        </p:nvSpPr>
        <p:spPr>
          <a:xfrm>
            <a:off x="8931762" y="4114800"/>
            <a:ext cx="2560320" cy="2011680"/>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2" name="Date Placeholder 1">
            <a:extLst>
              <a:ext uri="{FF2B5EF4-FFF2-40B4-BE49-F238E27FC236}">
                <a16:creationId xmlns:a16="http://schemas.microsoft.com/office/drawing/2014/main" id="{0ADFA342-5F1C-94AA-343B-D9E770B15A4B}"/>
              </a:ext>
            </a:extLst>
          </p:cNvPr>
          <p:cNvSpPr>
            <a:spLocks noGrp="1"/>
          </p:cNvSpPr>
          <p:nvPr>
            <p:ph type="dt" sz="half" idx="31"/>
          </p:nvPr>
        </p:nvSpPr>
        <p:spPr/>
        <p:txBody>
          <a:bodyPr/>
          <a:lstStyle/>
          <a:p>
            <a:fld id="{228D026D-C07B-48C8-8C2B-C561E4D51E16}" type="datetime1">
              <a:rPr lang="en-US" smtClean="0"/>
              <a:t>1/15/2025</a:t>
            </a:fld>
            <a:endParaRPr lang="en-US"/>
          </a:p>
        </p:txBody>
      </p:sp>
      <p:sp>
        <p:nvSpPr>
          <p:cNvPr id="3" name="Footer Placeholder 2">
            <a:extLst>
              <a:ext uri="{FF2B5EF4-FFF2-40B4-BE49-F238E27FC236}">
                <a16:creationId xmlns:a16="http://schemas.microsoft.com/office/drawing/2014/main" id="{CD3FD479-BD73-9AD3-7BC5-D47F0925639E}"/>
              </a:ext>
            </a:extLst>
          </p:cNvPr>
          <p:cNvSpPr>
            <a:spLocks noGrp="1"/>
          </p:cNvSpPr>
          <p:nvPr>
            <p:ph type="ftr" sz="quarter" idx="32"/>
          </p:nvPr>
        </p:nvSpPr>
        <p:spPr/>
        <p:txBody>
          <a:bodyPr/>
          <a:lstStyle/>
          <a:p>
            <a:r>
              <a:rPr lang="en-US"/>
              <a:t>CONFIDENTIAL</a:t>
            </a:r>
          </a:p>
        </p:txBody>
      </p:sp>
      <p:sp>
        <p:nvSpPr>
          <p:cNvPr id="4" name="Slide Number Placeholder 3">
            <a:extLst>
              <a:ext uri="{FF2B5EF4-FFF2-40B4-BE49-F238E27FC236}">
                <a16:creationId xmlns:a16="http://schemas.microsoft.com/office/drawing/2014/main" id="{D972AD83-D075-FCA4-C72C-3450FB3B59A5}"/>
              </a:ext>
            </a:extLst>
          </p:cNvPr>
          <p:cNvSpPr>
            <a:spLocks noGrp="1"/>
          </p:cNvSpPr>
          <p:nvPr>
            <p:ph type="sldNum" sz="quarter" idx="33"/>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3330876055"/>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peaker 4">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42CFF29E-49F2-063B-88AD-2850C36742ED}"/>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sp>
        <p:nvSpPr>
          <p:cNvPr id="38" name="Picture Placeholder 6">
            <a:extLst>
              <a:ext uri="{FF2B5EF4-FFF2-40B4-BE49-F238E27FC236}">
                <a16:creationId xmlns:a16="http://schemas.microsoft.com/office/drawing/2014/main" id="{CE7C895A-C069-C65F-DAA4-B386A31D422A}"/>
              </a:ext>
            </a:extLst>
          </p:cNvPr>
          <p:cNvSpPr>
            <a:spLocks noGrp="1"/>
          </p:cNvSpPr>
          <p:nvPr>
            <p:ph type="pic" sz="quarter" idx="11" hasCustomPrompt="1"/>
          </p:nvPr>
        </p:nvSpPr>
        <p:spPr>
          <a:xfrm>
            <a:off x="960120" y="1355726"/>
            <a:ext cx="1737360" cy="173736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55" name="Text Placeholder 10">
            <a:extLst>
              <a:ext uri="{FF2B5EF4-FFF2-40B4-BE49-F238E27FC236}">
                <a16:creationId xmlns:a16="http://schemas.microsoft.com/office/drawing/2014/main" id="{02C55858-D3F5-ED8D-ED12-3E9CD63AA752}"/>
              </a:ext>
            </a:extLst>
          </p:cNvPr>
          <p:cNvSpPr>
            <a:spLocks noGrp="1"/>
          </p:cNvSpPr>
          <p:nvPr>
            <p:ph type="body" sz="quarter" idx="14" hasCustomPrompt="1"/>
          </p:nvPr>
        </p:nvSpPr>
        <p:spPr>
          <a:xfrm>
            <a:off x="685800" y="3409471"/>
            <a:ext cx="22860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56" name="Text Placeholder 10">
            <a:extLst>
              <a:ext uri="{FF2B5EF4-FFF2-40B4-BE49-F238E27FC236}">
                <a16:creationId xmlns:a16="http://schemas.microsoft.com/office/drawing/2014/main" id="{A8A6EBC9-CED9-FA25-CE27-BC2D7B21B270}"/>
              </a:ext>
            </a:extLst>
          </p:cNvPr>
          <p:cNvSpPr>
            <a:spLocks noGrp="1"/>
          </p:cNvSpPr>
          <p:nvPr>
            <p:ph type="body" sz="quarter" idx="15" hasCustomPrompt="1"/>
          </p:nvPr>
        </p:nvSpPr>
        <p:spPr>
          <a:xfrm>
            <a:off x="685800" y="3749040"/>
            <a:ext cx="2286000" cy="219456"/>
          </a:xfrm>
        </p:spPr>
        <p:txBody>
          <a:bodyPr lIns="0" tIns="0" rIns="0" bIns="0" anchor="ctr"/>
          <a:lstStyle>
            <a:lvl1pPr marL="0" indent="0">
              <a:buNone/>
              <a:defRPr sz="1600" cap="all" baseline="0">
                <a:solidFill>
                  <a:schemeClr val="accent1">
                    <a:lumMod val="50000"/>
                  </a:schemeClr>
                </a:solidFill>
                <a:latin typeface="+mn-lt"/>
              </a:defRPr>
            </a:lvl1pPr>
          </a:lstStyle>
          <a:p>
            <a:pPr lvl="0"/>
            <a:r>
              <a:rPr lang="en-US"/>
              <a:t>Title</a:t>
            </a:r>
          </a:p>
        </p:txBody>
      </p:sp>
      <p:sp>
        <p:nvSpPr>
          <p:cNvPr id="57" name="Text Placeholder 14">
            <a:extLst>
              <a:ext uri="{FF2B5EF4-FFF2-40B4-BE49-F238E27FC236}">
                <a16:creationId xmlns:a16="http://schemas.microsoft.com/office/drawing/2014/main" id="{9706D2DA-62F8-9BAC-EB55-27D1624A394E}"/>
              </a:ext>
            </a:extLst>
          </p:cNvPr>
          <p:cNvSpPr>
            <a:spLocks noGrp="1"/>
          </p:cNvSpPr>
          <p:nvPr>
            <p:ph type="body" sz="quarter" idx="16" hasCustomPrompt="1"/>
          </p:nvPr>
        </p:nvSpPr>
        <p:spPr>
          <a:xfrm>
            <a:off x="685798" y="4114800"/>
            <a:ext cx="2286000" cy="2011680"/>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58" name="Picture Placeholder 6">
            <a:extLst>
              <a:ext uri="{FF2B5EF4-FFF2-40B4-BE49-F238E27FC236}">
                <a16:creationId xmlns:a16="http://schemas.microsoft.com/office/drawing/2014/main" id="{6778A4DE-20B0-EDD0-98D2-2ACDAF712D67}"/>
              </a:ext>
            </a:extLst>
          </p:cNvPr>
          <p:cNvSpPr>
            <a:spLocks noGrp="1"/>
          </p:cNvSpPr>
          <p:nvPr>
            <p:ph type="pic" sz="quarter" idx="22" hasCustomPrompt="1"/>
          </p:nvPr>
        </p:nvSpPr>
        <p:spPr>
          <a:xfrm>
            <a:off x="3796571" y="1355726"/>
            <a:ext cx="1737360" cy="173736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73" name="Picture Placeholder 6">
            <a:extLst>
              <a:ext uri="{FF2B5EF4-FFF2-40B4-BE49-F238E27FC236}">
                <a16:creationId xmlns:a16="http://schemas.microsoft.com/office/drawing/2014/main" id="{2CC623CD-B739-37E4-40BA-41B3068D5442}"/>
              </a:ext>
            </a:extLst>
          </p:cNvPr>
          <p:cNvSpPr>
            <a:spLocks noGrp="1"/>
          </p:cNvSpPr>
          <p:nvPr>
            <p:ph type="pic" sz="quarter" idx="27" hasCustomPrompt="1"/>
          </p:nvPr>
        </p:nvSpPr>
        <p:spPr>
          <a:xfrm>
            <a:off x="6658071" y="1355726"/>
            <a:ext cx="1737360" cy="173736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75" name="Text Placeholder 10">
            <a:extLst>
              <a:ext uri="{FF2B5EF4-FFF2-40B4-BE49-F238E27FC236}">
                <a16:creationId xmlns:a16="http://schemas.microsoft.com/office/drawing/2014/main" id="{FE430061-CC5A-AEE5-2F54-B7EB02B2E3C8}"/>
              </a:ext>
            </a:extLst>
          </p:cNvPr>
          <p:cNvSpPr>
            <a:spLocks noGrp="1"/>
          </p:cNvSpPr>
          <p:nvPr>
            <p:ph type="body" sz="quarter" idx="29" hasCustomPrompt="1"/>
          </p:nvPr>
        </p:nvSpPr>
        <p:spPr>
          <a:xfrm>
            <a:off x="6383751" y="3409471"/>
            <a:ext cx="22860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76" name="Text Placeholder 10">
            <a:extLst>
              <a:ext uri="{FF2B5EF4-FFF2-40B4-BE49-F238E27FC236}">
                <a16:creationId xmlns:a16="http://schemas.microsoft.com/office/drawing/2014/main" id="{9E04285A-304D-8602-7DB6-48D532EFFAA3}"/>
              </a:ext>
            </a:extLst>
          </p:cNvPr>
          <p:cNvSpPr>
            <a:spLocks noGrp="1"/>
          </p:cNvSpPr>
          <p:nvPr>
            <p:ph type="body" sz="quarter" idx="30" hasCustomPrompt="1"/>
          </p:nvPr>
        </p:nvSpPr>
        <p:spPr>
          <a:xfrm>
            <a:off x="6383751" y="3749040"/>
            <a:ext cx="2286000" cy="219456"/>
          </a:xfrm>
        </p:spPr>
        <p:txBody>
          <a:bodyPr lIns="0" tIns="0" rIns="0" bIns="0" anchor="ctr"/>
          <a:lstStyle>
            <a:lvl1pPr marL="0" indent="0">
              <a:buNone/>
              <a:defRPr sz="1600" cap="all" baseline="0">
                <a:solidFill>
                  <a:schemeClr val="accent1">
                    <a:lumMod val="50000"/>
                  </a:schemeClr>
                </a:solidFill>
                <a:latin typeface="+mn-lt"/>
              </a:defRPr>
            </a:lvl1pPr>
          </a:lstStyle>
          <a:p>
            <a:pPr lvl="0"/>
            <a:r>
              <a:rPr lang="en-US"/>
              <a:t>Title</a:t>
            </a:r>
          </a:p>
        </p:txBody>
      </p:sp>
      <p:sp>
        <p:nvSpPr>
          <p:cNvPr id="77" name="Text Placeholder 14">
            <a:extLst>
              <a:ext uri="{FF2B5EF4-FFF2-40B4-BE49-F238E27FC236}">
                <a16:creationId xmlns:a16="http://schemas.microsoft.com/office/drawing/2014/main" id="{63902B63-3F07-9C65-80C6-EF5781DAC587}"/>
              </a:ext>
            </a:extLst>
          </p:cNvPr>
          <p:cNvSpPr>
            <a:spLocks noGrp="1"/>
          </p:cNvSpPr>
          <p:nvPr>
            <p:ph type="body" sz="quarter" idx="31" hasCustomPrompt="1"/>
          </p:nvPr>
        </p:nvSpPr>
        <p:spPr>
          <a:xfrm>
            <a:off x="6383751" y="4114800"/>
            <a:ext cx="2286000" cy="2011680"/>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78" name="Picture Placeholder 6">
            <a:extLst>
              <a:ext uri="{FF2B5EF4-FFF2-40B4-BE49-F238E27FC236}">
                <a16:creationId xmlns:a16="http://schemas.microsoft.com/office/drawing/2014/main" id="{341FFC11-E1B6-ADF9-7639-053E71F594F6}"/>
              </a:ext>
            </a:extLst>
          </p:cNvPr>
          <p:cNvSpPr>
            <a:spLocks noGrp="1"/>
          </p:cNvSpPr>
          <p:nvPr>
            <p:ph type="pic" sz="quarter" idx="32" hasCustomPrompt="1"/>
          </p:nvPr>
        </p:nvSpPr>
        <p:spPr>
          <a:xfrm>
            <a:off x="9480872" y="1355726"/>
            <a:ext cx="1737360" cy="173736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3" name="Text Placeholder 10">
            <a:extLst>
              <a:ext uri="{FF2B5EF4-FFF2-40B4-BE49-F238E27FC236}">
                <a16:creationId xmlns:a16="http://schemas.microsoft.com/office/drawing/2014/main" id="{9BAE298D-6848-284B-05FD-6DCA2EE0E956}"/>
              </a:ext>
            </a:extLst>
          </p:cNvPr>
          <p:cNvSpPr>
            <a:spLocks noGrp="1"/>
          </p:cNvSpPr>
          <p:nvPr>
            <p:ph type="body" sz="quarter" idx="34" hasCustomPrompt="1"/>
          </p:nvPr>
        </p:nvSpPr>
        <p:spPr>
          <a:xfrm>
            <a:off x="3522251" y="3425975"/>
            <a:ext cx="22860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4" name="Text Placeholder 10">
            <a:extLst>
              <a:ext uri="{FF2B5EF4-FFF2-40B4-BE49-F238E27FC236}">
                <a16:creationId xmlns:a16="http://schemas.microsoft.com/office/drawing/2014/main" id="{D239A76F-18AA-B0A0-EC46-1EEE51614262}"/>
              </a:ext>
            </a:extLst>
          </p:cNvPr>
          <p:cNvSpPr>
            <a:spLocks noGrp="1"/>
          </p:cNvSpPr>
          <p:nvPr>
            <p:ph type="body" sz="quarter" idx="35" hasCustomPrompt="1"/>
          </p:nvPr>
        </p:nvSpPr>
        <p:spPr>
          <a:xfrm>
            <a:off x="3522251" y="3749040"/>
            <a:ext cx="2286000" cy="219456"/>
          </a:xfrm>
        </p:spPr>
        <p:txBody>
          <a:bodyPr lIns="0" tIns="0" rIns="0" bIns="0" anchor="ctr"/>
          <a:lstStyle>
            <a:lvl1pPr marL="0" indent="0">
              <a:buNone/>
              <a:defRPr sz="1600" cap="all" baseline="0">
                <a:solidFill>
                  <a:schemeClr val="accent1">
                    <a:lumMod val="50000"/>
                  </a:schemeClr>
                </a:solidFill>
                <a:latin typeface="+mn-lt"/>
              </a:defRPr>
            </a:lvl1pPr>
          </a:lstStyle>
          <a:p>
            <a:pPr lvl="0"/>
            <a:r>
              <a:rPr lang="en-US"/>
              <a:t>Title</a:t>
            </a:r>
          </a:p>
        </p:txBody>
      </p:sp>
      <p:sp>
        <p:nvSpPr>
          <p:cNvPr id="5" name="Text Placeholder 14">
            <a:extLst>
              <a:ext uri="{FF2B5EF4-FFF2-40B4-BE49-F238E27FC236}">
                <a16:creationId xmlns:a16="http://schemas.microsoft.com/office/drawing/2014/main" id="{7D2CC887-0D97-F60C-CCE8-5759C7BD6B15}"/>
              </a:ext>
            </a:extLst>
          </p:cNvPr>
          <p:cNvSpPr>
            <a:spLocks noGrp="1"/>
          </p:cNvSpPr>
          <p:nvPr>
            <p:ph type="body" sz="quarter" idx="36" hasCustomPrompt="1"/>
          </p:nvPr>
        </p:nvSpPr>
        <p:spPr>
          <a:xfrm>
            <a:off x="3522251" y="4114800"/>
            <a:ext cx="2286000" cy="2011680"/>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7" name="Text Placeholder 10">
            <a:extLst>
              <a:ext uri="{FF2B5EF4-FFF2-40B4-BE49-F238E27FC236}">
                <a16:creationId xmlns:a16="http://schemas.microsoft.com/office/drawing/2014/main" id="{267A3EBE-B781-7C84-B687-5A6A791EAB4B}"/>
              </a:ext>
            </a:extLst>
          </p:cNvPr>
          <p:cNvSpPr>
            <a:spLocks noGrp="1"/>
          </p:cNvSpPr>
          <p:nvPr>
            <p:ph type="body" sz="quarter" idx="38" hasCustomPrompt="1"/>
          </p:nvPr>
        </p:nvSpPr>
        <p:spPr>
          <a:xfrm>
            <a:off x="9206554" y="3409471"/>
            <a:ext cx="22860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8" name="Text Placeholder 10">
            <a:extLst>
              <a:ext uri="{FF2B5EF4-FFF2-40B4-BE49-F238E27FC236}">
                <a16:creationId xmlns:a16="http://schemas.microsoft.com/office/drawing/2014/main" id="{5881EAFE-34B9-BE0C-E562-DDC69D832123}"/>
              </a:ext>
            </a:extLst>
          </p:cNvPr>
          <p:cNvSpPr>
            <a:spLocks noGrp="1"/>
          </p:cNvSpPr>
          <p:nvPr>
            <p:ph type="body" sz="quarter" idx="39" hasCustomPrompt="1"/>
          </p:nvPr>
        </p:nvSpPr>
        <p:spPr>
          <a:xfrm>
            <a:off x="9206554" y="3749040"/>
            <a:ext cx="2286000" cy="219456"/>
          </a:xfrm>
        </p:spPr>
        <p:txBody>
          <a:bodyPr lIns="0" tIns="0" rIns="0" bIns="0" anchor="ctr"/>
          <a:lstStyle>
            <a:lvl1pPr marL="0" indent="0">
              <a:buNone/>
              <a:defRPr sz="1600" cap="all" baseline="0">
                <a:solidFill>
                  <a:schemeClr val="accent1">
                    <a:lumMod val="50000"/>
                  </a:schemeClr>
                </a:solidFill>
                <a:latin typeface="+mn-lt"/>
              </a:defRPr>
            </a:lvl1pPr>
          </a:lstStyle>
          <a:p>
            <a:pPr lvl="0"/>
            <a:r>
              <a:rPr lang="en-US"/>
              <a:t>Title</a:t>
            </a:r>
          </a:p>
        </p:txBody>
      </p:sp>
      <p:sp>
        <p:nvSpPr>
          <p:cNvPr id="9" name="Text Placeholder 14">
            <a:extLst>
              <a:ext uri="{FF2B5EF4-FFF2-40B4-BE49-F238E27FC236}">
                <a16:creationId xmlns:a16="http://schemas.microsoft.com/office/drawing/2014/main" id="{F2D16D6C-B923-58E2-9316-0D7888E8F6CC}"/>
              </a:ext>
            </a:extLst>
          </p:cNvPr>
          <p:cNvSpPr>
            <a:spLocks noGrp="1"/>
          </p:cNvSpPr>
          <p:nvPr>
            <p:ph type="body" sz="quarter" idx="40" hasCustomPrompt="1"/>
          </p:nvPr>
        </p:nvSpPr>
        <p:spPr>
          <a:xfrm>
            <a:off x="9206554" y="4114800"/>
            <a:ext cx="2286000" cy="2011680"/>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10" name="Date Placeholder 9">
            <a:extLst>
              <a:ext uri="{FF2B5EF4-FFF2-40B4-BE49-F238E27FC236}">
                <a16:creationId xmlns:a16="http://schemas.microsoft.com/office/drawing/2014/main" id="{649594A0-CCBE-0417-C460-EC2B6B0E9B61}"/>
              </a:ext>
            </a:extLst>
          </p:cNvPr>
          <p:cNvSpPr>
            <a:spLocks noGrp="1"/>
          </p:cNvSpPr>
          <p:nvPr>
            <p:ph type="dt" sz="half" idx="41"/>
          </p:nvPr>
        </p:nvSpPr>
        <p:spPr/>
        <p:txBody>
          <a:bodyPr/>
          <a:lstStyle/>
          <a:p>
            <a:fld id="{228D026D-C07B-48C8-8C2B-C561E4D51E16}" type="datetime1">
              <a:rPr lang="en-US" smtClean="0"/>
              <a:t>1/15/2025</a:t>
            </a:fld>
            <a:endParaRPr lang="en-US"/>
          </a:p>
        </p:txBody>
      </p:sp>
      <p:sp>
        <p:nvSpPr>
          <p:cNvPr id="11" name="Footer Placeholder 10">
            <a:extLst>
              <a:ext uri="{FF2B5EF4-FFF2-40B4-BE49-F238E27FC236}">
                <a16:creationId xmlns:a16="http://schemas.microsoft.com/office/drawing/2014/main" id="{97587AB9-66A3-D655-68E6-7FCE6B530458}"/>
              </a:ext>
            </a:extLst>
          </p:cNvPr>
          <p:cNvSpPr>
            <a:spLocks noGrp="1"/>
          </p:cNvSpPr>
          <p:nvPr>
            <p:ph type="ftr" sz="quarter" idx="42"/>
          </p:nvPr>
        </p:nvSpPr>
        <p:spPr/>
        <p:txBody>
          <a:bodyPr/>
          <a:lstStyle/>
          <a:p>
            <a:r>
              <a:rPr lang="en-US"/>
              <a:t>CONFIDENTIAL</a:t>
            </a:r>
          </a:p>
        </p:txBody>
      </p:sp>
      <p:sp>
        <p:nvSpPr>
          <p:cNvPr id="12" name="Slide Number Placeholder 11">
            <a:extLst>
              <a:ext uri="{FF2B5EF4-FFF2-40B4-BE49-F238E27FC236}">
                <a16:creationId xmlns:a16="http://schemas.microsoft.com/office/drawing/2014/main" id="{15668790-CE05-A027-A096-264D5F9D0A39}"/>
              </a:ext>
            </a:extLst>
          </p:cNvPr>
          <p:cNvSpPr>
            <a:spLocks noGrp="1"/>
          </p:cNvSpPr>
          <p:nvPr>
            <p:ph type="sldNum" sz="quarter" idx="43"/>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3887618208"/>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peaker 5">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764D6C8B-EF3B-07F1-B5D9-923D25789876}"/>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sp>
        <p:nvSpPr>
          <p:cNvPr id="12" name="Graphic 16">
            <a:extLst>
              <a:ext uri="{FF2B5EF4-FFF2-40B4-BE49-F238E27FC236}">
                <a16:creationId xmlns:a16="http://schemas.microsoft.com/office/drawing/2014/main" id="{63F74011-543F-3A88-9CD9-AA82275B88AA}"/>
              </a:ext>
            </a:extLst>
          </p:cNvPr>
          <p:cNvSpPr/>
          <p:nvPr userDrawn="1"/>
        </p:nvSpPr>
        <p:spPr>
          <a:xfrm>
            <a:off x="9275002" y="0"/>
            <a:ext cx="2916998" cy="620722"/>
          </a:xfrm>
          <a:custGeom>
            <a:avLst/>
            <a:gdLst>
              <a:gd name="connsiteX0" fmla="*/ 2916998 w 2916998"/>
              <a:gd name="connsiteY0" fmla="*/ 0 h 620722"/>
              <a:gd name="connsiteX1" fmla="*/ 2916998 w 2916998"/>
              <a:gd name="connsiteY1" fmla="*/ 620723 h 620722"/>
              <a:gd name="connsiteX2" fmla="*/ 620723 w 2916998"/>
              <a:gd name="connsiteY2" fmla="*/ 620723 h 620722"/>
              <a:gd name="connsiteX3" fmla="*/ 0 w 2916998"/>
              <a:gd name="connsiteY3" fmla="*/ 0 h 620722"/>
              <a:gd name="connsiteX4" fmla="*/ 2916998 w 2916998"/>
              <a:gd name="connsiteY4" fmla="*/ 0 h 620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6998" h="620722">
                <a:moveTo>
                  <a:pt x="2916998" y="0"/>
                </a:moveTo>
                <a:lnTo>
                  <a:pt x="2916998" y="620723"/>
                </a:lnTo>
                <a:lnTo>
                  <a:pt x="620723" y="620723"/>
                </a:lnTo>
                <a:cubicBezTo>
                  <a:pt x="277930" y="620723"/>
                  <a:pt x="0" y="342793"/>
                  <a:pt x="0" y="0"/>
                </a:cubicBezTo>
                <a:lnTo>
                  <a:pt x="2916998" y="0"/>
                </a:lnTo>
                <a:close/>
              </a:path>
            </a:pathLst>
          </a:custGeom>
          <a:solidFill>
            <a:schemeClr val="accent1"/>
          </a:solidFill>
          <a:ln w="18103" cap="flat">
            <a:noFill/>
            <a:prstDash val="solid"/>
            <a:miter/>
          </a:ln>
        </p:spPr>
        <p:txBody>
          <a:bodyPr rtlCol="0" anchor="ctr"/>
          <a:lstStyle/>
          <a:p>
            <a:endParaRPr lang="en-US"/>
          </a:p>
        </p:txBody>
      </p:sp>
      <p:sp>
        <p:nvSpPr>
          <p:cNvPr id="7" name="Picture Placeholder 6">
            <a:extLst>
              <a:ext uri="{FF2B5EF4-FFF2-40B4-BE49-F238E27FC236}">
                <a16:creationId xmlns:a16="http://schemas.microsoft.com/office/drawing/2014/main" id="{CB437B49-CCC4-0273-92F2-B84A084097D3}"/>
              </a:ext>
            </a:extLst>
          </p:cNvPr>
          <p:cNvSpPr>
            <a:spLocks noGrp="1"/>
          </p:cNvSpPr>
          <p:nvPr>
            <p:ph type="pic" sz="quarter" idx="11" hasCustomPrompt="1"/>
          </p:nvPr>
        </p:nvSpPr>
        <p:spPr>
          <a:xfrm>
            <a:off x="777240" y="1355726"/>
            <a:ext cx="1645920" cy="164592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17" name="Text Placeholder 10">
            <a:extLst>
              <a:ext uri="{FF2B5EF4-FFF2-40B4-BE49-F238E27FC236}">
                <a16:creationId xmlns:a16="http://schemas.microsoft.com/office/drawing/2014/main" id="{2F84C608-3D22-44F8-E6CC-BF1324C26877}"/>
              </a:ext>
            </a:extLst>
          </p:cNvPr>
          <p:cNvSpPr>
            <a:spLocks noGrp="1"/>
          </p:cNvSpPr>
          <p:nvPr>
            <p:ph type="body" sz="quarter" idx="14" hasCustomPrompt="1"/>
          </p:nvPr>
        </p:nvSpPr>
        <p:spPr>
          <a:xfrm>
            <a:off x="685800" y="3410712"/>
            <a:ext cx="18288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18" name="Text Placeholder 10">
            <a:extLst>
              <a:ext uri="{FF2B5EF4-FFF2-40B4-BE49-F238E27FC236}">
                <a16:creationId xmlns:a16="http://schemas.microsoft.com/office/drawing/2014/main" id="{45AEF695-8514-315F-ED17-76E84BAFA225}"/>
              </a:ext>
            </a:extLst>
          </p:cNvPr>
          <p:cNvSpPr>
            <a:spLocks noGrp="1"/>
          </p:cNvSpPr>
          <p:nvPr>
            <p:ph type="body" sz="quarter" idx="15" hasCustomPrompt="1"/>
          </p:nvPr>
        </p:nvSpPr>
        <p:spPr>
          <a:xfrm>
            <a:off x="685800" y="3749040"/>
            <a:ext cx="1828800" cy="219456"/>
          </a:xfrm>
        </p:spPr>
        <p:txBody>
          <a:bodyPr lIns="0" tIns="0" rIns="0" bIns="0" anchor="ctr"/>
          <a:lstStyle>
            <a:lvl1pPr marL="0" indent="0">
              <a:buNone/>
              <a:defRPr sz="1600">
                <a:solidFill>
                  <a:schemeClr val="accent1">
                    <a:lumMod val="50000"/>
                  </a:schemeClr>
                </a:solidFill>
                <a:latin typeface="+mn-lt"/>
              </a:defRPr>
            </a:lvl1pPr>
          </a:lstStyle>
          <a:p>
            <a:pPr lvl="0"/>
            <a:r>
              <a:rPr lang="en-US"/>
              <a:t>TITLE</a:t>
            </a:r>
          </a:p>
        </p:txBody>
      </p:sp>
      <p:sp>
        <p:nvSpPr>
          <p:cNvPr id="19" name="Text Placeholder 14">
            <a:extLst>
              <a:ext uri="{FF2B5EF4-FFF2-40B4-BE49-F238E27FC236}">
                <a16:creationId xmlns:a16="http://schemas.microsoft.com/office/drawing/2014/main" id="{CEBF5EB6-C07B-3C4B-02BE-A9D51E75EAEE}"/>
              </a:ext>
            </a:extLst>
          </p:cNvPr>
          <p:cNvSpPr>
            <a:spLocks noGrp="1"/>
          </p:cNvSpPr>
          <p:nvPr>
            <p:ph type="body" sz="quarter" idx="16" hasCustomPrompt="1"/>
          </p:nvPr>
        </p:nvSpPr>
        <p:spPr>
          <a:xfrm>
            <a:off x="685800" y="4114800"/>
            <a:ext cx="1828800" cy="2014891"/>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40" name="Picture Placeholder 6">
            <a:extLst>
              <a:ext uri="{FF2B5EF4-FFF2-40B4-BE49-F238E27FC236}">
                <a16:creationId xmlns:a16="http://schemas.microsoft.com/office/drawing/2014/main" id="{3CF61813-70BF-50E5-CA71-0021731707FB}"/>
              </a:ext>
            </a:extLst>
          </p:cNvPr>
          <p:cNvSpPr>
            <a:spLocks noGrp="1"/>
          </p:cNvSpPr>
          <p:nvPr>
            <p:ph type="pic" sz="quarter" idx="17" hasCustomPrompt="1"/>
          </p:nvPr>
        </p:nvSpPr>
        <p:spPr>
          <a:xfrm>
            <a:off x="7514907" y="1355726"/>
            <a:ext cx="1645920" cy="164592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42" name="Text Placeholder 10">
            <a:extLst>
              <a:ext uri="{FF2B5EF4-FFF2-40B4-BE49-F238E27FC236}">
                <a16:creationId xmlns:a16="http://schemas.microsoft.com/office/drawing/2014/main" id="{9A161206-FEEF-989B-3727-70C39D6A91F1}"/>
              </a:ext>
            </a:extLst>
          </p:cNvPr>
          <p:cNvSpPr>
            <a:spLocks noGrp="1"/>
          </p:cNvSpPr>
          <p:nvPr>
            <p:ph type="body" sz="quarter" idx="19" hasCustomPrompt="1"/>
          </p:nvPr>
        </p:nvSpPr>
        <p:spPr>
          <a:xfrm>
            <a:off x="7423467" y="3410712"/>
            <a:ext cx="18288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43" name="Text Placeholder 10">
            <a:extLst>
              <a:ext uri="{FF2B5EF4-FFF2-40B4-BE49-F238E27FC236}">
                <a16:creationId xmlns:a16="http://schemas.microsoft.com/office/drawing/2014/main" id="{9DF06F8E-355E-EA8B-CFCD-B759FD89BE15}"/>
              </a:ext>
            </a:extLst>
          </p:cNvPr>
          <p:cNvSpPr>
            <a:spLocks noGrp="1"/>
          </p:cNvSpPr>
          <p:nvPr>
            <p:ph type="body" sz="quarter" idx="20" hasCustomPrompt="1"/>
          </p:nvPr>
        </p:nvSpPr>
        <p:spPr>
          <a:xfrm>
            <a:off x="7423467" y="3749040"/>
            <a:ext cx="1828800" cy="219456"/>
          </a:xfrm>
        </p:spPr>
        <p:txBody>
          <a:bodyPr lIns="0" tIns="0" rIns="0" bIns="0" anchor="ctr"/>
          <a:lstStyle>
            <a:lvl1pPr marL="0" indent="0">
              <a:buNone/>
              <a:defRPr sz="1600">
                <a:solidFill>
                  <a:schemeClr val="accent1">
                    <a:lumMod val="50000"/>
                  </a:schemeClr>
                </a:solidFill>
                <a:latin typeface="+mn-lt"/>
              </a:defRPr>
            </a:lvl1pPr>
          </a:lstStyle>
          <a:p>
            <a:pPr lvl="0"/>
            <a:r>
              <a:rPr lang="en-US"/>
              <a:t>TITLE</a:t>
            </a:r>
          </a:p>
        </p:txBody>
      </p:sp>
      <p:sp>
        <p:nvSpPr>
          <p:cNvPr id="44" name="Text Placeholder 14">
            <a:extLst>
              <a:ext uri="{FF2B5EF4-FFF2-40B4-BE49-F238E27FC236}">
                <a16:creationId xmlns:a16="http://schemas.microsoft.com/office/drawing/2014/main" id="{F3C810F5-1C7B-9664-15D8-30CC2189541D}"/>
              </a:ext>
            </a:extLst>
          </p:cNvPr>
          <p:cNvSpPr>
            <a:spLocks noGrp="1"/>
          </p:cNvSpPr>
          <p:nvPr>
            <p:ph type="body" sz="quarter" idx="21" hasCustomPrompt="1"/>
          </p:nvPr>
        </p:nvSpPr>
        <p:spPr>
          <a:xfrm>
            <a:off x="7423467" y="4114800"/>
            <a:ext cx="1828800" cy="2014891"/>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45" name="Picture Placeholder 6">
            <a:extLst>
              <a:ext uri="{FF2B5EF4-FFF2-40B4-BE49-F238E27FC236}">
                <a16:creationId xmlns:a16="http://schemas.microsoft.com/office/drawing/2014/main" id="{49F3E726-4E6F-0609-ED68-FA29C6997B1D}"/>
              </a:ext>
            </a:extLst>
          </p:cNvPr>
          <p:cNvSpPr>
            <a:spLocks noGrp="1"/>
          </p:cNvSpPr>
          <p:nvPr>
            <p:ph type="pic" sz="quarter" idx="22" hasCustomPrompt="1"/>
          </p:nvPr>
        </p:nvSpPr>
        <p:spPr>
          <a:xfrm>
            <a:off x="3023129" y="1355726"/>
            <a:ext cx="1645920" cy="164592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47" name="Text Placeholder 10">
            <a:extLst>
              <a:ext uri="{FF2B5EF4-FFF2-40B4-BE49-F238E27FC236}">
                <a16:creationId xmlns:a16="http://schemas.microsoft.com/office/drawing/2014/main" id="{E8EB2F5F-DB5E-0886-826F-2345A3651A47}"/>
              </a:ext>
            </a:extLst>
          </p:cNvPr>
          <p:cNvSpPr>
            <a:spLocks noGrp="1"/>
          </p:cNvSpPr>
          <p:nvPr>
            <p:ph type="body" sz="quarter" idx="24" hasCustomPrompt="1"/>
          </p:nvPr>
        </p:nvSpPr>
        <p:spPr>
          <a:xfrm>
            <a:off x="2931689" y="3410712"/>
            <a:ext cx="18288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48" name="Text Placeholder 10">
            <a:extLst>
              <a:ext uri="{FF2B5EF4-FFF2-40B4-BE49-F238E27FC236}">
                <a16:creationId xmlns:a16="http://schemas.microsoft.com/office/drawing/2014/main" id="{6DACBBD6-FE21-E4A9-8267-50870475DE90}"/>
              </a:ext>
            </a:extLst>
          </p:cNvPr>
          <p:cNvSpPr>
            <a:spLocks noGrp="1"/>
          </p:cNvSpPr>
          <p:nvPr>
            <p:ph type="body" sz="quarter" idx="25" hasCustomPrompt="1"/>
          </p:nvPr>
        </p:nvSpPr>
        <p:spPr>
          <a:xfrm>
            <a:off x="2931689" y="3749040"/>
            <a:ext cx="1828800" cy="219456"/>
          </a:xfrm>
        </p:spPr>
        <p:txBody>
          <a:bodyPr lIns="0" tIns="0" rIns="0" bIns="0" anchor="ctr"/>
          <a:lstStyle>
            <a:lvl1pPr marL="0" indent="0">
              <a:buNone/>
              <a:defRPr sz="1600">
                <a:solidFill>
                  <a:schemeClr val="accent1">
                    <a:lumMod val="50000"/>
                  </a:schemeClr>
                </a:solidFill>
                <a:latin typeface="+mn-lt"/>
              </a:defRPr>
            </a:lvl1pPr>
          </a:lstStyle>
          <a:p>
            <a:pPr lvl="0"/>
            <a:r>
              <a:rPr lang="en-US"/>
              <a:t>TITLE</a:t>
            </a:r>
          </a:p>
        </p:txBody>
      </p:sp>
      <p:sp>
        <p:nvSpPr>
          <p:cNvPr id="49" name="Text Placeholder 14">
            <a:extLst>
              <a:ext uri="{FF2B5EF4-FFF2-40B4-BE49-F238E27FC236}">
                <a16:creationId xmlns:a16="http://schemas.microsoft.com/office/drawing/2014/main" id="{8E80E0A0-24DC-6CFA-68DB-60A85010273E}"/>
              </a:ext>
            </a:extLst>
          </p:cNvPr>
          <p:cNvSpPr>
            <a:spLocks noGrp="1"/>
          </p:cNvSpPr>
          <p:nvPr>
            <p:ph type="body" sz="quarter" idx="26" hasCustomPrompt="1"/>
          </p:nvPr>
        </p:nvSpPr>
        <p:spPr>
          <a:xfrm>
            <a:off x="2931689" y="4114800"/>
            <a:ext cx="1828800" cy="2014891"/>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50" name="Picture Placeholder 6">
            <a:extLst>
              <a:ext uri="{FF2B5EF4-FFF2-40B4-BE49-F238E27FC236}">
                <a16:creationId xmlns:a16="http://schemas.microsoft.com/office/drawing/2014/main" id="{D3C86BC7-97B1-01C7-ABF8-BD4B59DB1060}"/>
              </a:ext>
            </a:extLst>
          </p:cNvPr>
          <p:cNvSpPr>
            <a:spLocks noGrp="1"/>
          </p:cNvSpPr>
          <p:nvPr>
            <p:ph type="pic" sz="quarter" idx="27" hasCustomPrompt="1"/>
          </p:nvPr>
        </p:nvSpPr>
        <p:spPr>
          <a:xfrm>
            <a:off x="5269018" y="1355726"/>
            <a:ext cx="1645920" cy="164592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52" name="Text Placeholder 10">
            <a:extLst>
              <a:ext uri="{FF2B5EF4-FFF2-40B4-BE49-F238E27FC236}">
                <a16:creationId xmlns:a16="http://schemas.microsoft.com/office/drawing/2014/main" id="{EF65ADE4-7B57-222D-D507-95AF043C2BF9}"/>
              </a:ext>
            </a:extLst>
          </p:cNvPr>
          <p:cNvSpPr>
            <a:spLocks noGrp="1"/>
          </p:cNvSpPr>
          <p:nvPr>
            <p:ph type="body" sz="quarter" idx="29" hasCustomPrompt="1"/>
          </p:nvPr>
        </p:nvSpPr>
        <p:spPr>
          <a:xfrm>
            <a:off x="5177578" y="3410712"/>
            <a:ext cx="18288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53" name="Text Placeholder 10">
            <a:extLst>
              <a:ext uri="{FF2B5EF4-FFF2-40B4-BE49-F238E27FC236}">
                <a16:creationId xmlns:a16="http://schemas.microsoft.com/office/drawing/2014/main" id="{5E616858-0C90-1820-ECA4-C957D020277C}"/>
              </a:ext>
            </a:extLst>
          </p:cNvPr>
          <p:cNvSpPr>
            <a:spLocks noGrp="1"/>
          </p:cNvSpPr>
          <p:nvPr>
            <p:ph type="body" sz="quarter" idx="30" hasCustomPrompt="1"/>
          </p:nvPr>
        </p:nvSpPr>
        <p:spPr>
          <a:xfrm>
            <a:off x="5177578" y="3749040"/>
            <a:ext cx="1828800" cy="219456"/>
          </a:xfrm>
        </p:spPr>
        <p:txBody>
          <a:bodyPr lIns="0" tIns="0" rIns="0" bIns="0" anchor="ctr"/>
          <a:lstStyle>
            <a:lvl1pPr marL="0" indent="0">
              <a:buNone/>
              <a:defRPr sz="1600">
                <a:solidFill>
                  <a:schemeClr val="accent1">
                    <a:lumMod val="50000"/>
                  </a:schemeClr>
                </a:solidFill>
                <a:latin typeface="+mn-lt"/>
              </a:defRPr>
            </a:lvl1pPr>
          </a:lstStyle>
          <a:p>
            <a:pPr lvl="0"/>
            <a:r>
              <a:rPr lang="en-US"/>
              <a:t>TITLE</a:t>
            </a:r>
          </a:p>
        </p:txBody>
      </p:sp>
      <p:sp>
        <p:nvSpPr>
          <p:cNvPr id="54" name="Text Placeholder 14">
            <a:extLst>
              <a:ext uri="{FF2B5EF4-FFF2-40B4-BE49-F238E27FC236}">
                <a16:creationId xmlns:a16="http://schemas.microsoft.com/office/drawing/2014/main" id="{B2B2254A-2843-39C4-FAC5-4995D1CC3D57}"/>
              </a:ext>
            </a:extLst>
          </p:cNvPr>
          <p:cNvSpPr>
            <a:spLocks noGrp="1"/>
          </p:cNvSpPr>
          <p:nvPr>
            <p:ph type="body" sz="quarter" idx="31" hasCustomPrompt="1"/>
          </p:nvPr>
        </p:nvSpPr>
        <p:spPr>
          <a:xfrm>
            <a:off x="5177578" y="4114800"/>
            <a:ext cx="1828800" cy="2014891"/>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2" name="Picture Placeholder 6">
            <a:extLst>
              <a:ext uri="{FF2B5EF4-FFF2-40B4-BE49-F238E27FC236}">
                <a16:creationId xmlns:a16="http://schemas.microsoft.com/office/drawing/2014/main" id="{7F4EB3F7-B2A7-847D-8098-DBDAE81BF31C}"/>
              </a:ext>
            </a:extLst>
          </p:cNvPr>
          <p:cNvSpPr>
            <a:spLocks noGrp="1"/>
          </p:cNvSpPr>
          <p:nvPr>
            <p:ph type="pic" sz="quarter" idx="32" hasCustomPrompt="1"/>
          </p:nvPr>
        </p:nvSpPr>
        <p:spPr>
          <a:xfrm>
            <a:off x="9760796" y="1355726"/>
            <a:ext cx="1645920" cy="164592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6" name="Text Placeholder 10">
            <a:extLst>
              <a:ext uri="{FF2B5EF4-FFF2-40B4-BE49-F238E27FC236}">
                <a16:creationId xmlns:a16="http://schemas.microsoft.com/office/drawing/2014/main" id="{3C460205-9078-4059-F008-9C5A50690ABC}"/>
              </a:ext>
            </a:extLst>
          </p:cNvPr>
          <p:cNvSpPr>
            <a:spLocks noGrp="1"/>
          </p:cNvSpPr>
          <p:nvPr>
            <p:ph type="body" sz="quarter" idx="34" hasCustomPrompt="1"/>
          </p:nvPr>
        </p:nvSpPr>
        <p:spPr>
          <a:xfrm>
            <a:off x="9669356" y="3410712"/>
            <a:ext cx="18288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8" name="Text Placeholder 10">
            <a:extLst>
              <a:ext uri="{FF2B5EF4-FFF2-40B4-BE49-F238E27FC236}">
                <a16:creationId xmlns:a16="http://schemas.microsoft.com/office/drawing/2014/main" id="{3562F43E-7FE4-6548-8EAD-0AC2E1D3EB40}"/>
              </a:ext>
            </a:extLst>
          </p:cNvPr>
          <p:cNvSpPr>
            <a:spLocks noGrp="1"/>
          </p:cNvSpPr>
          <p:nvPr>
            <p:ph type="body" sz="quarter" idx="35" hasCustomPrompt="1"/>
          </p:nvPr>
        </p:nvSpPr>
        <p:spPr>
          <a:xfrm>
            <a:off x="9669356" y="3749040"/>
            <a:ext cx="1828800" cy="219456"/>
          </a:xfrm>
        </p:spPr>
        <p:txBody>
          <a:bodyPr lIns="0" tIns="0" rIns="0" bIns="0" anchor="ctr"/>
          <a:lstStyle>
            <a:lvl1pPr marL="0" indent="0">
              <a:buNone/>
              <a:defRPr sz="1600">
                <a:solidFill>
                  <a:schemeClr val="accent1">
                    <a:lumMod val="50000"/>
                  </a:schemeClr>
                </a:solidFill>
                <a:latin typeface="+mn-lt"/>
              </a:defRPr>
            </a:lvl1pPr>
          </a:lstStyle>
          <a:p>
            <a:pPr lvl="0"/>
            <a:r>
              <a:rPr lang="en-US"/>
              <a:t>TITLE</a:t>
            </a:r>
          </a:p>
        </p:txBody>
      </p:sp>
      <p:sp>
        <p:nvSpPr>
          <p:cNvPr id="9" name="Text Placeholder 14">
            <a:extLst>
              <a:ext uri="{FF2B5EF4-FFF2-40B4-BE49-F238E27FC236}">
                <a16:creationId xmlns:a16="http://schemas.microsoft.com/office/drawing/2014/main" id="{0DEF17D8-DF4B-49F4-EB2D-A633DD74742F}"/>
              </a:ext>
            </a:extLst>
          </p:cNvPr>
          <p:cNvSpPr>
            <a:spLocks noGrp="1"/>
          </p:cNvSpPr>
          <p:nvPr>
            <p:ph type="body" sz="quarter" idx="36" hasCustomPrompt="1"/>
          </p:nvPr>
        </p:nvSpPr>
        <p:spPr>
          <a:xfrm>
            <a:off x="9669356" y="4114800"/>
            <a:ext cx="1828800" cy="2014891"/>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3" name="Date Placeholder 2">
            <a:extLst>
              <a:ext uri="{FF2B5EF4-FFF2-40B4-BE49-F238E27FC236}">
                <a16:creationId xmlns:a16="http://schemas.microsoft.com/office/drawing/2014/main" id="{431A703B-212B-DB30-FC70-C62645A40156}"/>
              </a:ext>
            </a:extLst>
          </p:cNvPr>
          <p:cNvSpPr>
            <a:spLocks noGrp="1"/>
          </p:cNvSpPr>
          <p:nvPr>
            <p:ph type="dt" sz="half" idx="37"/>
          </p:nvPr>
        </p:nvSpPr>
        <p:spPr/>
        <p:txBody>
          <a:bodyPr/>
          <a:lstStyle/>
          <a:p>
            <a:fld id="{228D026D-C07B-48C8-8C2B-C561E4D51E16}" type="datetime1">
              <a:rPr lang="en-US" smtClean="0"/>
              <a:t>1/15/2025</a:t>
            </a:fld>
            <a:endParaRPr lang="en-US"/>
          </a:p>
        </p:txBody>
      </p:sp>
      <p:sp>
        <p:nvSpPr>
          <p:cNvPr id="5" name="Footer Placeholder 4">
            <a:extLst>
              <a:ext uri="{FF2B5EF4-FFF2-40B4-BE49-F238E27FC236}">
                <a16:creationId xmlns:a16="http://schemas.microsoft.com/office/drawing/2014/main" id="{C6F4E0CC-EA4C-823F-53B1-1F26A556C58A}"/>
              </a:ext>
            </a:extLst>
          </p:cNvPr>
          <p:cNvSpPr>
            <a:spLocks noGrp="1"/>
          </p:cNvSpPr>
          <p:nvPr>
            <p:ph type="ftr" sz="quarter" idx="38"/>
          </p:nvPr>
        </p:nvSpPr>
        <p:spPr/>
        <p:txBody>
          <a:bodyPr/>
          <a:lstStyle/>
          <a:p>
            <a:r>
              <a:rPr lang="en-US"/>
              <a:t>CONFIDENTIAL</a:t>
            </a:r>
          </a:p>
        </p:txBody>
      </p:sp>
      <p:sp>
        <p:nvSpPr>
          <p:cNvPr id="10" name="Slide Number Placeholder 9">
            <a:extLst>
              <a:ext uri="{FF2B5EF4-FFF2-40B4-BE49-F238E27FC236}">
                <a16:creationId xmlns:a16="http://schemas.microsoft.com/office/drawing/2014/main" id="{018ABF8C-910D-9656-2B3C-A101EC1E6A8D}"/>
              </a:ext>
            </a:extLst>
          </p:cNvPr>
          <p:cNvSpPr>
            <a:spLocks noGrp="1"/>
          </p:cNvSpPr>
          <p:nvPr>
            <p:ph type="sldNum" sz="quarter" idx="39"/>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20549334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tro 1">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BB39F5A-064F-F149-AE9B-B387D6357651}"/>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5531849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5" name="Object 4"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FCC516B-E122-4FD1-BCFB-950A404368F3}"/>
              </a:ext>
            </a:extLst>
          </p:cNvPr>
          <p:cNvSpPr>
            <a:spLocks noGrp="1"/>
          </p:cNvSpPr>
          <p:nvPr>
            <p:ph type="ctrTitle" hasCustomPrompt="1"/>
          </p:nvPr>
        </p:nvSpPr>
        <p:spPr>
          <a:xfrm>
            <a:off x="1964470" y="1097280"/>
            <a:ext cx="4572000" cy="1463040"/>
          </a:xfrm>
        </p:spPr>
        <p:txBody>
          <a:bodyPr vert="horz" lIns="0" tIns="0" rIns="0" bIns="0" anchor="b">
            <a:noAutofit/>
          </a:bodyPr>
          <a:lstStyle>
            <a:lvl1pPr algn="l">
              <a:defRPr sz="4400" b="1">
                <a:solidFill>
                  <a:schemeClr val="accent1">
                    <a:lumMod val="50000"/>
                  </a:schemeClr>
                </a:solidFill>
                <a:latin typeface="+mj-lt"/>
                <a:ea typeface="+mj-ea"/>
                <a:cs typeface="+mj-cs"/>
              </a:defRPr>
            </a:lvl1pPr>
          </a:lstStyle>
          <a:p>
            <a:r>
              <a:rPr lang="en-US"/>
              <a:t>Title Goes Here</a:t>
            </a:r>
          </a:p>
        </p:txBody>
      </p:sp>
      <p:sp>
        <p:nvSpPr>
          <p:cNvPr id="24" name="Picture Placeholder 23">
            <a:extLst>
              <a:ext uri="{FF2B5EF4-FFF2-40B4-BE49-F238E27FC236}">
                <a16:creationId xmlns:a16="http://schemas.microsoft.com/office/drawing/2014/main" id="{1ED8E1A5-AB94-C963-7101-8EDBE4153DEA}"/>
              </a:ext>
            </a:extLst>
          </p:cNvPr>
          <p:cNvSpPr>
            <a:spLocks noGrp="1"/>
          </p:cNvSpPr>
          <p:nvPr>
            <p:ph type="pic" sz="quarter" idx="10" hasCustomPrompt="1"/>
          </p:nvPr>
        </p:nvSpPr>
        <p:spPr>
          <a:xfrm>
            <a:off x="7181942" y="1371600"/>
            <a:ext cx="4114800" cy="4114800"/>
          </a:xfrm>
          <a:prstGeom prst="roundRect">
            <a:avLst>
              <a:gd name="adj" fmla="val 9272"/>
            </a:avLst>
          </a:prstGeom>
          <a:solidFill>
            <a:schemeClr val="bg1">
              <a:lumMod val="75000"/>
            </a:schemeClr>
          </a:solidFill>
        </p:spPr>
        <p:txBody>
          <a:bodyPr anchor="ctr"/>
          <a:lstStyle>
            <a:lvl1pPr marL="0" indent="0" algn="ctr">
              <a:buNone/>
              <a:defRPr sz="2000"/>
            </a:lvl1pPr>
          </a:lstStyle>
          <a:p>
            <a:r>
              <a:rPr lang="en-US"/>
              <a:t>Click to add photo</a:t>
            </a:r>
          </a:p>
        </p:txBody>
      </p:sp>
      <p:sp>
        <p:nvSpPr>
          <p:cNvPr id="26" name="Text Placeholder 25">
            <a:extLst>
              <a:ext uri="{FF2B5EF4-FFF2-40B4-BE49-F238E27FC236}">
                <a16:creationId xmlns:a16="http://schemas.microsoft.com/office/drawing/2014/main" id="{01DEA48D-3F62-6E32-071A-7306A547358C}"/>
              </a:ext>
            </a:extLst>
          </p:cNvPr>
          <p:cNvSpPr>
            <a:spLocks noGrp="1"/>
          </p:cNvSpPr>
          <p:nvPr>
            <p:ph type="body" sz="quarter" idx="11" hasCustomPrompt="1"/>
          </p:nvPr>
        </p:nvSpPr>
        <p:spPr>
          <a:xfrm>
            <a:off x="1964470" y="2834640"/>
            <a:ext cx="4572000" cy="2926080"/>
          </a:xfrm>
        </p:spPr>
        <p:txBody>
          <a:bodyPr vert="horz" lIns="0" tIns="0" rIns="0" bIns="91440" rtlCol="0">
            <a:noAutofit/>
          </a:bodyPr>
          <a:lstStyle>
            <a:lvl1pPr marL="0" indent="0">
              <a:lnSpc>
                <a:spcPct val="90000"/>
              </a:lnSpc>
              <a:buNone/>
              <a:defRPr lang="en-US" sz="1800" dirty="0"/>
            </a:lvl1pPr>
          </a:lstStyle>
          <a:p>
            <a:pPr marL="228600" marR="0" lvl="0" indent="-228600" algn="l" defTabSz="1219170" rtl="0" eaLnBrk="1" fontAlgn="auto" latinLnBrk="0" hangingPunct="1">
              <a:lnSpc>
                <a:spcPct val="90000"/>
              </a:lnSpc>
              <a:spcBef>
                <a:spcPts val="1200"/>
              </a:spcBef>
              <a:spcAft>
                <a:spcPts val="0"/>
              </a:spcAft>
              <a:buClr>
                <a:srgbClr val="7042BE"/>
              </a:buClr>
              <a:buSzTx/>
              <a:buFont typeface="IBM Plex Sans" panose="020B0503050203000203" pitchFamily="34" charset="0"/>
              <a:buChar char="•"/>
              <a:tabLst/>
              <a:defRPr/>
            </a:pPr>
            <a:r>
              <a:rPr kumimoji="0" lang="en-US" sz="2200" b="0" i="0" u="none" strike="noStrike" kern="1200" cap="none" spc="0" normalizeH="0" baseline="0" noProof="0">
                <a:ln>
                  <a:noFill/>
                </a:ln>
                <a:solidFill>
                  <a:srgbClr val="000000"/>
                </a:solidFill>
                <a:effectLst/>
                <a:uLnTx/>
                <a:uFillTx/>
                <a:latin typeface="IBM Plex Sans"/>
                <a:ea typeface="+mn-ea"/>
                <a:cs typeface="+mn-cs"/>
              </a:rPr>
              <a:t>Click to edit master text styles</a:t>
            </a:r>
          </a:p>
          <a:p>
            <a:pPr marL="457200" marR="0" lvl="1" indent="-228600" algn="l" defTabSz="1219170" rtl="0" eaLnBrk="1" fontAlgn="auto" latinLnBrk="0" hangingPunct="1">
              <a:lnSpc>
                <a:spcPct val="90000"/>
              </a:lnSpc>
              <a:spcBef>
                <a:spcPts val="600"/>
              </a:spcBef>
              <a:spcAft>
                <a:spcPts val="0"/>
              </a:spcAft>
              <a:buClr>
                <a:srgbClr val="7042BE"/>
              </a:buClr>
              <a:buSzTx/>
              <a:buFont typeface="IBM Plex Sans" panose="020B0503050203000203" pitchFamily="34" charset="0"/>
              <a:buChar char="–"/>
              <a:tabLst/>
              <a:defRPr/>
            </a:pPr>
            <a:r>
              <a:rPr kumimoji="0" lang="en-US" sz="2000" b="0" i="0" u="none" strike="noStrike" kern="1200" cap="none" spc="0" normalizeH="0" baseline="0" noProof="0">
                <a:ln>
                  <a:noFill/>
                </a:ln>
                <a:solidFill>
                  <a:srgbClr val="000000"/>
                </a:solidFill>
                <a:effectLst/>
                <a:uLnTx/>
                <a:uFillTx/>
                <a:latin typeface="IBM Plex Sans"/>
                <a:ea typeface="+mn-ea"/>
                <a:cs typeface="+mn-cs"/>
              </a:rPr>
              <a:t>Second level</a:t>
            </a:r>
          </a:p>
          <a:p>
            <a:pPr marL="685800" marR="0" lvl="2" indent="-228600" algn="l" defTabSz="1219170" rtl="0" eaLnBrk="1" fontAlgn="auto" latinLnBrk="0" hangingPunct="1">
              <a:lnSpc>
                <a:spcPct val="90000"/>
              </a:lnSpc>
              <a:spcBef>
                <a:spcPts val="600"/>
              </a:spcBef>
              <a:spcAft>
                <a:spcPts val="0"/>
              </a:spcAft>
              <a:buClr>
                <a:srgbClr val="7042BE"/>
              </a:buClr>
              <a:buSzTx/>
              <a:buFont typeface="IBM Plex Sans" panose="020B0503050203000203" pitchFamily="34" charset="0"/>
              <a:buChar char="–"/>
              <a:tabLst/>
              <a:defRPr/>
            </a:pPr>
            <a:r>
              <a:rPr kumimoji="0" lang="en-US" sz="1800" b="0" i="0" u="none" strike="noStrike" kern="1200" cap="none" spc="0" normalizeH="0" baseline="0" noProof="0">
                <a:ln>
                  <a:noFill/>
                </a:ln>
                <a:solidFill>
                  <a:srgbClr val="000000"/>
                </a:solidFill>
                <a:effectLst/>
                <a:uLnTx/>
                <a:uFillTx/>
                <a:latin typeface="IBM Plex Sans"/>
                <a:ea typeface="+mn-ea"/>
                <a:cs typeface="+mn-cs"/>
              </a:rPr>
              <a:t>Third level</a:t>
            </a:r>
          </a:p>
          <a:p>
            <a:pPr marL="914400" marR="0" lvl="3" indent="-228600" algn="l" defTabSz="1219170" rtl="0" eaLnBrk="1" fontAlgn="auto" latinLnBrk="0" hangingPunct="1">
              <a:lnSpc>
                <a:spcPct val="90000"/>
              </a:lnSpc>
              <a:spcBef>
                <a:spcPts val="300"/>
              </a:spcBef>
              <a:spcAft>
                <a:spcPts val="0"/>
              </a:spcAft>
              <a:buClr>
                <a:srgbClr val="7042BE"/>
              </a:buClr>
              <a:buSzTx/>
              <a:buFont typeface="IBM Plex Sans" panose="020B0503050203000203" pitchFamily="34" charset="0"/>
              <a:buChar char="–"/>
              <a:tabLst/>
              <a:defRPr/>
            </a:pPr>
            <a:r>
              <a:rPr kumimoji="0" lang="en-US" sz="1600" b="0" i="0" u="none" strike="noStrike" kern="1200" cap="none" spc="0" normalizeH="0" baseline="0" noProof="0">
                <a:ln>
                  <a:noFill/>
                </a:ln>
                <a:solidFill>
                  <a:srgbClr val="000000"/>
                </a:solidFill>
                <a:effectLst/>
                <a:uLnTx/>
                <a:uFillTx/>
                <a:latin typeface="IBM Plex Sans"/>
                <a:ea typeface="+mn-ea"/>
                <a:cs typeface="+mn-cs"/>
              </a:rPr>
              <a:t>Fourth level</a:t>
            </a:r>
          </a:p>
          <a:p>
            <a:pPr marL="1143000" marR="0" lvl="4" indent="-228600" algn="l" defTabSz="1219170" rtl="0" eaLnBrk="1" fontAlgn="auto" latinLnBrk="0" hangingPunct="1">
              <a:lnSpc>
                <a:spcPct val="90000"/>
              </a:lnSpc>
              <a:spcBef>
                <a:spcPts val="300"/>
              </a:spcBef>
              <a:spcAft>
                <a:spcPts val="0"/>
              </a:spcAft>
              <a:buClr>
                <a:srgbClr val="7042BE"/>
              </a:buClr>
              <a:buSzTx/>
              <a:buFont typeface="IBM Plex Sans" panose="020B0503050203000203" pitchFamily="34" charset="0"/>
              <a:buChar char="–"/>
              <a:tabLst/>
              <a:defRPr/>
            </a:pPr>
            <a:r>
              <a:rPr kumimoji="0" lang="en-US" sz="1400" b="0" i="0" u="none" strike="noStrike" kern="1200" cap="none" spc="0" normalizeH="0" baseline="0" noProof="0">
                <a:ln>
                  <a:noFill/>
                </a:ln>
                <a:solidFill>
                  <a:srgbClr val="000000"/>
                </a:solidFill>
                <a:effectLst/>
                <a:uLnTx/>
                <a:uFillTx/>
                <a:latin typeface="IBM Plex Sans"/>
                <a:ea typeface="+mn-ea"/>
                <a:cs typeface="+mn-cs"/>
              </a:rPr>
              <a:t>Fifth level</a:t>
            </a:r>
          </a:p>
        </p:txBody>
      </p:sp>
      <p:sp>
        <p:nvSpPr>
          <p:cNvPr id="6" name="Title 1">
            <a:extLst>
              <a:ext uri="{FF2B5EF4-FFF2-40B4-BE49-F238E27FC236}">
                <a16:creationId xmlns:a16="http://schemas.microsoft.com/office/drawing/2014/main" id="{72158FD8-7012-08BF-C737-734D80684643}"/>
              </a:ext>
            </a:extLst>
          </p:cNvPr>
          <p:cNvSpPr txBox="1">
            <a:spLocks/>
          </p:cNvSpPr>
          <p:nvPr userDrawn="1"/>
        </p:nvSpPr>
        <p:spPr>
          <a:xfrm>
            <a:off x="689409" y="1050753"/>
            <a:ext cx="1032788" cy="1645920"/>
          </a:xfrm>
          <a:prstGeom prst="rect">
            <a:avLst/>
          </a:prstGeom>
        </p:spPr>
        <p:txBody>
          <a:bodyPr vert="horz" lIns="0" tIns="0" rIns="0" bIns="0" rtlCol="0" anchor="b">
            <a:noAutofit/>
          </a:bodyPr>
          <a:lstStyle>
            <a:lvl1pPr algn="l" defTabSz="1219170" rtl="0" eaLnBrk="1" latinLnBrk="0" hangingPunct="1">
              <a:lnSpc>
                <a:spcPct val="90000"/>
              </a:lnSpc>
              <a:spcBef>
                <a:spcPct val="0"/>
              </a:spcBef>
              <a:buNone/>
              <a:defRPr sz="4000" b="1" kern="1200" cap="none" baseline="0">
                <a:solidFill>
                  <a:schemeClr val="accent2"/>
                </a:solidFill>
                <a:latin typeface="+mj-lt"/>
                <a:ea typeface="+mj-ea"/>
                <a:cs typeface="+mj-cs"/>
              </a:defRPr>
            </a:lvl1pPr>
          </a:lstStyle>
          <a:p>
            <a:pPr algn="r"/>
            <a:r>
              <a:rPr lang="en-US" sz="6600">
                <a:solidFill>
                  <a:schemeClr val="accent1">
                    <a:lumMod val="50000"/>
                  </a:schemeClr>
                </a:solidFill>
              </a:rPr>
              <a:t>01</a:t>
            </a:r>
          </a:p>
        </p:txBody>
      </p:sp>
      <p:sp>
        <p:nvSpPr>
          <p:cNvPr id="3" name="Date Placeholder 2">
            <a:extLst>
              <a:ext uri="{FF2B5EF4-FFF2-40B4-BE49-F238E27FC236}">
                <a16:creationId xmlns:a16="http://schemas.microsoft.com/office/drawing/2014/main" id="{5344D05F-954D-09F1-611F-086DE6266E2F}"/>
              </a:ext>
            </a:extLst>
          </p:cNvPr>
          <p:cNvSpPr>
            <a:spLocks noGrp="1"/>
          </p:cNvSpPr>
          <p:nvPr>
            <p:ph type="dt" sz="half" idx="12"/>
          </p:nvPr>
        </p:nvSpPr>
        <p:spPr/>
        <p:txBody>
          <a:bodyPr/>
          <a:lstStyle/>
          <a:p>
            <a:fld id="{228D026D-C07B-48C8-8C2B-C561E4D51E16}" type="datetime1">
              <a:rPr lang="en-US" smtClean="0"/>
              <a:t>1/15/2025</a:t>
            </a:fld>
            <a:endParaRPr lang="en-US"/>
          </a:p>
        </p:txBody>
      </p:sp>
      <p:sp>
        <p:nvSpPr>
          <p:cNvPr id="4" name="Footer Placeholder 3">
            <a:extLst>
              <a:ext uri="{FF2B5EF4-FFF2-40B4-BE49-F238E27FC236}">
                <a16:creationId xmlns:a16="http://schemas.microsoft.com/office/drawing/2014/main" id="{511CB476-3B28-77FC-F2FA-C193AB3D8DEB}"/>
              </a:ext>
            </a:extLst>
          </p:cNvPr>
          <p:cNvSpPr>
            <a:spLocks noGrp="1"/>
          </p:cNvSpPr>
          <p:nvPr>
            <p:ph type="ftr" sz="quarter" idx="13"/>
          </p:nvPr>
        </p:nvSpPr>
        <p:spPr/>
        <p:txBody>
          <a:bodyPr/>
          <a:lstStyle/>
          <a:p>
            <a:r>
              <a:rPr lang="en-US"/>
              <a:t>CONFIDENTIAL</a:t>
            </a:r>
          </a:p>
        </p:txBody>
      </p:sp>
      <p:sp>
        <p:nvSpPr>
          <p:cNvPr id="7" name="Slide Number Placeholder 6">
            <a:extLst>
              <a:ext uri="{FF2B5EF4-FFF2-40B4-BE49-F238E27FC236}">
                <a16:creationId xmlns:a16="http://schemas.microsoft.com/office/drawing/2014/main" id="{EEF93DCD-A92B-1F38-1845-6872AD31073E}"/>
              </a:ext>
            </a:extLst>
          </p:cNvPr>
          <p:cNvSpPr>
            <a:spLocks noGrp="1"/>
          </p:cNvSpPr>
          <p:nvPr>
            <p:ph type="sldNum" sz="quarter" idx="14"/>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106663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tro 2">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EF4F7AF-091F-A98A-D049-939B531E1FC0}"/>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733599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731520" y="1097279"/>
            <a:ext cx="5552161" cy="1463040"/>
          </a:xfrm>
          <a:prstGeom prst="rect">
            <a:avLst/>
          </a:prstGeom>
        </p:spPr>
        <p:txBody>
          <a:bodyPr vert="horz" lIns="0" tIns="0" rIns="0" bIns="0" rtlCol="0" anchor="b">
            <a:noAutofit/>
          </a:bodyPr>
          <a:lstStyle>
            <a:lvl1pPr>
              <a:defRPr sz="4400" b="1">
                <a:solidFill>
                  <a:schemeClr val="accent1">
                    <a:lumMod val="50000"/>
                  </a:schemeClr>
                </a:solidFill>
                <a:latin typeface="+mj-lt"/>
                <a:ea typeface="+mj-ea"/>
                <a:cs typeface="+mj-cs"/>
              </a:defRPr>
            </a:lvl1pPr>
          </a:lstStyle>
          <a:p>
            <a:r>
              <a:rPr lang="en-US"/>
              <a:t>Title Goes Here</a:t>
            </a:r>
          </a:p>
        </p:txBody>
      </p:sp>
      <p:sp>
        <p:nvSpPr>
          <p:cNvPr id="5" name="Picture Placeholder 6">
            <a:extLst>
              <a:ext uri="{FF2B5EF4-FFF2-40B4-BE49-F238E27FC236}">
                <a16:creationId xmlns:a16="http://schemas.microsoft.com/office/drawing/2014/main" id="{0092AB1F-CF96-52B8-1D0F-5F5CDD708C3C}"/>
              </a:ext>
            </a:extLst>
          </p:cNvPr>
          <p:cNvSpPr>
            <a:spLocks noGrp="1"/>
          </p:cNvSpPr>
          <p:nvPr>
            <p:ph type="pic" sz="quarter" idx="11" hasCustomPrompt="1"/>
          </p:nvPr>
        </p:nvSpPr>
        <p:spPr>
          <a:xfrm>
            <a:off x="7000645" y="1257300"/>
            <a:ext cx="4243766" cy="4243766"/>
          </a:xfrm>
          <a:prstGeom prst="ellipse">
            <a:avLst/>
          </a:prstGeom>
          <a:solidFill>
            <a:schemeClr val="bg1">
              <a:lumMod val="75000"/>
            </a:schemeClr>
          </a:solidFill>
        </p:spPr>
        <p:txBody>
          <a:bodyPr anchor="ctr"/>
          <a:lstStyle>
            <a:lvl1pPr marL="0" indent="0" algn="ctr">
              <a:buNone/>
              <a:defRPr sz="2000"/>
            </a:lvl1pPr>
          </a:lstStyle>
          <a:p>
            <a:r>
              <a:rPr lang="en-US"/>
              <a:t>Click to add photo</a:t>
            </a:r>
          </a:p>
        </p:txBody>
      </p:sp>
      <p:sp>
        <p:nvSpPr>
          <p:cNvPr id="4" name="Text Placeholder 25">
            <a:extLst>
              <a:ext uri="{FF2B5EF4-FFF2-40B4-BE49-F238E27FC236}">
                <a16:creationId xmlns:a16="http://schemas.microsoft.com/office/drawing/2014/main" id="{7E3B57FB-688F-0C57-1EB3-56CF3F45481F}"/>
              </a:ext>
            </a:extLst>
          </p:cNvPr>
          <p:cNvSpPr>
            <a:spLocks noGrp="1"/>
          </p:cNvSpPr>
          <p:nvPr>
            <p:ph type="body" sz="quarter" idx="15" hasCustomPrompt="1"/>
          </p:nvPr>
        </p:nvSpPr>
        <p:spPr>
          <a:xfrm>
            <a:off x="731520" y="2743200"/>
            <a:ext cx="5552161" cy="2926080"/>
          </a:xfrm>
        </p:spPr>
        <p:txBody>
          <a:bodyPr vert="horz" lIns="0" tIns="0" rIns="0" bIns="91440" rtlCol="0">
            <a:noAutofit/>
          </a:bodyPr>
          <a:lstStyle>
            <a:lvl1pPr marL="0" indent="0">
              <a:lnSpc>
                <a:spcPct val="90000"/>
              </a:lnSpc>
              <a:spcBef>
                <a:spcPts val="600"/>
              </a:spcBef>
              <a:buFont typeface="IBM Plex Sans" panose="020B0503050203000203" pitchFamily="34" charset="0"/>
              <a:buNone/>
              <a:defRPr lang="en-US" sz="1600" dirty="0"/>
            </a:lvl1pPr>
            <a:lvl2pPr>
              <a:defRPr lang="en-US" sz="1400" dirty="0"/>
            </a:lvl2pPr>
            <a:lvl3pPr>
              <a:defRPr lang="en-US" sz="1200" dirty="0"/>
            </a:lvl3pPr>
            <a:lvl4pPr>
              <a:defRPr lang="en-US" sz="1100" dirty="0"/>
            </a:lvl4pPr>
            <a:lvl5pPr>
              <a:defRPr lang="en-US" sz="1050" dirty="0"/>
            </a:lvl5pPr>
          </a:lstStyle>
          <a:p>
            <a:pPr marL="228600" marR="0" lvl="0" indent="-228600" algn="l" defTabSz="1219170" rtl="0" eaLnBrk="1" fontAlgn="auto" latinLnBrk="0" hangingPunct="1">
              <a:lnSpc>
                <a:spcPct val="90000"/>
              </a:lnSpc>
              <a:spcBef>
                <a:spcPts val="1200"/>
              </a:spcBef>
              <a:spcAft>
                <a:spcPts val="0"/>
              </a:spcAft>
              <a:buClr>
                <a:srgbClr val="7042BE"/>
              </a:buClr>
              <a:buSzTx/>
              <a:buFont typeface="IBM Plex Sans" panose="020B0503050203000203" pitchFamily="34" charset="0"/>
              <a:buChar char="•"/>
              <a:tabLst/>
              <a:defRPr/>
            </a:pPr>
            <a:r>
              <a:rPr kumimoji="0" lang="en-US" sz="2200" b="0" i="0" u="none" strike="noStrike" kern="1200" cap="none" spc="0" normalizeH="0" baseline="0" noProof="0">
                <a:ln>
                  <a:noFill/>
                </a:ln>
                <a:solidFill>
                  <a:srgbClr val="000000"/>
                </a:solidFill>
                <a:effectLst/>
                <a:uLnTx/>
                <a:uFillTx/>
                <a:latin typeface="IBM Plex Sans"/>
                <a:ea typeface="+mn-ea"/>
                <a:cs typeface="+mn-cs"/>
              </a:rPr>
              <a:t>Click to edit master text styles</a:t>
            </a:r>
          </a:p>
          <a:p>
            <a:pPr marL="457200" marR="0" lvl="1" indent="-228600" algn="l" defTabSz="1219170" rtl="0" eaLnBrk="1" fontAlgn="auto" latinLnBrk="0" hangingPunct="1">
              <a:lnSpc>
                <a:spcPct val="90000"/>
              </a:lnSpc>
              <a:spcBef>
                <a:spcPts val="600"/>
              </a:spcBef>
              <a:spcAft>
                <a:spcPts val="0"/>
              </a:spcAft>
              <a:buClr>
                <a:srgbClr val="7042BE"/>
              </a:buClr>
              <a:buSzTx/>
              <a:buFont typeface="IBM Plex Sans" panose="020B0503050203000203" pitchFamily="34" charset="0"/>
              <a:buChar char="–"/>
              <a:tabLst/>
              <a:defRPr/>
            </a:pPr>
            <a:r>
              <a:rPr kumimoji="0" lang="en-US" sz="2000" b="0" i="0" u="none" strike="noStrike" kern="1200" cap="none" spc="0" normalizeH="0" baseline="0" noProof="0">
                <a:ln>
                  <a:noFill/>
                </a:ln>
                <a:solidFill>
                  <a:srgbClr val="000000"/>
                </a:solidFill>
                <a:effectLst/>
                <a:uLnTx/>
                <a:uFillTx/>
                <a:latin typeface="IBM Plex Sans"/>
                <a:ea typeface="+mn-ea"/>
                <a:cs typeface="+mn-cs"/>
              </a:rPr>
              <a:t>Second level</a:t>
            </a:r>
          </a:p>
          <a:p>
            <a:pPr marL="685800" marR="0" lvl="2" indent="-228600" algn="l" defTabSz="1219170" rtl="0" eaLnBrk="1" fontAlgn="auto" latinLnBrk="0" hangingPunct="1">
              <a:lnSpc>
                <a:spcPct val="90000"/>
              </a:lnSpc>
              <a:spcBef>
                <a:spcPts val="600"/>
              </a:spcBef>
              <a:spcAft>
                <a:spcPts val="0"/>
              </a:spcAft>
              <a:buClr>
                <a:srgbClr val="7042BE"/>
              </a:buClr>
              <a:buSzTx/>
              <a:buFont typeface="IBM Plex Sans" panose="020B0503050203000203" pitchFamily="34" charset="0"/>
              <a:buChar char="–"/>
              <a:tabLst/>
              <a:defRPr/>
            </a:pPr>
            <a:r>
              <a:rPr kumimoji="0" lang="en-US" sz="1800" b="0" i="0" u="none" strike="noStrike" kern="1200" cap="none" spc="0" normalizeH="0" baseline="0" noProof="0">
                <a:ln>
                  <a:noFill/>
                </a:ln>
                <a:solidFill>
                  <a:srgbClr val="000000"/>
                </a:solidFill>
                <a:effectLst/>
                <a:uLnTx/>
                <a:uFillTx/>
                <a:latin typeface="IBM Plex Sans"/>
                <a:ea typeface="+mn-ea"/>
                <a:cs typeface="+mn-cs"/>
              </a:rPr>
              <a:t>Third level</a:t>
            </a:r>
          </a:p>
          <a:p>
            <a:pPr marL="914400" marR="0" lvl="3" indent="-228600" algn="l" defTabSz="1219170" rtl="0" eaLnBrk="1" fontAlgn="auto" latinLnBrk="0" hangingPunct="1">
              <a:lnSpc>
                <a:spcPct val="90000"/>
              </a:lnSpc>
              <a:spcBef>
                <a:spcPts val="300"/>
              </a:spcBef>
              <a:spcAft>
                <a:spcPts val="0"/>
              </a:spcAft>
              <a:buClr>
                <a:srgbClr val="7042BE"/>
              </a:buClr>
              <a:buSzTx/>
              <a:buFont typeface="IBM Plex Sans" panose="020B0503050203000203" pitchFamily="34" charset="0"/>
              <a:buChar char="–"/>
              <a:tabLst/>
              <a:defRPr/>
            </a:pPr>
            <a:r>
              <a:rPr kumimoji="0" lang="en-US" sz="1600" b="0" i="0" u="none" strike="noStrike" kern="1200" cap="none" spc="0" normalizeH="0" baseline="0" noProof="0">
                <a:ln>
                  <a:noFill/>
                </a:ln>
                <a:solidFill>
                  <a:srgbClr val="000000"/>
                </a:solidFill>
                <a:effectLst/>
                <a:uLnTx/>
                <a:uFillTx/>
                <a:latin typeface="IBM Plex Sans"/>
                <a:ea typeface="+mn-ea"/>
                <a:cs typeface="+mn-cs"/>
              </a:rPr>
              <a:t>Fourth level</a:t>
            </a:r>
          </a:p>
          <a:p>
            <a:pPr marL="1143000" marR="0" lvl="4" indent="-228600" algn="l" defTabSz="1219170" rtl="0" eaLnBrk="1" fontAlgn="auto" latinLnBrk="0" hangingPunct="1">
              <a:lnSpc>
                <a:spcPct val="90000"/>
              </a:lnSpc>
              <a:spcBef>
                <a:spcPts val="300"/>
              </a:spcBef>
              <a:spcAft>
                <a:spcPts val="0"/>
              </a:spcAft>
              <a:buClr>
                <a:srgbClr val="7042BE"/>
              </a:buClr>
              <a:buSzTx/>
              <a:buFont typeface="IBM Plex Sans" panose="020B0503050203000203" pitchFamily="34" charset="0"/>
              <a:buChar char="–"/>
              <a:tabLst/>
              <a:defRPr/>
            </a:pPr>
            <a:r>
              <a:rPr kumimoji="0" lang="en-US" sz="1400" b="0" i="0" u="none" strike="noStrike" kern="1200" cap="none" spc="0" normalizeH="0" baseline="0" noProof="0">
                <a:ln>
                  <a:noFill/>
                </a:ln>
                <a:solidFill>
                  <a:srgbClr val="000000"/>
                </a:solidFill>
                <a:effectLst/>
                <a:uLnTx/>
                <a:uFillTx/>
                <a:latin typeface="IBM Plex Sans"/>
                <a:ea typeface="+mn-ea"/>
                <a:cs typeface="+mn-cs"/>
              </a:rPr>
              <a:t>Fifth level</a:t>
            </a:r>
          </a:p>
        </p:txBody>
      </p:sp>
      <p:sp>
        <p:nvSpPr>
          <p:cNvPr id="2" name="Date Placeholder 1">
            <a:extLst>
              <a:ext uri="{FF2B5EF4-FFF2-40B4-BE49-F238E27FC236}">
                <a16:creationId xmlns:a16="http://schemas.microsoft.com/office/drawing/2014/main" id="{D00A28DC-4EDE-497C-F840-7C4F8AF6BC11}"/>
              </a:ext>
            </a:extLst>
          </p:cNvPr>
          <p:cNvSpPr>
            <a:spLocks noGrp="1"/>
          </p:cNvSpPr>
          <p:nvPr>
            <p:ph type="dt" sz="half" idx="16"/>
          </p:nvPr>
        </p:nvSpPr>
        <p:spPr/>
        <p:txBody>
          <a:bodyPr/>
          <a:lstStyle/>
          <a:p>
            <a:fld id="{228D026D-C07B-48C8-8C2B-C561E4D51E16}" type="datetime1">
              <a:rPr lang="en-US" smtClean="0"/>
              <a:t>1/15/2025</a:t>
            </a:fld>
            <a:endParaRPr lang="en-US"/>
          </a:p>
        </p:txBody>
      </p:sp>
      <p:sp>
        <p:nvSpPr>
          <p:cNvPr id="3" name="Footer Placeholder 2">
            <a:extLst>
              <a:ext uri="{FF2B5EF4-FFF2-40B4-BE49-F238E27FC236}">
                <a16:creationId xmlns:a16="http://schemas.microsoft.com/office/drawing/2014/main" id="{60E2C94F-0EC9-E11C-BDF6-DF02B2DEB6C7}"/>
              </a:ext>
            </a:extLst>
          </p:cNvPr>
          <p:cNvSpPr>
            <a:spLocks noGrp="1"/>
          </p:cNvSpPr>
          <p:nvPr>
            <p:ph type="ftr" sz="quarter" idx="17"/>
          </p:nvPr>
        </p:nvSpPr>
        <p:spPr/>
        <p:txBody>
          <a:bodyPr/>
          <a:lstStyle/>
          <a:p>
            <a:r>
              <a:rPr lang="en-US"/>
              <a:t>CONFIDENTIAL</a:t>
            </a:r>
          </a:p>
        </p:txBody>
      </p:sp>
      <p:sp>
        <p:nvSpPr>
          <p:cNvPr id="7" name="Slide Number Placeholder 6">
            <a:extLst>
              <a:ext uri="{FF2B5EF4-FFF2-40B4-BE49-F238E27FC236}">
                <a16:creationId xmlns:a16="http://schemas.microsoft.com/office/drawing/2014/main" id="{283F67D9-AAE2-0416-4EE0-02FAA6827961}"/>
              </a:ext>
            </a:extLst>
          </p:cNvPr>
          <p:cNvSpPr>
            <a:spLocks noGrp="1"/>
          </p:cNvSpPr>
          <p:nvPr>
            <p:ph type="sldNum" sz="quarter" idx="18"/>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2048018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tro 3">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733599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5930751" y="1005839"/>
            <a:ext cx="5528766" cy="1503445"/>
          </a:xfrm>
          <a:prstGeom prst="rect">
            <a:avLst/>
          </a:prstGeom>
        </p:spPr>
        <p:txBody>
          <a:bodyPr vert="horz" lIns="0" tIns="45720" rIns="0" bIns="45720" rtlCol="0" anchor="b">
            <a:noAutofit/>
          </a:bodyPr>
          <a:lstStyle>
            <a:lvl1pPr>
              <a:defRPr sz="4400" b="1">
                <a:solidFill>
                  <a:schemeClr val="accent1">
                    <a:lumMod val="50000"/>
                  </a:schemeClr>
                </a:solidFill>
                <a:latin typeface="+mj-lt"/>
                <a:ea typeface="+mj-ea"/>
                <a:cs typeface="+mj-cs"/>
              </a:defRPr>
            </a:lvl1pPr>
          </a:lstStyle>
          <a:p>
            <a:r>
              <a:rPr lang="en-US"/>
              <a:t>Title Goes Here</a:t>
            </a:r>
          </a:p>
        </p:txBody>
      </p:sp>
      <p:sp>
        <p:nvSpPr>
          <p:cNvPr id="5" name="Picture Placeholder 23">
            <a:extLst>
              <a:ext uri="{FF2B5EF4-FFF2-40B4-BE49-F238E27FC236}">
                <a16:creationId xmlns:a16="http://schemas.microsoft.com/office/drawing/2014/main" id="{85722EBC-8176-2081-5A3F-1276FD28E162}"/>
              </a:ext>
            </a:extLst>
          </p:cNvPr>
          <p:cNvSpPr>
            <a:spLocks noGrp="1"/>
          </p:cNvSpPr>
          <p:nvPr>
            <p:ph type="pic" sz="quarter" idx="10" hasCustomPrompt="1"/>
          </p:nvPr>
        </p:nvSpPr>
        <p:spPr>
          <a:xfrm>
            <a:off x="731520" y="1371600"/>
            <a:ext cx="4114800" cy="4114800"/>
          </a:xfrm>
          <a:prstGeom prst="roundRect">
            <a:avLst>
              <a:gd name="adj" fmla="val 5411"/>
            </a:avLst>
          </a:prstGeom>
          <a:solidFill>
            <a:schemeClr val="bg1">
              <a:lumMod val="75000"/>
            </a:schemeClr>
          </a:solidFill>
        </p:spPr>
        <p:txBody>
          <a:bodyPr anchor="ctr"/>
          <a:lstStyle>
            <a:lvl1pPr marL="0" indent="0" algn="ctr">
              <a:buNone/>
              <a:defRPr sz="2000"/>
            </a:lvl1pPr>
          </a:lstStyle>
          <a:p>
            <a:r>
              <a:rPr lang="en-US"/>
              <a:t>Click to add photo</a:t>
            </a:r>
          </a:p>
        </p:txBody>
      </p:sp>
      <p:sp>
        <p:nvSpPr>
          <p:cNvPr id="4" name="Text Placeholder 3">
            <a:extLst>
              <a:ext uri="{FF2B5EF4-FFF2-40B4-BE49-F238E27FC236}">
                <a16:creationId xmlns:a16="http://schemas.microsoft.com/office/drawing/2014/main" id="{25267FFB-44D3-415C-09AF-BF233EDCF284}"/>
              </a:ext>
            </a:extLst>
          </p:cNvPr>
          <p:cNvSpPr>
            <a:spLocks noGrp="1"/>
          </p:cNvSpPr>
          <p:nvPr>
            <p:ph type="body" sz="quarter" idx="11" hasCustomPrompt="1"/>
          </p:nvPr>
        </p:nvSpPr>
        <p:spPr>
          <a:xfrm>
            <a:off x="5930751" y="3146299"/>
            <a:ext cx="5528765" cy="2705861"/>
          </a:xfrm>
        </p:spPr>
        <p:txBody>
          <a:bodyPr lIns="0" tIns="0" rIns="0"/>
          <a:lstStyle>
            <a:lvl1pPr marL="0" indent="0">
              <a:lnSpc>
                <a:spcPct val="120000"/>
              </a:lnSpc>
              <a:spcBef>
                <a:spcPts val="300"/>
              </a:spcBef>
              <a:buFont typeface="IBM Plex Sans" panose="020B0503050203000203" pitchFamily="34" charset="0"/>
              <a:buNone/>
              <a:defRPr sz="2000"/>
            </a:lvl1pPr>
            <a:lvl2pPr marL="514350" indent="-285750">
              <a:lnSpc>
                <a:spcPct val="120000"/>
              </a:lnSpc>
              <a:buFont typeface="IBM Plex Sans" panose="020B0503050203000203" pitchFamily="34" charset="0"/>
              <a:buChar char="–"/>
              <a:defRPr sz="1800"/>
            </a:lvl2pPr>
            <a:lvl3pPr marL="685800" indent="-228600">
              <a:lnSpc>
                <a:spcPct val="120000"/>
              </a:lnSpc>
              <a:buFont typeface="IBM Plex Sans" panose="020B0503050203000203" pitchFamily="34" charset="0"/>
              <a:buChar char="–"/>
              <a:defRPr sz="1600"/>
            </a:lvl3pPr>
            <a:lvl4pPr marL="914400" indent="-228600">
              <a:lnSpc>
                <a:spcPct val="120000"/>
              </a:lnSpc>
              <a:buFont typeface="IBM Plex Sans" panose="020B0503050203000203" pitchFamily="34" charset="0"/>
              <a:buChar char="–"/>
              <a:defRPr sz="1400"/>
            </a:lvl4pPr>
            <a:lvl5pPr marL="1085850" indent="-171450">
              <a:lnSpc>
                <a:spcPct val="120000"/>
              </a:lnSpc>
              <a:buFont typeface="IBM Plex Sans" panose="020B0503050203000203" pitchFamily="34" charset="0"/>
              <a:buChar char="–"/>
              <a:defRPr sz="1050"/>
            </a:lvl5pPr>
          </a:lstStyle>
          <a:p>
            <a:pPr marL="228600" marR="0" lvl="0" indent="-228600" algn="l" defTabSz="1219170" rtl="0" eaLnBrk="1" fontAlgn="auto" latinLnBrk="0" hangingPunct="1">
              <a:lnSpc>
                <a:spcPct val="90000"/>
              </a:lnSpc>
              <a:spcBef>
                <a:spcPts val="1200"/>
              </a:spcBef>
              <a:spcAft>
                <a:spcPts val="0"/>
              </a:spcAft>
              <a:buClr>
                <a:srgbClr val="7042BE"/>
              </a:buClr>
              <a:buSzTx/>
              <a:buFont typeface="IBM Plex Sans" panose="020B0503050203000203" pitchFamily="34" charset="0"/>
              <a:buChar char="•"/>
              <a:tabLst/>
              <a:defRPr/>
            </a:pPr>
            <a:r>
              <a:rPr kumimoji="0" lang="en-US" sz="2200" b="0" i="0" u="none" strike="noStrike" kern="1200" cap="none" spc="0" normalizeH="0" baseline="0" noProof="0">
                <a:ln>
                  <a:noFill/>
                </a:ln>
                <a:solidFill>
                  <a:srgbClr val="000000"/>
                </a:solidFill>
                <a:effectLst/>
                <a:uLnTx/>
                <a:uFillTx/>
                <a:latin typeface="IBM Plex Sans"/>
                <a:ea typeface="+mn-ea"/>
                <a:cs typeface="+mn-cs"/>
              </a:rPr>
              <a:t>Click to edit master text styles</a:t>
            </a:r>
          </a:p>
          <a:p>
            <a:pPr marL="457200" marR="0" lvl="1" indent="-228600" algn="l" defTabSz="1219170" rtl="0" eaLnBrk="1" fontAlgn="auto" latinLnBrk="0" hangingPunct="1">
              <a:lnSpc>
                <a:spcPct val="90000"/>
              </a:lnSpc>
              <a:spcBef>
                <a:spcPts val="600"/>
              </a:spcBef>
              <a:spcAft>
                <a:spcPts val="0"/>
              </a:spcAft>
              <a:buClr>
                <a:srgbClr val="7042BE"/>
              </a:buClr>
              <a:buSzTx/>
              <a:buFont typeface="IBM Plex Sans" panose="020B0503050203000203" pitchFamily="34" charset="0"/>
              <a:buChar char="–"/>
              <a:tabLst/>
              <a:defRPr/>
            </a:pPr>
            <a:r>
              <a:rPr kumimoji="0" lang="en-US" sz="2000" b="0" i="0" u="none" strike="noStrike" kern="1200" cap="none" spc="0" normalizeH="0" baseline="0" noProof="0">
                <a:ln>
                  <a:noFill/>
                </a:ln>
                <a:solidFill>
                  <a:srgbClr val="000000"/>
                </a:solidFill>
                <a:effectLst/>
                <a:uLnTx/>
                <a:uFillTx/>
                <a:latin typeface="IBM Plex Sans"/>
                <a:ea typeface="+mn-ea"/>
                <a:cs typeface="+mn-cs"/>
              </a:rPr>
              <a:t>Second level</a:t>
            </a:r>
          </a:p>
          <a:p>
            <a:pPr marL="685800" marR="0" lvl="2" indent="-228600" algn="l" defTabSz="1219170" rtl="0" eaLnBrk="1" fontAlgn="auto" latinLnBrk="0" hangingPunct="1">
              <a:lnSpc>
                <a:spcPct val="90000"/>
              </a:lnSpc>
              <a:spcBef>
                <a:spcPts val="600"/>
              </a:spcBef>
              <a:spcAft>
                <a:spcPts val="0"/>
              </a:spcAft>
              <a:buClr>
                <a:srgbClr val="7042BE"/>
              </a:buClr>
              <a:buSzTx/>
              <a:buFont typeface="IBM Plex Sans" panose="020B0503050203000203" pitchFamily="34" charset="0"/>
              <a:buChar char="–"/>
              <a:tabLst/>
              <a:defRPr/>
            </a:pPr>
            <a:r>
              <a:rPr kumimoji="0" lang="en-US" sz="1800" b="0" i="0" u="none" strike="noStrike" kern="1200" cap="none" spc="0" normalizeH="0" baseline="0" noProof="0">
                <a:ln>
                  <a:noFill/>
                </a:ln>
                <a:solidFill>
                  <a:srgbClr val="000000"/>
                </a:solidFill>
                <a:effectLst/>
                <a:uLnTx/>
                <a:uFillTx/>
                <a:latin typeface="IBM Plex Sans"/>
                <a:ea typeface="+mn-ea"/>
                <a:cs typeface="+mn-cs"/>
              </a:rPr>
              <a:t>Third level</a:t>
            </a:r>
          </a:p>
          <a:p>
            <a:pPr marL="914400" marR="0" lvl="3" indent="-228600" algn="l" defTabSz="1219170" rtl="0" eaLnBrk="1" fontAlgn="auto" latinLnBrk="0" hangingPunct="1">
              <a:lnSpc>
                <a:spcPct val="90000"/>
              </a:lnSpc>
              <a:spcBef>
                <a:spcPts val="300"/>
              </a:spcBef>
              <a:spcAft>
                <a:spcPts val="0"/>
              </a:spcAft>
              <a:buClr>
                <a:srgbClr val="7042BE"/>
              </a:buClr>
              <a:buSzTx/>
              <a:buFont typeface="IBM Plex Sans" panose="020B0503050203000203" pitchFamily="34" charset="0"/>
              <a:buChar char="–"/>
              <a:tabLst/>
              <a:defRPr/>
            </a:pPr>
            <a:r>
              <a:rPr kumimoji="0" lang="en-US" sz="1600" b="0" i="0" u="none" strike="noStrike" kern="1200" cap="none" spc="0" normalizeH="0" baseline="0" noProof="0">
                <a:ln>
                  <a:noFill/>
                </a:ln>
                <a:solidFill>
                  <a:srgbClr val="000000"/>
                </a:solidFill>
                <a:effectLst/>
                <a:uLnTx/>
                <a:uFillTx/>
                <a:latin typeface="IBM Plex Sans"/>
                <a:ea typeface="+mn-ea"/>
                <a:cs typeface="+mn-cs"/>
              </a:rPr>
              <a:t>Fourth level</a:t>
            </a:r>
          </a:p>
          <a:p>
            <a:pPr marL="1143000" marR="0" lvl="4" indent="-228600" algn="l" defTabSz="1219170" rtl="0" eaLnBrk="1" fontAlgn="auto" latinLnBrk="0" hangingPunct="1">
              <a:lnSpc>
                <a:spcPct val="90000"/>
              </a:lnSpc>
              <a:spcBef>
                <a:spcPts val="300"/>
              </a:spcBef>
              <a:spcAft>
                <a:spcPts val="0"/>
              </a:spcAft>
              <a:buClr>
                <a:srgbClr val="7042BE"/>
              </a:buClr>
              <a:buSzTx/>
              <a:buFont typeface="IBM Plex Sans" panose="020B0503050203000203" pitchFamily="34" charset="0"/>
              <a:buChar char="–"/>
              <a:tabLst/>
              <a:defRPr/>
            </a:pPr>
            <a:r>
              <a:rPr kumimoji="0" lang="en-US" sz="1400" b="0" i="0" u="none" strike="noStrike" kern="1200" cap="none" spc="0" normalizeH="0" baseline="0" noProof="0">
                <a:ln>
                  <a:noFill/>
                </a:ln>
                <a:solidFill>
                  <a:srgbClr val="000000"/>
                </a:solidFill>
                <a:effectLst/>
                <a:uLnTx/>
                <a:uFillTx/>
                <a:latin typeface="IBM Plex Sans"/>
                <a:ea typeface="+mn-ea"/>
                <a:cs typeface="+mn-cs"/>
              </a:rPr>
              <a:t>Fifth level</a:t>
            </a:r>
          </a:p>
        </p:txBody>
      </p:sp>
      <p:sp>
        <p:nvSpPr>
          <p:cNvPr id="15" name="Subtitle 2">
            <a:extLst>
              <a:ext uri="{FF2B5EF4-FFF2-40B4-BE49-F238E27FC236}">
                <a16:creationId xmlns:a16="http://schemas.microsoft.com/office/drawing/2014/main" id="{35DC146D-825C-398F-D155-8C982B54C681}"/>
              </a:ext>
            </a:extLst>
          </p:cNvPr>
          <p:cNvSpPr>
            <a:spLocks noGrp="1"/>
          </p:cNvSpPr>
          <p:nvPr>
            <p:ph type="subTitle" idx="12" hasCustomPrompt="1"/>
          </p:nvPr>
        </p:nvSpPr>
        <p:spPr>
          <a:xfrm>
            <a:off x="5930751" y="2560320"/>
            <a:ext cx="5528765" cy="293117"/>
          </a:xfrm>
        </p:spPr>
        <p:txBody>
          <a:bodyPr lIns="0" tIns="0" rIns="0" bIns="0"/>
          <a:lstStyle>
            <a:lvl1pPr marL="0" indent="0" algn="l">
              <a:buNone/>
              <a:defRPr sz="2000" b="0" cap="all" baseline="0">
                <a:solidFill>
                  <a:schemeClr val="accent1">
                    <a:lumMod val="50000"/>
                  </a:schemeClr>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Lorem ipsum dolor sit </a:t>
            </a:r>
            <a:r>
              <a:rPr lang="en-US" err="1"/>
              <a:t>amet</a:t>
            </a:r>
            <a:endParaRPr lang="en-US"/>
          </a:p>
        </p:txBody>
      </p:sp>
      <p:sp>
        <p:nvSpPr>
          <p:cNvPr id="2" name="Date Placeholder 1">
            <a:extLst>
              <a:ext uri="{FF2B5EF4-FFF2-40B4-BE49-F238E27FC236}">
                <a16:creationId xmlns:a16="http://schemas.microsoft.com/office/drawing/2014/main" id="{1E7F2DB5-D82B-A641-98F8-D377EE398C7D}"/>
              </a:ext>
            </a:extLst>
          </p:cNvPr>
          <p:cNvSpPr>
            <a:spLocks noGrp="1"/>
          </p:cNvSpPr>
          <p:nvPr>
            <p:ph type="dt" sz="half" idx="13"/>
          </p:nvPr>
        </p:nvSpPr>
        <p:spPr/>
        <p:txBody>
          <a:bodyPr/>
          <a:lstStyle/>
          <a:p>
            <a:fld id="{228D026D-C07B-48C8-8C2B-C561E4D51E16}" type="datetime1">
              <a:rPr lang="en-US" smtClean="0"/>
              <a:t>1/15/2025</a:t>
            </a:fld>
            <a:endParaRPr lang="en-US"/>
          </a:p>
        </p:txBody>
      </p:sp>
      <p:sp>
        <p:nvSpPr>
          <p:cNvPr id="3" name="Footer Placeholder 2">
            <a:extLst>
              <a:ext uri="{FF2B5EF4-FFF2-40B4-BE49-F238E27FC236}">
                <a16:creationId xmlns:a16="http://schemas.microsoft.com/office/drawing/2014/main" id="{59FF0207-3A57-E578-D04D-01D5F6039C3B}"/>
              </a:ext>
            </a:extLst>
          </p:cNvPr>
          <p:cNvSpPr>
            <a:spLocks noGrp="1"/>
          </p:cNvSpPr>
          <p:nvPr>
            <p:ph type="ftr" sz="quarter" idx="14"/>
          </p:nvPr>
        </p:nvSpPr>
        <p:spPr/>
        <p:txBody>
          <a:bodyPr/>
          <a:lstStyle/>
          <a:p>
            <a:r>
              <a:rPr lang="en-US"/>
              <a:t>CONFIDENTIAL</a:t>
            </a:r>
          </a:p>
        </p:txBody>
      </p:sp>
      <p:sp>
        <p:nvSpPr>
          <p:cNvPr id="7" name="Slide Number Placeholder 6">
            <a:extLst>
              <a:ext uri="{FF2B5EF4-FFF2-40B4-BE49-F238E27FC236}">
                <a16:creationId xmlns:a16="http://schemas.microsoft.com/office/drawing/2014/main" id="{D4B2F375-806F-5A88-6CD5-E326BE3B76A2}"/>
              </a:ext>
            </a:extLst>
          </p:cNvPr>
          <p:cNvSpPr>
            <a:spLocks noGrp="1"/>
          </p:cNvSpPr>
          <p:nvPr>
            <p:ph type="sldNum" sz="quarter" idx="15"/>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3047066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Divider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8D7F9-E9AF-86FA-9B2E-90079431B0C3}"/>
              </a:ext>
            </a:extLst>
          </p:cNvPr>
          <p:cNvSpPr>
            <a:spLocks noGrp="1"/>
          </p:cNvSpPr>
          <p:nvPr>
            <p:ph type="title" hasCustomPrompt="1"/>
          </p:nvPr>
        </p:nvSpPr>
        <p:spPr>
          <a:xfrm>
            <a:off x="1066800" y="914400"/>
            <a:ext cx="10058400" cy="2514600"/>
          </a:xfrm>
        </p:spPr>
        <p:txBody>
          <a:bodyPr lIns="0" tIns="0" rIns="0" anchor="b"/>
          <a:lstStyle>
            <a:lvl1pPr algn="l">
              <a:defRPr sz="6000" b="1">
                <a:solidFill>
                  <a:schemeClr val="accent1">
                    <a:lumMod val="50000"/>
                  </a:schemeClr>
                </a:solidFill>
                <a:latin typeface="+mj-lt"/>
              </a:defRPr>
            </a:lvl1pPr>
          </a:lstStyle>
          <a:p>
            <a:r>
              <a:rPr lang="en-US"/>
              <a:t>Title Goes Here</a:t>
            </a:r>
            <a:br>
              <a:rPr lang="en-US"/>
            </a:br>
            <a:r>
              <a:rPr lang="en-US"/>
              <a:t>Titles Are IBM Sans Plex Bold 60pt Font</a:t>
            </a:r>
          </a:p>
        </p:txBody>
      </p:sp>
      <p:sp>
        <p:nvSpPr>
          <p:cNvPr id="3" name="Text Placeholder 2">
            <a:extLst>
              <a:ext uri="{FF2B5EF4-FFF2-40B4-BE49-F238E27FC236}">
                <a16:creationId xmlns:a16="http://schemas.microsoft.com/office/drawing/2014/main" id="{18205E1F-A8E1-3693-820C-0286D091F500}"/>
              </a:ext>
            </a:extLst>
          </p:cNvPr>
          <p:cNvSpPr>
            <a:spLocks noGrp="1"/>
          </p:cNvSpPr>
          <p:nvPr>
            <p:ph type="body" idx="1" hasCustomPrompt="1"/>
          </p:nvPr>
        </p:nvSpPr>
        <p:spPr>
          <a:xfrm>
            <a:off x="1066800" y="3566160"/>
            <a:ext cx="10058400" cy="1847259"/>
          </a:xfrm>
        </p:spPr>
        <p:txBody>
          <a:bodyPr lIns="0" tIns="0" rIns="0"/>
          <a:lstStyle>
            <a:lvl1pPr marL="0" indent="0">
              <a:buNone/>
              <a:defRPr sz="2400">
                <a:solidFill>
                  <a:schemeClr val="accent1">
                    <a:lumMod val="50000"/>
                  </a:schemeClr>
                </a:solidFill>
                <a:latin typeface="IBM Plex Sans SemiBold" panose="020B070305020300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Add Subtitle Here</a:t>
            </a:r>
          </a:p>
        </p:txBody>
      </p:sp>
      <p:sp>
        <p:nvSpPr>
          <p:cNvPr id="7" name="Date Placeholder 6">
            <a:extLst>
              <a:ext uri="{FF2B5EF4-FFF2-40B4-BE49-F238E27FC236}">
                <a16:creationId xmlns:a16="http://schemas.microsoft.com/office/drawing/2014/main" id="{DBCF6DAA-0913-05C4-215F-FFD66669C35D}"/>
              </a:ext>
            </a:extLst>
          </p:cNvPr>
          <p:cNvSpPr>
            <a:spLocks noGrp="1"/>
          </p:cNvSpPr>
          <p:nvPr>
            <p:ph type="dt" sz="half" idx="10"/>
          </p:nvPr>
        </p:nvSpPr>
        <p:spPr/>
        <p:txBody>
          <a:bodyPr/>
          <a:lstStyle/>
          <a:p>
            <a:fld id="{228D026D-C07B-48C8-8C2B-C561E4D51E16}" type="datetime1">
              <a:rPr lang="en-US" smtClean="0"/>
              <a:t>1/15/2025</a:t>
            </a:fld>
            <a:endParaRPr lang="en-US"/>
          </a:p>
        </p:txBody>
      </p:sp>
      <p:sp>
        <p:nvSpPr>
          <p:cNvPr id="11" name="Footer Placeholder 10">
            <a:extLst>
              <a:ext uri="{FF2B5EF4-FFF2-40B4-BE49-F238E27FC236}">
                <a16:creationId xmlns:a16="http://schemas.microsoft.com/office/drawing/2014/main" id="{87371A71-DD90-DF12-9972-02142C7E31C3}"/>
              </a:ext>
            </a:extLst>
          </p:cNvPr>
          <p:cNvSpPr>
            <a:spLocks noGrp="1"/>
          </p:cNvSpPr>
          <p:nvPr>
            <p:ph type="ftr" sz="quarter" idx="11"/>
          </p:nvPr>
        </p:nvSpPr>
        <p:spPr/>
        <p:txBody>
          <a:bodyPr/>
          <a:lstStyle/>
          <a:p>
            <a:r>
              <a:rPr lang="en-US"/>
              <a:t>CONFIDENTIAL</a:t>
            </a:r>
          </a:p>
        </p:txBody>
      </p:sp>
      <p:sp>
        <p:nvSpPr>
          <p:cNvPr id="12" name="Slide Number Placeholder 11">
            <a:extLst>
              <a:ext uri="{FF2B5EF4-FFF2-40B4-BE49-F238E27FC236}">
                <a16:creationId xmlns:a16="http://schemas.microsoft.com/office/drawing/2014/main" id="{DCB088B5-E0E6-78A2-35C2-A05446E1547F}"/>
              </a:ext>
            </a:extLst>
          </p:cNvPr>
          <p:cNvSpPr>
            <a:spLocks noGrp="1"/>
          </p:cNvSpPr>
          <p:nvPr>
            <p:ph type="sldNum" sz="quarter" idx="12"/>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2313334162"/>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Divider Purple">
    <p:bg bwMode="auto">
      <p:bgPr>
        <a:solidFill>
          <a:schemeClr val="accent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8205E1F-A8E1-3693-820C-0286D091F500}"/>
              </a:ext>
            </a:extLst>
          </p:cNvPr>
          <p:cNvSpPr>
            <a:spLocks noGrp="1"/>
          </p:cNvSpPr>
          <p:nvPr>
            <p:ph type="body" idx="1" hasCustomPrompt="1"/>
          </p:nvPr>
        </p:nvSpPr>
        <p:spPr bwMode="white">
          <a:xfrm>
            <a:off x="1066800" y="3566160"/>
            <a:ext cx="10058400" cy="1847260"/>
          </a:xfrm>
        </p:spPr>
        <p:txBody>
          <a:bodyPr lIns="0" tIns="0" rIns="0" bIns="0"/>
          <a:lstStyle>
            <a:lvl1pPr marL="0" indent="0" algn="l" defTabSz="1219170" rtl="0" eaLnBrk="1" latinLnBrk="0" hangingPunct="1">
              <a:lnSpc>
                <a:spcPct val="90000"/>
              </a:lnSpc>
              <a:spcBef>
                <a:spcPts val="1200"/>
              </a:spcBef>
              <a:buFont typeface="IBM Plex Sans" panose="020B0503050203000203" pitchFamily="34" charset="0"/>
              <a:buNone/>
              <a:defRPr lang="en-US" sz="2400" kern="1200" dirty="0">
                <a:solidFill>
                  <a:schemeClr val="bg1"/>
                </a:solidFill>
                <a:latin typeface="IBM Plex Sans SemiBold" panose="020B0703050203000203"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Add Subtitle Here</a:t>
            </a:r>
          </a:p>
        </p:txBody>
      </p:sp>
      <p:sp>
        <p:nvSpPr>
          <p:cNvPr id="2" name="Title 1">
            <a:extLst>
              <a:ext uri="{FF2B5EF4-FFF2-40B4-BE49-F238E27FC236}">
                <a16:creationId xmlns:a16="http://schemas.microsoft.com/office/drawing/2014/main" id="{B7C30ED4-1A99-54DB-C482-89A6F32E9B95}"/>
              </a:ext>
            </a:extLst>
          </p:cNvPr>
          <p:cNvSpPr>
            <a:spLocks noGrp="1"/>
          </p:cNvSpPr>
          <p:nvPr>
            <p:ph type="title" hasCustomPrompt="1"/>
          </p:nvPr>
        </p:nvSpPr>
        <p:spPr bwMode="white">
          <a:xfrm>
            <a:off x="1066800" y="914400"/>
            <a:ext cx="10058400" cy="2514600"/>
          </a:xfrm>
        </p:spPr>
        <p:txBody>
          <a:bodyPr lIns="0" tIns="0" rIns="0" anchor="b"/>
          <a:lstStyle>
            <a:lvl1pPr algn="l" defTabSz="1219170" rtl="0" eaLnBrk="1" latinLnBrk="0" hangingPunct="1">
              <a:lnSpc>
                <a:spcPct val="90000"/>
              </a:lnSpc>
              <a:spcBef>
                <a:spcPct val="0"/>
              </a:spcBef>
              <a:buNone/>
              <a:defRPr lang="en-US" sz="6000" b="1" kern="1200" cap="none" baseline="0" dirty="0">
                <a:solidFill>
                  <a:schemeClr val="bg1"/>
                </a:solidFill>
                <a:latin typeface="+mj-lt"/>
                <a:ea typeface="+mj-ea"/>
                <a:cs typeface="+mj-cs"/>
              </a:defRPr>
            </a:lvl1pPr>
          </a:lstStyle>
          <a:p>
            <a:r>
              <a:rPr lang="en-US"/>
              <a:t>Title Goes Here</a:t>
            </a:r>
            <a:br>
              <a:rPr lang="en-US"/>
            </a:br>
            <a:r>
              <a:rPr lang="en-US"/>
              <a:t>Titles Are IBM Sans Plex Bold 60pt Font</a:t>
            </a:r>
          </a:p>
        </p:txBody>
      </p:sp>
      <p:pic>
        <p:nvPicPr>
          <p:cNvPr id="5" name="Graphic 4">
            <a:extLst>
              <a:ext uri="{FF2B5EF4-FFF2-40B4-BE49-F238E27FC236}">
                <a16:creationId xmlns:a16="http://schemas.microsoft.com/office/drawing/2014/main" id="{B7FDF388-46FE-89BA-0EDE-5CC9771F9E4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white">
          <a:xfrm>
            <a:off x="11119839" y="6309360"/>
            <a:ext cx="865880" cy="274320"/>
          </a:xfrm>
          <a:prstGeom prst="rect">
            <a:avLst/>
          </a:prstGeom>
        </p:spPr>
      </p:pic>
      <p:sp>
        <p:nvSpPr>
          <p:cNvPr id="11" name="Date Placeholder 10">
            <a:extLst>
              <a:ext uri="{FF2B5EF4-FFF2-40B4-BE49-F238E27FC236}">
                <a16:creationId xmlns:a16="http://schemas.microsoft.com/office/drawing/2014/main" id="{2A80C000-1905-4B64-0709-B7A0D0D61ACB}"/>
              </a:ext>
            </a:extLst>
          </p:cNvPr>
          <p:cNvSpPr>
            <a:spLocks noGrp="1"/>
          </p:cNvSpPr>
          <p:nvPr>
            <p:ph type="dt" sz="half" idx="10"/>
          </p:nvPr>
        </p:nvSpPr>
        <p:spPr/>
        <p:txBody>
          <a:bodyPr/>
          <a:lstStyle>
            <a:lvl1pPr>
              <a:defRPr>
                <a:solidFill>
                  <a:schemeClr val="bg1"/>
                </a:solidFill>
              </a:defRPr>
            </a:lvl1pPr>
          </a:lstStyle>
          <a:p>
            <a:fld id="{228D026D-C07B-48C8-8C2B-C561E4D51E16}" type="datetime1">
              <a:rPr lang="en-US" smtClean="0"/>
              <a:pPr/>
              <a:t>1/15/2025</a:t>
            </a:fld>
            <a:endParaRPr lang="en-US"/>
          </a:p>
        </p:txBody>
      </p:sp>
      <p:sp>
        <p:nvSpPr>
          <p:cNvPr id="12" name="Footer Placeholder 11">
            <a:extLst>
              <a:ext uri="{FF2B5EF4-FFF2-40B4-BE49-F238E27FC236}">
                <a16:creationId xmlns:a16="http://schemas.microsoft.com/office/drawing/2014/main" id="{489D23F9-EA28-4422-5EFE-56DAAF77521D}"/>
              </a:ext>
            </a:extLst>
          </p:cNvPr>
          <p:cNvSpPr>
            <a:spLocks noGrp="1"/>
          </p:cNvSpPr>
          <p:nvPr>
            <p:ph type="ftr" sz="quarter" idx="11"/>
          </p:nvPr>
        </p:nvSpPr>
        <p:spPr/>
        <p:txBody>
          <a:bodyPr/>
          <a:lstStyle>
            <a:lvl1pPr>
              <a:defRPr>
                <a:solidFill>
                  <a:schemeClr val="bg1"/>
                </a:solidFill>
              </a:defRPr>
            </a:lvl1pPr>
          </a:lstStyle>
          <a:p>
            <a:r>
              <a:rPr lang="en-US"/>
              <a:t>CONFIDENTIAL</a:t>
            </a:r>
          </a:p>
        </p:txBody>
      </p:sp>
      <p:sp>
        <p:nvSpPr>
          <p:cNvPr id="13" name="Slide Number Placeholder 12">
            <a:extLst>
              <a:ext uri="{FF2B5EF4-FFF2-40B4-BE49-F238E27FC236}">
                <a16:creationId xmlns:a16="http://schemas.microsoft.com/office/drawing/2014/main" id="{C608AB34-FD2E-544C-9A1C-862512017ED2}"/>
              </a:ext>
            </a:extLst>
          </p:cNvPr>
          <p:cNvSpPr>
            <a:spLocks noGrp="1"/>
          </p:cNvSpPr>
          <p:nvPr>
            <p:ph type="sldNum" sz="quarter" idx="12"/>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120196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B60DBCE-2A88-1DC9-57F6-7E5393ECA8DC}"/>
              </a:ext>
            </a:extLst>
          </p:cNvPr>
          <p:cNvSpPr>
            <a:spLocks noGrp="1"/>
          </p:cNvSpPr>
          <p:nvPr>
            <p:ph sz="quarter" idx="13"/>
          </p:nvPr>
        </p:nvSpPr>
        <p:spPr>
          <a:xfrm>
            <a:off x="457200" y="2011680"/>
            <a:ext cx="11273991" cy="4261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728487B6-2F91-2A01-3208-A01F9D1F929B}"/>
              </a:ext>
            </a:extLst>
          </p:cNvPr>
          <p:cNvSpPr>
            <a:spLocks noGrp="1"/>
          </p:cNvSpPr>
          <p:nvPr>
            <p:ph type="dt" sz="half" idx="14"/>
          </p:nvPr>
        </p:nvSpPr>
        <p:spPr/>
        <p:txBody>
          <a:bodyPr/>
          <a:lstStyle/>
          <a:p>
            <a:fld id="{228D026D-C07B-48C8-8C2B-C561E4D51E16}" type="datetime1">
              <a:rPr lang="en-US" smtClean="0"/>
              <a:t>1/15/2025</a:t>
            </a:fld>
            <a:endParaRPr lang="en-US"/>
          </a:p>
        </p:txBody>
      </p:sp>
      <p:sp>
        <p:nvSpPr>
          <p:cNvPr id="3" name="Footer Placeholder 2">
            <a:extLst>
              <a:ext uri="{FF2B5EF4-FFF2-40B4-BE49-F238E27FC236}">
                <a16:creationId xmlns:a16="http://schemas.microsoft.com/office/drawing/2014/main" id="{A94D3D8F-9581-BE20-2704-1DD6F20B8A36}"/>
              </a:ext>
            </a:extLst>
          </p:cNvPr>
          <p:cNvSpPr>
            <a:spLocks noGrp="1"/>
          </p:cNvSpPr>
          <p:nvPr>
            <p:ph type="ftr" sz="quarter" idx="15"/>
          </p:nvPr>
        </p:nvSpPr>
        <p:spPr/>
        <p:txBody>
          <a:bodyPr/>
          <a:lstStyle/>
          <a:p>
            <a:r>
              <a:rPr lang="en-US"/>
              <a:t>CONFIDENTIAL</a:t>
            </a:r>
          </a:p>
        </p:txBody>
      </p:sp>
      <p:sp>
        <p:nvSpPr>
          <p:cNvPr id="5" name="Slide Number Placeholder 4">
            <a:extLst>
              <a:ext uri="{FF2B5EF4-FFF2-40B4-BE49-F238E27FC236}">
                <a16:creationId xmlns:a16="http://schemas.microsoft.com/office/drawing/2014/main" id="{9AB8D8C3-3498-7A45-01F4-101905BAD628}"/>
              </a:ext>
            </a:extLst>
          </p:cNvPr>
          <p:cNvSpPr>
            <a:spLocks noGrp="1"/>
          </p:cNvSpPr>
          <p:nvPr>
            <p:ph type="sldNum" sz="quarter" idx="16"/>
          </p:nvPr>
        </p:nvSpPr>
        <p:spPr/>
        <p:txBody>
          <a:bodyPr/>
          <a:lstStyle/>
          <a:p>
            <a:fld id="{4F90343F-D056-4E24-BE3D-A305BDC1A23E}" type="slidenum">
              <a:rPr lang="en-US" smtClean="0"/>
              <a:pPr/>
              <a:t>‹#›</a:t>
            </a:fld>
            <a:endParaRPr lang="en-US"/>
          </a:p>
        </p:txBody>
      </p:sp>
      <p:sp>
        <p:nvSpPr>
          <p:cNvPr id="9" name="Title 8">
            <a:extLst>
              <a:ext uri="{FF2B5EF4-FFF2-40B4-BE49-F238E27FC236}">
                <a16:creationId xmlns:a16="http://schemas.microsoft.com/office/drawing/2014/main" id="{80793329-D50B-57E4-C438-4BDEFED35E56}"/>
              </a:ext>
            </a:extLst>
          </p:cNvPr>
          <p:cNvSpPr>
            <a:spLocks noGrp="1"/>
          </p:cNvSpPr>
          <p:nvPr>
            <p:ph type="title" hasCustomPrompt="1"/>
          </p:nvPr>
        </p:nvSpPr>
        <p:spPr/>
        <p:txBody>
          <a:bodyPr/>
          <a:lstStyle/>
          <a:p>
            <a:r>
              <a:rPr lang="en-US"/>
              <a:t>Title Goes Here</a:t>
            </a:r>
            <a:br>
              <a:rPr lang="en-US"/>
            </a:br>
            <a:r>
              <a:rPr lang="en-US"/>
              <a:t>Titles Are IBM Sans Plex Bold 36pt Font</a:t>
            </a:r>
          </a:p>
        </p:txBody>
      </p:sp>
      <p:sp>
        <p:nvSpPr>
          <p:cNvPr id="11" name="Subtitle 2">
            <a:extLst>
              <a:ext uri="{FF2B5EF4-FFF2-40B4-BE49-F238E27FC236}">
                <a16:creationId xmlns:a16="http://schemas.microsoft.com/office/drawing/2014/main" id="{B7E8AFC3-9780-1837-7611-3D6E4A1991CF}"/>
              </a:ext>
            </a:extLst>
          </p:cNvPr>
          <p:cNvSpPr>
            <a:spLocks noGrp="1"/>
          </p:cNvSpPr>
          <p:nvPr>
            <p:ph type="subTitle" idx="17" hasCustomPrompt="1"/>
          </p:nvPr>
        </p:nvSpPr>
        <p:spPr>
          <a:xfrm>
            <a:off x="457199" y="1463040"/>
            <a:ext cx="11273990" cy="294930"/>
          </a:xfrm>
        </p:spPr>
        <p:txBody>
          <a:bodyPr vert="horz" lIns="0" tIns="0" rIns="0" bIns="0" rtlCol="0">
            <a:noAutofit/>
          </a:bodyPr>
          <a:lstStyle>
            <a:lvl1pPr marL="0" indent="0">
              <a:buFont typeface="IBM Plex Sans" panose="020B0503050203000203" pitchFamily="34" charset="0"/>
              <a:buNone/>
              <a:defRPr lang="en-US" cap="all" baseline="0" dirty="0">
                <a:solidFill>
                  <a:schemeClr val="accent1">
                    <a:lumMod val="50000"/>
                  </a:schemeClr>
                </a:solidFill>
              </a:defRPr>
            </a:lvl1pPr>
          </a:lstStyle>
          <a:p>
            <a:pPr marL="228600" lvl="0" indent="-228600">
              <a:lnSpc>
                <a:spcPct val="85000"/>
              </a:lnSpc>
              <a:spcBef>
                <a:spcPts val="0"/>
              </a:spcBef>
            </a:pPr>
            <a:r>
              <a:rPr lang="en-US"/>
              <a:t>CLICK TO EDIT MASTER SUBTITLE</a:t>
            </a:r>
          </a:p>
        </p:txBody>
      </p:sp>
    </p:spTree>
    <p:extLst>
      <p:ext uri="{BB962C8B-B14F-4D97-AF65-F5344CB8AC3E}">
        <p14:creationId xmlns:p14="http://schemas.microsoft.com/office/powerpoint/2010/main" val="3251044312"/>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Subtitle">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4EAB28DF-6682-7C2B-E1BB-0C6BD2F775F3}"/>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sp>
        <p:nvSpPr>
          <p:cNvPr id="9" name="Subtitle 2">
            <a:extLst>
              <a:ext uri="{FF2B5EF4-FFF2-40B4-BE49-F238E27FC236}">
                <a16:creationId xmlns:a16="http://schemas.microsoft.com/office/drawing/2014/main" id="{05F86292-640E-ABD1-EE45-AFFF02B108A3}"/>
              </a:ext>
            </a:extLst>
          </p:cNvPr>
          <p:cNvSpPr>
            <a:spLocks noGrp="1"/>
          </p:cNvSpPr>
          <p:nvPr>
            <p:ph type="subTitle" idx="13" hasCustomPrompt="1"/>
          </p:nvPr>
        </p:nvSpPr>
        <p:spPr>
          <a:xfrm>
            <a:off x="457199" y="1463040"/>
            <a:ext cx="11252578" cy="294930"/>
          </a:xfrm>
        </p:spPr>
        <p:txBody>
          <a:bodyPr vert="horz" lIns="0" tIns="0" rIns="0" bIns="0" rtlCol="0">
            <a:noAutofit/>
          </a:bodyPr>
          <a:lstStyle>
            <a:lvl1pPr marL="0" indent="0">
              <a:buNone/>
              <a:defRPr lang="en-US" cap="all" baseline="0" dirty="0">
                <a:solidFill>
                  <a:schemeClr val="accent1">
                    <a:lumMod val="50000"/>
                  </a:schemeClr>
                </a:solidFill>
              </a:defRPr>
            </a:lvl1pPr>
          </a:lstStyle>
          <a:p>
            <a:pPr marL="228600" lvl="0" indent="-228600">
              <a:lnSpc>
                <a:spcPct val="85000"/>
              </a:lnSpc>
              <a:spcBef>
                <a:spcPts val="0"/>
              </a:spcBef>
            </a:pPr>
            <a:r>
              <a:rPr lang="en-US"/>
              <a:t>CLICK TO EDIT MASTER SUBTITLE</a:t>
            </a:r>
          </a:p>
        </p:txBody>
      </p:sp>
      <p:sp>
        <p:nvSpPr>
          <p:cNvPr id="5" name="Content Placeholder 4">
            <a:extLst>
              <a:ext uri="{FF2B5EF4-FFF2-40B4-BE49-F238E27FC236}">
                <a16:creationId xmlns:a16="http://schemas.microsoft.com/office/drawing/2014/main" id="{C89DD472-1C3D-71F4-D826-66A8AED9E98B}"/>
              </a:ext>
            </a:extLst>
          </p:cNvPr>
          <p:cNvSpPr>
            <a:spLocks noGrp="1"/>
          </p:cNvSpPr>
          <p:nvPr>
            <p:ph sz="quarter" idx="17"/>
          </p:nvPr>
        </p:nvSpPr>
        <p:spPr>
          <a:xfrm>
            <a:off x="457200" y="2011680"/>
            <a:ext cx="11273991" cy="4133978"/>
          </a:xfrm>
        </p:spPr>
        <p:txBody>
          <a:bodyPr b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A83ABB11-50AC-85EF-73E7-77A9E8F32F25}"/>
              </a:ext>
            </a:extLst>
          </p:cNvPr>
          <p:cNvSpPr>
            <a:spLocks noGrp="1"/>
          </p:cNvSpPr>
          <p:nvPr>
            <p:ph type="dt" sz="half" idx="18"/>
          </p:nvPr>
        </p:nvSpPr>
        <p:spPr/>
        <p:txBody>
          <a:bodyPr/>
          <a:lstStyle/>
          <a:p>
            <a:fld id="{228D026D-C07B-48C8-8C2B-C561E4D51E16}" type="datetime1">
              <a:rPr lang="en-US" smtClean="0"/>
              <a:t>1/15/2025</a:t>
            </a:fld>
            <a:endParaRPr lang="en-US"/>
          </a:p>
        </p:txBody>
      </p:sp>
      <p:sp>
        <p:nvSpPr>
          <p:cNvPr id="4" name="Footer Placeholder 3">
            <a:extLst>
              <a:ext uri="{FF2B5EF4-FFF2-40B4-BE49-F238E27FC236}">
                <a16:creationId xmlns:a16="http://schemas.microsoft.com/office/drawing/2014/main" id="{AEC535E8-7252-6272-23AB-0925CC80BA4E}"/>
              </a:ext>
            </a:extLst>
          </p:cNvPr>
          <p:cNvSpPr>
            <a:spLocks noGrp="1"/>
          </p:cNvSpPr>
          <p:nvPr>
            <p:ph type="ftr" sz="quarter" idx="19"/>
          </p:nvPr>
        </p:nvSpPr>
        <p:spPr/>
        <p:txBody>
          <a:bodyPr/>
          <a:lstStyle/>
          <a:p>
            <a:r>
              <a:rPr lang="en-US"/>
              <a:t>CONFIDENTIAL</a:t>
            </a:r>
          </a:p>
        </p:txBody>
      </p:sp>
      <p:sp>
        <p:nvSpPr>
          <p:cNvPr id="6" name="Slide Number Placeholder 5">
            <a:extLst>
              <a:ext uri="{FF2B5EF4-FFF2-40B4-BE49-F238E27FC236}">
                <a16:creationId xmlns:a16="http://schemas.microsoft.com/office/drawing/2014/main" id="{7B2C71DF-D66A-5D3B-A2BB-E8D915B68381}"/>
              </a:ext>
            </a:extLst>
          </p:cNvPr>
          <p:cNvSpPr>
            <a:spLocks noGrp="1"/>
          </p:cNvSpPr>
          <p:nvPr>
            <p:ph type="sldNum" sz="quarter" idx="20"/>
          </p:nvPr>
        </p:nvSpPr>
        <p:spPr/>
        <p:txBody>
          <a:bodyPr/>
          <a:lstStyle>
            <a:lvl1pPr>
              <a:defRPr>
                <a:solidFill>
                  <a:schemeClr val="bg1"/>
                </a:solidFill>
              </a:defRPr>
            </a:lvl1pPr>
          </a:lstStyle>
          <a:p>
            <a:fld id="{4F90343F-D056-4E24-BE3D-A305BDC1A23E}" type="slidenum">
              <a:rPr lang="en-US" smtClean="0"/>
              <a:pPr/>
              <a:t>‹#›</a:t>
            </a:fld>
            <a:endParaRPr lang="en-US"/>
          </a:p>
        </p:txBody>
      </p:sp>
      <p:sp>
        <p:nvSpPr>
          <p:cNvPr id="11" name="Title 10">
            <a:extLst>
              <a:ext uri="{FF2B5EF4-FFF2-40B4-BE49-F238E27FC236}">
                <a16:creationId xmlns:a16="http://schemas.microsoft.com/office/drawing/2014/main" id="{C01F5482-8B57-B211-2C19-DD2E5305A99E}"/>
              </a:ext>
            </a:extLst>
          </p:cNvPr>
          <p:cNvSpPr>
            <a:spLocks noGrp="1"/>
          </p:cNvSpPr>
          <p:nvPr>
            <p:ph type="title" hasCustomPrompt="1"/>
          </p:nvPr>
        </p:nvSpPr>
        <p:spPr/>
        <p:txBody>
          <a:bodyPr/>
          <a:lstStyle/>
          <a:p>
            <a:r>
              <a:rPr lang="en-US"/>
              <a:t>Title Goes Here</a:t>
            </a:r>
            <a:br>
              <a:rPr lang="en-US"/>
            </a:br>
            <a:r>
              <a:rPr lang="en-US"/>
              <a:t>Titles Are IBM Sans Plex Bold 36pt Font</a:t>
            </a:r>
          </a:p>
        </p:txBody>
      </p:sp>
    </p:spTree>
    <p:extLst>
      <p:ext uri="{BB962C8B-B14F-4D97-AF65-F5344CB8AC3E}">
        <p14:creationId xmlns:p14="http://schemas.microsoft.com/office/powerpoint/2010/main" val="3323079127"/>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Subtitle Only">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9604577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Date Placeholder 1">
            <a:extLst>
              <a:ext uri="{FF2B5EF4-FFF2-40B4-BE49-F238E27FC236}">
                <a16:creationId xmlns:a16="http://schemas.microsoft.com/office/drawing/2014/main" id="{6CC393AD-0731-1232-D984-C6C312E050E1}"/>
              </a:ext>
            </a:extLst>
          </p:cNvPr>
          <p:cNvSpPr>
            <a:spLocks noGrp="1"/>
          </p:cNvSpPr>
          <p:nvPr>
            <p:ph type="dt" sz="half" idx="10"/>
          </p:nvPr>
        </p:nvSpPr>
        <p:spPr/>
        <p:txBody>
          <a:bodyPr/>
          <a:lstStyle/>
          <a:p>
            <a:fld id="{228D026D-C07B-48C8-8C2B-C561E4D51E16}" type="datetime1">
              <a:rPr lang="en-US" smtClean="0"/>
              <a:t>1/15/2025</a:t>
            </a:fld>
            <a:endParaRPr lang="en-US"/>
          </a:p>
        </p:txBody>
      </p:sp>
      <p:sp>
        <p:nvSpPr>
          <p:cNvPr id="3" name="Footer Placeholder 2">
            <a:extLst>
              <a:ext uri="{FF2B5EF4-FFF2-40B4-BE49-F238E27FC236}">
                <a16:creationId xmlns:a16="http://schemas.microsoft.com/office/drawing/2014/main" id="{0A6CB158-F143-8E48-AC91-520357EE44D5}"/>
              </a:ext>
            </a:extLst>
          </p:cNvPr>
          <p:cNvSpPr>
            <a:spLocks noGrp="1"/>
          </p:cNvSpPr>
          <p:nvPr>
            <p:ph type="ftr" sz="quarter" idx="11"/>
          </p:nvPr>
        </p:nvSpPr>
        <p:spPr/>
        <p:txBody>
          <a:bodyPr/>
          <a:lstStyle/>
          <a:p>
            <a:r>
              <a:rPr lang="en-US"/>
              <a:t>CONFIDENTIAL</a:t>
            </a:r>
          </a:p>
        </p:txBody>
      </p:sp>
      <p:sp>
        <p:nvSpPr>
          <p:cNvPr id="4" name="Slide Number Placeholder 3">
            <a:extLst>
              <a:ext uri="{FF2B5EF4-FFF2-40B4-BE49-F238E27FC236}">
                <a16:creationId xmlns:a16="http://schemas.microsoft.com/office/drawing/2014/main" id="{86689360-6B1E-1CD7-45BC-CEF79D4BE493}"/>
              </a:ext>
            </a:extLst>
          </p:cNvPr>
          <p:cNvSpPr>
            <a:spLocks noGrp="1"/>
          </p:cNvSpPr>
          <p:nvPr>
            <p:ph type="sldNum" sz="quarter" idx="12"/>
          </p:nvPr>
        </p:nvSpPr>
        <p:spPr/>
        <p:txBody>
          <a:bodyPr/>
          <a:lstStyle/>
          <a:p>
            <a:fld id="{4F90343F-D056-4E24-BE3D-A305BDC1A23E}" type="slidenum">
              <a:rPr lang="en-US" smtClean="0"/>
              <a:pPr/>
              <a:t>‹#›</a:t>
            </a:fld>
            <a:endParaRPr lang="en-US"/>
          </a:p>
        </p:txBody>
      </p:sp>
      <p:sp>
        <p:nvSpPr>
          <p:cNvPr id="5" name="Title 4">
            <a:extLst>
              <a:ext uri="{FF2B5EF4-FFF2-40B4-BE49-F238E27FC236}">
                <a16:creationId xmlns:a16="http://schemas.microsoft.com/office/drawing/2014/main" id="{004442CE-A5B1-EFAA-70ED-33B50BE60F85}"/>
              </a:ext>
            </a:extLst>
          </p:cNvPr>
          <p:cNvSpPr>
            <a:spLocks noGrp="1"/>
          </p:cNvSpPr>
          <p:nvPr>
            <p:ph type="title" hasCustomPrompt="1"/>
          </p:nvPr>
        </p:nvSpPr>
        <p:spPr>
          <a:xfrm>
            <a:off x="457200" y="317500"/>
            <a:ext cx="11273991" cy="1103980"/>
          </a:xfrm>
        </p:spPr>
        <p:txBody>
          <a:bodyPr/>
          <a:lstStyle/>
          <a:p>
            <a:r>
              <a:rPr lang="en-US"/>
              <a:t>Title Goes Here</a:t>
            </a:r>
            <a:br>
              <a:rPr lang="en-US"/>
            </a:br>
            <a:r>
              <a:rPr lang="en-US"/>
              <a:t>Titles Are IBM Sans Plex Bold 36pt Font</a:t>
            </a:r>
          </a:p>
        </p:txBody>
      </p:sp>
      <p:sp>
        <p:nvSpPr>
          <p:cNvPr id="7" name="Subtitle 52">
            <a:extLst>
              <a:ext uri="{FF2B5EF4-FFF2-40B4-BE49-F238E27FC236}">
                <a16:creationId xmlns:a16="http://schemas.microsoft.com/office/drawing/2014/main" id="{59A2B5BC-D73D-77C0-6DB2-80C7AC5D553A}"/>
              </a:ext>
            </a:extLst>
          </p:cNvPr>
          <p:cNvSpPr>
            <a:spLocks noGrp="1"/>
          </p:cNvSpPr>
          <p:nvPr>
            <p:ph type="subTitle" idx="17" hasCustomPrompt="1"/>
          </p:nvPr>
        </p:nvSpPr>
        <p:spPr>
          <a:xfrm>
            <a:off x="457199" y="1463040"/>
            <a:ext cx="11252578" cy="294930"/>
          </a:xfrm>
        </p:spPr>
        <p:txBody>
          <a:bodyPr vert="horz" lIns="0" tIns="0" rIns="0" bIns="0" rtlCol="0">
            <a:noAutofit/>
          </a:bodyPr>
          <a:lstStyle>
            <a:lvl1pPr marL="0" indent="0">
              <a:buNone/>
              <a:defRPr lang="en-US" cap="all" baseline="0" dirty="0">
                <a:solidFill>
                  <a:schemeClr val="accent1">
                    <a:lumMod val="50000"/>
                  </a:schemeClr>
                </a:solidFill>
              </a:defRPr>
            </a:lvl1pPr>
          </a:lstStyle>
          <a:p>
            <a:pPr marL="228600" lvl="0" indent="-228600">
              <a:lnSpc>
                <a:spcPct val="85000"/>
              </a:lnSpc>
              <a:spcBef>
                <a:spcPts val="0"/>
              </a:spcBef>
            </a:pPr>
            <a:r>
              <a:rPr lang="en-US"/>
              <a:t>CLICK TO EDIT MASTER SUBTITLE</a:t>
            </a:r>
          </a:p>
        </p:txBody>
      </p:sp>
    </p:spTree>
    <p:extLst>
      <p:ext uri="{BB962C8B-B14F-4D97-AF65-F5344CB8AC3E}">
        <p14:creationId xmlns:p14="http://schemas.microsoft.com/office/powerpoint/2010/main" val="766074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BD65C-F45F-09AD-BEF9-DF6349E34006}"/>
              </a:ext>
            </a:extLst>
          </p:cNvPr>
          <p:cNvSpPr>
            <a:spLocks noGrp="1"/>
          </p:cNvSpPr>
          <p:nvPr>
            <p:ph type="title" hasCustomPrompt="1"/>
          </p:nvPr>
        </p:nvSpPr>
        <p:spPr/>
        <p:txBody>
          <a:bodyPr/>
          <a:lstStyle/>
          <a:p>
            <a:r>
              <a:rPr lang="en-US"/>
              <a:t>Title Goes Here</a:t>
            </a:r>
            <a:br>
              <a:rPr lang="en-US"/>
            </a:br>
            <a:r>
              <a:rPr lang="en-US"/>
              <a:t>Titles Are IBM Sans Plex Bold 36pt Font</a:t>
            </a:r>
          </a:p>
        </p:txBody>
      </p:sp>
      <p:sp>
        <p:nvSpPr>
          <p:cNvPr id="3" name="Date Placeholder 2">
            <a:extLst>
              <a:ext uri="{FF2B5EF4-FFF2-40B4-BE49-F238E27FC236}">
                <a16:creationId xmlns:a16="http://schemas.microsoft.com/office/drawing/2014/main" id="{E0938F9D-9107-D2AE-6F98-53B9176EABB0}"/>
              </a:ext>
            </a:extLst>
          </p:cNvPr>
          <p:cNvSpPr>
            <a:spLocks noGrp="1"/>
          </p:cNvSpPr>
          <p:nvPr>
            <p:ph type="dt" sz="half" idx="10"/>
          </p:nvPr>
        </p:nvSpPr>
        <p:spPr/>
        <p:txBody>
          <a:bodyPr/>
          <a:lstStyle/>
          <a:p>
            <a:fld id="{228D026D-C07B-48C8-8C2B-C561E4D51E16}" type="datetime1">
              <a:rPr lang="en-US" smtClean="0"/>
              <a:t>1/15/2025</a:t>
            </a:fld>
            <a:endParaRPr lang="en-US"/>
          </a:p>
        </p:txBody>
      </p:sp>
      <p:sp>
        <p:nvSpPr>
          <p:cNvPr id="4" name="Footer Placeholder 3">
            <a:extLst>
              <a:ext uri="{FF2B5EF4-FFF2-40B4-BE49-F238E27FC236}">
                <a16:creationId xmlns:a16="http://schemas.microsoft.com/office/drawing/2014/main" id="{4ED625E7-1414-AA66-ACA7-187FA1C711E0}"/>
              </a:ext>
            </a:extLst>
          </p:cNvPr>
          <p:cNvSpPr>
            <a:spLocks noGrp="1"/>
          </p:cNvSpPr>
          <p:nvPr>
            <p:ph type="ftr" sz="quarter" idx="11"/>
          </p:nvPr>
        </p:nvSpPr>
        <p:spPr/>
        <p:txBody>
          <a:bodyPr/>
          <a:lstStyle/>
          <a:p>
            <a:r>
              <a:rPr lang="en-US"/>
              <a:t>CONFIDENTIAL</a:t>
            </a:r>
          </a:p>
        </p:txBody>
      </p:sp>
      <p:sp>
        <p:nvSpPr>
          <p:cNvPr id="5" name="Slide Number Placeholder 4">
            <a:extLst>
              <a:ext uri="{FF2B5EF4-FFF2-40B4-BE49-F238E27FC236}">
                <a16:creationId xmlns:a16="http://schemas.microsoft.com/office/drawing/2014/main" id="{DD8E4A79-BC68-4AC0-3519-1BC1C14A673D}"/>
              </a:ext>
            </a:extLst>
          </p:cNvPr>
          <p:cNvSpPr>
            <a:spLocks noGrp="1"/>
          </p:cNvSpPr>
          <p:nvPr>
            <p:ph type="sldNum" sz="quarter" idx="12"/>
          </p:nvPr>
        </p:nvSpPr>
        <p:spPr/>
        <p:txBody>
          <a:bodyPr/>
          <a:lstStyle/>
          <a:p>
            <a:fld id="{4F90343F-D056-4E24-BE3D-A305BDC1A23E}" type="slidenum">
              <a:rPr lang="en-US" smtClean="0"/>
              <a:pPr/>
              <a:t>‹#›</a:t>
            </a:fld>
            <a:endParaRPr lang="en-US"/>
          </a:p>
        </p:txBody>
      </p:sp>
      <p:sp>
        <p:nvSpPr>
          <p:cNvPr id="8" name="Text Placeholder 7">
            <a:extLst>
              <a:ext uri="{FF2B5EF4-FFF2-40B4-BE49-F238E27FC236}">
                <a16:creationId xmlns:a16="http://schemas.microsoft.com/office/drawing/2014/main" id="{3D94288F-D393-4C9B-231D-3FA5253311B8}"/>
              </a:ext>
            </a:extLst>
          </p:cNvPr>
          <p:cNvSpPr>
            <a:spLocks noGrp="1"/>
          </p:cNvSpPr>
          <p:nvPr>
            <p:ph type="body" sz="quarter" idx="13" hasCustomPrompt="1"/>
          </p:nvPr>
        </p:nvSpPr>
        <p:spPr>
          <a:xfrm>
            <a:off x="457200" y="1554480"/>
            <a:ext cx="11273991" cy="1005840"/>
          </a:xfrm>
        </p:spPr>
        <p:txBody>
          <a:bodyPr/>
          <a:lstStyle>
            <a:lvl1pPr>
              <a:spcBef>
                <a:spcPts val="600"/>
              </a:spcBef>
              <a:defRPr sz="2000"/>
            </a:lvl1pPr>
            <a:lvl2pPr>
              <a:spcBef>
                <a:spcPts val="600"/>
              </a:spcBef>
              <a:defRPr sz="1800"/>
            </a:lvl2pPr>
            <a:lvl3pPr>
              <a:spcBef>
                <a:spcPts val="600"/>
              </a:spcBef>
              <a:defRPr sz="1600"/>
            </a:lvl3pPr>
          </a:lstStyle>
          <a:p>
            <a:pPr lvl="0"/>
            <a:r>
              <a:rPr lang="en-US"/>
              <a:t>Click to edit master text</a:t>
            </a:r>
          </a:p>
          <a:p>
            <a:pPr lvl="1"/>
            <a:r>
              <a:rPr lang="en-US"/>
              <a:t>Second level</a:t>
            </a:r>
          </a:p>
          <a:p>
            <a:pPr lvl="2"/>
            <a:r>
              <a:rPr lang="en-US"/>
              <a:t>Third level</a:t>
            </a:r>
          </a:p>
        </p:txBody>
      </p:sp>
      <p:sp>
        <p:nvSpPr>
          <p:cNvPr id="11" name="Content Placeholder 10">
            <a:extLst>
              <a:ext uri="{FF2B5EF4-FFF2-40B4-BE49-F238E27FC236}">
                <a16:creationId xmlns:a16="http://schemas.microsoft.com/office/drawing/2014/main" id="{CCED8FB6-085E-2400-3E91-0B8F59CBB8DB}"/>
              </a:ext>
            </a:extLst>
          </p:cNvPr>
          <p:cNvSpPr>
            <a:spLocks noGrp="1"/>
          </p:cNvSpPr>
          <p:nvPr>
            <p:ph sz="quarter" idx="14" hasCustomPrompt="1"/>
          </p:nvPr>
        </p:nvSpPr>
        <p:spPr>
          <a:xfrm>
            <a:off x="457200" y="2604977"/>
            <a:ext cx="11273991" cy="3681523"/>
          </a:xfrm>
        </p:spPr>
        <p:txBody>
          <a:bodyPr anchor="ctr"/>
          <a:lstStyle>
            <a:lvl1pPr marL="0" indent="0" algn="ctr">
              <a:buNone/>
              <a:defRPr/>
            </a:lvl1pPr>
          </a:lstStyle>
          <a:p>
            <a:pPr lvl="0"/>
            <a:r>
              <a:rPr lang="en-US"/>
              <a:t>Click to add content</a:t>
            </a:r>
          </a:p>
        </p:txBody>
      </p:sp>
    </p:spTree>
    <p:extLst>
      <p:ext uri="{BB962C8B-B14F-4D97-AF65-F5344CB8AC3E}">
        <p14:creationId xmlns:p14="http://schemas.microsoft.com/office/powerpoint/2010/main" val="3726040947"/>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Left">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1706D671-A087-8D1B-F370-90FA007C2895}"/>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graphicFrame>
        <p:nvGraphicFramePr>
          <p:cNvPr id="13" name="Object 12" hidden="1"/>
          <p:cNvGraphicFramePr>
            <a:graphicFrameLocks noChangeAspect="1"/>
          </p:cNvGraphicFramePr>
          <p:nvPr userDrawn="1">
            <p:custDataLst>
              <p:tags r:id="rId1"/>
            </p:custDataLst>
            <p:extLst>
              <p:ext uri="{D42A27DB-BD31-4B8C-83A1-F6EECF244321}">
                <p14:modId xmlns:p14="http://schemas.microsoft.com/office/powerpoint/2010/main" val="42598975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13" name="Object 12"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45283F8-8F7B-4C65-ACF5-A62A96620988}"/>
              </a:ext>
            </a:extLst>
          </p:cNvPr>
          <p:cNvSpPr>
            <a:spLocks noGrp="1"/>
          </p:cNvSpPr>
          <p:nvPr>
            <p:ph type="title" hasCustomPrompt="1"/>
          </p:nvPr>
        </p:nvSpPr>
        <p:spPr>
          <a:xfrm>
            <a:off x="685799" y="914399"/>
            <a:ext cx="3749040" cy="4846321"/>
          </a:xfrm>
        </p:spPr>
        <p:txBody>
          <a:bodyPr vert="horz" lIns="0" tIns="0" rIns="0" anchor="ctr"/>
          <a:lstStyle>
            <a:lvl1pPr>
              <a:defRPr sz="5400">
                <a:solidFill>
                  <a:schemeClr val="accent1">
                    <a:lumMod val="50000"/>
                  </a:schemeClr>
                </a:solidFill>
                <a:latin typeface="+mj-lt"/>
                <a:ea typeface="+mj-ea"/>
                <a:cs typeface="+mj-cs"/>
              </a:defRPr>
            </a:lvl1pPr>
          </a:lstStyle>
          <a:p>
            <a:r>
              <a:rPr lang="en-US"/>
              <a:t>Title Goes Here</a:t>
            </a:r>
          </a:p>
        </p:txBody>
      </p:sp>
      <p:sp>
        <p:nvSpPr>
          <p:cNvPr id="4" name="Subtitle 2">
            <a:extLst>
              <a:ext uri="{FF2B5EF4-FFF2-40B4-BE49-F238E27FC236}">
                <a16:creationId xmlns:a16="http://schemas.microsoft.com/office/drawing/2014/main" id="{432DB5C4-9EAE-A4DE-C1BD-09E0E1C6BAA3}"/>
              </a:ext>
            </a:extLst>
          </p:cNvPr>
          <p:cNvSpPr>
            <a:spLocks noGrp="1"/>
          </p:cNvSpPr>
          <p:nvPr>
            <p:ph type="subTitle" idx="1" hasCustomPrompt="1"/>
          </p:nvPr>
        </p:nvSpPr>
        <p:spPr>
          <a:xfrm>
            <a:off x="4681723" y="914400"/>
            <a:ext cx="6824472" cy="491319"/>
          </a:xfrm>
        </p:spPr>
        <p:txBody>
          <a:bodyPr tIns="0" rIns="182880"/>
          <a:lstStyle>
            <a:lvl1pPr marL="0" indent="0" algn="l">
              <a:spcBef>
                <a:spcPts val="0"/>
              </a:spcBef>
              <a:buNone/>
              <a:defRPr sz="2000" cap="all" baseline="0">
                <a:solidFill>
                  <a:schemeClr val="accent1">
                    <a:lumMod val="50000"/>
                  </a:schemeClr>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4" name="Content Placeholder 13">
            <a:extLst>
              <a:ext uri="{FF2B5EF4-FFF2-40B4-BE49-F238E27FC236}">
                <a16:creationId xmlns:a16="http://schemas.microsoft.com/office/drawing/2014/main" id="{1FA5413D-7CDC-F661-729D-3515CA5B007C}"/>
              </a:ext>
            </a:extLst>
          </p:cNvPr>
          <p:cNvSpPr>
            <a:spLocks noGrp="1"/>
          </p:cNvSpPr>
          <p:nvPr>
            <p:ph sz="quarter" idx="15"/>
          </p:nvPr>
        </p:nvSpPr>
        <p:spPr>
          <a:xfrm>
            <a:off x="4681729" y="1528550"/>
            <a:ext cx="6824472" cy="4232172"/>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C23F670C-BE1C-00E2-93EC-655A3CDDED6B}"/>
              </a:ext>
            </a:extLst>
          </p:cNvPr>
          <p:cNvSpPr>
            <a:spLocks noGrp="1"/>
          </p:cNvSpPr>
          <p:nvPr>
            <p:ph type="dt" sz="half" idx="16"/>
          </p:nvPr>
        </p:nvSpPr>
        <p:spPr/>
        <p:txBody>
          <a:bodyPr/>
          <a:lstStyle/>
          <a:p>
            <a:fld id="{228D026D-C07B-48C8-8C2B-C561E4D51E16}" type="datetime1">
              <a:rPr lang="en-US" smtClean="0"/>
              <a:t>1/15/2025</a:t>
            </a:fld>
            <a:endParaRPr lang="en-US"/>
          </a:p>
        </p:txBody>
      </p:sp>
      <p:sp>
        <p:nvSpPr>
          <p:cNvPr id="5" name="Footer Placeholder 4">
            <a:extLst>
              <a:ext uri="{FF2B5EF4-FFF2-40B4-BE49-F238E27FC236}">
                <a16:creationId xmlns:a16="http://schemas.microsoft.com/office/drawing/2014/main" id="{CEFB4B59-5A98-BC5D-1AFC-2A94F7028902}"/>
              </a:ext>
            </a:extLst>
          </p:cNvPr>
          <p:cNvSpPr>
            <a:spLocks noGrp="1"/>
          </p:cNvSpPr>
          <p:nvPr>
            <p:ph type="ftr" sz="quarter" idx="17"/>
          </p:nvPr>
        </p:nvSpPr>
        <p:spPr/>
        <p:txBody>
          <a:bodyPr/>
          <a:lstStyle/>
          <a:p>
            <a:r>
              <a:rPr lang="en-US"/>
              <a:t>CONFIDENTIAL</a:t>
            </a:r>
          </a:p>
        </p:txBody>
      </p:sp>
      <p:sp>
        <p:nvSpPr>
          <p:cNvPr id="6" name="Slide Number Placeholder 5">
            <a:extLst>
              <a:ext uri="{FF2B5EF4-FFF2-40B4-BE49-F238E27FC236}">
                <a16:creationId xmlns:a16="http://schemas.microsoft.com/office/drawing/2014/main" id="{51CB8231-C90C-71CE-A327-87A035878498}"/>
              </a:ext>
            </a:extLst>
          </p:cNvPr>
          <p:cNvSpPr>
            <a:spLocks noGrp="1"/>
          </p:cNvSpPr>
          <p:nvPr>
            <p:ph type="sldNum" sz="quarter" idx="18"/>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2596556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icture Left">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6922978-78B1-5952-0258-444F9E578F5F}"/>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733599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5852160" y="900830"/>
            <a:ext cx="5662900" cy="1106454"/>
          </a:xfrm>
          <a:prstGeom prst="rect">
            <a:avLst/>
          </a:prstGeom>
        </p:spPr>
        <p:txBody>
          <a:bodyPr vert="horz" lIns="0" tIns="0" rIns="0" bIns="0" rtlCol="0" anchor="b">
            <a:noAutofit/>
          </a:bodyPr>
          <a:lstStyle>
            <a:lvl1pPr>
              <a:defRPr sz="4000">
                <a:solidFill>
                  <a:schemeClr val="accent1">
                    <a:lumMod val="50000"/>
                  </a:schemeClr>
                </a:solidFill>
                <a:latin typeface="+mj-lt"/>
                <a:ea typeface="+mj-ea"/>
                <a:cs typeface="+mj-cs"/>
              </a:defRPr>
            </a:lvl1pPr>
          </a:lstStyle>
          <a:p>
            <a:r>
              <a:rPr lang="en-US"/>
              <a:t>Title Goes Here</a:t>
            </a:r>
          </a:p>
        </p:txBody>
      </p:sp>
      <p:sp>
        <p:nvSpPr>
          <p:cNvPr id="5" name="Picture Placeholder 23">
            <a:extLst>
              <a:ext uri="{FF2B5EF4-FFF2-40B4-BE49-F238E27FC236}">
                <a16:creationId xmlns:a16="http://schemas.microsoft.com/office/drawing/2014/main" id="{85722EBC-8176-2081-5A3F-1276FD28E162}"/>
              </a:ext>
            </a:extLst>
          </p:cNvPr>
          <p:cNvSpPr>
            <a:spLocks noGrp="1"/>
          </p:cNvSpPr>
          <p:nvPr>
            <p:ph type="pic" sz="quarter" idx="10"/>
          </p:nvPr>
        </p:nvSpPr>
        <p:spPr>
          <a:xfrm>
            <a:off x="895258" y="1371600"/>
            <a:ext cx="4114800" cy="4114800"/>
          </a:xfrm>
          <a:prstGeom prst="roundRect">
            <a:avLst>
              <a:gd name="adj" fmla="val 10770"/>
            </a:avLst>
          </a:prstGeom>
          <a:solidFill>
            <a:schemeClr val="bg1">
              <a:lumMod val="75000"/>
            </a:schemeClr>
          </a:solidFill>
        </p:spPr>
        <p:txBody>
          <a:bodyPr anchor="ctr"/>
          <a:lstStyle>
            <a:lvl1pPr marL="0" indent="0" algn="ctr">
              <a:buNone/>
              <a:defRPr/>
            </a:lvl1pPr>
          </a:lstStyle>
          <a:p>
            <a:r>
              <a:rPr lang="en-US"/>
              <a:t>Click icon to add picture</a:t>
            </a:r>
          </a:p>
        </p:txBody>
      </p:sp>
      <p:sp>
        <p:nvSpPr>
          <p:cNvPr id="4" name="Subtitle 2">
            <a:extLst>
              <a:ext uri="{FF2B5EF4-FFF2-40B4-BE49-F238E27FC236}">
                <a16:creationId xmlns:a16="http://schemas.microsoft.com/office/drawing/2014/main" id="{2E510254-AABA-C481-FF78-4439EFA4066F}"/>
              </a:ext>
            </a:extLst>
          </p:cNvPr>
          <p:cNvSpPr>
            <a:spLocks noGrp="1"/>
          </p:cNvSpPr>
          <p:nvPr>
            <p:ph type="subTitle" idx="11" hasCustomPrompt="1"/>
          </p:nvPr>
        </p:nvSpPr>
        <p:spPr>
          <a:xfrm>
            <a:off x="5852160" y="2103120"/>
            <a:ext cx="5662900" cy="293117"/>
          </a:xfrm>
        </p:spPr>
        <p:txBody>
          <a:bodyPr lIns="0" tIns="0" rIns="0" bIns="0"/>
          <a:lstStyle>
            <a:lvl1pPr marL="0" indent="0" algn="l">
              <a:buNone/>
              <a:defRPr sz="2000" b="0" cap="all" baseline="0">
                <a:solidFill>
                  <a:schemeClr val="accent1">
                    <a:lumMod val="50000"/>
                  </a:schemeClr>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Lorem ipsum dolor sit </a:t>
            </a:r>
            <a:r>
              <a:rPr lang="en-US" err="1"/>
              <a:t>amet</a:t>
            </a:r>
            <a:endParaRPr lang="en-US"/>
          </a:p>
        </p:txBody>
      </p:sp>
      <p:sp>
        <p:nvSpPr>
          <p:cNvPr id="14" name="Content Placeholder 13">
            <a:extLst>
              <a:ext uri="{FF2B5EF4-FFF2-40B4-BE49-F238E27FC236}">
                <a16:creationId xmlns:a16="http://schemas.microsoft.com/office/drawing/2014/main" id="{7ABEBA9C-A77D-F0A9-1361-919EBC41F43D}"/>
              </a:ext>
            </a:extLst>
          </p:cNvPr>
          <p:cNvSpPr>
            <a:spLocks noGrp="1"/>
          </p:cNvSpPr>
          <p:nvPr>
            <p:ph sz="quarter" idx="16"/>
          </p:nvPr>
        </p:nvSpPr>
        <p:spPr>
          <a:xfrm>
            <a:off x="5841713" y="2601076"/>
            <a:ext cx="5662900" cy="3109671"/>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D2FAFF7D-5657-F17C-D67F-211C8EB84DEB}"/>
              </a:ext>
            </a:extLst>
          </p:cNvPr>
          <p:cNvSpPr>
            <a:spLocks noGrp="1"/>
          </p:cNvSpPr>
          <p:nvPr>
            <p:ph type="dt" sz="half" idx="17"/>
          </p:nvPr>
        </p:nvSpPr>
        <p:spPr/>
        <p:txBody>
          <a:bodyPr/>
          <a:lstStyle/>
          <a:p>
            <a:fld id="{228D026D-C07B-48C8-8C2B-C561E4D51E16}" type="datetime1">
              <a:rPr lang="en-US" smtClean="0"/>
              <a:t>1/15/2025</a:t>
            </a:fld>
            <a:endParaRPr lang="en-US"/>
          </a:p>
        </p:txBody>
      </p:sp>
      <p:sp>
        <p:nvSpPr>
          <p:cNvPr id="3" name="Footer Placeholder 2">
            <a:extLst>
              <a:ext uri="{FF2B5EF4-FFF2-40B4-BE49-F238E27FC236}">
                <a16:creationId xmlns:a16="http://schemas.microsoft.com/office/drawing/2014/main" id="{5ED60CB7-8B95-8861-4CED-69F85D0CDB25}"/>
              </a:ext>
            </a:extLst>
          </p:cNvPr>
          <p:cNvSpPr>
            <a:spLocks noGrp="1"/>
          </p:cNvSpPr>
          <p:nvPr>
            <p:ph type="ftr" sz="quarter" idx="18"/>
          </p:nvPr>
        </p:nvSpPr>
        <p:spPr/>
        <p:txBody>
          <a:bodyPr/>
          <a:lstStyle/>
          <a:p>
            <a:r>
              <a:rPr lang="en-US"/>
              <a:t>CONFIDENTIAL</a:t>
            </a:r>
          </a:p>
        </p:txBody>
      </p:sp>
      <p:sp>
        <p:nvSpPr>
          <p:cNvPr id="7" name="Slide Number Placeholder 6">
            <a:extLst>
              <a:ext uri="{FF2B5EF4-FFF2-40B4-BE49-F238E27FC236}">
                <a16:creationId xmlns:a16="http://schemas.microsoft.com/office/drawing/2014/main" id="{4CC00981-697F-0A7E-BDA2-173CB75C8A08}"/>
              </a:ext>
            </a:extLst>
          </p:cNvPr>
          <p:cNvSpPr>
            <a:spLocks noGrp="1"/>
          </p:cNvSpPr>
          <p:nvPr>
            <p:ph type="sldNum" sz="quarter" idx="19"/>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2677067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E5C7EAEE-A772-DF5C-D3F2-C6316D58F356}"/>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477B3C3F-A771-EED2-6857-E02099E5B092}"/>
              </a:ext>
            </a:extLst>
          </p:cNvPr>
          <p:cNvSpPr>
            <a:spLocks noGrp="1"/>
          </p:cNvSpPr>
          <p:nvPr>
            <p:ph type="title" hasCustomPrompt="1"/>
          </p:nvPr>
        </p:nvSpPr>
        <p:spPr>
          <a:xfrm>
            <a:off x="457200" y="266010"/>
            <a:ext cx="11252579" cy="1188720"/>
          </a:xfrm>
        </p:spPr>
        <p:txBody>
          <a:bodyPr lIns="0" rIns="0"/>
          <a:lstStyle>
            <a:lvl1pPr>
              <a:defRPr sz="4000" b="1">
                <a:solidFill>
                  <a:schemeClr val="accent1">
                    <a:lumMod val="50000"/>
                  </a:schemeClr>
                </a:solidFill>
              </a:defRPr>
            </a:lvl1pPr>
          </a:lstStyle>
          <a:p>
            <a:r>
              <a:rPr lang="en-US"/>
              <a:t>Title Goes Here</a:t>
            </a:r>
            <a:br>
              <a:rPr lang="en-US"/>
            </a:br>
            <a:r>
              <a:rPr lang="en-US"/>
              <a:t>Titles Are IBM Sans Plex Bold 40pt Font</a:t>
            </a:r>
          </a:p>
        </p:txBody>
      </p:sp>
      <p:sp>
        <p:nvSpPr>
          <p:cNvPr id="14" name="Subtitle 2">
            <a:extLst>
              <a:ext uri="{FF2B5EF4-FFF2-40B4-BE49-F238E27FC236}">
                <a16:creationId xmlns:a16="http://schemas.microsoft.com/office/drawing/2014/main" id="{011AAF26-B641-D532-52EA-037EEF8A57F8}"/>
              </a:ext>
            </a:extLst>
          </p:cNvPr>
          <p:cNvSpPr>
            <a:spLocks noGrp="1"/>
          </p:cNvSpPr>
          <p:nvPr>
            <p:ph type="subTitle" idx="18" hasCustomPrompt="1"/>
          </p:nvPr>
        </p:nvSpPr>
        <p:spPr>
          <a:xfrm>
            <a:off x="457199" y="1463040"/>
            <a:ext cx="11252578" cy="294930"/>
          </a:xfrm>
        </p:spPr>
        <p:txBody>
          <a:bodyPr lIns="0" tIns="0" rIns="0" bIns="0"/>
          <a:lstStyle>
            <a:lvl1pPr marL="0" indent="0" algn="l">
              <a:spcBef>
                <a:spcPts val="0"/>
              </a:spcBef>
              <a:buFont typeface="IBM Plex Sans" panose="020B0503050203000203" pitchFamily="34" charset="0"/>
              <a:buNone/>
              <a:defRPr sz="2200" b="0" cap="all" baseline="0">
                <a:solidFill>
                  <a:schemeClr val="accent1">
                    <a:lumMod val="50000"/>
                  </a:schemeClr>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 </a:t>
            </a:r>
          </a:p>
        </p:txBody>
      </p:sp>
      <p:sp>
        <p:nvSpPr>
          <p:cNvPr id="16" name="Content Placeholder 15">
            <a:extLst>
              <a:ext uri="{FF2B5EF4-FFF2-40B4-BE49-F238E27FC236}">
                <a16:creationId xmlns:a16="http://schemas.microsoft.com/office/drawing/2014/main" id="{29E7EAC2-E885-ED35-27FD-CDA2EACB70E0}"/>
              </a:ext>
            </a:extLst>
          </p:cNvPr>
          <p:cNvSpPr>
            <a:spLocks noGrp="1"/>
          </p:cNvSpPr>
          <p:nvPr>
            <p:ph sz="quarter" idx="19"/>
          </p:nvPr>
        </p:nvSpPr>
        <p:spPr>
          <a:xfrm>
            <a:off x="457200" y="2103119"/>
            <a:ext cx="5340096" cy="4042540"/>
          </a:xfrm>
        </p:spPr>
        <p:txBody>
          <a:bodyPr bIns="0"/>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43302ED-6691-296D-76E9-4A46CF4DB215}"/>
              </a:ext>
            </a:extLst>
          </p:cNvPr>
          <p:cNvSpPr>
            <a:spLocks noGrp="1"/>
          </p:cNvSpPr>
          <p:nvPr>
            <p:ph sz="quarter" idx="20"/>
          </p:nvPr>
        </p:nvSpPr>
        <p:spPr>
          <a:xfrm>
            <a:off x="6369681" y="2103119"/>
            <a:ext cx="5340096" cy="4042540"/>
          </a:xfrm>
        </p:spPr>
        <p:txBody>
          <a:bodyPr bIns="0"/>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A408B550-1574-8DE0-3A9F-976A50CDF308}"/>
              </a:ext>
            </a:extLst>
          </p:cNvPr>
          <p:cNvSpPr>
            <a:spLocks noGrp="1"/>
          </p:cNvSpPr>
          <p:nvPr>
            <p:ph type="dt" sz="half" idx="21"/>
          </p:nvPr>
        </p:nvSpPr>
        <p:spPr/>
        <p:txBody>
          <a:bodyPr/>
          <a:lstStyle/>
          <a:p>
            <a:fld id="{228D026D-C07B-48C8-8C2B-C561E4D51E16}" type="datetime1">
              <a:rPr lang="en-US" smtClean="0"/>
              <a:t>1/15/2025</a:t>
            </a:fld>
            <a:endParaRPr lang="en-US"/>
          </a:p>
        </p:txBody>
      </p:sp>
      <p:sp>
        <p:nvSpPr>
          <p:cNvPr id="4" name="Footer Placeholder 3">
            <a:extLst>
              <a:ext uri="{FF2B5EF4-FFF2-40B4-BE49-F238E27FC236}">
                <a16:creationId xmlns:a16="http://schemas.microsoft.com/office/drawing/2014/main" id="{8F1DBFB6-558A-A4EA-9DAA-7D4A891E6EC6}"/>
              </a:ext>
            </a:extLst>
          </p:cNvPr>
          <p:cNvSpPr>
            <a:spLocks noGrp="1"/>
          </p:cNvSpPr>
          <p:nvPr>
            <p:ph type="ftr" sz="quarter" idx="22"/>
          </p:nvPr>
        </p:nvSpPr>
        <p:spPr/>
        <p:txBody>
          <a:bodyPr/>
          <a:lstStyle/>
          <a:p>
            <a:r>
              <a:rPr lang="en-US"/>
              <a:t>CONFIDENTIAL</a:t>
            </a:r>
          </a:p>
        </p:txBody>
      </p:sp>
      <p:sp>
        <p:nvSpPr>
          <p:cNvPr id="5" name="Slide Number Placeholder 4">
            <a:extLst>
              <a:ext uri="{FF2B5EF4-FFF2-40B4-BE49-F238E27FC236}">
                <a16:creationId xmlns:a16="http://schemas.microsoft.com/office/drawing/2014/main" id="{778A79B0-04FB-9A35-EA66-FA312C3DDE2D}"/>
              </a:ext>
            </a:extLst>
          </p:cNvPr>
          <p:cNvSpPr>
            <a:spLocks noGrp="1"/>
          </p:cNvSpPr>
          <p:nvPr>
            <p:ph type="sldNum" sz="quarter" idx="23"/>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15048356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FCEB0FC-B0D6-7298-540E-A57004CA2FA7}"/>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8309AD7D-9C31-4DD1-53B9-391BF0A46D77}"/>
              </a:ext>
            </a:extLst>
          </p:cNvPr>
          <p:cNvSpPr>
            <a:spLocks noGrp="1"/>
          </p:cNvSpPr>
          <p:nvPr>
            <p:ph type="title" hasCustomPrompt="1"/>
          </p:nvPr>
        </p:nvSpPr>
        <p:spPr>
          <a:xfrm>
            <a:off x="457200" y="266010"/>
            <a:ext cx="11273991" cy="1188720"/>
          </a:xfrm>
        </p:spPr>
        <p:txBody>
          <a:bodyPr lIns="0" tIns="0" rIns="0"/>
          <a:lstStyle>
            <a:lvl1pPr>
              <a:defRPr sz="4000">
                <a:solidFill>
                  <a:schemeClr val="accent1">
                    <a:lumMod val="50000"/>
                  </a:schemeClr>
                </a:solidFill>
              </a:defRPr>
            </a:lvl1pPr>
          </a:lstStyle>
          <a:p>
            <a:r>
              <a:rPr lang="en-US"/>
              <a:t>Title Goes Here</a:t>
            </a:r>
            <a:br>
              <a:rPr lang="en-US"/>
            </a:br>
            <a:r>
              <a:rPr lang="en-US"/>
              <a:t>Titles Are IBM Sans Plex Bold 40pt Font</a:t>
            </a:r>
          </a:p>
        </p:txBody>
      </p:sp>
      <p:sp>
        <p:nvSpPr>
          <p:cNvPr id="8" name="Subtitle 2">
            <a:extLst>
              <a:ext uri="{FF2B5EF4-FFF2-40B4-BE49-F238E27FC236}">
                <a16:creationId xmlns:a16="http://schemas.microsoft.com/office/drawing/2014/main" id="{349ACBA9-476B-6A2D-41F4-4EE9FB5DA2EC}"/>
              </a:ext>
            </a:extLst>
          </p:cNvPr>
          <p:cNvSpPr>
            <a:spLocks noGrp="1"/>
          </p:cNvSpPr>
          <p:nvPr>
            <p:ph type="subTitle" idx="13" hasCustomPrompt="1"/>
          </p:nvPr>
        </p:nvSpPr>
        <p:spPr>
          <a:xfrm>
            <a:off x="457199" y="1463040"/>
            <a:ext cx="11252578" cy="294930"/>
          </a:xfrm>
        </p:spPr>
        <p:txBody>
          <a:bodyPr lIns="0" tIns="0" rIns="0" bIns="0"/>
          <a:lstStyle>
            <a:lvl1pPr marL="0" indent="0" algn="l">
              <a:spcBef>
                <a:spcPts val="0"/>
              </a:spcBef>
              <a:buFont typeface="IBM Plex Sans" panose="020B0503050203000203" pitchFamily="34" charset="0"/>
              <a:buNone/>
              <a:defRPr sz="2200" b="0" cap="all" baseline="0">
                <a:solidFill>
                  <a:schemeClr val="accent1">
                    <a:lumMod val="50000"/>
                  </a:schemeClr>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 </a:t>
            </a:r>
          </a:p>
        </p:txBody>
      </p:sp>
      <p:sp>
        <p:nvSpPr>
          <p:cNvPr id="13" name="Text Placeholder 12">
            <a:extLst>
              <a:ext uri="{FF2B5EF4-FFF2-40B4-BE49-F238E27FC236}">
                <a16:creationId xmlns:a16="http://schemas.microsoft.com/office/drawing/2014/main" id="{80BE6BCB-CB13-0F59-47A0-D597931484A1}"/>
              </a:ext>
            </a:extLst>
          </p:cNvPr>
          <p:cNvSpPr>
            <a:spLocks noGrp="1"/>
          </p:cNvSpPr>
          <p:nvPr>
            <p:ph type="body" sz="quarter" idx="14" hasCustomPrompt="1"/>
          </p:nvPr>
        </p:nvSpPr>
        <p:spPr>
          <a:xfrm>
            <a:off x="457199" y="2011680"/>
            <a:ext cx="5343100" cy="594360"/>
          </a:xfrm>
        </p:spPr>
        <p:txBody>
          <a:bodyPr lIns="0" tIns="0" rIns="0" bIns="0" anchor="b"/>
          <a:lstStyle>
            <a:lvl1pPr marL="0" indent="0">
              <a:lnSpc>
                <a:spcPct val="95000"/>
              </a:lnSpc>
              <a:spcBef>
                <a:spcPts val="0"/>
              </a:spcBef>
              <a:buNone/>
              <a:defRPr sz="2200" b="0">
                <a:latin typeface="+mj-lt"/>
              </a:defRPr>
            </a:lvl1pPr>
            <a:lvl2pPr marL="228600" indent="0">
              <a:buNone/>
              <a:defRPr sz="1600">
                <a:latin typeface="IBM Plex Sans Medium" panose="020B0603050203000203" pitchFamily="34" charset="0"/>
              </a:defRPr>
            </a:lvl2pPr>
            <a:lvl3pPr marL="457200" indent="0">
              <a:buNone/>
              <a:defRPr sz="1400">
                <a:latin typeface="IBM Plex Sans Medium" panose="020B0603050203000203" pitchFamily="34" charset="0"/>
              </a:defRPr>
            </a:lvl3pPr>
            <a:lvl4pPr marL="685800" indent="0">
              <a:buNone/>
              <a:defRPr sz="1200">
                <a:latin typeface="IBM Plex Sans Medium" panose="020B0603050203000203" pitchFamily="34" charset="0"/>
              </a:defRPr>
            </a:lvl4pPr>
            <a:lvl5pPr marL="914400" indent="0">
              <a:buNone/>
              <a:defRPr sz="1100">
                <a:latin typeface="IBM Plex Sans Medium" panose="020B0603050203000203" pitchFamily="34" charset="0"/>
              </a:defRPr>
            </a:lvl5pPr>
          </a:lstStyle>
          <a:p>
            <a:pPr lvl="0"/>
            <a:r>
              <a:rPr lang="en-US"/>
              <a:t>Click To Edit Master Text Styles</a:t>
            </a:r>
          </a:p>
        </p:txBody>
      </p:sp>
      <p:sp>
        <p:nvSpPr>
          <p:cNvPr id="15" name="Text Placeholder 12">
            <a:extLst>
              <a:ext uri="{FF2B5EF4-FFF2-40B4-BE49-F238E27FC236}">
                <a16:creationId xmlns:a16="http://schemas.microsoft.com/office/drawing/2014/main" id="{5C16DB0A-9B05-E513-45AF-F94BEAD241FD}"/>
              </a:ext>
            </a:extLst>
          </p:cNvPr>
          <p:cNvSpPr>
            <a:spLocks noGrp="1"/>
          </p:cNvSpPr>
          <p:nvPr>
            <p:ph type="body" sz="quarter" idx="16" hasCustomPrompt="1"/>
          </p:nvPr>
        </p:nvSpPr>
        <p:spPr>
          <a:xfrm>
            <a:off x="6373368" y="2011680"/>
            <a:ext cx="5327504" cy="594360"/>
          </a:xfrm>
        </p:spPr>
        <p:txBody>
          <a:bodyPr lIns="0" tIns="0" rIns="0" bIns="0" anchor="b"/>
          <a:lstStyle>
            <a:lvl1pPr marL="0" indent="0">
              <a:lnSpc>
                <a:spcPct val="95000"/>
              </a:lnSpc>
              <a:spcBef>
                <a:spcPts val="0"/>
              </a:spcBef>
              <a:buNone/>
              <a:defRPr sz="2200" b="0">
                <a:latin typeface="+mj-lt"/>
              </a:defRPr>
            </a:lvl1pPr>
            <a:lvl2pPr marL="228600" indent="0">
              <a:buNone/>
              <a:defRPr sz="1600">
                <a:latin typeface="IBM Plex Sans Medium" panose="020B0603050203000203" pitchFamily="34" charset="0"/>
              </a:defRPr>
            </a:lvl2pPr>
            <a:lvl3pPr marL="457200" indent="0">
              <a:buNone/>
              <a:defRPr sz="1400">
                <a:latin typeface="IBM Plex Sans Medium" panose="020B0603050203000203" pitchFamily="34" charset="0"/>
              </a:defRPr>
            </a:lvl3pPr>
            <a:lvl4pPr marL="685800" indent="0">
              <a:buNone/>
              <a:defRPr sz="1200">
                <a:latin typeface="IBM Plex Sans Medium" panose="020B0603050203000203" pitchFamily="34" charset="0"/>
              </a:defRPr>
            </a:lvl4pPr>
            <a:lvl5pPr marL="914400" indent="0">
              <a:buNone/>
              <a:defRPr sz="1100">
                <a:latin typeface="IBM Plex Sans Medium" panose="020B0603050203000203" pitchFamily="34" charset="0"/>
              </a:defRPr>
            </a:lvl5pPr>
          </a:lstStyle>
          <a:p>
            <a:pPr lvl="0"/>
            <a:r>
              <a:rPr lang="en-US"/>
              <a:t>Click To Edit Master Text Styles</a:t>
            </a:r>
          </a:p>
        </p:txBody>
      </p:sp>
      <p:sp>
        <p:nvSpPr>
          <p:cNvPr id="11" name="Content Placeholder 10">
            <a:extLst>
              <a:ext uri="{FF2B5EF4-FFF2-40B4-BE49-F238E27FC236}">
                <a16:creationId xmlns:a16="http://schemas.microsoft.com/office/drawing/2014/main" id="{2658BEC6-F813-9D09-9B01-73DD66F7634A}"/>
              </a:ext>
            </a:extLst>
          </p:cNvPr>
          <p:cNvSpPr>
            <a:spLocks noGrp="1"/>
          </p:cNvSpPr>
          <p:nvPr>
            <p:ph sz="quarter" idx="21"/>
          </p:nvPr>
        </p:nvSpPr>
        <p:spPr>
          <a:xfrm>
            <a:off x="457199" y="2743200"/>
            <a:ext cx="5343100" cy="3402459"/>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EF4D07F3-20F1-F87D-608D-49B4F616721B}"/>
              </a:ext>
            </a:extLst>
          </p:cNvPr>
          <p:cNvSpPr>
            <a:spLocks noGrp="1"/>
          </p:cNvSpPr>
          <p:nvPr>
            <p:ph sz="quarter" idx="22"/>
          </p:nvPr>
        </p:nvSpPr>
        <p:spPr>
          <a:xfrm>
            <a:off x="6373368" y="2743200"/>
            <a:ext cx="5327504" cy="3402459"/>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C6AC69B9-528D-7199-F1FE-9768486CAF3F}"/>
              </a:ext>
            </a:extLst>
          </p:cNvPr>
          <p:cNvSpPr>
            <a:spLocks noGrp="1"/>
          </p:cNvSpPr>
          <p:nvPr>
            <p:ph type="dt" sz="half" idx="23"/>
          </p:nvPr>
        </p:nvSpPr>
        <p:spPr/>
        <p:txBody>
          <a:bodyPr/>
          <a:lstStyle/>
          <a:p>
            <a:fld id="{228D026D-C07B-48C8-8C2B-C561E4D51E16}" type="datetime1">
              <a:rPr lang="en-US" smtClean="0"/>
              <a:t>1/15/2025</a:t>
            </a:fld>
            <a:endParaRPr lang="en-US"/>
          </a:p>
        </p:txBody>
      </p:sp>
      <p:sp>
        <p:nvSpPr>
          <p:cNvPr id="4" name="Footer Placeholder 3">
            <a:extLst>
              <a:ext uri="{FF2B5EF4-FFF2-40B4-BE49-F238E27FC236}">
                <a16:creationId xmlns:a16="http://schemas.microsoft.com/office/drawing/2014/main" id="{82612816-D3CC-11DF-F761-E1ABD3DB4539}"/>
              </a:ext>
            </a:extLst>
          </p:cNvPr>
          <p:cNvSpPr>
            <a:spLocks noGrp="1"/>
          </p:cNvSpPr>
          <p:nvPr>
            <p:ph type="ftr" sz="quarter" idx="24"/>
          </p:nvPr>
        </p:nvSpPr>
        <p:spPr/>
        <p:txBody>
          <a:bodyPr/>
          <a:lstStyle/>
          <a:p>
            <a:r>
              <a:rPr lang="en-US"/>
              <a:t>CONFIDENTIAL</a:t>
            </a:r>
          </a:p>
        </p:txBody>
      </p:sp>
      <p:sp>
        <p:nvSpPr>
          <p:cNvPr id="5" name="Slide Number Placeholder 4">
            <a:extLst>
              <a:ext uri="{FF2B5EF4-FFF2-40B4-BE49-F238E27FC236}">
                <a16:creationId xmlns:a16="http://schemas.microsoft.com/office/drawing/2014/main" id="{25087EFC-C8DE-B876-EFAE-EBAE40572FB2}"/>
              </a:ext>
            </a:extLst>
          </p:cNvPr>
          <p:cNvSpPr>
            <a:spLocks noGrp="1"/>
          </p:cNvSpPr>
          <p:nvPr>
            <p:ph type="sldNum" sz="quarter" idx="25"/>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1528160109"/>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19C13F58-ACBA-1849-B576-01D16CD1F3D1}"/>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99263EC-FF61-40FF-53A9-CD5BC4E85590}"/>
              </a:ext>
            </a:extLst>
          </p:cNvPr>
          <p:cNvSpPr>
            <a:spLocks noGrp="1"/>
          </p:cNvSpPr>
          <p:nvPr>
            <p:ph type="title" hasCustomPrompt="1"/>
          </p:nvPr>
        </p:nvSpPr>
        <p:spPr>
          <a:xfrm>
            <a:off x="457200" y="457200"/>
            <a:ext cx="3840479" cy="5688459"/>
          </a:xfrm>
        </p:spPr>
        <p:txBody>
          <a:bodyPr lIns="0" tIns="0" anchor="ctr"/>
          <a:lstStyle>
            <a:lvl1pPr>
              <a:defRPr sz="6000">
                <a:solidFill>
                  <a:schemeClr val="accent1">
                    <a:lumMod val="50000"/>
                  </a:schemeClr>
                </a:solidFill>
              </a:defRPr>
            </a:lvl1pPr>
          </a:lstStyle>
          <a:p>
            <a:r>
              <a:rPr lang="en-US"/>
              <a:t>Title Goes Here</a:t>
            </a:r>
          </a:p>
        </p:txBody>
      </p:sp>
      <p:sp>
        <p:nvSpPr>
          <p:cNvPr id="8" name="Chart Placeholder 7">
            <a:extLst>
              <a:ext uri="{FF2B5EF4-FFF2-40B4-BE49-F238E27FC236}">
                <a16:creationId xmlns:a16="http://schemas.microsoft.com/office/drawing/2014/main" id="{B59F7C2F-9C0A-4EE8-05A0-0275ED2D9D05}"/>
              </a:ext>
            </a:extLst>
          </p:cNvPr>
          <p:cNvSpPr>
            <a:spLocks noGrp="1"/>
          </p:cNvSpPr>
          <p:nvPr>
            <p:ph type="chart" sz="quarter" idx="13" hasCustomPrompt="1"/>
          </p:nvPr>
        </p:nvSpPr>
        <p:spPr>
          <a:xfrm>
            <a:off x="4572000" y="457200"/>
            <a:ext cx="7162800" cy="4242816"/>
          </a:xfrm>
        </p:spPr>
        <p:txBody>
          <a:bodyPr anchor="ctr"/>
          <a:lstStyle>
            <a:lvl1pPr marL="0" indent="0" algn="ctr">
              <a:buNone/>
              <a:defRPr/>
            </a:lvl1pPr>
          </a:lstStyle>
          <a:p>
            <a:r>
              <a:rPr lang="en-US"/>
              <a:t>Click to add chart</a:t>
            </a:r>
          </a:p>
        </p:txBody>
      </p:sp>
      <p:sp>
        <p:nvSpPr>
          <p:cNvPr id="10" name="Text Placeholder 9">
            <a:extLst>
              <a:ext uri="{FF2B5EF4-FFF2-40B4-BE49-F238E27FC236}">
                <a16:creationId xmlns:a16="http://schemas.microsoft.com/office/drawing/2014/main" id="{3C22FED8-DF56-7382-5CF7-08E39D1B5F54}"/>
              </a:ext>
            </a:extLst>
          </p:cNvPr>
          <p:cNvSpPr>
            <a:spLocks noGrp="1"/>
          </p:cNvSpPr>
          <p:nvPr>
            <p:ph type="body" sz="quarter" idx="14"/>
          </p:nvPr>
        </p:nvSpPr>
        <p:spPr>
          <a:xfrm>
            <a:off x="4572000" y="4892752"/>
            <a:ext cx="7162800" cy="1252907"/>
          </a:xfrm>
        </p:spPr>
        <p:txBody>
          <a:bodyPr vert="horz" lIns="0" tIns="0" rIns="0" bIns="0" rtlCol="0" anchor="t">
            <a:noAutofit/>
          </a:bodyPr>
          <a:lstStyle>
            <a:lvl1pPr>
              <a:defRPr lang="en-US" sz="1400" dirty="0"/>
            </a:lvl1pPr>
            <a:lvl2pPr>
              <a:defRPr lang="en-US" sz="1200" dirty="0"/>
            </a:lvl2pPr>
            <a:lvl3pPr>
              <a:defRPr lang="en-US" sz="1100" dirty="0"/>
            </a:lvl3pPr>
            <a:lvl4pPr>
              <a:defRPr lang="en-US" sz="1050" dirty="0"/>
            </a:lvl4pPr>
            <a:lvl5pPr>
              <a:defRPr lang="en-US" sz="1000" dirty="0"/>
            </a:lvl5pPr>
          </a:lstStyle>
          <a:p>
            <a:pPr lvl="0">
              <a:buFont typeface="IBM Plex Sans" panose="020B0503050203000203" pitchFamily="34" charset="0"/>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19337-C08C-9B6E-E281-2B5566E201B0}"/>
              </a:ext>
            </a:extLst>
          </p:cNvPr>
          <p:cNvSpPr>
            <a:spLocks noGrp="1"/>
          </p:cNvSpPr>
          <p:nvPr>
            <p:ph type="dt" sz="half" idx="15"/>
          </p:nvPr>
        </p:nvSpPr>
        <p:spPr/>
        <p:txBody>
          <a:bodyPr/>
          <a:lstStyle/>
          <a:p>
            <a:fld id="{228D026D-C07B-48C8-8C2B-C561E4D51E16}" type="datetime1">
              <a:rPr lang="en-US" smtClean="0"/>
              <a:t>1/15/2025</a:t>
            </a:fld>
            <a:endParaRPr lang="en-US"/>
          </a:p>
        </p:txBody>
      </p:sp>
      <p:sp>
        <p:nvSpPr>
          <p:cNvPr id="5" name="Footer Placeholder 4">
            <a:extLst>
              <a:ext uri="{FF2B5EF4-FFF2-40B4-BE49-F238E27FC236}">
                <a16:creationId xmlns:a16="http://schemas.microsoft.com/office/drawing/2014/main" id="{825EC17C-76F3-CEAE-2719-CF516BCEA40C}"/>
              </a:ext>
            </a:extLst>
          </p:cNvPr>
          <p:cNvSpPr>
            <a:spLocks noGrp="1"/>
          </p:cNvSpPr>
          <p:nvPr>
            <p:ph type="ftr" sz="quarter" idx="16"/>
          </p:nvPr>
        </p:nvSpPr>
        <p:spPr/>
        <p:txBody>
          <a:bodyPr/>
          <a:lstStyle/>
          <a:p>
            <a:r>
              <a:rPr lang="en-US"/>
              <a:t>CONFIDENTIAL</a:t>
            </a:r>
          </a:p>
        </p:txBody>
      </p:sp>
      <p:sp>
        <p:nvSpPr>
          <p:cNvPr id="6" name="Slide Number Placeholder 5">
            <a:extLst>
              <a:ext uri="{FF2B5EF4-FFF2-40B4-BE49-F238E27FC236}">
                <a16:creationId xmlns:a16="http://schemas.microsoft.com/office/drawing/2014/main" id="{A306E14B-93F4-76FB-CD24-C4326FF2C791}"/>
              </a:ext>
            </a:extLst>
          </p:cNvPr>
          <p:cNvSpPr>
            <a:spLocks noGrp="1"/>
          </p:cNvSpPr>
          <p:nvPr>
            <p:ph type="sldNum" sz="quarter" idx="17"/>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2698519383"/>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rt 2">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F411B0AB-87F1-1DFC-58B6-F5F422E20EBA}"/>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99263EC-FF61-40FF-53A9-CD5BC4E85590}"/>
              </a:ext>
            </a:extLst>
          </p:cNvPr>
          <p:cNvSpPr>
            <a:spLocks noGrp="1"/>
          </p:cNvSpPr>
          <p:nvPr>
            <p:ph type="title" hasCustomPrompt="1"/>
          </p:nvPr>
        </p:nvSpPr>
        <p:spPr>
          <a:xfrm>
            <a:off x="457200" y="457201"/>
            <a:ext cx="3840479" cy="5688458"/>
          </a:xfrm>
        </p:spPr>
        <p:txBody>
          <a:bodyPr lIns="0" tIns="0" anchor="ctr"/>
          <a:lstStyle>
            <a:lvl1pPr>
              <a:defRPr sz="6000">
                <a:solidFill>
                  <a:schemeClr val="accent1">
                    <a:lumMod val="50000"/>
                  </a:schemeClr>
                </a:solidFill>
              </a:defRPr>
            </a:lvl1pPr>
          </a:lstStyle>
          <a:p>
            <a:r>
              <a:rPr lang="en-US"/>
              <a:t>Main Statement Goes Here</a:t>
            </a:r>
          </a:p>
        </p:txBody>
      </p:sp>
      <p:sp>
        <p:nvSpPr>
          <p:cNvPr id="8" name="Chart Placeholder 7">
            <a:extLst>
              <a:ext uri="{FF2B5EF4-FFF2-40B4-BE49-F238E27FC236}">
                <a16:creationId xmlns:a16="http://schemas.microsoft.com/office/drawing/2014/main" id="{B59F7C2F-9C0A-4EE8-05A0-0275ED2D9D05}"/>
              </a:ext>
            </a:extLst>
          </p:cNvPr>
          <p:cNvSpPr>
            <a:spLocks noGrp="1"/>
          </p:cNvSpPr>
          <p:nvPr>
            <p:ph type="chart" sz="quarter" idx="13" hasCustomPrompt="1"/>
          </p:nvPr>
        </p:nvSpPr>
        <p:spPr>
          <a:xfrm>
            <a:off x="4572000" y="457201"/>
            <a:ext cx="3474720" cy="4246725"/>
          </a:xfrm>
        </p:spPr>
        <p:txBody>
          <a:bodyPr anchor="ctr"/>
          <a:lstStyle>
            <a:lvl1pPr marL="0" indent="0" algn="ctr">
              <a:buNone/>
              <a:defRPr/>
            </a:lvl1pPr>
          </a:lstStyle>
          <a:p>
            <a:r>
              <a:rPr lang="en-US"/>
              <a:t>Click to add chart</a:t>
            </a:r>
          </a:p>
        </p:txBody>
      </p:sp>
      <p:sp>
        <p:nvSpPr>
          <p:cNvPr id="10" name="Text Placeholder 9">
            <a:extLst>
              <a:ext uri="{FF2B5EF4-FFF2-40B4-BE49-F238E27FC236}">
                <a16:creationId xmlns:a16="http://schemas.microsoft.com/office/drawing/2014/main" id="{3C22FED8-DF56-7382-5CF7-08E39D1B5F54}"/>
              </a:ext>
            </a:extLst>
          </p:cNvPr>
          <p:cNvSpPr>
            <a:spLocks noGrp="1"/>
          </p:cNvSpPr>
          <p:nvPr>
            <p:ph type="body" sz="quarter" idx="14"/>
          </p:nvPr>
        </p:nvSpPr>
        <p:spPr>
          <a:xfrm>
            <a:off x="4572000" y="4890449"/>
            <a:ext cx="3474720" cy="1255209"/>
          </a:xfrm>
        </p:spPr>
        <p:txBody>
          <a:bodyPr vert="horz" lIns="0" tIns="0" rIns="0" bIns="0" rtlCol="0" anchor="t">
            <a:noAutofit/>
          </a:bodyPr>
          <a:lstStyle>
            <a:lvl1pPr>
              <a:defRPr lang="en-US" sz="1400" dirty="0"/>
            </a:lvl1pPr>
            <a:lvl2pPr>
              <a:defRPr lang="en-US" sz="1200" dirty="0"/>
            </a:lvl2pPr>
            <a:lvl3pPr>
              <a:defRPr lang="en-US" sz="1100" dirty="0"/>
            </a:lvl3pPr>
            <a:lvl4pPr>
              <a:defRPr lang="en-US" sz="1050" dirty="0"/>
            </a:lvl4pPr>
            <a:lvl5pPr>
              <a:defRPr lang="en-US" sz="1000" dirty="0"/>
            </a:lvl5pPr>
          </a:lstStyle>
          <a:p>
            <a:pPr lvl="0">
              <a:buFont typeface="IBM Plex Sans" panose="020B0503050203000203" pitchFamily="34" charset="0"/>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hart Placeholder 7">
            <a:extLst>
              <a:ext uri="{FF2B5EF4-FFF2-40B4-BE49-F238E27FC236}">
                <a16:creationId xmlns:a16="http://schemas.microsoft.com/office/drawing/2014/main" id="{8CDC8060-9FC9-61F5-C936-F0C1DBE65FA1}"/>
              </a:ext>
            </a:extLst>
          </p:cNvPr>
          <p:cNvSpPr>
            <a:spLocks noGrp="1"/>
          </p:cNvSpPr>
          <p:nvPr>
            <p:ph type="chart" sz="quarter" idx="15" hasCustomPrompt="1"/>
          </p:nvPr>
        </p:nvSpPr>
        <p:spPr>
          <a:xfrm>
            <a:off x="8251904" y="457201"/>
            <a:ext cx="3474720" cy="4246725"/>
          </a:xfrm>
        </p:spPr>
        <p:txBody>
          <a:bodyPr anchor="ctr"/>
          <a:lstStyle>
            <a:lvl1pPr marL="0" indent="0" algn="ctr">
              <a:buNone/>
              <a:defRPr/>
            </a:lvl1pPr>
          </a:lstStyle>
          <a:p>
            <a:r>
              <a:rPr lang="en-US"/>
              <a:t>Click to add chart</a:t>
            </a:r>
          </a:p>
        </p:txBody>
      </p:sp>
      <p:sp>
        <p:nvSpPr>
          <p:cNvPr id="7" name="Text Placeholder 9">
            <a:extLst>
              <a:ext uri="{FF2B5EF4-FFF2-40B4-BE49-F238E27FC236}">
                <a16:creationId xmlns:a16="http://schemas.microsoft.com/office/drawing/2014/main" id="{7D85EE0F-773A-109B-285D-225233898D07}"/>
              </a:ext>
            </a:extLst>
          </p:cNvPr>
          <p:cNvSpPr>
            <a:spLocks noGrp="1"/>
          </p:cNvSpPr>
          <p:nvPr>
            <p:ph type="body" sz="quarter" idx="16"/>
          </p:nvPr>
        </p:nvSpPr>
        <p:spPr>
          <a:xfrm>
            <a:off x="8252395" y="4890450"/>
            <a:ext cx="3474720" cy="1255208"/>
          </a:xfrm>
        </p:spPr>
        <p:txBody>
          <a:bodyPr vert="horz" lIns="0" tIns="0" rIns="0" bIns="0" rtlCol="0" anchor="t">
            <a:noAutofit/>
          </a:bodyPr>
          <a:lstStyle>
            <a:lvl1pPr>
              <a:defRPr lang="en-US" sz="1400" dirty="0"/>
            </a:lvl1pPr>
            <a:lvl2pPr>
              <a:defRPr lang="en-US" sz="1200" dirty="0"/>
            </a:lvl2pPr>
            <a:lvl3pPr>
              <a:defRPr lang="en-US" sz="1100" dirty="0"/>
            </a:lvl3pPr>
            <a:lvl4pPr>
              <a:defRPr lang="en-US" sz="1050" dirty="0"/>
            </a:lvl4pPr>
            <a:lvl5pPr>
              <a:defRPr lang="en-US" sz="1000" dirty="0"/>
            </a:lvl5pPr>
          </a:lstStyle>
          <a:p>
            <a:pPr lvl="0">
              <a:buFont typeface="IBM Plex Sans" panose="020B0503050203000203" pitchFamily="34" charset="0"/>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647517-E755-E3B9-A416-EAE7C43D9321}"/>
              </a:ext>
            </a:extLst>
          </p:cNvPr>
          <p:cNvSpPr>
            <a:spLocks noGrp="1"/>
          </p:cNvSpPr>
          <p:nvPr>
            <p:ph type="dt" sz="half" idx="17"/>
          </p:nvPr>
        </p:nvSpPr>
        <p:spPr/>
        <p:txBody>
          <a:bodyPr/>
          <a:lstStyle/>
          <a:p>
            <a:fld id="{228D026D-C07B-48C8-8C2B-C561E4D51E16}" type="datetime1">
              <a:rPr lang="en-US" smtClean="0"/>
              <a:t>1/15/2025</a:t>
            </a:fld>
            <a:endParaRPr lang="en-US"/>
          </a:p>
        </p:txBody>
      </p:sp>
      <p:sp>
        <p:nvSpPr>
          <p:cNvPr id="5" name="Footer Placeholder 4">
            <a:extLst>
              <a:ext uri="{FF2B5EF4-FFF2-40B4-BE49-F238E27FC236}">
                <a16:creationId xmlns:a16="http://schemas.microsoft.com/office/drawing/2014/main" id="{3C811D9E-7931-F799-9736-9E5FB3E0A476}"/>
              </a:ext>
            </a:extLst>
          </p:cNvPr>
          <p:cNvSpPr>
            <a:spLocks noGrp="1"/>
          </p:cNvSpPr>
          <p:nvPr>
            <p:ph type="ftr" sz="quarter" idx="18"/>
          </p:nvPr>
        </p:nvSpPr>
        <p:spPr/>
        <p:txBody>
          <a:bodyPr/>
          <a:lstStyle/>
          <a:p>
            <a:r>
              <a:rPr lang="en-US"/>
              <a:t>CONFIDENTIAL</a:t>
            </a:r>
          </a:p>
        </p:txBody>
      </p:sp>
      <p:sp>
        <p:nvSpPr>
          <p:cNvPr id="9" name="Slide Number Placeholder 8">
            <a:extLst>
              <a:ext uri="{FF2B5EF4-FFF2-40B4-BE49-F238E27FC236}">
                <a16:creationId xmlns:a16="http://schemas.microsoft.com/office/drawing/2014/main" id="{AA9DE1C2-194B-B3DC-4C4F-C54B2DAA68D8}"/>
              </a:ext>
            </a:extLst>
          </p:cNvPr>
          <p:cNvSpPr>
            <a:spLocks noGrp="1"/>
          </p:cNvSpPr>
          <p:nvPr>
            <p:ph type="sldNum" sz="quarter" idx="19"/>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3221877507"/>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hart 3">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0181F414-54FB-0606-576C-74482B9D653C}"/>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99263EC-FF61-40FF-53A9-CD5BC4E85590}"/>
              </a:ext>
            </a:extLst>
          </p:cNvPr>
          <p:cNvSpPr>
            <a:spLocks noGrp="1"/>
          </p:cNvSpPr>
          <p:nvPr>
            <p:ph type="title" hasCustomPrompt="1"/>
          </p:nvPr>
        </p:nvSpPr>
        <p:spPr>
          <a:xfrm>
            <a:off x="457200" y="457200"/>
            <a:ext cx="3840479" cy="5688459"/>
          </a:xfrm>
        </p:spPr>
        <p:txBody>
          <a:bodyPr lIns="0" tIns="0" anchor="ctr"/>
          <a:lstStyle>
            <a:lvl1pPr>
              <a:defRPr sz="6000">
                <a:solidFill>
                  <a:schemeClr val="accent1">
                    <a:lumMod val="50000"/>
                  </a:schemeClr>
                </a:solidFill>
              </a:defRPr>
            </a:lvl1pPr>
          </a:lstStyle>
          <a:p>
            <a:r>
              <a:rPr lang="en-US"/>
              <a:t>Main Statement Goes Here</a:t>
            </a:r>
          </a:p>
        </p:txBody>
      </p:sp>
      <p:sp>
        <p:nvSpPr>
          <p:cNvPr id="8" name="Chart Placeholder 7">
            <a:extLst>
              <a:ext uri="{FF2B5EF4-FFF2-40B4-BE49-F238E27FC236}">
                <a16:creationId xmlns:a16="http://schemas.microsoft.com/office/drawing/2014/main" id="{B59F7C2F-9C0A-4EE8-05A0-0275ED2D9D05}"/>
              </a:ext>
            </a:extLst>
          </p:cNvPr>
          <p:cNvSpPr>
            <a:spLocks noGrp="1"/>
          </p:cNvSpPr>
          <p:nvPr>
            <p:ph type="chart" sz="quarter" idx="13" hasCustomPrompt="1"/>
          </p:nvPr>
        </p:nvSpPr>
        <p:spPr>
          <a:xfrm>
            <a:off x="4572000" y="457200"/>
            <a:ext cx="3474720" cy="5688459"/>
          </a:xfrm>
        </p:spPr>
        <p:txBody>
          <a:bodyPr anchor="ctr"/>
          <a:lstStyle>
            <a:lvl1pPr marL="0" indent="0" algn="ctr">
              <a:buNone/>
              <a:defRPr/>
            </a:lvl1pPr>
          </a:lstStyle>
          <a:p>
            <a:r>
              <a:rPr lang="en-US"/>
              <a:t>Click to add chart</a:t>
            </a:r>
          </a:p>
        </p:txBody>
      </p:sp>
      <p:sp>
        <p:nvSpPr>
          <p:cNvPr id="10" name="Text Placeholder 9">
            <a:extLst>
              <a:ext uri="{FF2B5EF4-FFF2-40B4-BE49-F238E27FC236}">
                <a16:creationId xmlns:a16="http://schemas.microsoft.com/office/drawing/2014/main" id="{3C22FED8-DF56-7382-5CF7-08E39D1B5F54}"/>
              </a:ext>
            </a:extLst>
          </p:cNvPr>
          <p:cNvSpPr>
            <a:spLocks noGrp="1"/>
          </p:cNvSpPr>
          <p:nvPr>
            <p:ph type="body" sz="quarter" idx="14"/>
          </p:nvPr>
        </p:nvSpPr>
        <p:spPr>
          <a:xfrm>
            <a:off x="8251904" y="457200"/>
            <a:ext cx="3474720" cy="5688459"/>
          </a:xfrm>
        </p:spPr>
        <p:txBody>
          <a:bodyPr lIns="0" tIns="0" rIns="0" bIns="0" anchor="ctr"/>
          <a:lstStyle>
            <a:lvl1pPr marL="228600" indent="-228600">
              <a:lnSpc>
                <a:spcPct val="90000"/>
              </a:lnSpc>
              <a:buFont typeface="IBM Plex Sans" panose="020B0503050203000203" pitchFamily="34" charset="0"/>
              <a:buChar char="•"/>
              <a:defRPr sz="1400"/>
            </a:lvl1pPr>
            <a:lvl2pPr marL="457200" indent="-228600">
              <a:lnSpc>
                <a:spcPct val="90000"/>
              </a:lnSpc>
              <a:buFont typeface="IBM Plex Sans" panose="020B0503050203000203" pitchFamily="34" charset="0"/>
              <a:buChar char="–"/>
              <a:defRPr sz="1200"/>
            </a:lvl2pPr>
            <a:lvl3pPr marL="685800" indent="-228600">
              <a:lnSpc>
                <a:spcPct val="90000"/>
              </a:lnSpc>
              <a:buFont typeface="IBM Plex Sans" panose="020B0503050203000203" pitchFamily="34" charset="0"/>
              <a:buChar char="–"/>
              <a:defRPr sz="1100"/>
            </a:lvl3pPr>
            <a:lvl4pPr marL="914400" indent="-228600">
              <a:lnSpc>
                <a:spcPct val="90000"/>
              </a:lnSpc>
              <a:buFont typeface="IBM Plex Sans" panose="020B0503050203000203" pitchFamily="34" charset="0"/>
              <a:buChar char="–"/>
              <a:defRPr sz="1050"/>
            </a:lvl4pPr>
            <a:lvl5pPr marL="1143000" indent="-228600">
              <a:lnSpc>
                <a:spcPct val="90000"/>
              </a:lnSpc>
              <a:buFont typeface="IBM Plex Sans" panose="020B0503050203000203"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5FCF82-85A0-7EA5-553F-02E7DDFB823F}"/>
              </a:ext>
            </a:extLst>
          </p:cNvPr>
          <p:cNvSpPr>
            <a:spLocks noGrp="1"/>
          </p:cNvSpPr>
          <p:nvPr>
            <p:ph type="dt" sz="half" idx="15"/>
          </p:nvPr>
        </p:nvSpPr>
        <p:spPr/>
        <p:txBody>
          <a:bodyPr/>
          <a:lstStyle/>
          <a:p>
            <a:fld id="{228D026D-C07B-48C8-8C2B-C561E4D51E16}" type="datetime1">
              <a:rPr lang="en-US" smtClean="0"/>
              <a:t>1/15/2025</a:t>
            </a:fld>
            <a:endParaRPr lang="en-US"/>
          </a:p>
        </p:txBody>
      </p:sp>
      <p:sp>
        <p:nvSpPr>
          <p:cNvPr id="5" name="Footer Placeholder 4">
            <a:extLst>
              <a:ext uri="{FF2B5EF4-FFF2-40B4-BE49-F238E27FC236}">
                <a16:creationId xmlns:a16="http://schemas.microsoft.com/office/drawing/2014/main" id="{9D9B151C-E816-8911-F536-87801CC6E5CD}"/>
              </a:ext>
            </a:extLst>
          </p:cNvPr>
          <p:cNvSpPr>
            <a:spLocks noGrp="1"/>
          </p:cNvSpPr>
          <p:nvPr>
            <p:ph type="ftr" sz="quarter" idx="16"/>
          </p:nvPr>
        </p:nvSpPr>
        <p:spPr/>
        <p:txBody>
          <a:bodyPr/>
          <a:lstStyle/>
          <a:p>
            <a:r>
              <a:rPr lang="en-US"/>
              <a:t>CONFIDENTIAL</a:t>
            </a:r>
          </a:p>
        </p:txBody>
      </p:sp>
      <p:sp>
        <p:nvSpPr>
          <p:cNvPr id="6" name="Slide Number Placeholder 5">
            <a:extLst>
              <a:ext uri="{FF2B5EF4-FFF2-40B4-BE49-F238E27FC236}">
                <a16:creationId xmlns:a16="http://schemas.microsoft.com/office/drawing/2014/main" id="{F337076F-0A85-289F-23EF-8DFA0EB7A660}"/>
              </a:ext>
            </a:extLst>
          </p:cNvPr>
          <p:cNvSpPr>
            <a:spLocks noGrp="1"/>
          </p:cNvSpPr>
          <p:nvPr>
            <p:ph type="sldNum" sz="quarter" idx="17"/>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362842622"/>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E252A1C-D038-FADB-F214-C5C470580C52}"/>
              </a:ext>
            </a:extLst>
          </p:cNvPr>
          <p:cNvSpPr txBox="1"/>
          <p:nvPr userDrawn="1"/>
        </p:nvSpPr>
        <p:spPr bwMode="ltGray">
          <a:xfrm>
            <a:off x="1269381" y="1635374"/>
            <a:ext cx="1338575" cy="2215092"/>
          </a:xfrm>
          <a:prstGeom prst="rect">
            <a:avLst/>
          </a:prstGeom>
          <a:noFill/>
        </p:spPr>
        <p:txBody>
          <a:bodyPr wrap="square" lIns="0" tIns="0" rIns="0" bIns="0" rtlCol="0" anchor="ctr">
            <a:noAutofit/>
          </a:bodyPr>
          <a:lstStyle/>
          <a:p>
            <a:pPr algn="ctr">
              <a:lnSpc>
                <a:spcPct val="85000"/>
              </a:lnSpc>
            </a:pPr>
            <a:r>
              <a:rPr lang="en-US" sz="20200">
                <a:solidFill>
                  <a:schemeClr val="accent1"/>
                </a:solidFill>
                <a:latin typeface="+mj-lt"/>
              </a:rPr>
              <a:t>“</a:t>
            </a:r>
          </a:p>
        </p:txBody>
      </p:sp>
      <p:sp>
        <p:nvSpPr>
          <p:cNvPr id="8" name="Title 1">
            <a:extLst>
              <a:ext uri="{FF2B5EF4-FFF2-40B4-BE49-F238E27FC236}">
                <a16:creationId xmlns:a16="http://schemas.microsoft.com/office/drawing/2014/main" id="{838ABD5D-9513-86DF-293F-B400D295F218}"/>
              </a:ext>
            </a:extLst>
          </p:cNvPr>
          <p:cNvSpPr>
            <a:spLocks noGrp="1"/>
          </p:cNvSpPr>
          <p:nvPr>
            <p:ph type="title" hasCustomPrompt="1"/>
          </p:nvPr>
        </p:nvSpPr>
        <p:spPr>
          <a:xfrm>
            <a:off x="1938670" y="1440038"/>
            <a:ext cx="8314661" cy="3461571"/>
          </a:xfrm>
        </p:spPr>
        <p:txBody>
          <a:bodyPr lIns="91440" tIns="91440" bIns="91440" anchor="ctr"/>
          <a:lstStyle>
            <a:lvl1pPr algn="ctr">
              <a:defRPr sz="4000" b="0">
                <a:solidFill>
                  <a:schemeClr val="accent1">
                    <a:lumMod val="50000"/>
                  </a:schemeClr>
                </a:solidFill>
                <a:latin typeface="IBM Plex Sans Medium" panose="020B0603050203000203" pitchFamily="34" charset="0"/>
              </a:defRPr>
            </a:lvl1pPr>
          </a:lstStyle>
          <a:p>
            <a:r>
              <a:rPr lang="en-US"/>
              <a:t>Title Goes Here</a:t>
            </a:r>
            <a:br>
              <a:rPr lang="en-US"/>
            </a:br>
            <a:r>
              <a:rPr lang="en-US"/>
              <a:t>Titles Are IBM Sans Plex Medium 40pt Font</a:t>
            </a:r>
          </a:p>
        </p:txBody>
      </p:sp>
      <p:sp>
        <p:nvSpPr>
          <p:cNvPr id="2" name="Date Placeholder 1">
            <a:extLst>
              <a:ext uri="{FF2B5EF4-FFF2-40B4-BE49-F238E27FC236}">
                <a16:creationId xmlns:a16="http://schemas.microsoft.com/office/drawing/2014/main" id="{75505ACD-EB86-0DC1-C6FC-A7D86DA93C67}"/>
              </a:ext>
            </a:extLst>
          </p:cNvPr>
          <p:cNvSpPr>
            <a:spLocks noGrp="1"/>
          </p:cNvSpPr>
          <p:nvPr>
            <p:ph type="dt" sz="half" idx="10"/>
          </p:nvPr>
        </p:nvSpPr>
        <p:spPr/>
        <p:txBody>
          <a:bodyPr/>
          <a:lstStyle/>
          <a:p>
            <a:fld id="{228D026D-C07B-48C8-8C2B-C561E4D51E16}" type="datetime1">
              <a:rPr lang="en-US" smtClean="0"/>
              <a:t>1/15/2025</a:t>
            </a:fld>
            <a:endParaRPr lang="en-US"/>
          </a:p>
        </p:txBody>
      </p:sp>
      <p:sp>
        <p:nvSpPr>
          <p:cNvPr id="3" name="Footer Placeholder 2">
            <a:extLst>
              <a:ext uri="{FF2B5EF4-FFF2-40B4-BE49-F238E27FC236}">
                <a16:creationId xmlns:a16="http://schemas.microsoft.com/office/drawing/2014/main" id="{5B2BC0D7-8A6C-55C3-ABA5-5851A6159B5D}"/>
              </a:ext>
            </a:extLst>
          </p:cNvPr>
          <p:cNvSpPr>
            <a:spLocks noGrp="1"/>
          </p:cNvSpPr>
          <p:nvPr>
            <p:ph type="ftr" sz="quarter" idx="11"/>
          </p:nvPr>
        </p:nvSpPr>
        <p:spPr/>
        <p:txBody>
          <a:bodyPr/>
          <a:lstStyle/>
          <a:p>
            <a:r>
              <a:rPr lang="en-US"/>
              <a:t>CONFIDENTIAL</a:t>
            </a:r>
          </a:p>
        </p:txBody>
      </p:sp>
      <p:sp>
        <p:nvSpPr>
          <p:cNvPr id="4" name="Slide Number Placeholder 3">
            <a:extLst>
              <a:ext uri="{FF2B5EF4-FFF2-40B4-BE49-F238E27FC236}">
                <a16:creationId xmlns:a16="http://schemas.microsoft.com/office/drawing/2014/main" id="{771B4DFB-10B8-C6C6-DF97-2F0770FEEF5A}"/>
              </a:ext>
            </a:extLst>
          </p:cNvPr>
          <p:cNvSpPr>
            <a:spLocks noGrp="1"/>
          </p:cNvSpPr>
          <p:nvPr>
            <p:ph type="sldNum" sz="quarter" idx="12"/>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3937860412"/>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ote Purple">
    <p:bg bwMode="auto">
      <p:bgPr>
        <a:solidFill>
          <a:schemeClr val="accent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E252A1C-D038-FADB-F214-C5C470580C52}"/>
              </a:ext>
            </a:extLst>
          </p:cNvPr>
          <p:cNvSpPr txBox="1"/>
          <p:nvPr userDrawn="1"/>
        </p:nvSpPr>
        <p:spPr bwMode="white">
          <a:xfrm>
            <a:off x="1269381" y="1635374"/>
            <a:ext cx="1338575" cy="2215092"/>
          </a:xfrm>
          <a:prstGeom prst="rect">
            <a:avLst/>
          </a:prstGeom>
          <a:noFill/>
        </p:spPr>
        <p:txBody>
          <a:bodyPr wrap="square" lIns="0" tIns="0" rIns="0" bIns="0" rtlCol="0" anchor="ctr">
            <a:noAutofit/>
          </a:bodyPr>
          <a:lstStyle/>
          <a:p>
            <a:pPr algn="ctr">
              <a:lnSpc>
                <a:spcPct val="85000"/>
              </a:lnSpc>
            </a:pPr>
            <a:r>
              <a:rPr lang="en-US" sz="20200">
                <a:solidFill>
                  <a:schemeClr val="accent3"/>
                </a:solidFill>
                <a:latin typeface="+mj-lt"/>
              </a:rPr>
              <a:t>“</a:t>
            </a:r>
          </a:p>
        </p:txBody>
      </p:sp>
      <p:sp>
        <p:nvSpPr>
          <p:cNvPr id="2" name="Title 1">
            <a:extLst>
              <a:ext uri="{FF2B5EF4-FFF2-40B4-BE49-F238E27FC236}">
                <a16:creationId xmlns:a16="http://schemas.microsoft.com/office/drawing/2014/main" id="{3AE9361C-87BE-4A4B-98C4-7B2550080F1F}"/>
              </a:ext>
            </a:extLst>
          </p:cNvPr>
          <p:cNvSpPr>
            <a:spLocks noGrp="1"/>
          </p:cNvSpPr>
          <p:nvPr>
            <p:ph type="title" hasCustomPrompt="1"/>
          </p:nvPr>
        </p:nvSpPr>
        <p:spPr bwMode="white">
          <a:xfrm>
            <a:off x="1938670" y="1440038"/>
            <a:ext cx="8314661" cy="3461571"/>
          </a:xfrm>
        </p:spPr>
        <p:txBody>
          <a:bodyPr lIns="91440" tIns="91440" bIns="91440" anchor="ctr"/>
          <a:lstStyle>
            <a:lvl1pPr algn="ctr">
              <a:defRPr sz="4000" b="0">
                <a:solidFill>
                  <a:schemeClr val="bg1"/>
                </a:solidFill>
                <a:latin typeface="IBM Plex Sans Medium" panose="020B0603050203000203" pitchFamily="34" charset="0"/>
              </a:defRPr>
            </a:lvl1pPr>
          </a:lstStyle>
          <a:p>
            <a:r>
              <a:rPr lang="en-US"/>
              <a:t>Title Goes Here</a:t>
            </a:r>
            <a:br>
              <a:rPr lang="en-US"/>
            </a:br>
            <a:r>
              <a:rPr lang="en-US"/>
              <a:t>Titles Are IBM Sans Plex Medium 40pt Font</a:t>
            </a:r>
          </a:p>
        </p:txBody>
      </p:sp>
      <p:pic>
        <p:nvPicPr>
          <p:cNvPr id="3" name="Graphic 2">
            <a:extLst>
              <a:ext uri="{FF2B5EF4-FFF2-40B4-BE49-F238E27FC236}">
                <a16:creationId xmlns:a16="http://schemas.microsoft.com/office/drawing/2014/main" id="{F227943E-CBEE-330C-E6C2-887D5B5F212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white">
          <a:xfrm>
            <a:off x="11119839" y="6309360"/>
            <a:ext cx="865880" cy="274320"/>
          </a:xfrm>
          <a:prstGeom prst="rect">
            <a:avLst/>
          </a:prstGeom>
        </p:spPr>
      </p:pic>
      <p:sp>
        <p:nvSpPr>
          <p:cNvPr id="6" name="Text Placeholder 5">
            <a:extLst>
              <a:ext uri="{FF2B5EF4-FFF2-40B4-BE49-F238E27FC236}">
                <a16:creationId xmlns:a16="http://schemas.microsoft.com/office/drawing/2014/main" id="{720B219E-8191-70C8-F731-E4E4BB5D3802}"/>
              </a:ext>
            </a:extLst>
          </p:cNvPr>
          <p:cNvSpPr>
            <a:spLocks noGrp="1"/>
          </p:cNvSpPr>
          <p:nvPr>
            <p:ph type="body" sz="quarter" idx="10" hasCustomPrompt="1"/>
          </p:nvPr>
        </p:nvSpPr>
        <p:spPr bwMode="white">
          <a:xfrm>
            <a:off x="1938670" y="4909946"/>
            <a:ext cx="8314660" cy="349250"/>
          </a:xfrm>
        </p:spPr>
        <p:txBody>
          <a:bodyPr lIns="457200" rIns="457200" bIns="0" anchor="b"/>
          <a:lstStyle>
            <a:lvl1pPr marL="0" indent="0" algn="l">
              <a:buNone/>
              <a:defRPr sz="1800" cap="all" baseline="0">
                <a:solidFill>
                  <a:schemeClr val="bg1"/>
                </a:solidFill>
                <a:latin typeface="+mn-lt"/>
              </a:defRPr>
            </a:lvl1pPr>
          </a:lstStyle>
          <a:p>
            <a:pPr lvl="0"/>
            <a:r>
              <a:rPr lang="en-US"/>
              <a:t>CLICK TO EDIT SUBTITLE TEXT</a:t>
            </a:r>
          </a:p>
        </p:txBody>
      </p:sp>
      <p:sp>
        <p:nvSpPr>
          <p:cNvPr id="4" name="Date Placeholder 3">
            <a:extLst>
              <a:ext uri="{FF2B5EF4-FFF2-40B4-BE49-F238E27FC236}">
                <a16:creationId xmlns:a16="http://schemas.microsoft.com/office/drawing/2014/main" id="{B8217E07-A627-D325-9441-9AC4C26D20DE}"/>
              </a:ext>
            </a:extLst>
          </p:cNvPr>
          <p:cNvSpPr>
            <a:spLocks noGrp="1"/>
          </p:cNvSpPr>
          <p:nvPr>
            <p:ph type="dt" sz="half" idx="11"/>
          </p:nvPr>
        </p:nvSpPr>
        <p:spPr/>
        <p:txBody>
          <a:bodyPr/>
          <a:lstStyle>
            <a:lvl1pPr>
              <a:defRPr>
                <a:solidFill>
                  <a:schemeClr val="bg1"/>
                </a:solidFill>
              </a:defRPr>
            </a:lvl1pPr>
          </a:lstStyle>
          <a:p>
            <a:fld id="{228D026D-C07B-48C8-8C2B-C561E4D51E16}" type="datetime1">
              <a:rPr lang="en-US" smtClean="0"/>
              <a:pPr/>
              <a:t>1/15/2025</a:t>
            </a:fld>
            <a:endParaRPr lang="en-US"/>
          </a:p>
        </p:txBody>
      </p:sp>
      <p:sp>
        <p:nvSpPr>
          <p:cNvPr id="5" name="Footer Placeholder 4">
            <a:extLst>
              <a:ext uri="{FF2B5EF4-FFF2-40B4-BE49-F238E27FC236}">
                <a16:creationId xmlns:a16="http://schemas.microsoft.com/office/drawing/2014/main" id="{E9CA8F28-87F3-3288-EFF5-D69183E99059}"/>
              </a:ext>
            </a:extLst>
          </p:cNvPr>
          <p:cNvSpPr>
            <a:spLocks noGrp="1"/>
          </p:cNvSpPr>
          <p:nvPr>
            <p:ph type="ftr" sz="quarter" idx="12"/>
          </p:nvPr>
        </p:nvSpPr>
        <p:spPr/>
        <p:txBody>
          <a:bodyPr/>
          <a:lstStyle>
            <a:lvl1pPr>
              <a:defRPr>
                <a:solidFill>
                  <a:schemeClr val="bg1"/>
                </a:solidFill>
              </a:defRPr>
            </a:lvl1pPr>
          </a:lstStyle>
          <a:p>
            <a:r>
              <a:rPr lang="en-US"/>
              <a:t>CONFIDENTIAL</a:t>
            </a:r>
          </a:p>
        </p:txBody>
      </p:sp>
      <p:sp>
        <p:nvSpPr>
          <p:cNvPr id="8" name="Slide Number Placeholder 7">
            <a:extLst>
              <a:ext uri="{FF2B5EF4-FFF2-40B4-BE49-F238E27FC236}">
                <a16:creationId xmlns:a16="http://schemas.microsoft.com/office/drawing/2014/main" id="{05718103-A717-4193-1633-740DD003EF5C}"/>
              </a:ext>
            </a:extLst>
          </p:cNvPr>
          <p:cNvSpPr>
            <a:spLocks noGrp="1"/>
          </p:cNvSpPr>
          <p:nvPr>
            <p:ph type="sldNum" sz="quarter" idx="13"/>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885593268"/>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Imag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10"/>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lang="en-US" dirty="0">
                <a:solidFill>
                  <a:schemeClr val="accent1">
                    <a:lumMod val="50000"/>
                  </a:schemeClr>
                </a:solidFill>
              </a:defRPr>
            </a:lvl1pPr>
          </a:lstStyle>
          <a:p>
            <a:pPr lvl="0"/>
            <a:r>
              <a:rPr lang="en-US"/>
              <a:t>Title Goes Here</a:t>
            </a:r>
            <a:br>
              <a:rPr lang="en-US"/>
            </a:br>
            <a:r>
              <a:rPr lang="en-US"/>
              <a:t>Titles Are IBM Sans Plex Bold 40pt Font</a:t>
            </a:r>
          </a:p>
        </p:txBody>
      </p:sp>
      <p:sp>
        <p:nvSpPr>
          <p:cNvPr id="35" name="Picture Placeholder 34">
            <a:extLst>
              <a:ext uri="{FF2B5EF4-FFF2-40B4-BE49-F238E27FC236}">
                <a16:creationId xmlns:a16="http://schemas.microsoft.com/office/drawing/2014/main" id="{6F3102A3-23DA-4270-8CB7-910A4E27DD24}"/>
              </a:ext>
            </a:extLst>
          </p:cNvPr>
          <p:cNvSpPr>
            <a:spLocks noGrp="1"/>
          </p:cNvSpPr>
          <p:nvPr>
            <p:ph type="pic" sz="quarter" idx="12"/>
          </p:nvPr>
        </p:nvSpPr>
        <p:spPr>
          <a:xfrm>
            <a:off x="457200" y="1828800"/>
            <a:ext cx="5334817" cy="1554480"/>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39" name="Text Placeholder 38">
            <a:extLst>
              <a:ext uri="{FF2B5EF4-FFF2-40B4-BE49-F238E27FC236}">
                <a16:creationId xmlns:a16="http://schemas.microsoft.com/office/drawing/2014/main" id="{EAE6DE0F-0ADD-444F-978D-6AA58793E072}"/>
              </a:ext>
            </a:extLst>
          </p:cNvPr>
          <p:cNvSpPr>
            <a:spLocks noGrp="1"/>
          </p:cNvSpPr>
          <p:nvPr>
            <p:ph type="body" sz="quarter" idx="15" hasCustomPrompt="1"/>
          </p:nvPr>
        </p:nvSpPr>
        <p:spPr>
          <a:xfrm>
            <a:off x="457200" y="4114800"/>
            <a:ext cx="5334817" cy="2103120"/>
          </a:xfrm>
        </p:spPr>
        <p:txBody>
          <a:bodyPr lIns="0" tIns="0" rIns="0" bIns="91440">
            <a:normAutofit/>
          </a:bodyPr>
          <a:lstStyle>
            <a:lvl1pPr marL="0" indent="0">
              <a:lnSpc>
                <a:spcPct val="90000"/>
              </a:lnSpc>
              <a:spcBef>
                <a:spcPts val="200"/>
              </a:spcBef>
              <a:spcAft>
                <a:spcPts val="0"/>
              </a:spcAft>
              <a:buClr>
                <a:schemeClr val="accent1"/>
              </a:buClr>
              <a:buFont typeface="IBM Plex Sans" panose="020B0503050203000203" pitchFamily="34" charset="0"/>
              <a:buNone/>
              <a:defRPr sz="1400">
                <a:latin typeface="+mn-lt"/>
                <a:ea typeface="+mn-ea"/>
                <a:cs typeface="+mn-cs"/>
              </a:defRPr>
            </a:lvl1pPr>
            <a:lvl2pPr marL="228600" indent="0">
              <a:spcBef>
                <a:spcPts val="200"/>
              </a:spcBef>
              <a:buNone/>
              <a:defRPr sz="1200"/>
            </a:lvl2pPr>
            <a:lvl3pPr marL="457200" indent="0">
              <a:spcBef>
                <a:spcPts val="200"/>
              </a:spcBef>
              <a:buNone/>
              <a:defRPr sz="1100"/>
            </a:lvl3pPr>
            <a:lvl4pPr marL="685800" indent="0">
              <a:spcBef>
                <a:spcPts val="200"/>
              </a:spcBef>
              <a:buNone/>
              <a:defRPr sz="1050"/>
            </a:lvl4pPr>
          </a:lstStyle>
          <a:p>
            <a:pPr lvl="0"/>
            <a:r>
              <a:rPr lang="en-US"/>
              <a:t>Edit Master text styles</a:t>
            </a:r>
          </a:p>
          <a:p>
            <a:pPr lvl="1"/>
            <a:r>
              <a:rPr lang="en-US"/>
              <a:t>Second</a:t>
            </a:r>
          </a:p>
          <a:p>
            <a:pPr lvl="2"/>
            <a:r>
              <a:rPr lang="en-US"/>
              <a:t>Third</a:t>
            </a:r>
          </a:p>
          <a:p>
            <a:pPr lvl="3"/>
            <a:r>
              <a:rPr lang="en-US"/>
              <a:t>Fourth</a:t>
            </a:r>
          </a:p>
        </p:txBody>
      </p:sp>
      <p:sp>
        <p:nvSpPr>
          <p:cNvPr id="20" name="Subtitle 2">
            <a:extLst>
              <a:ext uri="{FF2B5EF4-FFF2-40B4-BE49-F238E27FC236}">
                <a16:creationId xmlns:a16="http://schemas.microsoft.com/office/drawing/2014/main" id="{FE07572F-0F6E-1B4B-866E-F7764EE6687C}"/>
              </a:ext>
            </a:extLst>
          </p:cNvPr>
          <p:cNvSpPr>
            <a:spLocks noGrp="1"/>
          </p:cNvSpPr>
          <p:nvPr>
            <p:ph type="subTitle" idx="11" hasCustomPrompt="1"/>
          </p:nvPr>
        </p:nvSpPr>
        <p:spPr>
          <a:xfrm>
            <a:off x="457200" y="3474719"/>
            <a:ext cx="5334817"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 TEXT</a:t>
            </a:r>
          </a:p>
        </p:txBody>
      </p:sp>
      <p:sp>
        <p:nvSpPr>
          <p:cNvPr id="7" name="Picture Placeholder 34">
            <a:extLst>
              <a:ext uri="{FF2B5EF4-FFF2-40B4-BE49-F238E27FC236}">
                <a16:creationId xmlns:a16="http://schemas.microsoft.com/office/drawing/2014/main" id="{4C5C7C91-5643-9299-F33F-0C18D5F55EB7}"/>
              </a:ext>
            </a:extLst>
          </p:cNvPr>
          <p:cNvSpPr>
            <a:spLocks noGrp="1"/>
          </p:cNvSpPr>
          <p:nvPr>
            <p:ph type="pic" sz="quarter" idx="16"/>
          </p:nvPr>
        </p:nvSpPr>
        <p:spPr>
          <a:xfrm>
            <a:off x="6371753" y="1828800"/>
            <a:ext cx="5359438" cy="1554480"/>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8" name="Text Placeholder 38">
            <a:extLst>
              <a:ext uri="{FF2B5EF4-FFF2-40B4-BE49-F238E27FC236}">
                <a16:creationId xmlns:a16="http://schemas.microsoft.com/office/drawing/2014/main" id="{4161E8B9-9CCB-30FF-A39C-79F9E30608BC}"/>
              </a:ext>
            </a:extLst>
          </p:cNvPr>
          <p:cNvSpPr>
            <a:spLocks noGrp="1"/>
          </p:cNvSpPr>
          <p:nvPr>
            <p:ph type="body" sz="quarter" idx="17" hasCustomPrompt="1"/>
          </p:nvPr>
        </p:nvSpPr>
        <p:spPr>
          <a:xfrm>
            <a:off x="6371754" y="4114800"/>
            <a:ext cx="5359438" cy="2103120"/>
          </a:xfrm>
        </p:spPr>
        <p:txBody>
          <a:bodyPr vert="horz" lIns="0" tIns="0" rIns="0" bIns="91440" rtlCol="0">
            <a:normAutofit/>
          </a:bodyPr>
          <a:lstStyle>
            <a:lvl1pPr marL="0" indent="0">
              <a:buNone/>
              <a:defRPr lang="en-US" sz="1400" dirty="0" smtClean="0"/>
            </a:lvl1pPr>
            <a:lvl2pPr marL="228600" indent="0">
              <a:buNone/>
              <a:defRPr lang="en-US" sz="1200" dirty="0" smtClean="0"/>
            </a:lvl2pPr>
            <a:lvl3pPr marL="457200" indent="0">
              <a:buNone/>
              <a:defRPr lang="en-US" sz="1100" dirty="0" smtClean="0"/>
            </a:lvl3pPr>
            <a:lvl4pPr marL="685800" indent="0">
              <a:buNone/>
              <a:defRPr lang="en-US" sz="1050" dirty="0"/>
            </a:lvl4pPr>
          </a:lstStyle>
          <a:p>
            <a:pPr lvl="0">
              <a:spcBef>
                <a:spcPts val="200"/>
              </a:spcBef>
              <a:spcAft>
                <a:spcPts val="0"/>
              </a:spcAft>
            </a:pPr>
            <a:r>
              <a:rPr lang="en-US"/>
              <a:t>Edit Master text styles</a:t>
            </a:r>
          </a:p>
          <a:p>
            <a:pPr lvl="1">
              <a:spcBef>
                <a:spcPts val="200"/>
              </a:spcBef>
            </a:pPr>
            <a:r>
              <a:rPr lang="en-US"/>
              <a:t>Second</a:t>
            </a:r>
          </a:p>
          <a:p>
            <a:pPr lvl="2">
              <a:spcBef>
                <a:spcPts val="200"/>
              </a:spcBef>
            </a:pPr>
            <a:r>
              <a:rPr lang="en-US"/>
              <a:t>Third</a:t>
            </a:r>
          </a:p>
          <a:p>
            <a:pPr lvl="3">
              <a:spcBef>
                <a:spcPts val="200"/>
              </a:spcBef>
            </a:pPr>
            <a:r>
              <a:rPr lang="en-US"/>
              <a:t>Fourth</a:t>
            </a:r>
          </a:p>
        </p:txBody>
      </p:sp>
      <p:sp>
        <p:nvSpPr>
          <p:cNvPr id="11" name="Text Placeholder 10">
            <a:extLst>
              <a:ext uri="{FF2B5EF4-FFF2-40B4-BE49-F238E27FC236}">
                <a16:creationId xmlns:a16="http://schemas.microsoft.com/office/drawing/2014/main" id="{C1ED5024-06DB-E538-92DD-326FEC420769}"/>
              </a:ext>
            </a:extLst>
          </p:cNvPr>
          <p:cNvSpPr>
            <a:spLocks noGrp="1"/>
          </p:cNvSpPr>
          <p:nvPr>
            <p:ph type="body" sz="quarter" idx="18" hasCustomPrompt="1"/>
          </p:nvPr>
        </p:nvSpPr>
        <p:spPr>
          <a:xfrm>
            <a:off x="6371754" y="3474719"/>
            <a:ext cx="5359438"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 TEXT</a:t>
            </a:r>
          </a:p>
        </p:txBody>
      </p:sp>
      <p:sp>
        <p:nvSpPr>
          <p:cNvPr id="2" name="Date Placeholder 1">
            <a:extLst>
              <a:ext uri="{FF2B5EF4-FFF2-40B4-BE49-F238E27FC236}">
                <a16:creationId xmlns:a16="http://schemas.microsoft.com/office/drawing/2014/main" id="{DB4FB7E4-3653-8013-601C-73C35DBEBBC1}"/>
              </a:ext>
            </a:extLst>
          </p:cNvPr>
          <p:cNvSpPr>
            <a:spLocks noGrp="1"/>
          </p:cNvSpPr>
          <p:nvPr>
            <p:ph type="dt" sz="half" idx="19"/>
          </p:nvPr>
        </p:nvSpPr>
        <p:spPr/>
        <p:txBody>
          <a:bodyPr/>
          <a:lstStyle/>
          <a:p>
            <a:fld id="{228D026D-C07B-48C8-8C2B-C561E4D51E16}" type="datetime1">
              <a:rPr lang="en-US" smtClean="0"/>
              <a:t>1/15/2025</a:t>
            </a:fld>
            <a:endParaRPr lang="en-US"/>
          </a:p>
        </p:txBody>
      </p:sp>
      <p:sp>
        <p:nvSpPr>
          <p:cNvPr id="3" name="Footer Placeholder 2">
            <a:extLst>
              <a:ext uri="{FF2B5EF4-FFF2-40B4-BE49-F238E27FC236}">
                <a16:creationId xmlns:a16="http://schemas.microsoft.com/office/drawing/2014/main" id="{105D5F42-7B75-11CB-D5BE-ED9A089CCC69}"/>
              </a:ext>
            </a:extLst>
          </p:cNvPr>
          <p:cNvSpPr>
            <a:spLocks noGrp="1"/>
          </p:cNvSpPr>
          <p:nvPr>
            <p:ph type="ftr" sz="quarter" idx="20"/>
          </p:nvPr>
        </p:nvSpPr>
        <p:spPr/>
        <p:txBody>
          <a:bodyPr/>
          <a:lstStyle/>
          <a:p>
            <a:r>
              <a:rPr lang="en-US"/>
              <a:t>CONFIDENTIAL</a:t>
            </a:r>
          </a:p>
        </p:txBody>
      </p:sp>
      <p:sp>
        <p:nvSpPr>
          <p:cNvPr id="4" name="Slide Number Placeholder 3">
            <a:extLst>
              <a:ext uri="{FF2B5EF4-FFF2-40B4-BE49-F238E27FC236}">
                <a16:creationId xmlns:a16="http://schemas.microsoft.com/office/drawing/2014/main" id="{F76DA91D-26A4-49AE-3C1F-F33945576FBD}"/>
              </a:ext>
            </a:extLst>
          </p:cNvPr>
          <p:cNvSpPr>
            <a:spLocks noGrp="1"/>
          </p:cNvSpPr>
          <p:nvPr>
            <p:ph type="sldNum" sz="quarter" idx="21"/>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233459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Imag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10"/>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lang="en-US" dirty="0">
                <a:solidFill>
                  <a:schemeClr val="accent1">
                    <a:lumMod val="50000"/>
                  </a:schemeClr>
                </a:solidFill>
              </a:defRPr>
            </a:lvl1pPr>
          </a:lstStyle>
          <a:p>
            <a:pPr lvl="0"/>
            <a:r>
              <a:rPr lang="en-US"/>
              <a:t>Title Goes Here</a:t>
            </a:r>
            <a:br>
              <a:rPr lang="en-US"/>
            </a:br>
            <a:r>
              <a:rPr lang="en-US"/>
              <a:t>Titles Are IBM Sans Plex Bold 40pt Font</a:t>
            </a:r>
          </a:p>
        </p:txBody>
      </p:sp>
      <p:sp>
        <p:nvSpPr>
          <p:cNvPr id="35" name="Picture Placeholder 34">
            <a:extLst>
              <a:ext uri="{FF2B5EF4-FFF2-40B4-BE49-F238E27FC236}">
                <a16:creationId xmlns:a16="http://schemas.microsoft.com/office/drawing/2014/main" id="{6F3102A3-23DA-4270-8CB7-910A4E27DD24}"/>
              </a:ext>
            </a:extLst>
          </p:cNvPr>
          <p:cNvSpPr>
            <a:spLocks noGrp="1"/>
          </p:cNvSpPr>
          <p:nvPr>
            <p:ph type="pic" sz="quarter" idx="12"/>
          </p:nvPr>
        </p:nvSpPr>
        <p:spPr>
          <a:xfrm>
            <a:off x="457200" y="1828800"/>
            <a:ext cx="3200399" cy="1554480"/>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39" name="Text Placeholder 38">
            <a:extLst>
              <a:ext uri="{FF2B5EF4-FFF2-40B4-BE49-F238E27FC236}">
                <a16:creationId xmlns:a16="http://schemas.microsoft.com/office/drawing/2014/main" id="{EAE6DE0F-0ADD-444F-978D-6AA58793E072}"/>
              </a:ext>
            </a:extLst>
          </p:cNvPr>
          <p:cNvSpPr>
            <a:spLocks noGrp="1"/>
          </p:cNvSpPr>
          <p:nvPr>
            <p:ph type="body" sz="quarter" idx="15" hasCustomPrompt="1"/>
          </p:nvPr>
        </p:nvSpPr>
        <p:spPr>
          <a:xfrm>
            <a:off x="457200" y="4114800"/>
            <a:ext cx="3200399"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20" name="Subtitle 2">
            <a:extLst>
              <a:ext uri="{FF2B5EF4-FFF2-40B4-BE49-F238E27FC236}">
                <a16:creationId xmlns:a16="http://schemas.microsoft.com/office/drawing/2014/main" id="{FE07572F-0F6E-1B4B-866E-F7764EE6687C}"/>
              </a:ext>
            </a:extLst>
          </p:cNvPr>
          <p:cNvSpPr>
            <a:spLocks noGrp="1"/>
          </p:cNvSpPr>
          <p:nvPr>
            <p:ph type="subTitle" idx="11" hasCustomPrompt="1"/>
          </p:nvPr>
        </p:nvSpPr>
        <p:spPr>
          <a:xfrm>
            <a:off x="457200" y="3474719"/>
            <a:ext cx="3200399"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 Text</a:t>
            </a:r>
          </a:p>
        </p:txBody>
      </p:sp>
      <p:sp>
        <p:nvSpPr>
          <p:cNvPr id="7" name="Picture Placeholder 34">
            <a:extLst>
              <a:ext uri="{FF2B5EF4-FFF2-40B4-BE49-F238E27FC236}">
                <a16:creationId xmlns:a16="http://schemas.microsoft.com/office/drawing/2014/main" id="{4C5C7C91-5643-9299-F33F-0C18D5F55EB7}"/>
              </a:ext>
            </a:extLst>
          </p:cNvPr>
          <p:cNvSpPr>
            <a:spLocks noGrp="1"/>
          </p:cNvSpPr>
          <p:nvPr>
            <p:ph type="pic" sz="quarter" idx="16"/>
          </p:nvPr>
        </p:nvSpPr>
        <p:spPr>
          <a:xfrm>
            <a:off x="4495800" y="1828800"/>
            <a:ext cx="3200399" cy="1554480"/>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8" name="Text Placeholder 38">
            <a:extLst>
              <a:ext uri="{FF2B5EF4-FFF2-40B4-BE49-F238E27FC236}">
                <a16:creationId xmlns:a16="http://schemas.microsoft.com/office/drawing/2014/main" id="{4161E8B9-9CCB-30FF-A39C-79F9E30608BC}"/>
              </a:ext>
            </a:extLst>
          </p:cNvPr>
          <p:cNvSpPr>
            <a:spLocks noGrp="1"/>
          </p:cNvSpPr>
          <p:nvPr>
            <p:ph type="body" sz="quarter" idx="17" hasCustomPrompt="1"/>
          </p:nvPr>
        </p:nvSpPr>
        <p:spPr>
          <a:xfrm>
            <a:off x="4495800" y="4114800"/>
            <a:ext cx="320040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2" name="Picture Placeholder 34">
            <a:extLst>
              <a:ext uri="{FF2B5EF4-FFF2-40B4-BE49-F238E27FC236}">
                <a16:creationId xmlns:a16="http://schemas.microsoft.com/office/drawing/2014/main" id="{BF2E9F1F-946F-32AE-F534-82647E3C76B4}"/>
              </a:ext>
            </a:extLst>
          </p:cNvPr>
          <p:cNvSpPr>
            <a:spLocks noGrp="1"/>
          </p:cNvSpPr>
          <p:nvPr>
            <p:ph type="pic" sz="quarter" idx="19"/>
          </p:nvPr>
        </p:nvSpPr>
        <p:spPr>
          <a:xfrm>
            <a:off x="8517144" y="1828800"/>
            <a:ext cx="3200399" cy="1554480"/>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16" name="Text Placeholder 38">
            <a:extLst>
              <a:ext uri="{FF2B5EF4-FFF2-40B4-BE49-F238E27FC236}">
                <a16:creationId xmlns:a16="http://schemas.microsoft.com/office/drawing/2014/main" id="{C1788FE8-B839-09BF-9B7D-4060F15280A1}"/>
              </a:ext>
            </a:extLst>
          </p:cNvPr>
          <p:cNvSpPr>
            <a:spLocks noGrp="1"/>
          </p:cNvSpPr>
          <p:nvPr>
            <p:ph type="body" sz="quarter" idx="20" hasCustomPrompt="1"/>
          </p:nvPr>
        </p:nvSpPr>
        <p:spPr>
          <a:xfrm>
            <a:off x="8517143" y="4114800"/>
            <a:ext cx="320040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5" name="Text Placeholder 14">
            <a:extLst>
              <a:ext uri="{FF2B5EF4-FFF2-40B4-BE49-F238E27FC236}">
                <a16:creationId xmlns:a16="http://schemas.microsoft.com/office/drawing/2014/main" id="{99820282-21F3-CFA8-13EA-EBDD6B7B44DC}"/>
              </a:ext>
            </a:extLst>
          </p:cNvPr>
          <p:cNvSpPr>
            <a:spLocks noGrp="1"/>
          </p:cNvSpPr>
          <p:nvPr>
            <p:ph type="body" sz="quarter" idx="21" hasCustomPrompt="1"/>
          </p:nvPr>
        </p:nvSpPr>
        <p:spPr>
          <a:xfrm>
            <a:off x="4495800" y="3474719"/>
            <a:ext cx="320040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 Text</a:t>
            </a:r>
          </a:p>
        </p:txBody>
      </p:sp>
      <p:sp>
        <p:nvSpPr>
          <p:cNvPr id="18" name="Text Placeholder 14">
            <a:extLst>
              <a:ext uri="{FF2B5EF4-FFF2-40B4-BE49-F238E27FC236}">
                <a16:creationId xmlns:a16="http://schemas.microsoft.com/office/drawing/2014/main" id="{1467F9D8-A0E2-773F-A178-4C0AD11931F8}"/>
              </a:ext>
            </a:extLst>
          </p:cNvPr>
          <p:cNvSpPr>
            <a:spLocks noGrp="1"/>
          </p:cNvSpPr>
          <p:nvPr>
            <p:ph type="body" sz="quarter" idx="22" hasCustomPrompt="1"/>
          </p:nvPr>
        </p:nvSpPr>
        <p:spPr>
          <a:xfrm>
            <a:off x="8517143" y="3474719"/>
            <a:ext cx="320040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 Text</a:t>
            </a:r>
          </a:p>
        </p:txBody>
      </p:sp>
      <p:sp>
        <p:nvSpPr>
          <p:cNvPr id="2" name="Date Placeholder 1">
            <a:extLst>
              <a:ext uri="{FF2B5EF4-FFF2-40B4-BE49-F238E27FC236}">
                <a16:creationId xmlns:a16="http://schemas.microsoft.com/office/drawing/2014/main" id="{A24AB08E-3045-F05D-8050-BF53707021F8}"/>
              </a:ext>
            </a:extLst>
          </p:cNvPr>
          <p:cNvSpPr>
            <a:spLocks noGrp="1"/>
          </p:cNvSpPr>
          <p:nvPr>
            <p:ph type="dt" sz="half" idx="23"/>
          </p:nvPr>
        </p:nvSpPr>
        <p:spPr/>
        <p:txBody>
          <a:bodyPr/>
          <a:lstStyle/>
          <a:p>
            <a:fld id="{228D026D-C07B-48C8-8C2B-C561E4D51E16}" type="datetime1">
              <a:rPr lang="en-US" smtClean="0"/>
              <a:t>1/15/2025</a:t>
            </a:fld>
            <a:endParaRPr lang="en-US"/>
          </a:p>
        </p:txBody>
      </p:sp>
      <p:sp>
        <p:nvSpPr>
          <p:cNvPr id="3" name="Footer Placeholder 2">
            <a:extLst>
              <a:ext uri="{FF2B5EF4-FFF2-40B4-BE49-F238E27FC236}">
                <a16:creationId xmlns:a16="http://schemas.microsoft.com/office/drawing/2014/main" id="{A3113707-1C0F-5395-92A6-0CD48DBA39FD}"/>
              </a:ext>
            </a:extLst>
          </p:cNvPr>
          <p:cNvSpPr>
            <a:spLocks noGrp="1"/>
          </p:cNvSpPr>
          <p:nvPr>
            <p:ph type="ftr" sz="quarter" idx="24"/>
          </p:nvPr>
        </p:nvSpPr>
        <p:spPr/>
        <p:txBody>
          <a:bodyPr/>
          <a:lstStyle/>
          <a:p>
            <a:r>
              <a:rPr lang="en-US"/>
              <a:t>CONFIDENTIAL</a:t>
            </a:r>
          </a:p>
        </p:txBody>
      </p:sp>
      <p:sp>
        <p:nvSpPr>
          <p:cNvPr id="4" name="Slide Number Placeholder 3">
            <a:extLst>
              <a:ext uri="{FF2B5EF4-FFF2-40B4-BE49-F238E27FC236}">
                <a16:creationId xmlns:a16="http://schemas.microsoft.com/office/drawing/2014/main" id="{89AAFFFB-C962-80AC-F984-F142C8E59899}"/>
              </a:ext>
            </a:extLst>
          </p:cNvPr>
          <p:cNvSpPr>
            <a:spLocks noGrp="1"/>
          </p:cNvSpPr>
          <p:nvPr>
            <p:ph type="sldNum" sz="quarter" idx="25"/>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106765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 Column Imag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10"/>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lang="en-US" dirty="0">
                <a:solidFill>
                  <a:schemeClr val="accent1">
                    <a:lumMod val="50000"/>
                  </a:schemeClr>
                </a:solidFill>
              </a:defRPr>
            </a:lvl1pPr>
          </a:lstStyle>
          <a:p>
            <a:pPr lvl="0"/>
            <a:r>
              <a:rPr lang="en-US"/>
              <a:t>Title Goes Here</a:t>
            </a:r>
            <a:br>
              <a:rPr lang="en-US"/>
            </a:br>
            <a:r>
              <a:rPr lang="en-US"/>
              <a:t>Titles Are IBM Sans Plex Bold 40pt Font</a:t>
            </a:r>
          </a:p>
        </p:txBody>
      </p:sp>
      <p:sp>
        <p:nvSpPr>
          <p:cNvPr id="35" name="Picture Placeholder 34">
            <a:extLst>
              <a:ext uri="{FF2B5EF4-FFF2-40B4-BE49-F238E27FC236}">
                <a16:creationId xmlns:a16="http://schemas.microsoft.com/office/drawing/2014/main" id="{6F3102A3-23DA-4270-8CB7-910A4E27DD24}"/>
              </a:ext>
            </a:extLst>
          </p:cNvPr>
          <p:cNvSpPr>
            <a:spLocks noGrp="1"/>
          </p:cNvSpPr>
          <p:nvPr>
            <p:ph type="pic" sz="quarter" idx="12"/>
          </p:nvPr>
        </p:nvSpPr>
        <p:spPr>
          <a:xfrm>
            <a:off x="457200" y="1828800"/>
            <a:ext cx="2377440" cy="1554480"/>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39" name="Text Placeholder 38">
            <a:extLst>
              <a:ext uri="{FF2B5EF4-FFF2-40B4-BE49-F238E27FC236}">
                <a16:creationId xmlns:a16="http://schemas.microsoft.com/office/drawing/2014/main" id="{EAE6DE0F-0ADD-444F-978D-6AA58793E072}"/>
              </a:ext>
            </a:extLst>
          </p:cNvPr>
          <p:cNvSpPr>
            <a:spLocks noGrp="1"/>
          </p:cNvSpPr>
          <p:nvPr>
            <p:ph type="body" sz="quarter" idx="15" hasCustomPrompt="1"/>
          </p:nvPr>
        </p:nvSpPr>
        <p:spPr>
          <a:xfrm>
            <a:off x="457200" y="4114800"/>
            <a:ext cx="237744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20" name="Subtitle 2">
            <a:extLst>
              <a:ext uri="{FF2B5EF4-FFF2-40B4-BE49-F238E27FC236}">
                <a16:creationId xmlns:a16="http://schemas.microsoft.com/office/drawing/2014/main" id="{FE07572F-0F6E-1B4B-866E-F7764EE6687C}"/>
              </a:ext>
            </a:extLst>
          </p:cNvPr>
          <p:cNvSpPr>
            <a:spLocks noGrp="1"/>
          </p:cNvSpPr>
          <p:nvPr>
            <p:ph type="subTitle" idx="11" hasCustomPrompt="1"/>
          </p:nvPr>
        </p:nvSpPr>
        <p:spPr>
          <a:xfrm>
            <a:off x="457200" y="3474720"/>
            <a:ext cx="237744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7" name="Picture Placeholder 34">
            <a:extLst>
              <a:ext uri="{FF2B5EF4-FFF2-40B4-BE49-F238E27FC236}">
                <a16:creationId xmlns:a16="http://schemas.microsoft.com/office/drawing/2014/main" id="{4C5C7C91-5643-9299-F33F-0C18D5F55EB7}"/>
              </a:ext>
            </a:extLst>
          </p:cNvPr>
          <p:cNvSpPr>
            <a:spLocks noGrp="1"/>
          </p:cNvSpPr>
          <p:nvPr>
            <p:ph type="pic" sz="quarter" idx="16"/>
          </p:nvPr>
        </p:nvSpPr>
        <p:spPr>
          <a:xfrm>
            <a:off x="3432250" y="1828800"/>
            <a:ext cx="2377440" cy="1554480"/>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8" name="Text Placeholder 38">
            <a:extLst>
              <a:ext uri="{FF2B5EF4-FFF2-40B4-BE49-F238E27FC236}">
                <a16:creationId xmlns:a16="http://schemas.microsoft.com/office/drawing/2014/main" id="{4161E8B9-9CCB-30FF-A39C-79F9E30608BC}"/>
              </a:ext>
            </a:extLst>
          </p:cNvPr>
          <p:cNvSpPr>
            <a:spLocks noGrp="1"/>
          </p:cNvSpPr>
          <p:nvPr>
            <p:ph type="body" sz="quarter" idx="17" hasCustomPrompt="1"/>
          </p:nvPr>
        </p:nvSpPr>
        <p:spPr>
          <a:xfrm>
            <a:off x="3432252" y="4114800"/>
            <a:ext cx="237744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1" name="Text Placeholder 10">
            <a:extLst>
              <a:ext uri="{FF2B5EF4-FFF2-40B4-BE49-F238E27FC236}">
                <a16:creationId xmlns:a16="http://schemas.microsoft.com/office/drawing/2014/main" id="{C1ED5024-06DB-E538-92DD-326FEC420769}"/>
              </a:ext>
            </a:extLst>
          </p:cNvPr>
          <p:cNvSpPr>
            <a:spLocks noGrp="1"/>
          </p:cNvSpPr>
          <p:nvPr>
            <p:ph type="body" sz="quarter" idx="18" hasCustomPrompt="1"/>
          </p:nvPr>
        </p:nvSpPr>
        <p:spPr>
          <a:xfrm>
            <a:off x="3432252" y="3474720"/>
            <a:ext cx="237744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12" name="Picture Placeholder 34">
            <a:extLst>
              <a:ext uri="{FF2B5EF4-FFF2-40B4-BE49-F238E27FC236}">
                <a16:creationId xmlns:a16="http://schemas.microsoft.com/office/drawing/2014/main" id="{BF2E9F1F-946F-32AE-F534-82647E3C76B4}"/>
              </a:ext>
            </a:extLst>
          </p:cNvPr>
          <p:cNvSpPr>
            <a:spLocks noGrp="1"/>
          </p:cNvSpPr>
          <p:nvPr>
            <p:ph type="pic" sz="quarter" idx="19"/>
          </p:nvPr>
        </p:nvSpPr>
        <p:spPr>
          <a:xfrm>
            <a:off x="6391856" y="1828800"/>
            <a:ext cx="2377440" cy="1554480"/>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16" name="Text Placeholder 38">
            <a:extLst>
              <a:ext uri="{FF2B5EF4-FFF2-40B4-BE49-F238E27FC236}">
                <a16:creationId xmlns:a16="http://schemas.microsoft.com/office/drawing/2014/main" id="{C1788FE8-B839-09BF-9B7D-4060F15280A1}"/>
              </a:ext>
            </a:extLst>
          </p:cNvPr>
          <p:cNvSpPr>
            <a:spLocks noGrp="1"/>
          </p:cNvSpPr>
          <p:nvPr>
            <p:ph type="body" sz="quarter" idx="20" hasCustomPrompt="1"/>
          </p:nvPr>
        </p:nvSpPr>
        <p:spPr>
          <a:xfrm>
            <a:off x="6391860" y="4114800"/>
            <a:ext cx="237744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7" name="Text Placeholder 10">
            <a:extLst>
              <a:ext uri="{FF2B5EF4-FFF2-40B4-BE49-F238E27FC236}">
                <a16:creationId xmlns:a16="http://schemas.microsoft.com/office/drawing/2014/main" id="{1FD199A9-7857-6799-6AF4-43A41DA37F58}"/>
              </a:ext>
            </a:extLst>
          </p:cNvPr>
          <p:cNvSpPr>
            <a:spLocks noGrp="1"/>
          </p:cNvSpPr>
          <p:nvPr>
            <p:ph type="body" sz="quarter" idx="21" hasCustomPrompt="1"/>
          </p:nvPr>
        </p:nvSpPr>
        <p:spPr>
          <a:xfrm>
            <a:off x="6391860" y="3474720"/>
            <a:ext cx="237744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2" name="Picture Placeholder 34">
            <a:extLst>
              <a:ext uri="{FF2B5EF4-FFF2-40B4-BE49-F238E27FC236}">
                <a16:creationId xmlns:a16="http://schemas.microsoft.com/office/drawing/2014/main" id="{9600455E-9CCA-44F3-693F-C66969B33104}"/>
              </a:ext>
            </a:extLst>
          </p:cNvPr>
          <p:cNvSpPr>
            <a:spLocks noGrp="1"/>
          </p:cNvSpPr>
          <p:nvPr>
            <p:ph type="pic" sz="quarter" idx="22"/>
          </p:nvPr>
        </p:nvSpPr>
        <p:spPr>
          <a:xfrm>
            <a:off x="9351463" y="1828800"/>
            <a:ext cx="2377440" cy="1554480"/>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3" name="Text Placeholder 38">
            <a:extLst>
              <a:ext uri="{FF2B5EF4-FFF2-40B4-BE49-F238E27FC236}">
                <a16:creationId xmlns:a16="http://schemas.microsoft.com/office/drawing/2014/main" id="{5BD39A07-3412-E2D6-703F-945590E0BA22}"/>
              </a:ext>
            </a:extLst>
          </p:cNvPr>
          <p:cNvSpPr>
            <a:spLocks noGrp="1"/>
          </p:cNvSpPr>
          <p:nvPr>
            <p:ph type="body" sz="quarter" idx="23" hasCustomPrompt="1"/>
          </p:nvPr>
        </p:nvSpPr>
        <p:spPr>
          <a:xfrm>
            <a:off x="9351468" y="4114800"/>
            <a:ext cx="237744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4" name="Text Placeholder 10">
            <a:extLst>
              <a:ext uri="{FF2B5EF4-FFF2-40B4-BE49-F238E27FC236}">
                <a16:creationId xmlns:a16="http://schemas.microsoft.com/office/drawing/2014/main" id="{EBD3001D-C3E1-C1C1-5F5E-92842DE0FEE4}"/>
              </a:ext>
            </a:extLst>
          </p:cNvPr>
          <p:cNvSpPr>
            <a:spLocks noGrp="1"/>
          </p:cNvSpPr>
          <p:nvPr>
            <p:ph type="body" sz="quarter" idx="24" hasCustomPrompt="1"/>
          </p:nvPr>
        </p:nvSpPr>
        <p:spPr>
          <a:xfrm>
            <a:off x="9351468" y="3474720"/>
            <a:ext cx="237744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5" name="Date Placeholder 4">
            <a:extLst>
              <a:ext uri="{FF2B5EF4-FFF2-40B4-BE49-F238E27FC236}">
                <a16:creationId xmlns:a16="http://schemas.microsoft.com/office/drawing/2014/main" id="{10B2914C-EAD5-0460-6760-EFEBD20C1889}"/>
              </a:ext>
            </a:extLst>
          </p:cNvPr>
          <p:cNvSpPr>
            <a:spLocks noGrp="1"/>
          </p:cNvSpPr>
          <p:nvPr>
            <p:ph type="dt" sz="half" idx="25"/>
          </p:nvPr>
        </p:nvSpPr>
        <p:spPr/>
        <p:txBody>
          <a:bodyPr/>
          <a:lstStyle/>
          <a:p>
            <a:fld id="{228D026D-C07B-48C8-8C2B-C561E4D51E16}" type="datetime1">
              <a:rPr lang="en-US" smtClean="0"/>
              <a:t>1/15/2025</a:t>
            </a:fld>
            <a:endParaRPr lang="en-US"/>
          </a:p>
        </p:txBody>
      </p:sp>
      <p:sp>
        <p:nvSpPr>
          <p:cNvPr id="9" name="Footer Placeholder 8">
            <a:extLst>
              <a:ext uri="{FF2B5EF4-FFF2-40B4-BE49-F238E27FC236}">
                <a16:creationId xmlns:a16="http://schemas.microsoft.com/office/drawing/2014/main" id="{6EAE7C51-377B-5BDA-9548-F20A0EE13469}"/>
              </a:ext>
            </a:extLst>
          </p:cNvPr>
          <p:cNvSpPr>
            <a:spLocks noGrp="1"/>
          </p:cNvSpPr>
          <p:nvPr>
            <p:ph type="ftr" sz="quarter" idx="26"/>
          </p:nvPr>
        </p:nvSpPr>
        <p:spPr/>
        <p:txBody>
          <a:bodyPr/>
          <a:lstStyle/>
          <a:p>
            <a:r>
              <a:rPr lang="en-US"/>
              <a:t>CONFIDENTIAL</a:t>
            </a:r>
          </a:p>
        </p:txBody>
      </p:sp>
      <p:sp>
        <p:nvSpPr>
          <p:cNvPr id="10" name="Slide Number Placeholder 9">
            <a:extLst>
              <a:ext uri="{FF2B5EF4-FFF2-40B4-BE49-F238E27FC236}">
                <a16:creationId xmlns:a16="http://schemas.microsoft.com/office/drawing/2014/main" id="{DC477677-867B-B051-948C-CAE711A8C72E}"/>
              </a:ext>
            </a:extLst>
          </p:cNvPr>
          <p:cNvSpPr>
            <a:spLocks noGrp="1"/>
          </p:cNvSpPr>
          <p:nvPr>
            <p:ph type="sldNum" sz="quarter" idx="27"/>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3877438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5 Column Imag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10"/>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lang="en-US" dirty="0">
                <a:solidFill>
                  <a:schemeClr val="accent1">
                    <a:lumMod val="50000"/>
                  </a:schemeClr>
                </a:solidFill>
              </a:defRPr>
            </a:lvl1pPr>
          </a:lstStyle>
          <a:p>
            <a:pPr lvl="0"/>
            <a:r>
              <a:rPr lang="en-US"/>
              <a:t>Title Goes Here</a:t>
            </a:r>
            <a:br>
              <a:rPr lang="en-US"/>
            </a:br>
            <a:r>
              <a:rPr lang="en-US"/>
              <a:t>Titles Are IBM Sans Plex Bold 40pt Font</a:t>
            </a:r>
          </a:p>
        </p:txBody>
      </p:sp>
      <p:sp>
        <p:nvSpPr>
          <p:cNvPr id="35" name="Picture Placeholder 34">
            <a:extLst>
              <a:ext uri="{FF2B5EF4-FFF2-40B4-BE49-F238E27FC236}">
                <a16:creationId xmlns:a16="http://schemas.microsoft.com/office/drawing/2014/main" id="{6F3102A3-23DA-4270-8CB7-910A4E27DD24}"/>
              </a:ext>
            </a:extLst>
          </p:cNvPr>
          <p:cNvSpPr>
            <a:spLocks noGrp="1"/>
          </p:cNvSpPr>
          <p:nvPr>
            <p:ph type="pic" sz="quarter" idx="12"/>
          </p:nvPr>
        </p:nvSpPr>
        <p:spPr>
          <a:xfrm>
            <a:off x="457200" y="1828800"/>
            <a:ext cx="2011680" cy="1542448"/>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39" name="Text Placeholder 38">
            <a:extLst>
              <a:ext uri="{FF2B5EF4-FFF2-40B4-BE49-F238E27FC236}">
                <a16:creationId xmlns:a16="http://schemas.microsoft.com/office/drawing/2014/main" id="{EAE6DE0F-0ADD-444F-978D-6AA58793E072}"/>
              </a:ext>
            </a:extLst>
          </p:cNvPr>
          <p:cNvSpPr>
            <a:spLocks noGrp="1"/>
          </p:cNvSpPr>
          <p:nvPr>
            <p:ph type="body" sz="quarter" idx="15" hasCustomPrompt="1"/>
          </p:nvPr>
        </p:nvSpPr>
        <p:spPr>
          <a:xfrm>
            <a:off x="457201" y="4114800"/>
            <a:ext cx="201168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20" name="Subtitle 2">
            <a:extLst>
              <a:ext uri="{FF2B5EF4-FFF2-40B4-BE49-F238E27FC236}">
                <a16:creationId xmlns:a16="http://schemas.microsoft.com/office/drawing/2014/main" id="{FE07572F-0F6E-1B4B-866E-F7764EE6687C}"/>
              </a:ext>
            </a:extLst>
          </p:cNvPr>
          <p:cNvSpPr>
            <a:spLocks noGrp="1"/>
          </p:cNvSpPr>
          <p:nvPr>
            <p:ph type="subTitle" idx="11" hasCustomPrompt="1"/>
          </p:nvPr>
        </p:nvSpPr>
        <p:spPr>
          <a:xfrm>
            <a:off x="457200" y="3474720"/>
            <a:ext cx="201168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7" name="Picture Placeholder 34">
            <a:extLst>
              <a:ext uri="{FF2B5EF4-FFF2-40B4-BE49-F238E27FC236}">
                <a16:creationId xmlns:a16="http://schemas.microsoft.com/office/drawing/2014/main" id="{4C5C7C91-5643-9299-F33F-0C18D5F55EB7}"/>
              </a:ext>
            </a:extLst>
          </p:cNvPr>
          <p:cNvSpPr>
            <a:spLocks noGrp="1"/>
          </p:cNvSpPr>
          <p:nvPr>
            <p:ph type="pic" sz="quarter" idx="16"/>
          </p:nvPr>
        </p:nvSpPr>
        <p:spPr>
          <a:xfrm>
            <a:off x="2772778" y="1828800"/>
            <a:ext cx="2011680" cy="1542448"/>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8" name="Text Placeholder 38">
            <a:extLst>
              <a:ext uri="{FF2B5EF4-FFF2-40B4-BE49-F238E27FC236}">
                <a16:creationId xmlns:a16="http://schemas.microsoft.com/office/drawing/2014/main" id="{4161E8B9-9CCB-30FF-A39C-79F9E30608BC}"/>
              </a:ext>
            </a:extLst>
          </p:cNvPr>
          <p:cNvSpPr>
            <a:spLocks noGrp="1"/>
          </p:cNvSpPr>
          <p:nvPr>
            <p:ph type="body" sz="quarter" idx="17" hasCustomPrompt="1"/>
          </p:nvPr>
        </p:nvSpPr>
        <p:spPr>
          <a:xfrm>
            <a:off x="2772778" y="4114800"/>
            <a:ext cx="201168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1" name="Text Placeholder 10">
            <a:extLst>
              <a:ext uri="{FF2B5EF4-FFF2-40B4-BE49-F238E27FC236}">
                <a16:creationId xmlns:a16="http://schemas.microsoft.com/office/drawing/2014/main" id="{C1ED5024-06DB-E538-92DD-326FEC420769}"/>
              </a:ext>
            </a:extLst>
          </p:cNvPr>
          <p:cNvSpPr>
            <a:spLocks noGrp="1"/>
          </p:cNvSpPr>
          <p:nvPr>
            <p:ph type="body" sz="quarter" idx="18" hasCustomPrompt="1"/>
          </p:nvPr>
        </p:nvSpPr>
        <p:spPr>
          <a:xfrm>
            <a:off x="2772778" y="3474720"/>
            <a:ext cx="201168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12" name="Picture Placeholder 34">
            <a:extLst>
              <a:ext uri="{FF2B5EF4-FFF2-40B4-BE49-F238E27FC236}">
                <a16:creationId xmlns:a16="http://schemas.microsoft.com/office/drawing/2014/main" id="{BF2E9F1F-946F-32AE-F534-82647E3C76B4}"/>
              </a:ext>
            </a:extLst>
          </p:cNvPr>
          <p:cNvSpPr>
            <a:spLocks noGrp="1"/>
          </p:cNvSpPr>
          <p:nvPr>
            <p:ph type="pic" sz="quarter" idx="19"/>
          </p:nvPr>
        </p:nvSpPr>
        <p:spPr>
          <a:xfrm>
            <a:off x="5088356" y="1828800"/>
            <a:ext cx="2011680" cy="1542448"/>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16" name="Text Placeholder 38">
            <a:extLst>
              <a:ext uri="{FF2B5EF4-FFF2-40B4-BE49-F238E27FC236}">
                <a16:creationId xmlns:a16="http://schemas.microsoft.com/office/drawing/2014/main" id="{C1788FE8-B839-09BF-9B7D-4060F15280A1}"/>
              </a:ext>
            </a:extLst>
          </p:cNvPr>
          <p:cNvSpPr>
            <a:spLocks noGrp="1"/>
          </p:cNvSpPr>
          <p:nvPr>
            <p:ph type="body" sz="quarter" idx="20" hasCustomPrompt="1"/>
          </p:nvPr>
        </p:nvSpPr>
        <p:spPr>
          <a:xfrm>
            <a:off x="5088356" y="4114800"/>
            <a:ext cx="201168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7" name="Text Placeholder 10">
            <a:extLst>
              <a:ext uri="{FF2B5EF4-FFF2-40B4-BE49-F238E27FC236}">
                <a16:creationId xmlns:a16="http://schemas.microsoft.com/office/drawing/2014/main" id="{1FD199A9-7857-6799-6AF4-43A41DA37F58}"/>
              </a:ext>
            </a:extLst>
          </p:cNvPr>
          <p:cNvSpPr>
            <a:spLocks noGrp="1"/>
          </p:cNvSpPr>
          <p:nvPr>
            <p:ph type="body" sz="quarter" idx="21" hasCustomPrompt="1"/>
          </p:nvPr>
        </p:nvSpPr>
        <p:spPr>
          <a:xfrm>
            <a:off x="5088356" y="3474720"/>
            <a:ext cx="201168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2" name="Picture Placeholder 34">
            <a:extLst>
              <a:ext uri="{FF2B5EF4-FFF2-40B4-BE49-F238E27FC236}">
                <a16:creationId xmlns:a16="http://schemas.microsoft.com/office/drawing/2014/main" id="{9600455E-9CCA-44F3-693F-C66969B33104}"/>
              </a:ext>
            </a:extLst>
          </p:cNvPr>
          <p:cNvSpPr>
            <a:spLocks noGrp="1"/>
          </p:cNvSpPr>
          <p:nvPr>
            <p:ph type="pic" sz="quarter" idx="22"/>
          </p:nvPr>
        </p:nvSpPr>
        <p:spPr>
          <a:xfrm>
            <a:off x="7403934" y="1828800"/>
            <a:ext cx="2011680" cy="1542448"/>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3" name="Text Placeholder 38">
            <a:extLst>
              <a:ext uri="{FF2B5EF4-FFF2-40B4-BE49-F238E27FC236}">
                <a16:creationId xmlns:a16="http://schemas.microsoft.com/office/drawing/2014/main" id="{5BD39A07-3412-E2D6-703F-945590E0BA22}"/>
              </a:ext>
            </a:extLst>
          </p:cNvPr>
          <p:cNvSpPr>
            <a:spLocks noGrp="1"/>
          </p:cNvSpPr>
          <p:nvPr>
            <p:ph type="body" sz="quarter" idx="23" hasCustomPrompt="1"/>
          </p:nvPr>
        </p:nvSpPr>
        <p:spPr>
          <a:xfrm>
            <a:off x="7403934" y="4114800"/>
            <a:ext cx="201168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4" name="Text Placeholder 10">
            <a:extLst>
              <a:ext uri="{FF2B5EF4-FFF2-40B4-BE49-F238E27FC236}">
                <a16:creationId xmlns:a16="http://schemas.microsoft.com/office/drawing/2014/main" id="{EBD3001D-C3E1-C1C1-5F5E-92842DE0FEE4}"/>
              </a:ext>
            </a:extLst>
          </p:cNvPr>
          <p:cNvSpPr>
            <a:spLocks noGrp="1"/>
          </p:cNvSpPr>
          <p:nvPr>
            <p:ph type="body" sz="quarter" idx="24" hasCustomPrompt="1"/>
          </p:nvPr>
        </p:nvSpPr>
        <p:spPr>
          <a:xfrm>
            <a:off x="7403934" y="3474720"/>
            <a:ext cx="201168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5" name="Picture Placeholder 34">
            <a:extLst>
              <a:ext uri="{FF2B5EF4-FFF2-40B4-BE49-F238E27FC236}">
                <a16:creationId xmlns:a16="http://schemas.microsoft.com/office/drawing/2014/main" id="{B37B1F26-46B9-45FD-3C41-1D51D881663E}"/>
              </a:ext>
            </a:extLst>
          </p:cNvPr>
          <p:cNvSpPr>
            <a:spLocks noGrp="1"/>
          </p:cNvSpPr>
          <p:nvPr>
            <p:ph type="pic" sz="quarter" idx="25"/>
          </p:nvPr>
        </p:nvSpPr>
        <p:spPr>
          <a:xfrm>
            <a:off x="9719511" y="1828800"/>
            <a:ext cx="2011680" cy="1542448"/>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9" name="Text Placeholder 38">
            <a:extLst>
              <a:ext uri="{FF2B5EF4-FFF2-40B4-BE49-F238E27FC236}">
                <a16:creationId xmlns:a16="http://schemas.microsoft.com/office/drawing/2014/main" id="{FCA445B1-D25B-4E53-FD5D-EB423E65D419}"/>
              </a:ext>
            </a:extLst>
          </p:cNvPr>
          <p:cNvSpPr>
            <a:spLocks noGrp="1"/>
          </p:cNvSpPr>
          <p:nvPr>
            <p:ph type="body" sz="quarter" idx="26" hasCustomPrompt="1"/>
          </p:nvPr>
        </p:nvSpPr>
        <p:spPr>
          <a:xfrm>
            <a:off x="9719511" y="4114800"/>
            <a:ext cx="201168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0" name="Text Placeholder 10">
            <a:extLst>
              <a:ext uri="{FF2B5EF4-FFF2-40B4-BE49-F238E27FC236}">
                <a16:creationId xmlns:a16="http://schemas.microsoft.com/office/drawing/2014/main" id="{A78474E3-8271-69CF-6B54-D9264FA735DB}"/>
              </a:ext>
            </a:extLst>
          </p:cNvPr>
          <p:cNvSpPr>
            <a:spLocks noGrp="1"/>
          </p:cNvSpPr>
          <p:nvPr>
            <p:ph type="body" sz="quarter" idx="27" hasCustomPrompt="1"/>
          </p:nvPr>
        </p:nvSpPr>
        <p:spPr>
          <a:xfrm>
            <a:off x="9719511" y="3474720"/>
            <a:ext cx="201168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14" name="Date Placeholder 13">
            <a:extLst>
              <a:ext uri="{FF2B5EF4-FFF2-40B4-BE49-F238E27FC236}">
                <a16:creationId xmlns:a16="http://schemas.microsoft.com/office/drawing/2014/main" id="{252968C7-7C3B-D8FC-0ABC-5F25FDFA8EA1}"/>
              </a:ext>
            </a:extLst>
          </p:cNvPr>
          <p:cNvSpPr>
            <a:spLocks noGrp="1"/>
          </p:cNvSpPr>
          <p:nvPr>
            <p:ph type="dt" sz="half" idx="28"/>
          </p:nvPr>
        </p:nvSpPr>
        <p:spPr/>
        <p:txBody>
          <a:bodyPr/>
          <a:lstStyle/>
          <a:p>
            <a:fld id="{228D026D-C07B-48C8-8C2B-C561E4D51E16}" type="datetime1">
              <a:rPr lang="en-US" smtClean="0"/>
              <a:t>1/15/2025</a:t>
            </a:fld>
            <a:endParaRPr lang="en-US"/>
          </a:p>
        </p:txBody>
      </p:sp>
      <p:sp>
        <p:nvSpPr>
          <p:cNvPr id="15" name="Footer Placeholder 14">
            <a:extLst>
              <a:ext uri="{FF2B5EF4-FFF2-40B4-BE49-F238E27FC236}">
                <a16:creationId xmlns:a16="http://schemas.microsoft.com/office/drawing/2014/main" id="{3CFA3005-92DC-68BD-8D58-7BCC73C4A62E}"/>
              </a:ext>
            </a:extLst>
          </p:cNvPr>
          <p:cNvSpPr>
            <a:spLocks noGrp="1"/>
          </p:cNvSpPr>
          <p:nvPr>
            <p:ph type="ftr" sz="quarter" idx="29"/>
          </p:nvPr>
        </p:nvSpPr>
        <p:spPr/>
        <p:txBody>
          <a:bodyPr/>
          <a:lstStyle/>
          <a:p>
            <a:r>
              <a:rPr lang="en-US"/>
              <a:t>CONFIDENTIAL</a:t>
            </a:r>
          </a:p>
        </p:txBody>
      </p:sp>
      <p:sp>
        <p:nvSpPr>
          <p:cNvPr id="18" name="Slide Number Placeholder 17">
            <a:extLst>
              <a:ext uri="{FF2B5EF4-FFF2-40B4-BE49-F238E27FC236}">
                <a16:creationId xmlns:a16="http://schemas.microsoft.com/office/drawing/2014/main" id="{428C3930-507A-5EAE-EC6D-7917CD97C87F}"/>
              </a:ext>
            </a:extLst>
          </p:cNvPr>
          <p:cNvSpPr>
            <a:spLocks noGrp="1"/>
          </p:cNvSpPr>
          <p:nvPr>
            <p:ph type="sldNum" sz="quarter" idx="30"/>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712418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 Numbere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10"/>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sz="4000">
                <a:solidFill>
                  <a:schemeClr val="accent1">
                    <a:lumMod val="50000"/>
                  </a:schemeClr>
                </a:solidFill>
                <a:latin typeface="+mj-lt"/>
                <a:ea typeface="+mj-ea"/>
                <a:cs typeface="+mj-cs"/>
              </a:defRPr>
            </a:lvl1pPr>
          </a:lstStyle>
          <a:p>
            <a:r>
              <a:rPr lang="en-US"/>
              <a:t>Title Goes Here</a:t>
            </a:r>
            <a:br>
              <a:rPr lang="en-US"/>
            </a:br>
            <a:r>
              <a:rPr lang="en-US"/>
              <a:t>Titles Are IBM Sans Plex Bold 40pt Font</a:t>
            </a:r>
          </a:p>
        </p:txBody>
      </p:sp>
      <p:sp>
        <p:nvSpPr>
          <p:cNvPr id="11" name="Text Placeholder 38">
            <a:extLst>
              <a:ext uri="{FF2B5EF4-FFF2-40B4-BE49-F238E27FC236}">
                <a16:creationId xmlns:a16="http://schemas.microsoft.com/office/drawing/2014/main" id="{91E2BDA6-0AF0-1C16-C5EE-07EDE0979152}"/>
              </a:ext>
            </a:extLst>
          </p:cNvPr>
          <p:cNvSpPr>
            <a:spLocks noGrp="1"/>
          </p:cNvSpPr>
          <p:nvPr>
            <p:ph type="body" sz="quarter" idx="15" hasCustomPrompt="1"/>
          </p:nvPr>
        </p:nvSpPr>
        <p:spPr>
          <a:xfrm>
            <a:off x="457200" y="3931920"/>
            <a:ext cx="5334817"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6" name="Subtitle 2">
            <a:extLst>
              <a:ext uri="{FF2B5EF4-FFF2-40B4-BE49-F238E27FC236}">
                <a16:creationId xmlns:a16="http://schemas.microsoft.com/office/drawing/2014/main" id="{AB4DBB68-6ECF-B667-E7CB-DC8B9B06B3F1}"/>
              </a:ext>
            </a:extLst>
          </p:cNvPr>
          <p:cNvSpPr>
            <a:spLocks noGrp="1"/>
          </p:cNvSpPr>
          <p:nvPr>
            <p:ph type="subTitle" idx="1" hasCustomPrompt="1"/>
          </p:nvPr>
        </p:nvSpPr>
        <p:spPr>
          <a:xfrm>
            <a:off x="457200" y="3200400"/>
            <a:ext cx="5259452" cy="576218"/>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 TEXT</a:t>
            </a:r>
          </a:p>
        </p:txBody>
      </p:sp>
      <p:sp>
        <p:nvSpPr>
          <p:cNvPr id="18" name="Text Placeholder 38">
            <a:extLst>
              <a:ext uri="{FF2B5EF4-FFF2-40B4-BE49-F238E27FC236}">
                <a16:creationId xmlns:a16="http://schemas.microsoft.com/office/drawing/2014/main" id="{78094ACA-E229-8802-8B6C-46B130212107}"/>
              </a:ext>
            </a:extLst>
          </p:cNvPr>
          <p:cNvSpPr>
            <a:spLocks noGrp="1"/>
          </p:cNvSpPr>
          <p:nvPr>
            <p:ph type="body" sz="quarter" idx="23" hasCustomPrompt="1"/>
          </p:nvPr>
        </p:nvSpPr>
        <p:spPr>
          <a:xfrm>
            <a:off x="6463317" y="3931920"/>
            <a:ext cx="5259451"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9" name="Text Placeholder 11">
            <a:extLst>
              <a:ext uri="{FF2B5EF4-FFF2-40B4-BE49-F238E27FC236}">
                <a16:creationId xmlns:a16="http://schemas.microsoft.com/office/drawing/2014/main" id="{8CF453D3-A7AD-4088-FEDB-3FB7E6AC2708}"/>
              </a:ext>
            </a:extLst>
          </p:cNvPr>
          <p:cNvSpPr>
            <a:spLocks noGrp="1"/>
          </p:cNvSpPr>
          <p:nvPr>
            <p:ph type="body" sz="quarter" idx="25" hasCustomPrompt="1"/>
          </p:nvPr>
        </p:nvSpPr>
        <p:spPr>
          <a:xfrm>
            <a:off x="6463317" y="3200400"/>
            <a:ext cx="5259451" cy="576218"/>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 TEXT</a:t>
            </a:r>
          </a:p>
        </p:txBody>
      </p:sp>
      <p:sp>
        <p:nvSpPr>
          <p:cNvPr id="24" name="Text Placeholder 20">
            <a:extLst>
              <a:ext uri="{FF2B5EF4-FFF2-40B4-BE49-F238E27FC236}">
                <a16:creationId xmlns:a16="http://schemas.microsoft.com/office/drawing/2014/main" id="{80E6D9A4-0FBD-329E-F398-D5C872D59F94}"/>
              </a:ext>
            </a:extLst>
          </p:cNvPr>
          <p:cNvSpPr>
            <a:spLocks noGrp="1"/>
          </p:cNvSpPr>
          <p:nvPr>
            <p:ph type="body" sz="quarter" idx="32" hasCustomPrompt="1"/>
          </p:nvPr>
        </p:nvSpPr>
        <p:spPr>
          <a:xfrm>
            <a:off x="457200" y="2271293"/>
            <a:ext cx="5259452" cy="788512"/>
          </a:xfrm>
        </p:spPr>
        <p:txBody>
          <a:bodyPr/>
          <a:lstStyle>
            <a:lvl1pPr marL="0" indent="0">
              <a:buFont typeface="IBM Plex Sans" panose="020B0503050203000203" pitchFamily="34" charset="0"/>
              <a:buNone/>
              <a:defRPr sz="6000" b="1">
                <a:solidFill>
                  <a:schemeClr val="accent1"/>
                </a:solidFill>
                <a:latin typeface="+mj-lt"/>
              </a:defRPr>
            </a:lvl1pPr>
          </a:lstStyle>
          <a:p>
            <a:pPr lvl="0"/>
            <a:r>
              <a:rPr lang="en-US"/>
              <a:t>1</a:t>
            </a:r>
          </a:p>
        </p:txBody>
      </p:sp>
      <p:sp>
        <p:nvSpPr>
          <p:cNvPr id="25" name="Text Placeholder 20">
            <a:extLst>
              <a:ext uri="{FF2B5EF4-FFF2-40B4-BE49-F238E27FC236}">
                <a16:creationId xmlns:a16="http://schemas.microsoft.com/office/drawing/2014/main" id="{2BDF64BD-C8A6-42B3-91EE-4C566F6E6380}"/>
              </a:ext>
            </a:extLst>
          </p:cNvPr>
          <p:cNvSpPr>
            <a:spLocks noGrp="1"/>
          </p:cNvSpPr>
          <p:nvPr>
            <p:ph type="body" sz="quarter" idx="33" hasCustomPrompt="1"/>
          </p:nvPr>
        </p:nvSpPr>
        <p:spPr>
          <a:xfrm>
            <a:off x="6463317" y="2271293"/>
            <a:ext cx="5259451" cy="788512"/>
          </a:xfrm>
        </p:spPr>
        <p:txBody>
          <a:bodyPr/>
          <a:lstStyle>
            <a:lvl1pPr marL="0" indent="0">
              <a:buFont typeface="IBM Plex Sans" panose="020B0503050203000203" pitchFamily="34" charset="0"/>
              <a:buNone/>
              <a:defRPr sz="6000" b="1">
                <a:solidFill>
                  <a:schemeClr val="accent1"/>
                </a:solidFill>
                <a:latin typeface="+mj-lt"/>
              </a:defRPr>
            </a:lvl1pPr>
          </a:lstStyle>
          <a:p>
            <a:pPr lvl="0"/>
            <a:r>
              <a:rPr lang="en-US"/>
              <a:t>2</a:t>
            </a:r>
          </a:p>
        </p:txBody>
      </p:sp>
      <p:sp>
        <p:nvSpPr>
          <p:cNvPr id="2" name="Date Placeholder 1">
            <a:extLst>
              <a:ext uri="{FF2B5EF4-FFF2-40B4-BE49-F238E27FC236}">
                <a16:creationId xmlns:a16="http://schemas.microsoft.com/office/drawing/2014/main" id="{B6C9CD38-F6C5-980B-2931-EE36307B7393}"/>
              </a:ext>
            </a:extLst>
          </p:cNvPr>
          <p:cNvSpPr>
            <a:spLocks noGrp="1"/>
          </p:cNvSpPr>
          <p:nvPr>
            <p:ph type="dt" sz="half" idx="34"/>
          </p:nvPr>
        </p:nvSpPr>
        <p:spPr/>
        <p:txBody>
          <a:bodyPr/>
          <a:lstStyle/>
          <a:p>
            <a:fld id="{228D026D-C07B-48C8-8C2B-C561E4D51E16}" type="datetime1">
              <a:rPr lang="en-US" smtClean="0"/>
              <a:t>1/15/2025</a:t>
            </a:fld>
            <a:endParaRPr lang="en-US"/>
          </a:p>
        </p:txBody>
      </p:sp>
      <p:sp>
        <p:nvSpPr>
          <p:cNvPr id="3" name="Footer Placeholder 2">
            <a:extLst>
              <a:ext uri="{FF2B5EF4-FFF2-40B4-BE49-F238E27FC236}">
                <a16:creationId xmlns:a16="http://schemas.microsoft.com/office/drawing/2014/main" id="{4DBB13BC-1ED8-7D01-5804-8E419DD7DA5D}"/>
              </a:ext>
            </a:extLst>
          </p:cNvPr>
          <p:cNvSpPr>
            <a:spLocks noGrp="1"/>
          </p:cNvSpPr>
          <p:nvPr>
            <p:ph type="ftr" sz="quarter" idx="35"/>
          </p:nvPr>
        </p:nvSpPr>
        <p:spPr/>
        <p:txBody>
          <a:bodyPr/>
          <a:lstStyle/>
          <a:p>
            <a:r>
              <a:rPr lang="en-US"/>
              <a:t>CONFIDENTIAL</a:t>
            </a:r>
          </a:p>
        </p:txBody>
      </p:sp>
      <p:sp>
        <p:nvSpPr>
          <p:cNvPr id="4" name="Slide Number Placeholder 3">
            <a:extLst>
              <a:ext uri="{FF2B5EF4-FFF2-40B4-BE49-F238E27FC236}">
                <a16:creationId xmlns:a16="http://schemas.microsoft.com/office/drawing/2014/main" id="{4DD98111-D5DA-EC5E-FBE6-669A12E72B29}"/>
              </a:ext>
            </a:extLst>
          </p:cNvPr>
          <p:cNvSpPr>
            <a:spLocks noGrp="1"/>
          </p:cNvSpPr>
          <p:nvPr>
            <p:ph type="sldNum" sz="quarter" idx="36"/>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832716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Col Numbere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10"/>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sz="4000">
                <a:solidFill>
                  <a:schemeClr val="accent1">
                    <a:lumMod val="50000"/>
                  </a:schemeClr>
                </a:solidFill>
                <a:latin typeface="+mj-lt"/>
                <a:ea typeface="+mj-ea"/>
                <a:cs typeface="+mj-cs"/>
              </a:defRPr>
            </a:lvl1pPr>
          </a:lstStyle>
          <a:p>
            <a:r>
              <a:rPr lang="en-US"/>
              <a:t>Title Goes Here</a:t>
            </a:r>
            <a:br>
              <a:rPr lang="en-US"/>
            </a:br>
            <a:r>
              <a:rPr lang="en-US"/>
              <a:t>Titles Are IBM Sans Plex Bold 40pt Font</a:t>
            </a:r>
          </a:p>
        </p:txBody>
      </p:sp>
      <p:sp>
        <p:nvSpPr>
          <p:cNvPr id="11" name="Text Placeholder 38">
            <a:extLst>
              <a:ext uri="{FF2B5EF4-FFF2-40B4-BE49-F238E27FC236}">
                <a16:creationId xmlns:a16="http://schemas.microsoft.com/office/drawing/2014/main" id="{91E2BDA6-0AF0-1C16-C5EE-07EDE0979152}"/>
              </a:ext>
            </a:extLst>
          </p:cNvPr>
          <p:cNvSpPr>
            <a:spLocks noGrp="1"/>
          </p:cNvSpPr>
          <p:nvPr>
            <p:ph type="body" sz="quarter" idx="15" hasCustomPrompt="1"/>
          </p:nvPr>
        </p:nvSpPr>
        <p:spPr>
          <a:xfrm>
            <a:off x="457200" y="3931920"/>
            <a:ext cx="3522092" cy="2286000"/>
          </a:xfrm>
        </p:spPr>
        <p:txBody>
          <a:bodyPr vert="horz" lIns="0" tIns="0" rIns="0" bIns="91440" rtlCol="0">
            <a:normAutofit/>
          </a:bodyPr>
          <a:lstStyle>
            <a:lvl1pPr marL="0" indent="0">
              <a:buFont typeface="IBM Plex Sans" panose="020B0503050203000203" pitchFamily="34" charset="0"/>
              <a:buNone/>
              <a:defRPr lang="en-US" sz="1400" dirty="0"/>
            </a:lvl1pPr>
          </a:lstStyle>
          <a:p>
            <a:pPr lvl="0">
              <a:spcBef>
                <a:spcPts val="200"/>
              </a:spcBef>
              <a:spcAft>
                <a:spcPts val="0"/>
              </a:spcAft>
            </a:pPr>
            <a:r>
              <a:rPr lang="en-US"/>
              <a:t>Edit Master text styles</a:t>
            </a:r>
          </a:p>
        </p:txBody>
      </p:sp>
      <p:sp>
        <p:nvSpPr>
          <p:cNvPr id="16" name="Subtitle 2">
            <a:extLst>
              <a:ext uri="{FF2B5EF4-FFF2-40B4-BE49-F238E27FC236}">
                <a16:creationId xmlns:a16="http://schemas.microsoft.com/office/drawing/2014/main" id="{AB4DBB68-6ECF-B667-E7CB-DC8B9B06B3F1}"/>
              </a:ext>
            </a:extLst>
          </p:cNvPr>
          <p:cNvSpPr>
            <a:spLocks noGrp="1"/>
          </p:cNvSpPr>
          <p:nvPr>
            <p:ph type="subTitle" idx="1" hasCustomPrompt="1"/>
          </p:nvPr>
        </p:nvSpPr>
        <p:spPr>
          <a:xfrm>
            <a:off x="457200" y="3200400"/>
            <a:ext cx="3522092"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 TEXT</a:t>
            </a:r>
          </a:p>
        </p:txBody>
      </p:sp>
      <p:sp>
        <p:nvSpPr>
          <p:cNvPr id="18" name="Text Placeholder 38">
            <a:extLst>
              <a:ext uri="{FF2B5EF4-FFF2-40B4-BE49-F238E27FC236}">
                <a16:creationId xmlns:a16="http://schemas.microsoft.com/office/drawing/2014/main" id="{78094ACA-E229-8802-8B6C-46B130212107}"/>
              </a:ext>
            </a:extLst>
          </p:cNvPr>
          <p:cNvSpPr>
            <a:spLocks noGrp="1"/>
          </p:cNvSpPr>
          <p:nvPr>
            <p:ph type="body" sz="quarter" idx="23" hasCustomPrompt="1"/>
          </p:nvPr>
        </p:nvSpPr>
        <p:spPr>
          <a:xfrm>
            <a:off x="4335780" y="3931920"/>
            <a:ext cx="3520440" cy="2286000"/>
          </a:xfrm>
        </p:spPr>
        <p:txBody>
          <a:bodyPr vert="horz" lIns="0" tIns="0" rIns="0" bIns="91440" rtlCol="0">
            <a:normAutofit/>
          </a:bodyPr>
          <a:lstStyle>
            <a:lvl1pPr marL="0" indent="0">
              <a:buFont typeface="IBM Plex Sans" panose="020B0503050203000203" pitchFamily="34" charset="0"/>
              <a:buNone/>
              <a:defRPr lang="en-US" sz="1400" dirty="0"/>
            </a:lvl1pPr>
          </a:lstStyle>
          <a:p>
            <a:pPr lvl="0">
              <a:spcBef>
                <a:spcPts val="200"/>
              </a:spcBef>
              <a:spcAft>
                <a:spcPts val="0"/>
              </a:spcAft>
            </a:pPr>
            <a:r>
              <a:rPr lang="en-US"/>
              <a:t>Edit Master text styles</a:t>
            </a:r>
          </a:p>
        </p:txBody>
      </p:sp>
      <p:sp>
        <p:nvSpPr>
          <p:cNvPr id="19" name="Text Placeholder 11">
            <a:extLst>
              <a:ext uri="{FF2B5EF4-FFF2-40B4-BE49-F238E27FC236}">
                <a16:creationId xmlns:a16="http://schemas.microsoft.com/office/drawing/2014/main" id="{8CF453D3-A7AD-4088-FEDB-3FB7E6AC2708}"/>
              </a:ext>
            </a:extLst>
          </p:cNvPr>
          <p:cNvSpPr>
            <a:spLocks noGrp="1"/>
          </p:cNvSpPr>
          <p:nvPr>
            <p:ph type="body" sz="quarter" idx="25" hasCustomPrompt="1"/>
          </p:nvPr>
        </p:nvSpPr>
        <p:spPr>
          <a:xfrm>
            <a:off x="4335780" y="3200400"/>
            <a:ext cx="3520440"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 TEXT</a:t>
            </a:r>
          </a:p>
        </p:txBody>
      </p:sp>
      <p:sp>
        <p:nvSpPr>
          <p:cNvPr id="20" name="Text Placeholder 38">
            <a:extLst>
              <a:ext uri="{FF2B5EF4-FFF2-40B4-BE49-F238E27FC236}">
                <a16:creationId xmlns:a16="http://schemas.microsoft.com/office/drawing/2014/main" id="{665AE008-C91D-AC3E-4E75-3225EE4EB345}"/>
              </a:ext>
            </a:extLst>
          </p:cNvPr>
          <p:cNvSpPr>
            <a:spLocks noGrp="1"/>
          </p:cNvSpPr>
          <p:nvPr>
            <p:ph type="body" sz="quarter" idx="26" hasCustomPrompt="1"/>
          </p:nvPr>
        </p:nvSpPr>
        <p:spPr>
          <a:xfrm>
            <a:off x="8195859" y="3931920"/>
            <a:ext cx="3536537" cy="2286000"/>
          </a:xfrm>
        </p:spPr>
        <p:txBody>
          <a:bodyPr vert="horz" lIns="0" tIns="0" rIns="0" bIns="91440" rtlCol="0">
            <a:normAutofit/>
          </a:bodyPr>
          <a:lstStyle>
            <a:lvl1pPr marL="0" indent="0">
              <a:buFont typeface="IBM Plex Sans" panose="020B0503050203000203" pitchFamily="34" charset="0"/>
              <a:buNone/>
              <a:defRPr lang="en-US" sz="1400" dirty="0"/>
            </a:lvl1pPr>
          </a:lstStyle>
          <a:p>
            <a:pPr lvl="0">
              <a:spcBef>
                <a:spcPts val="200"/>
              </a:spcBef>
              <a:spcAft>
                <a:spcPts val="0"/>
              </a:spcAft>
            </a:pPr>
            <a:r>
              <a:rPr lang="en-US"/>
              <a:t>Edit Master text styles</a:t>
            </a:r>
          </a:p>
        </p:txBody>
      </p:sp>
      <p:sp>
        <p:nvSpPr>
          <p:cNvPr id="21" name="Text Placeholder 11">
            <a:extLst>
              <a:ext uri="{FF2B5EF4-FFF2-40B4-BE49-F238E27FC236}">
                <a16:creationId xmlns:a16="http://schemas.microsoft.com/office/drawing/2014/main" id="{1AED2F84-9B5F-CE24-93AD-EEF44537311F}"/>
              </a:ext>
            </a:extLst>
          </p:cNvPr>
          <p:cNvSpPr>
            <a:spLocks noGrp="1"/>
          </p:cNvSpPr>
          <p:nvPr>
            <p:ph type="body" sz="quarter" idx="28" hasCustomPrompt="1"/>
          </p:nvPr>
        </p:nvSpPr>
        <p:spPr>
          <a:xfrm>
            <a:off x="8195859" y="3200400"/>
            <a:ext cx="3536537"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 TEXT</a:t>
            </a:r>
          </a:p>
        </p:txBody>
      </p:sp>
      <p:sp>
        <p:nvSpPr>
          <p:cNvPr id="24" name="Text Placeholder 20">
            <a:extLst>
              <a:ext uri="{FF2B5EF4-FFF2-40B4-BE49-F238E27FC236}">
                <a16:creationId xmlns:a16="http://schemas.microsoft.com/office/drawing/2014/main" id="{80E6D9A4-0FBD-329E-F398-D5C872D59F94}"/>
              </a:ext>
            </a:extLst>
          </p:cNvPr>
          <p:cNvSpPr>
            <a:spLocks noGrp="1"/>
          </p:cNvSpPr>
          <p:nvPr>
            <p:ph type="body" sz="quarter" idx="32" hasCustomPrompt="1"/>
          </p:nvPr>
        </p:nvSpPr>
        <p:spPr>
          <a:xfrm>
            <a:off x="457200" y="2271293"/>
            <a:ext cx="3520440" cy="788512"/>
          </a:xfrm>
        </p:spPr>
        <p:txBody>
          <a:bodyPr vert="horz" lIns="0" tIns="0" rIns="0" bIns="0" rtlCol="0">
            <a:noAutofit/>
          </a:bodyPr>
          <a:lstStyle>
            <a:lvl1pPr marL="0" indent="0">
              <a:buFont typeface="IBM Plex Sans" panose="020B0503050203000203" pitchFamily="34" charset="0"/>
              <a:buNone/>
              <a:defRPr lang="en-US" sz="6000" b="1" dirty="0">
                <a:solidFill>
                  <a:schemeClr val="accent1"/>
                </a:solidFill>
                <a:latin typeface="+mj-lt"/>
              </a:defRPr>
            </a:lvl1pPr>
          </a:lstStyle>
          <a:p>
            <a:pPr marL="228600" lvl="0" indent="-228600"/>
            <a:r>
              <a:rPr lang="en-US"/>
              <a:t>1</a:t>
            </a:r>
          </a:p>
        </p:txBody>
      </p:sp>
      <p:sp>
        <p:nvSpPr>
          <p:cNvPr id="25" name="Text Placeholder 20">
            <a:extLst>
              <a:ext uri="{FF2B5EF4-FFF2-40B4-BE49-F238E27FC236}">
                <a16:creationId xmlns:a16="http://schemas.microsoft.com/office/drawing/2014/main" id="{2BDF64BD-C8A6-42B3-91EE-4C566F6E6380}"/>
              </a:ext>
            </a:extLst>
          </p:cNvPr>
          <p:cNvSpPr>
            <a:spLocks noGrp="1"/>
          </p:cNvSpPr>
          <p:nvPr>
            <p:ph type="body" sz="quarter" idx="33" hasCustomPrompt="1"/>
          </p:nvPr>
        </p:nvSpPr>
        <p:spPr>
          <a:xfrm>
            <a:off x="4335780" y="2267712"/>
            <a:ext cx="3520440" cy="788512"/>
          </a:xfrm>
        </p:spPr>
        <p:txBody>
          <a:bodyPr/>
          <a:lstStyle>
            <a:lvl1pPr marL="0" indent="0">
              <a:buFont typeface="IBM Plex Sans" panose="020B0503050203000203" pitchFamily="34" charset="0"/>
              <a:buNone/>
              <a:defRPr sz="6000" b="1">
                <a:solidFill>
                  <a:schemeClr val="accent1"/>
                </a:solidFill>
                <a:latin typeface="+mj-lt"/>
              </a:defRPr>
            </a:lvl1pPr>
          </a:lstStyle>
          <a:p>
            <a:pPr lvl="0"/>
            <a:r>
              <a:rPr lang="en-US"/>
              <a:t>2</a:t>
            </a:r>
          </a:p>
        </p:txBody>
      </p:sp>
      <p:sp>
        <p:nvSpPr>
          <p:cNvPr id="26" name="Text Placeholder 20">
            <a:extLst>
              <a:ext uri="{FF2B5EF4-FFF2-40B4-BE49-F238E27FC236}">
                <a16:creationId xmlns:a16="http://schemas.microsoft.com/office/drawing/2014/main" id="{2FA69779-9C11-7D8F-885E-373F3DFABE1E}"/>
              </a:ext>
            </a:extLst>
          </p:cNvPr>
          <p:cNvSpPr>
            <a:spLocks noGrp="1"/>
          </p:cNvSpPr>
          <p:nvPr>
            <p:ph type="body" sz="quarter" idx="34" hasCustomPrompt="1"/>
          </p:nvPr>
        </p:nvSpPr>
        <p:spPr>
          <a:xfrm>
            <a:off x="8194653" y="2267712"/>
            <a:ext cx="3536537" cy="788512"/>
          </a:xfrm>
        </p:spPr>
        <p:txBody>
          <a:bodyPr/>
          <a:lstStyle>
            <a:lvl1pPr marL="0" indent="0">
              <a:buFont typeface="IBM Plex Sans" panose="020B0503050203000203" pitchFamily="34" charset="0"/>
              <a:buNone/>
              <a:defRPr sz="6000" b="1">
                <a:solidFill>
                  <a:schemeClr val="accent1"/>
                </a:solidFill>
                <a:latin typeface="+mj-lt"/>
              </a:defRPr>
            </a:lvl1pPr>
          </a:lstStyle>
          <a:p>
            <a:pPr lvl="0"/>
            <a:r>
              <a:rPr lang="en-US"/>
              <a:t>3</a:t>
            </a:r>
          </a:p>
        </p:txBody>
      </p:sp>
      <p:sp>
        <p:nvSpPr>
          <p:cNvPr id="5" name="Date Placeholder 4">
            <a:extLst>
              <a:ext uri="{FF2B5EF4-FFF2-40B4-BE49-F238E27FC236}">
                <a16:creationId xmlns:a16="http://schemas.microsoft.com/office/drawing/2014/main" id="{6D1D3CC6-32A4-D9C7-AB82-3743EFA341F1}"/>
              </a:ext>
            </a:extLst>
          </p:cNvPr>
          <p:cNvSpPr>
            <a:spLocks noGrp="1"/>
          </p:cNvSpPr>
          <p:nvPr>
            <p:ph type="dt" sz="half" idx="35"/>
          </p:nvPr>
        </p:nvSpPr>
        <p:spPr/>
        <p:txBody>
          <a:bodyPr/>
          <a:lstStyle/>
          <a:p>
            <a:fld id="{228D026D-C07B-48C8-8C2B-C561E4D51E16}" type="datetime1">
              <a:rPr lang="en-US" smtClean="0"/>
              <a:t>1/15/2025</a:t>
            </a:fld>
            <a:endParaRPr lang="en-US"/>
          </a:p>
        </p:txBody>
      </p:sp>
      <p:sp>
        <p:nvSpPr>
          <p:cNvPr id="10" name="Footer Placeholder 9">
            <a:extLst>
              <a:ext uri="{FF2B5EF4-FFF2-40B4-BE49-F238E27FC236}">
                <a16:creationId xmlns:a16="http://schemas.microsoft.com/office/drawing/2014/main" id="{12B70466-8D5D-8B11-DB82-3FC5742BA9B7}"/>
              </a:ext>
            </a:extLst>
          </p:cNvPr>
          <p:cNvSpPr>
            <a:spLocks noGrp="1"/>
          </p:cNvSpPr>
          <p:nvPr>
            <p:ph type="ftr" sz="quarter" idx="36"/>
          </p:nvPr>
        </p:nvSpPr>
        <p:spPr/>
        <p:txBody>
          <a:bodyPr/>
          <a:lstStyle/>
          <a:p>
            <a:r>
              <a:rPr lang="en-US"/>
              <a:t>CONFIDENTIAL</a:t>
            </a:r>
          </a:p>
        </p:txBody>
      </p:sp>
      <p:sp>
        <p:nvSpPr>
          <p:cNvPr id="12" name="Slide Number Placeholder 11">
            <a:extLst>
              <a:ext uri="{FF2B5EF4-FFF2-40B4-BE49-F238E27FC236}">
                <a16:creationId xmlns:a16="http://schemas.microsoft.com/office/drawing/2014/main" id="{596EA887-C65A-D4C5-AA4D-2063BBDCD967}"/>
              </a:ext>
            </a:extLst>
          </p:cNvPr>
          <p:cNvSpPr>
            <a:spLocks noGrp="1"/>
          </p:cNvSpPr>
          <p:nvPr>
            <p:ph type="sldNum" sz="quarter" idx="37"/>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4017866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 Col Numbere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10"/>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sz="4000">
                <a:solidFill>
                  <a:schemeClr val="accent1">
                    <a:lumMod val="50000"/>
                  </a:schemeClr>
                </a:solidFill>
                <a:latin typeface="+mj-lt"/>
                <a:ea typeface="+mj-ea"/>
                <a:cs typeface="+mj-cs"/>
              </a:defRPr>
            </a:lvl1pPr>
          </a:lstStyle>
          <a:p>
            <a:r>
              <a:rPr lang="en-US"/>
              <a:t>Title Goes Here</a:t>
            </a:r>
            <a:br>
              <a:rPr lang="en-US"/>
            </a:br>
            <a:r>
              <a:rPr lang="en-US"/>
              <a:t>Titles Are IBM Sans Plex Bold 40pt Font</a:t>
            </a:r>
          </a:p>
        </p:txBody>
      </p:sp>
      <p:sp>
        <p:nvSpPr>
          <p:cNvPr id="39" name="Text Placeholder 38">
            <a:extLst>
              <a:ext uri="{FF2B5EF4-FFF2-40B4-BE49-F238E27FC236}">
                <a16:creationId xmlns:a16="http://schemas.microsoft.com/office/drawing/2014/main" id="{EAE6DE0F-0ADD-444F-978D-6AA58793E072}"/>
              </a:ext>
            </a:extLst>
          </p:cNvPr>
          <p:cNvSpPr>
            <a:spLocks noGrp="1"/>
          </p:cNvSpPr>
          <p:nvPr>
            <p:ph type="body" sz="quarter" idx="15" hasCustomPrompt="1"/>
          </p:nvPr>
        </p:nvSpPr>
        <p:spPr>
          <a:xfrm>
            <a:off x="457264" y="3931920"/>
            <a:ext cx="2377440"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2" name="Subtitle 2">
            <a:extLst>
              <a:ext uri="{FF2B5EF4-FFF2-40B4-BE49-F238E27FC236}">
                <a16:creationId xmlns:a16="http://schemas.microsoft.com/office/drawing/2014/main" id="{9FB77550-E160-7C9D-B924-9BD7FFE6BF32}"/>
              </a:ext>
            </a:extLst>
          </p:cNvPr>
          <p:cNvSpPr>
            <a:spLocks noGrp="1"/>
          </p:cNvSpPr>
          <p:nvPr>
            <p:ph type="subTitle" idx="1" hasCustomPrompt="1"/>
          </p:nvPr>
        </p:nvSpPr>
        <p:spPr>
          <a:xfrm>
            <a:off x="457264" y="3200400"/>
            <a:ext cx="2377440"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3" name="Text Placeholder 38">
            <a:extLst>
              <a:ext uri="{FF2B5EF4-FFF2-40B4-BE49-F238E27FC236}">
                <a16:creationId xmlns:a16="http://schemas.microsoft.com/office/drawing/2014/main" id="{EE89B4B7-4376-960B-FD98-CE0D9E123293}"/>
              </a:ext>
            </a:extLst>
          </p:cNvPr>
          <p:cNvSpPr>
            <a:spLocks noGrp="1"/>
          </p:cNvSpPr>
          <p:nvPr>
            <p:ph type="body" sz="quarter" idx="23" hasCustomPrompt="1"/>
          </p:nvPr>
        </p:nvSpPr>
        <p:spPr>
          <a:xfrm>
            <a:off x="3422654" y="3931920"/>
            <a:ext cx="2377440"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2" name="Text Placeholder 11">
            <a:extLst>
              <a:ext uri="{FF2B5EF4-FFF2-40B4-BE49-F238E27FC236}">
                <a16:creationId xmlns:a16="http://schemas.microsoft.com/office/drawing/2014/main" id="{57B232A6-2373-DA1B-FB47-8739C7616E4A}"/>
              </a:ext>
            </a:extLst>
          </p:cNvPr>
          <p:cNvSpPr>
            <a:spLocks noGrp="1"/>
          </p:cNvSpPr>
          <p:nvPr>
            <p:ph type="body" sz="quarter" idx="25" hasCustomPrompt="1"/>
          </p:nvPr>
        </p:nvSpPr>
        <p:spPr>
          <a:xfrm>
            <a:off x="3422654" y="3200400"/>
            <a:ext cx="2377440"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14" name="Text Placeholder 38">
            <a:extLst>
              <a:ext uri="{FF2B5EF4-FFF2-40B4-BE49-F238E27FC236}">
                <a16:creationId xmlns:a16="http://schemas.microsoft.com/office/drawing/2014/main" id="{B0EC91D3-2538-97AD-8E43-D1068476A1EE}"/>
              </a:ext>
            </a:extLst>
          </p:cNvPr>
          <p:cNvSpPr>
            <a:spLocks noGrp="1"/>
          </p:cNvSpPr>
          <p:nvPr>
            <p:ph type="body" sz="quarter" idx="26" hasCustomPrompt="1"/>
          </p:nvPr>
        </p:nvSpPr>
        <p:spPr>
          <a:xfrm>
            <a:off x="6388044" y="3931920"/>
            <a:ext cx="2377440"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7" name="Text Placeholder 11">
            <a:extLst>
              <a:ext uri="{FF2B5EF4-FFF2-40B4-BE49-F238E27FC236}">
                <a16:creationId xmlns:a16="http://schemas.microsoft.com/office/drawing/2014/main" id="{87FD63C6-9FDC-37B4-4D7C-FBE5F2771793}"/>
              </a:ext>
            </a:extLst>
          </p:cNvPr>
          <p:cNvSpPr>
            <a:spLocks noGrp="1"/>
          </p:cNvSpPr>
          <p:nvPr>
            <p:ph type="body" sz="quarter" idx="28" hasCustomPrompt="1"/>
          </p:nvPr>
        </p:nvSpPr>
        <p:spPr>
          <a:xfrm>
            <a:off x="6388044" y="3200400"/>
            <a:ext cx="2377440"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11" name="Text Placeholder 38">
            <a:extLst>
              <a:ext uri="{FF2B5EF4-FFF2-40B4-BE49-F238E27FC236}">
                <a16:creationId xmlns:a16="http://schemas.microsoft.com/office/drawing/2014/main" id="{E0BD61A5-0C75-6F49-468A-B2983606292B}"/>
              </a:ext>
            </a:extLst>
          </p:cNvPr>
          <p:cNvSpPr>
            <a:spLocks noGrp="1"/>
          </p:cNvSpPr>
          <p:nvPr>
            <p:ph type="body" sz="quarter" idx="29" hasCustomPrompt="1"/>
          </p:nvPr>
        </p:nvSpPr>
        <p:spPr>
          <a:xfrm>
            <a:off x="9353434" y="3931920"/>
            <a:ext cx="2377440"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8" name="Text Placeholder 11">
            <a:extLst>
              <a:ext uri="{FF2B5EF4-FFF2-40B4-BE49-F238E27FC236}">
                <a16:creationId xmlns:a16="http://schemas.microsoft.com/office/drawing/2014/main" id="{0C020F8F-E40F-3676-C31A-F4E18E6EFDC6}"/>
              </a:ext>
            </a:extLst>
          </p:cNvPr>
          <p:cNvSpPr>
            <a:spLocks noGrp="1"/>
          </p:cNvSpPr>
          <p:nvPr>
            <p:ph type="body" sz="quarter" idx="31" hasCustomPrompt="1"/>
          </p:nvPr>
        </p:nvSpPr>
        <p:spPr>
          <a:xfrm>
            <a:off x="9353434" y="3200400"/>
            <a:ext cx="2377440"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21" name="Text Placeholder 20">
            <a:extLst>
              <a:ext uri="{FF2B5EF4-FFF2-40B4-BE49-F238E27FC236}">
                <a16:creationId xmlns:a16="http://schemas.microsoft.com/office/drawing/2014/main" id="{835C4F15-6486-C0C1-006F-649BBBB648A0}"/>
              </a:ext>
            </a:extLst>
          </p:cNvPr>
          <p:cNvSpPr>
            <a:spLocks noGrp="1"/>
          </p:cNvSpPr>
          <p:nvPr>
            <p:ph type="body" sz="quarter" idx="32" hasCustomPrompt="1"/>
          </p:nvPr>
        </p:nvSpPr>
        <p:spPr>
          <a:xfrm>
            <a:off x="457200" y="2271293"/>
            <a:ext cx="2377439" cy="788512"/>
          </a:xfrm>
        </p:spPr>
        <p:txBody>
          <a:bodyPr vert="horz" lIns="0" tIns="0" rIns="0" bIns="0" rtlCol="0">
            <a:noAutofit/>
          </a:bodyPr>
          <a:lstStyle>
            <a:lvl1pPr marL="0" indent="0">
              <a:buNone/>
              <a:defRPr lang="en-US" sz="6000" b="1" dirty="0">
                <a:solidFill>
                  <a:schemeClr val="accent1"/>
                </a:solidFill>
                <a:latin typeface="+mj-lt"/>
              </a:defRPr>
            </a:lvl1pPr>
          </a:lstStyle>
          <a:p>
            <a:pPr marL="228600" lvl="0" indent="-228600"/>
            <a:r>
              <a:rPr lang="en-US"/>
              <a:t>1</a:t>
            </a:r>
          </a:p>
        </p:txBody>
      </p:sp>
      <p:sp>
        <p:nvSpPr>
          <p:cNvPr id="22" name="Text Placeholder 20">
            <a:extLst>
              <a:ext uri="{FF2B5EF4-FFF2-40B4-BE49-F238E27FC236}">
                <a16:creationId xmlns:a16="http://schemas.microsoft.com/office/drawing/2014/main" id="{8C2CA8B6-D0A6-EA8A-4605-93750E9D10E0}"/>
              </a:ext>
            </a:extLst>
          </p:cNvPr>
          <p:cNvSpPr>
            <a:spLocks noGrp="1"/>
          </p:cNvSpPr>
          <p:nvPr>
            <p:ph type="body" sz="quarter" idx="33" hasCustomPrompt="1"/>
          </p:nvPr>
        </p:nvSpPr>
        <p:spPr>
          <a:xfrm>
            <a:off x="3422505" y="2267712"/>
            <a:ext cx="2377440" cy="788512"/>
          </a:xfrm>
        </p:spPr>
        <p:txBody>
          <a:bodyPr/>
          <a:lstStyle>
            <a:lvl1pPr marL="0" indent="0">
              <a:buFont typeface="IBM Plex Sans" panose="020B0503050203000203" pitchFamily="34" charset="0"/>
              <a:buNone/>
              <a:defRPr sz="6000" b="1">
                <a:solidFill>
                  <a:schemeClr val="accent1"/>
                </a:solidFill>
                <a:latin typeface="+mj-lt"/>
              </a:defRPr>
            </a:lvl1pPr>
          </a:lstStyle>
          <a:p>
            <a:pPr lvl="0"/>
            <a:r>
              <a:rPr lang="en-US"/>
              <a:t>2</a:t>
            </a:r>
          </a:p>
        </p:txBody>
      </p:sp>
      <p:sp>
        <p:nvSpPr>
          <p:cNvPr id="23" name="Text Placeholder 20">
            <a:extLst>
              <a:ext uri="{FF2B5EF4-FFF2-40B4-BE49-F238E27FC236}">
                <a16:creationId xmlns:a16="http://schemas.microsoft.com/office/drawing/2014/main" id="{76F13A4A-AAC4-3B91-D735-0AE1EA151B8B}"/>
              </a:ext>
            </a:extLst>
          </p:cNvPr>
          <p:cNvSpPr>
            <a:spLocks noGrp="1"/>
          </p:cNvSpPr>
          <p:nvPr>
            <p:ph type="body" sz="quarter" idx="34" hasCustomPrompt="1"/>
          </p:nvPr>
        </p:nvSpPr>
        <p:spPr>
          <a:xfrm>
            <a:off x="6387810" y="2267712"/>
            <a:ext cx="2377440" cy="788512"/>
          </a:xfrm>
        </p:spPr>
        <p:txBody>
          <a:bodyPr/>
          <a:lstStyle>
            <a:lvl1pPr marL="0" indent="0">
              <a:buFont typeface="IBM Plex Sans" panose="020B0503050203000203" pitchFamily="34" charset="0"/>
              <a:buNone/>
              <a:defRPr sz="6000" b="1">
                <a:solidFill>
                  <a:schemeClr val="accent1"/>
                </a:solidFill>
                <a:latin typeface="+mj-lt"/>
              </a:defRPr>
            </a:lvl1pPr>
          </a:lstStyle>
          <a:p>
            <a:pPr lvl="0"/>
            <a:r>
              <a:rPr lang="en-US"/>
              <a:t>3</a:t>
            </a:r>
          </a:p>
        </p:txBody>
      </p:sp>
      <p:sp>
        <p:nvSpPr>
          <p:cNvPr id="24" name="Text Placeholder 20">
            <a:extLst>
              <a:ext uri="{FF2B5EF4-FFF2-40B4-BE49-F238E27FC236}">
                <a16:creationId xmlns:a16="http://schemas.microsoft.com/office/drawing/2014/main" id="{DA54AE6D-443C-98AC-A695-E778A62C5C77}"/>
              </a:ext>
            </a:extLst>
          </p:cNvPr>
          <p:cNvSpPr>
            <a:spLocks noGrp="1"/>
          </p:cNvSpPr>
          <p:nvPr>
            <p:ph type="body" sz="quarter" idx="35" hasCustomPrompt="1"/>
          </p:nvPr>
        </p:nvSpPr>
        <p:spPr>
          <a:xfrm>
            <a:off x="9353116" y="2267712"/>
            <a:ext cx="2377440" cy="788512"/>
          </a:xfrm>
        </p:spPr>
        <p:txBody>
          <a:bodyPr/>
          <a:lstStyle>
            <a:lvl1pPr marL="0" indent="0">
              <a:buFont typeface="IBM Plex Sans" panose="020B0503050203000203" pitchFamily="34" charset="0"/>
              <a:buNone/>
              <a:defRPr sz="6000" b="1">
                <a:solidFill>
                  <a:schemeClr val="accent1"/>
                </a:solidFill>
                <a:latin typeface="+mj-lt"/>
              </a:defRPr>
            </a:lvl1pPr>
          </a:lstStyle>
          <a:p>
            <a:pPr lvl="0"/>
            <a:r>
              <a:rPr lang="en-US"/>
              <a:t>4</a:t>
            </a:r>
          </a:p>
        </p:txBody>
      </p:sp>
      <p:sp>
        <p:nvSpPr>
          <p:cNvPr id="4" name="Date Placeholder 3">
            <a:extLst>
              <a:ext uri="{FF2B5EF4-FFF2-40B4-BE49-F238E27FC236}">
                <a16:creationId xmlns:a16="http://schemas.microsoft.com/office/drawing/2014/main" id="{B2A49C69-BF00-DC7A-0333-6356D3A925D6}"/>
              </a:ext>
            </a:extLst>
          </p:cNvPr>
          <p:cNvSpPr>
            <a:spLocks noGrp="1"/>
          </p:cNvSpPr>
          <p:nvPr>
            <p:ph type="dt" sz="half" idx="36"/>
          </p:nvPr>
        </p:nvSpPr>
        <p:spPr/>
        <p:txBody>
          <a:bodyPr/>
          <a:lstStyle/>
          <a:p>
            <a:fld id="{228D026D-C07B-48C8-8C2B-C561E4D51E16}" type="datetime1">
              <a:rPr lang="en-US" smtClean="0"/>
              <a:t>1/15/2025</a:t>
            </a:fld>
            <a:endParaRPr lang="en-US"/>
          </a:p>
        </p:txBody>
      </p:sp>
      <p:sp>
        <p:nvSpPr>
          <p:cNvPr id="5" name="Footer Placeholder 4">
            <a:extLst>
              <a:ext uri="{FF2B5EF4-FFF2-40B4-BE49-F238E27FC236}">
                <a16:creationId xmlns:a16="http://schemas.microsoft.com/office/drawing/2014/main" id="{6699DE91-F046-4514-FB5B-B21B6D55CE09}"/>
              </a:ext>
            </a:extLst>
          </p:cNvPr>
          <p:cNvSpPr>
            <a:spLocks noGrp="1"/>
          </p:cNvSpPr>
          <p:nvPr>
            <p:ph type="ftr" sz="quarter" idx="37"/>
          </p:nvPr>
        </p:nvSpPr>
        <p:spPr/>
        <p:txBody>
          <a:bodyPr/>
          <a:lstStyle/>
          <a:p>
            <a:r>
              <a:rPr lang="en-US"/>
              <a:t>CONFIDENTIAL</a:t>
            </a:r>
          </a:p>
        </p:txBody>
      </p:sp>
      <p:sp>
        <p:nvSpPr>
          <p:cNvPr id="7" name="Slide Number Placeholder 6">
            <a:extLst>
              <a:ext uri="{FF2B5EF4-FFF2-40B4-BE49-F238E27FC236}">
                <a16:creationId xmlns:a16="http://schemas.microsoft.com/office/drawing/2014/main" id="{C2E6919D-735A-B055-44F8-554E9163FFB7}"/>
              </a:ext>
            </a:extLst>
          </p:cNvPr>
          <p:cNvSpPr>
            <a:spLocks noGrp="1"/>
          </p:cNvSpPr>
          <p:nvPr>
            <p:ph type="sldNum" sz="quarter" idx="38"/>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2257480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5 Col Numbere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10"/>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sz="4000">
                <a:solidFill>
                  <a:schemeClr val="accent1">
                    <a:lumMod val="50000"/>
                  </a:schemeClr>
                </a:solidFill>
                <a:latin typeface="+mj-lt"/>
                <a:ea typeface="+mj-ea"/>
                <a:cs typeface="+mj-cs"/>
              </a:defRPr>
            </a:lvl1pPr>
          </a:lstStyle>
          <a:p>
            <a:r>
              <a:rPr lang="en-US"/>
              <a:t>Title Goes Here</a:t>
            </a:r>
            <a:br>
              <a:rPr lang="en-US"/>
            </a:br>
            <a:r>
              <a:rPr lang="en-US"/>
              <a:t>Titles Are IBM Sans Plex Bold 40pt Font</a:t>
            </a:r>
          </a:p>
        </p:txBody>
      </p:sp>
      <p:sp>
        <p:nvSpPr>
          <p:cNvPr id="39" name="Text Placeholder 38">
            <a:extLst>
              <a:ext uri="{FF2B5EF4-FFF2-40B4-BE49-F238E27FC236}">
                <a16:creationId xmlns:a16="http://schemas.microsoft.com/office/drawing/2014/main" id="{EAE6DE0F-0ADD-444F-978D-6AA58793E072}"/>
              </a:ext>
            </a:extLst>
          </p:cNvPr>
          <p:cNvSpPr>
            <a:spLocks noGrp="1"/>
          </p:cNvSpPr>
          <p:nvPr>
            <p:ph type="body" sz="quarter" idx="15" hasCustomPrompt="1"/>
          </p:nvPr>
        </p:nvSpPr>
        <p:spPr>
          <a:xfrm>
            <a:off x="457200" y="3931920"/>
            <a:ext cx="2103120"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2" name="Subtitle 2">
            <a:extLst>
              <a:ext uri="{FF2B5EF4-FFF2-40B4-BE49-F238E27FC236}">
                <a16:creationId xmlns:a16="http://schemas.microsoft.com/office/drawing/2014/main" id="{9FB77550-E160-7C9D-B924-9BD7FFE6BF32}"/>
              </a:ext>
            </a:extLst>
          </p:cNvPr>
          <p:cNvSpPr>
            <a:spLocks noGrp="1"/>
          </p:cNvSpPr>
          <p:nvPr>
            <p:ph type="subTitle" idx="1" hasCustomPrompt="1"/>
          </p:nvPr>
        </p:nvSpPr>
        <p:spPr>
          <a:xfrm>
            <a:off x="457200" y="3200400"/>
            <a:ext cx="2103120"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228600" lvl="0" indent="-228600">
              <a:spcBef>
                <a:spcPts val="0"/>
              </a:spcBef>
            </a:pPr>
            <a:r>
              <a:rPr lang="en-US"/>
              <a:t>CLICK TO EDIT</a:t>
            </a:r>
          </a:p>
          <a:p>
            <a:pPr marL="228600" lvl="0" indent="-228600">
              <a:spcBef>
                <a:spcPts val="0"/>
              </a:spcBef>
            </a:pPr>
            <a:r>
              <a:rPr lang="en-US"/>
              <a:t>TEXT</a:t>
            </a:r>
          </a:p>
        </p:txBody>
      </p:sp>
      <p:sp>
        <p:nvSpPr>
          <p:cNvPr id="3" name="Text Placeholder 38">
            <a:extLst>
              <a:ext uri="{FF2B5EF4-FFF2-40B4-BE49-F238E27FC236}">
                <a16:creationId xmlns:a16="http://schemas.microsoft.com/office/drawing/2014/main" id="{EE89B4B7-4376-960B-FD98-CE0D9E123293}"/>
              </a:ext>
            </a:extLst>
          </p:cNvPr>
          <p:cNvSpPr>
            <a:spLocks noGrp="1"/>
          </p:cNvSpPr>
          <p:nvPr>
            <p:ph type="body" sz="quarter" idx="23" hasCustomPrompt="1"/>
          </p:nvPr>
        </p:nvSpPr>
        <p:spPr>
          <a:xfrm>
            <a:off x="2749918" y="3931920"/>
            <a:ext cx="2103120"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2" name="Text Placeholder 11">
            <a:extLst>
              <a:ext uri="{FF2B5EF4-FFF2-40B4-BE49-F238E27FC236}">
                <a16:creationId xmlns:a16="http://schemas.microsoft.com/office/drawing/2014/main" id="{57B232A6-2373-DA1B-FB47-8739C7616E4A}"/>
              </a:ext>
            </a:extLst>
          </p:cNvPr>
          <p:cNvSpPr>
            <a:spLocks noGrp="1"/>
          </p:cNvSpPr>
          <p:nvPr>
            <p:ph type="body" sz="quarter" idx="25" hasCustomPrompt="1"/>
          </p:nvPr>
        </p:nvSpPr>
        <p:spPr>
          <a:xfrm>
            <a:off x="2749918" y="3200400"/>
            <a:ext cx="2103120"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228600" lvl="0" indent="-228600">
              <a:spcBef>
                <a:spcPts val="0"/>
              </a:spcBef>
            </a:pPr>
            <a:r>
              <a:rPr lang="en-US"/>
              <a:t>CLICK TO EDIT</a:t>
            </a:r>
          </a:p>
          <a:p>
            <a:pPr marL="228600" lvl="0" indent="-228600">
              <a:spcBef>
                <a:spcPts val="0"/>
              </a:spcBef>
            </a:pPr>
            <a:r>
              <a:rPr lang="en-US"/>
              <a:t>TEXT</a:t>
            </a:r>
          </a:p>
        </p:txBody>
      </p:sp>
      <p:sp>
        <p:nvSpPr>
          <p:cNvPr id="14" name="Text Placeholder 38">
            <a:extLst>
              <a:ext uri="{FF2B5EF4-FFF2-40B4-BE49-F238E27FC236}">
                <a16:creationId xmlns:a16="http://schemas.microsoft.com/office/drawing/2014/main" id="{B0EC91D3-2538-97AD-8E43-D1068476A1EE}"/>
              </a:ext>
            </a:extLst>
          </p:cNvPr>
          <p:cNvSpPr>
            <a:spLocks noGrp="1"/>
          </p:cNvSpPr>
          <p:nvPr>
            <p:ph type="body" sz="quarter" idx="26" hasCustomPrompt="1"/>
          </p:nvPr>
        </p:nvSpPr>
        <p:spPr>
          <a:xfrm>
            <a:off x="5042636" y="3931920"/>
            <a:ext cx="2103120"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7" name="Text Placeholder 11">
            <a:extLst>
              <a:ext uri="{FF2B5EF4-FFF2-40B4-BE49-F238E27FC236}">
                <a16:creationId xmlns:a16="http://schemas.microsoft.com/office/drawing/2014/main" id="{87FD63C6-9FDC-37B4-4D7C-FBE5F2771793}"/>
              </a:ext>
            </a:extLst>
          </p:cNvPr>
          <p:cNvSpPr>
            <a:spLocks noGrp="1"/>
          </p:cNvSpPr>
          <p:nvPr>
            <p:ph type="body" sz="quarter" idx="28" hasCustomPrompt="1"/>
          </p:nvPr>
        </p:nvSpPr>
        <p:spPr>
          <a:xfrm>
            <a:off x="5042636" y="3200400"/>
            <a:ext cx="2103120"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228600" lvl="0" indent="-228600">
              <a:spcBef>
                <a:spcPts val="0"/>
              </a:spcBef>
            </a:pPr>
            <a:r>
              <a:rPr lang="en-US"/>
              <a:t>CLICK TO EDIT</a:t>
            </a:r>
          </a:p>
          <a:p>
            <a:pPr marL="228600" lvl="0" indent="-228600">
              <a:spcBef>
                <a:spcPts val="0"/>
              </a:spcBef>
            </a:pPr>
            <a:r>
              <a:rPr lang="en-US"/>
              <a:t>TEXT</a:t>
            </a:r>
          </a:p>
        </p:txBody>
      </p:sp>
      <p:sp>
        <p:nvSpPr>
          <p:cNvPr id="11" name="Text Placeholder 38">
            <a:extLst>
              <a:ext uri="{FF2B5EF4-FFF2-40B4-BE49-F238E27FC236}">
                <a16:creationId xmlns:a16="http://schemas.microsoft.com/office/drawing/2014/main" id="{E0BD61A5-0C75-6F49-468A-B2983606292B}"/>
              </a:ext>
            </a:extLst>
          </p:cNvPr>
          <p:cNvSpPr>
            <a:spLocks noGrp="1"/>
          </p:cNvSpPr>
          <p:nvPr>
            <p:ph type="body" sz="quarter" idx="29" hasCustomPrompt="1"/>
          </p:nvPr>
        </p:nvSpPr>
        <p:spPr>
          <a:xfrm>
            <a:off x="7335354" y="3931920"/>
            <a:ext cx="2103120"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8" name="Text Placeholder 11">
            <a:extLst>
              <a:ext uri="{FF2B5EF4-FFF2-40B4-BE49-F238E27FC236}">
                <a16:creationId xmlns:a16="http://schemas.microsoft.com/office/drawing/2014/main" id="{0C020F8F-E40F-3676-C31A-F4E18E6EFDC6}"/>
              </a:ext>
            </a:extLst>
          </p:cNvPr>
          <p:cNvSpPr>
            <a:spLocks noGrp="1"/>
          </p:cNvSpPr>
          <p:nvPr>
            <p:ph type="body" sz="quarter" idx="31" hasCustomPrompt="1"/>
          </p:nvPr>
        </p:nvSpPr>
        <p:spPr>
          <a:xfrm>
            <a:off x="7335354" y="3200400"/>
            <a:ext cx="2103120"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228600" lvl="0" indent="-228600">
              <a:spcBef>
                <a:spcPts val="0"/>
              </a:spcBef>
            </a:pPr>
            <a:r>
              <a:rPr lang="en-US"/>
              <a:t>CLICK TO EDIT</a:t>
            </a:r>
          </a:p>
          <a:p>
            <a:pPr marL="228600" lvl="0" indent="-228600">
              <a:spcBef>
                <a:spcPts val="0"/>
              </a:spcBef>
            </a:pPr>
            <a:r>
              <a:rPr lang="en-US"/>
              <a:t>TEXT</a:t>
            </a:r>
          </a:p>
        </p:txBody>
      </p:sp>
      <p:sp>
        <p:nvSpPr>
          <p:cNvPr id="21" name="Text Placeholder 20">
            <a:extLst>
              <a:ext uri="{FF2B5EF4-FFF2-40B4-BE49-F238E27FC236}">
                <a16:creationId xmlns:a16="http://schemas.microsoft.com/office/drawing/2014/main" id="{835C4F15-6486-C0C1-006F-649BBBB648A0}"/>
              </a:ext>
            </a:extLst>
          </p:cNvPr>
          <p:cNvSpPr>
            <a:spLocks noGrp="1"/>
          </p:cNvSpPr>
          <p:nvPr>
            <p:ph type="body" sz="quarter" idx="32" hasCustomPrompt="1"/>
          </p:nvPr>
        </p:nvSpPr>
        <p:spPr>
          <a:xfrm>
            <a:off x="457200" y="2271293"/>
            <a:ext cx="2103120" cy="788512"/>
          </a:xfrm>
        </p:spPr>
        <p:txBody>
          <a:bodyPr vert="horz" lIns="0" tIns="0" rIns="0" bIns="0" rtlCol="0">
            <a:noAutofit/>
          </a:bodyPr>
          <a:lstStyle>
            <a:lvl1pPr marL="0" indent="0">
              <a:buNone/>
              <a:defRPr lang="en-US" sz="6000" b="1" dirty="0">
                <a:solidFill>
                  <a:schemeClr val="accent1"/>
                </a:solidFill>
                <a:latin typeface="+mn-lt"/>
              </a:defRPr>
            </a:lvl1pPr>
          </a:lstStyle>
          <a:p>
            <a:pPr marL="228600" lvl="0" indent="-228600"/>
            <a:r>
              <a:rPr lang="en-US"/>
              <a:t>1</a:t>
            </a:r>
          </a:p>
        </p:txBody>
      </p:sp>
      <p:sp>
        <p:nvSpPr>
          <p:cNvPr id="22" name="Text Placeholder 20">
            <a:extLst>
              <a:ext uri="{FF2B5EF4-FFF2-40B4-BE49-F238E27FC236}">
                <a16:creationId xmlns:a16="http://schemas.microsoft.com/office/drawing/2014/main" id="{8C2CA8B6-D0A6-EA8A-4605-93750E9D10E0}"/>
              </a:ext>
            </a:extLst>
          </p:cNvPr>
          <p:cNvSpPr>
            <a:spLocks noGrp="1"/>
          </p:cNvSpPr>
          <p:nvPr>
            <p:ph type="body" sz="quarter" idx="33" hasCustomPrompt="1"/>
          </p:nvPr>
        </p:nvSpPr>
        <p:spPr>
          <a:xfrm>
            <a:off x="2749918" y="2267712"/>
            <a:ext cx="2103120" cy="788512"/>
          </a:xfrm>
        </p:spPr>
        <p:txBody>
          <a:bodyPr/>
          <a:lstStyle>
            <a:lvl1pPr marL="0" indent="0">
              <a:buFont typeface="IBM Plex Sans" panose="020B0503050203000203" pitchFamily="34" charset="0"/>
              <a:buNone/>
              <a:defRPr sz="6000" b="1">
                <a:solidFill>
                  <a:schemeClr val="accent1"/>
                </a:solidFill>
                <a:latin typeface="+mn-lt"/>
              </a:defRPr>
            </a:lvl1pPr>
          </a:lstStyle>
          <a:p>
            <a:pPr lvl="0"/>
            <a:r>
              <a:rPr lang="en-US"/>
              <a:t>2</a:t>
            </a:r>
          </a:p>
        </p:txBody>
      </p:sp>
      <p:sp>
        <p:nvSpPr>
          <p:cNvPr id="23" name="Text Placeholder 20">
            <a:extLst>
              <a:ext uri="{FF2B5EF4-FFF2-40B4-BE49-F238E27FC236}">
                <a16:creationId xmlns:a16="http://schemas.microsoft.com/office/drawing/2014/main" id="{76F13A4A-AAC4-3B91-D735-0AE1EA151B8B}"/>
              </a:ext>
            </a:extLst>
          </p:cNvPr>
          <p:cNvSpPr>
            <a:spLocks noGrp="1"/>
          </p:cNvSpPr>
          <p:nvPr>
            <p:ph type="body" sz="quarter" idx="34" hasCustomPrompt="1"/>
          </p:nvPr>
        </p:nvSpPr>
        <p:spPr>
          <a:xfrm>
            <a:off x="5042636" y="2267712"/>
            <a:ext cx="2103120" cy="788512"/>
          </a:xfrm>
        </p:spPr>
        <p:txBody>
          <a:bodyPr/>
          <a:lstStyle>
            <a:lvl1pPr marL="0" indent="0">
              <a:buFont typeface="IBM Plex Sans" panose="020B0503050203000203" pitchFamily="34" charset="0"/>
              <a:buNone/>
              <a:defRPr sz="6000" b="1">
                <a:solidFill>
                  <a:schemeClr val="accent1"/>
                </a:solidFill>
                <a:latin typeface="+mn-lt"/>
              </a:defRPr>
            </a:lvl1pPr>
          </a:lstStyle>
          <a:p>
            <a:pPr lvl="0"/>
            <a:r>
              <a:rPr lang="en-US"/>
              <a:t>3</a:t>
            </a:r>
          </a:p>
        </p:txBody>
      </p:sp>
      <p:sp>
        <p:nvSpPr>
          <p:cNvPr id="24" name="Text Placeholder 20">
            <a:extLst>
              <a:ext uri="{FF2B5EF4-FFF2-40B4-BE49-F238E27FC236}">
                <a16:creationId xmlns:a16="http://schemas.microsoft.com/office/drawing/2014/main" id="{DA54AE6D-443C-98AC-A695-E778A62C5C77}"/>
              </a:ext>
            </a:extLst>
          </p:cNvPr>
          <p:cNvSpPr>
            <a:spLocks noGrp="1"/>
          </p:cNvSpPr>
          <p:nvPr>
            <p:ph type="body" sz="quarter" idx="35" hasCustomPrompt="1"/>
          </p:nvPr>
        </p:nvSpPr>
        <p:spPr>
          <a:xfrm>
            <a:off x="7335354" y="2267712"/>
            <a:ext cx="2103120" cy="788512"/>
          </a:xfrm>
        </p:spPr>
        <p:txBody>
          <a:bodyPr/>
          <a:lstStyle>
            <a:lvl1pPr marL="0" indent="0">
              <a:buFont typeface="IBM Plex Sans" panose="020B0503050203000203" pitchFamily="34" charset="0"/>
              <a:buNone/>
              <a:defRPr sz="6000" b="1">
                <a:solidFill>
                  <a:schemeClr val="accent1"/>
                </a:solidFill>
                <a:latin typeface="+mn-lt"/>
              </a:defRPr>
            </a:lvl1pPr>
          </a:lstStyle>
          <a:p>
            <a:pPr lvl="0"/>
            <a:r>
              <a:rPr lang="en-US"/>
              <a:t>4</a:t>
            </a:r>
          </a:p>
        </p:txBody>
      </p:sp>
      <p:sp>
        <p:nvSpPr>
          <p:cNvPr id="4" name="Text Placeholder 38">
            <a:extLst>
              <a:ext uri="{FF2B5EF4-FFF2-40B4-BE49-F238E27FC236}">
                <a16:creationId xmlns:a16="http://schemas.microsoft.com/office/drawing/2014/main" id="{6B023CA2-F980-B7EC-46DA-3797530752E7}"/>
              </a:ext>
            </a:extLst>
          </p:cNvPr>
          <p:cNvSpPr>
            <a:spLocks noGrp="1"/>
          </p:cNvSpPr>
          <p:nvPr>
            <p:ph type="body" sz="quarter" idx="36" hasCustomPrompt="1"/>
          </p:nvPr>
        </p:nvSpPr>
        <p:spPr>
          <a:xfrm>
            <a:off x="9628071" y="3931920"/>
            <a:ext cx="2103120"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7" name="Text Placeholder 11">
            <a:extLst>
              <a:ext uri="{FF2B5EF4-FFF2-40B4-BE49-F238E27FC236}">
                <a16:creationId xmlns:a16="http://schemas.microsoft.com/office/drawing/2014/main" id="{5FD053FF-EDA5-E30C-A93C-31F79C14537D}"/>
              </a:ext>
            </a:extLst>
          </p:cNvPr>
          <p:cNvSpPr>
            <a:spLocks noGrp="1"/>
          </p:cNvSpPr>
          <p:nvPr>
            <p:ph type="body" sz="quarter" idx="37" hasCustomPrompt="1"/>
          </p:nvPr>
        </p:nvSpPr>
        <p:spPr>
          <a:xfrm>
            <a:off x="9628071" y="3200400"/>
            <a:ext cx="2103120"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228600" lvl="0" indent="-228600">
              <a:spcBef>
                <a:spcPts val="0"/>
              </a:spcBef>
            </a:pPr>
            <a:r>
              <a:rPr lang="en-US"/>
              <a:t>CLICK TO EDIT</a:t>
            </a:r>
          </a:p>
          <a:p>
            <a:pPr marL="228600" lvl="0" indent="-228600">
              <a:spcBef>
                <a:spcPts val="0"/>
              </a:spcBef>
            </a:pPr>
            <a:r>
              <a:rPr lang="en-US"/>
              <a:t>TEXT</a:t>
            </a:r>
          </a:p>
        </p:txBody>
      </p:sp>
      <p:sp>
        <p:nvSpPr>
          <p:cNvPr id="15" name="Text Placeholder 20">
            <a:extLst>
              <a:ext uri="{FF2B5EF4-FFF2-40B4-BE49-F238E27FC236}">
                <a16:creationId xmlns:a16="http://schemas.microsoft.com/office/drawing/2014/main" id="{266D6E6E-C390-9A66-82A9-3D64996FF7DD}"/>
              </a:ext>
            </a:extLst>
          </p:cNvPr>
          <p:cNvSpPr>
            <a:spLocks noGrp="1"/>
          </p:cNvSpPr>
          <p:nvPr>
            <p:ph type="body" sz="quarter" idx="38" hasCustomPrompt="1"/>
          </p:nvPr>
        </p:nvSpPr>
        <p:spPr>
          <a:xfrm>
            <a:off x="9628071" y="2267712"/>
            <a:ext cx="2103120" cy="788512"/>
          </a:xfrm>
        </p:spPr>
        <p:txBody>
          <a:bodyPr/>
          <a:lstStyle>
            <a:lvl1pPr marL="0" indent="0">
              <a:buFont typeface="IBM Plex Sans" panose="020B0503050203000203" pitchFamily="34" charset="0"/>
              <a:buNone/>
              <a:defRPr sz="6000" b="1">
                <a:solidFill>
                  <a:schemeClr val="accent1"/>
                </a:solidFill>
                <a:latin typeface="+mn-lt"/>
              </a:defRPr>
            </a:lvl1pPr>
          </a:lstStyle>
          <a:p>
            <a:pPr lvl="0"/>
            <a:r>
              <a:rPr lang="en-US"/>
              <a:t>5</a:t>
            </a:r>
          </a:p>
        </p:txBody>
      </p:sp>
      <p:sp>
        <p:nvSpPr>
          <p:cNvPr id="5" name="Date Placeholder 4">
            <a:extLst>
              <a:ext uri="{FF2B5EF4-FFF2-40B4-BE49-F238E27FC236}">
                <a16:creationId xmlns:a16="http://schemas.microsoft.com/office/drawing/2014/main" id="{2F7C1C93-5DCD-DBE5-46DD-8E0A55F54684}"/>
              </a:ext>
            </a:extLst>
          </p:cNvPr>
          <p:cNvSpPr>
            <a:spLocks noGrp="1"/>
          </p:cNvSpPr>
          <p:nvPr>
            <p:ph type="dt" sz="half" idx="39"/>
          </p:nvPr>
        </p:nvSpPr>
        <p:spPr/>
        <p:txBody>
          <a:bodyPr/>
          <a:lstStyle/>
          <a:p>
            <a:fld id="{228D026D-C07B-48C8-8C2B-C561E4D51E16}" type="datetime1">
              <a:rPr lang="en-US" smtClean="0"/>
              <a:t>1/15/2025</a:t>
            </a:fld>
            <a:endParaRPr lang="en-US"/>
          </a:p>
        </p:txBody>
      </p:sp>
      <p:sp>
        <p:nvSpPr>
          <p:cNvPr id="8" name="Footer Placeholder 7">
            <a:extLst>
              <a:ext uri="{FF2B5EF4-FFF2-40B4-BE49-F238E27FC236}">
                <a16:creationId xmlns:a16="http://schemas.microsoft.com/office/drawing/2014/main" id="{E96E3670-782B-01BC-D551-08F3F4660748}"/>
              </a:ext>
            </a:extLst>
          </p:cNvPr>
          <p:cNvSpPr>
            <a:spLocks noGrp="1"/>
          </p:cNvSpPr>
          <p:nvPr>
            <p:ph type="ftr" sz="quarter" idx="40"/>
          </p:nvPr>
        </p:nvSpPr>
        <p:spPr/>
        <p:txBody>
          <a:bodyPr/>
          <a:lstStyle/>
          <a:p>
            <a:r>
              <a:rPr lang="en-US"/>
              <a:t>CONFIDENTIAL</a:t>
            </a:r>
          </a:p>
        </p:txBody>
      </p:sp>
      <p:sp>
        <p:nvSpPr>
          <p:cNvPr id="16" name="Slide Number Placeholder 15">
            <a:extLst>
              <a:ext uri="{FF2B5EF4-FFF2-40B4-BE49-F238E27FC236}">
                <a16:creationId xmlns:a16="http://schemas.microsoft.com/office/drawing/2014/main" id="{D9FAE1CD-77ED-0F1D-A364-682BF73B7C03}"/>
              </a:ext>
            </a:extLst>
          </p:cNvPr>
          <p:cNvSpPr>
            <a:spLocks noGrp="1"/>
          </p:cNvSpPr>
          <p:nvPr>
            <p:ph type="sldNum" sz="quarter" idx="41"/>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2889562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 Button">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46AA369A-1FF1-10EB-E396-A5022B787B78}"/>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pPr marL="0" indent="0">
              <a:buFont typeface="IBM Plex Sans" panose="020B0503050203000203" pitchFamily="34" charset="0"/>
              <a:buNone/>
            </a:pPr>
            <a:endParaRPr lang="en-US"/>
          </a:p>
        </p:txBody>
      </p:sp>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09"/>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sz="4000">
                <a:solidFill>
                  <a:schemeClr val="accent1">
                    <a:lumMod val="50000"/>
                  </a:schemeClr>
                </a:solidFill>
                <a:latin typeface="+mj-lt"/>
                <a:ea typeface="+mj-ea"/>
                <a:cs typeface="+mj-cs"/>
              </a:defRPr>
            </a:lvl1pPr>
          </a:lstStyle>
          <a:p>
            <a:r>
              <a:rPr lang="en-US"/>
              <a:t>Title Goes Here</a:t>
            </a:r>
            <a:br>
              <a:rPr lang="en-US"/>
            </a:br>
            <a:r>
              <a:rPr lang="en-US"/>
              <a:t>Titles Are IBM Sans Plex Bold 40pt Font</a:t>
            </a:r>
          </a:p>
        </p:txBody>
      </p:sp>
      <p:sp>
        <p:nvSpPr>
          <p:cNvPr id="39" name="Text Placeholder 38">
            <a:extLst>
              <a:ext uri="{FF2B5EF4-FFF2-40B4-BE49-F238E27FC236}">
                <a16:creationId xmlns:a16="http://schemas.microsoft.com/office/drawing/2014/main" id="{EAE6DE0F-0ADD-444F-978D-6AA58793E072}"/>
              </a:ext>
            </a:extLst>
          </p:cNvPr>
          <p:cNvSpPr>
            <a:spLocks noGrp="1"/>
          </p:cNvSpPr>
          <p:nvPr>
            <p:ph type="body" sz="quarter" idx="15" hasCustomPrompt="1"/>
          </p:nvPr>
        </p:nvSpPr>
        <p:spPr>
          <a:xfrm>
            <a:off x="457200" y="3108959"/>
            <a:ext cx="5257798" cy="3036699"/>
          </a:xfrm>
        </p:spPr>
        <p:txBody>
          <a:bodyPr vert="horz" lIns="0" tIns="0" rIns="0" bIns="91440" rtlCol="0">
            <a:normAutofit/>
          </a:bodyPr>
          <a:lstStyle>
            <a:lvl1pPr marL="0" indent="0">
              <a:buFont typeface="IBM Plex Sans" panose="020B0503050203000203" pitchFamily="34" charset="0"/>
              <a:buNone/>
              <a:defRPr lang="en-US" sz="1400" dirty="0" smtClean="0"/>
            </a:lvl1pPr>
            <a:lvl2pPr marL="228600" indent="0">
              <a:buFont typeface="IBM Plex Sans" panose="020B0503050203000203" pitchFamily="34" charset="0"/>
              <a:buNone/>
              <a:defRPr lang="en-US" sz="1200" dirty="0" smtClean="0"/>
            </a:lvl2pPr>
            <a:lvl3pPr marL="457200" indent="0">
              <a:buFont typeface="IBM Plex Sans" panose="020B0503050203000203" pitchFamily="34" charset="0"/>
              <a:buNone/>
              <a:defRPr lang="en-US" sz="1100" dirty="0" smtClean="0"/>
            </a:lvl3pPr>
            <a:lvl4pPr marL="685800" indent="0">
              <a:buFont typeface="IBM Plex Sans" panose="020B0503050203000203" pitchFamily="34" charset="0"/>
              <a:buNone/>
              <a:defRPr lang="en-US" sz="1050" dirty="0"/>
            </a:lvl4pPr>
          </a:lstStyle>
          <a:p>
            <a:pPr lvl="0">
              <a:spcBef>
                <a:spcPts val="200"/>
              </a:spcBef>
              <a:spcAft>
                <a:spcPts val="0"/>
              </a:spcAft>
            </a:pPr>
            <a:r>
              <a:rPr lang="en-US"/>
              <a:t>Edit Master text styles</a:t>
            </a:r>
          </a:p>
          <a:p>
            <a:pPr lvl="1">
              <a:spcBef>
                <a:spcPts val="200"/>
              </a:spcBef>
            </a:pPr>
            <a:r>
              <a:rPr lang="en-US"/>
              <a:t>Second</a:t>
            </a:r>
          </a:p>
          <a:p>
            <a:pPr lvl="2">
              <a:spcBef>
                <a:spcPts val="200"/>
              </a:spcBef>
            </a:pPr>
            <a:r>
              <a:rPr lang="en-US"/>
              <a:t>Third</a:t>
            </a:r>
          </a:p>
          <a:p>
            <a:pPr lvl="3">
              <a:spcBef>
                <a:spcPts val="200"/>
              </a:spcBef>
            </a:pPr>
            <a:r>
              <a:rPr lang="en-US"/>
              <a:t>Fourth</a:t>
            </a:r>
          </a:p>
        </p:txBody>
      </p:sp>
      <p:sp>
        <p:nvSpPr>
          <p:cNvPr id="3" name="Text Placeholder 38">
            <a:extLst>
              <a:ext uri="{FF2B5EF4-FFF2-40B4-BE49-F238E27FC236}">
                <a16:creationId xmlns:a16="http://schemas.microsoft.com/office/drawing/2014/main" id="{93904CCA-1CAC-960B-0C1D-26DC9889EE24}"/>
              </a:ext>
            </a:extLst>
          </p:cNvPr>
          <p:cNvSpPr>
            <a:spLocks noGrp="1"/>
          </p:cNvSpPr>
          <p:nvPr>
            <p:ph type="body" sz="quarter" idx="16" hasCustomPrompt="1"/>
          </p:nvPr>
        </p:nvSpPr>
        <p:spPr>
          <a:xfrm>
            <a:off x="6451954" y="3108959"/>
            <a:ext cx="5257798" cy="3036699"/>
          </a:xfrm>
        </p:spPr>
        <p:txBody>
          <a:bodyPr vert="horz" lIns="0" tIns="0" rIns="0" bIns="91440" rtlCol="0">
            <a:normAutofit/>
          </a:bodyPr>
          <a:lstStyle>
            <a:lvl1pPr marL="0" indent="0">
              <a:buFont typeface="IBM Plex Sans" panose="020B0503050203000203" pitchFamily="34" charset="0"/>
              <a:buNone/>
              <a:defRPr lang="en-US" sz="1400" dirty="0" smtClean="0"/>
            </a:lvl1pPr>
            <a:lvl2pPr marL="228600" indent="0">
              <a:buFont typeface="IBM Plex Sans" panose="020B0503050203000203" pitchFamily="34" charset="0"/>
              <a:buNone/>
              <a:defRPr lang="en-US" sz="1200" dirty="0" smtClean="0"/>
            </a:lvl2pPr>
            <a:lvl3pPr marL="457200" indent="0">
              <a:buFont typeface="IBM Plex Sans" panose="020B0503050203000203" pitchFamily="34" charset="0"/>
              <a:buNone/>
              <a:defRPr lang="en-US" sz="1100" dirty="0" smtClean="0"/>
            </a:lvl3pPr>
            <a:lvl4pPr marL="685800" indent="0">
              <a:buFont typeface="IBM Plex Sans" panose="020B0503050203000203" pitchFamily="34" charset="0"/>
              <a:buNone/>
              <a:defRPr lang="en-US" sz="1050" dirty="0"/>
            </a:lvl4pPr>
          </a:lstStyle>
          <a:p>
            <a:pPr lvl="0">
              <a:spcBef>
                <a:spcPts val="200"/>
              </a:spcBef>
              <a:spcAft>
                <a:spcPts val="0"/>
              </a:spcAft>
            </a:pPr>
            <a:r>
              <a:rPr lang="en-US"/>
              <a:t>Edit Master text styles</a:t>
            </a:r>
          </a:p>
          <a:p>
            <a:pPr lvl="1">
              <a:spcBef>
                <a:spcPts val="200"/>
              </a:spcBef>
            </a:pPr>
            <a:r>
              <a:rPr lang="en-US"/>
              <a:t>Second</a:t>
            </a:r>
          </a:p>
          <a:p>
            <a:pPr lvl="2">
              <a:spcBef>
                <a:spcPts val="200"/>
              </a:spcBef>
            </a:pPr>
            <a:r>
              <a:rPr lang="en-US"/>
              <a:t>Third</a:t>
            </a:r>
          </a:p>
          <a:p>
            <a:pPr lvl="3">
              <a:spcBef>
                <a:spcPts val="200"/>
              </a:spcBef>
            </a:pPr>
            <a:r>
              <a:rPr lang="en-US"/>
              <a:t>Fourth</a:t>
            </a:r>
          </a:p>
        </p:txBody>
      </p:sp>
      <p:sp>
        <p:nvSpPr>
          <p:cNvPr id="2" name="Date Placeholder 1">
            <a:extLst>
              <a:ext uri="{FF2B5EF4-FFF2-40B4-BE49-F238E27FC236}">
                <a16:creationId xmlns:a16="http://schemas.microsoft.com/office/drawing/2014/main" id="{97B2A0B8-6970-EC22-B307-6CF1E2A35A53}"/>
              </a:ext>
            </a:extLst>
          </p:cNvPr>
          <p:cNvSpPr>
            <a:spLocks noGrp="1"/>
          </p:cNvSpPr>
          <p:nvPr>
            <p:ph type="dt" sz="half" idx="17"/>
          </p:nvPr>
        </p:nvSpPr>
        <p:spPr/>
        <p:txBody>
          <a:bodyPr/>
          <a:lstStyle/>
          <a:p>
            <a:fld id="{228D026D-C07B-48C8-8C2B-C561E4D51E16}" type="datetime1">
              <a:rPr lang="en-US" smtClean="0"/>
              <a:t>1/15/2025</a:t>
            </a:fld>
            <a:endParaRPr lang="en-US"/>
          </a:p>
        </p:txBody>
      </p:sp>
      <p:sp>
        <p:nvSpPr>
          <p:cNvPr id="5" name="Footer Placeholder 4">
            <a:extLst>
              <a:ext uri="{FF2B5EF4-FFF2-40B4-BE49-F238E27FC236}">
                <a16:creationId xmlns:a16="http://schemas.microsoft.com/office/drawing/2014/main" id="{517A055C-B23E-6765-210C-36A0CCAB96EC}"/>
              </a:ext>
            </a:extLst>
          </p:cNvPr>
          <p:cNvSpPr>
            <a:spLocks noGrp="1"/>
          </p:cNvSpPr>
          <p:nvPr>
            <p:ph type="ftr" sz="quarter" idx="18"/>
          </p:nvPr>
        </p:nvSpPr>
        <p:spPr/>
        <p:txBody>
          <a:bodyPr/>
          <a:lstStyle/>
          <a:p>
            <a:r>
              <a:rPr lang="en-US"/>
              <a:t>CONFIDENTIAL</a:t>
            </a:r>
          </a:p>
        </p:txBody>
      </p:sp>
      <p:sp>
        <p:nvSpPr>
          <p:cNvPr id="7" name="Slide Number Placeholder 6">
            <a:extLst>
              <a:ext uri="{FF2B5EF4-FFF2-40B4-BE49-F238E27FC236}">
                <a16:creationId xmlns:a16="http://schemas.microsoft.com/office/drawing/2014/main" id="{BDBCA37B-2477-A900-F1E6-54ACA3A95C6C}"/>
              </a:ext>
            </a:extLst>
          </p:cNvPr>
          <p:cNvSpPr>
            <a:spLocks noGrp="1"/>
          </p:cNvSpPr>
          <p:nvPr>
            <p:ph type="sldNum" sz="quarter" idx="19"/>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2812246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5 Col With Headlin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92807-A944-B307-2727-3F5A26E0AA8A}"/>
              </a:ext>
            </a:extLst>
          </p:cNvPr>
          <p:cNvSpPr>
            <a:spLocks noGrp="1"/>
          </p:cNvSpPr>
          <p:nvPr>
            <p:ph type="title" hasCustomPrompt="1"/>
          </p:nvPr>
        </p:nvSpPr>
        <p:spPr/>
        <p:txBody>
          <a:bodyPr/>
          <a:lstStyle/>
          <a:p>
            <a:r>
              <a:rPr lang="en-US"/>
              <a:t>Title Goes Here</a:t>
            </a:r>
            <a:br>
              <a:rPr lang="en-US"/>
            </a:br>
            <a:r>
              <a:rPr lang="en-US"/>
              <a:t>Titles Are IBM Sans Plex Bold 40pt Font</a:t>
            </a:r>
          </a:p>
        </p:txBody>
      </p:sp>
      <p:sp>
        <p:nvSpPr>
          <p:cNvPr id="3" name="Date Placeholder 2">
            <a:extLst>
              <a:ext uri="{FF2B5EF4-FFF2-40B4-BE49-F238E27FC236}">
                <a16:creationId xmlns:a16="http://schemas.microsoft.com/office/drawing/2014/main" id="{FAAAB596-5EA7-118C-A749-027CECCE286D}"/>
              </a:ext>
            </a:extLst>
          </p:cNvPr>
          <p:cNvSpPr>
            <a:spLocks noGrp="1"/>
          </p:cNvSpPr>
          <p:nvPr>
            <p:ph type="dt" sz="half" idx="10"/>
          </p:nvPr>
        </p:nvSpPr>
        <p:spPr/>
        <p:txBody>
          <a:bodyPr/>
          <a:lstStyle/>
          <a:p>
            <a:fld id="{228D026D-C07B-48C8-8C2B-C561E4D51E16}" type="datetime1">
              <a:rPr lang="en-US" smtClean="0"/>
              <a:t>1/15/2025</a:t>
            </a:fld>
            <a:endParaRPr lang="en-US"/>
          </a:p>
        </p:txBody>
      </p:sp>
      <p:sp>
        <p:nvSpPr>
          <p:cNvPr id="4" name="Footer Placeholder 3">
            <a:extLst>
              <a:ext uri="{FF2B5EF4-FFF2-40B4-BE49-F238E27FC236}">
                <a16:creationId xmlns:a16="http://schemas.microsoft.com/office/drawing/2014/main" id="{58271169-BCB4-F3E4-BABE-F098D33C369F}"/>
              </a:ext>
            </a:extLst>
          </p:cNvPr>
          <p:cNvSpPr>
            <a:spLocks noGrp="1"/>
          </p:cNvSpPr>
          <p:nvPr>
            <p:ph type="ftr" sz="quarter" idx="11"/>
          </p:nvPr>
        </p:nvSpPr>
        <p:spPr/>
        <p:txBody>
          <a:bodyPr/>
          <a:lstStyle/>
          <a:p>
            <a:r>
              <a:rPr lang="en-US"/>
              <a:t>CONFIDENTIAL</a:t>
            </a:r>
          </a:p>
        </p:txBody>
      </p:sp>
      <p:sp>
        <p:nvSpPr>
          <p:cNvPr id="5" name="Slide Number Placeholder 4">
            <a:extLst>
              <a:ext uri="{FF2B5EF4-FFF2-40B4-BE49-F238E27FC236}">
                <a16:creationId xmlns:a16="http://schemas.microsoft.com/office/drawing/2014/main" id="{6B6DAA1C-2C41-52EB-E052-FF87021D3AAE}"/>
              </a:ext>
            </a:extLst>
          </p:cNvPr>
          <p:cNvSpPr>
            <a:spLocks noGrp="1"/>
          </p:cNvSpPr>
          <p:nvPr>
            <p:ph type="sldNum" sz="quarter" idx="12"/>
          </p:nvPr>
        </p:nvSpPr>
        <p:spPr/>
        <p:txBody>
          <a:bodyPr/>
          <a:lstStyle/>
          <a:p>
            <a:fld id="{4F90343F-D056-4E24-BE3D-A305BDC1A23E}" type="slidenum">
              <a:rPr lang="en-US" smtClean="0"/>
              <a:pPr/>
              <a:t>‹#›</a:t>
            </a:fld>
            <a:endParaRPr lang="en-US"/>
          </a:p>
        </p:txBody>
      </p:sp>
      <p:sp>
        <p:nvSpPr>
          <p:cNvPr id="16" name="Subtitle 52">
            <a:extLst>
              <a:ext uri="{FF2B5EF4-FFF2-40B4-BE49-F238E27FC236}">
                <a16:creationId xmlns:a16="http://schemas.microsoft.com/office/drawing/2014/main" id="{C26E70DF-78BD-79C0-0FC8-B3472207B45C}"/>
              </a:ext>
            </a:extLst>
          </p:cNvPr>
          <p:cNvSpPr>
            <a:spLocks noGrp="1"/>
          </p:cNvSpPr>
          <p:nvPr>
            <p:ph type="subTitle" idx="17" hasCustomPrompt="1"/>
          </p:nvPr>
        </p:nvSpPr>
        <p:spPr>
          <a:xfrm>
            <a:off x="457533" y="1463040"/>
            <a:ext cx="11273991" cy="294930"/>
          </a:xfrm>
        </p:spPr>
        <p:txBody>
          <a:bodyPr vert="horz" lIns="0" tIns="0" rIns="0" bIns="0" rtlCol="0">
            <a:noAutofit/>
          </a:bodyPr>
          <a:lstStyle>
            <a:lvl1pPr marL="0" indent="0">
              <a:buNone/>
              <a:defRPr lang="en-US" cap="all" baseline="0" dirty="0">
                <a:solidFill>
                  <a:schemeClr val="accent1">
                    <a:lumMod val="50000"/>
                  </a:schemeClr>
                </a:solidFill>
              </a:defRPr>
            </a:lvl1pPr>
          </a:lstStyle>
          <a:p>
            <a:pPr marL="228600" lvl="0" indent="-228600">
              <a:lnSpc>
                <a:spcPct val="85000"/>
              </a:lnSpc>
              <a:spcBef>
                <a:spcPts val="0"/>
              </a:spcBef>
            </a:pPr>
            <a:r>
              <a:rPr lang="en-US"/>
              <a:t>CLICK TO EDIT MASTER SUBTITLE</a:t>
            </a:r>
          </a:p>
        </p:txBody>
      </p:sp>
      <p:sp>
        <p:nvSpPr>
          <p:cNvPr id="31" name="Text Placeholder 30">
            <a:extLst>
              <a:ext uri="{FF2B5EF4-FFF2-40B4-BE49-F238E27FC236}">
                <a16:creationId xmlns:a16="http://schemas.microsoft.com/office/drawing/2014/main" id="{C780934E-59BE-1BF1-B032-925F4B483738}"/>
              </a:ext>
            </a:extLst>
          </p:cNvPr>
          <p:cNvSpPr>
            <a:spLocks noGrp="1"/>
          </p:cNvSpPr>
          <p:nvPr>
            <p:ph type="body" sz="quarter" idx="28" hasCustomPrompt="1"/>
          </p:nvPr>
        </p:nvSpPr>
        <p:spPr>
          <a:xfrm>
            <a:off x="457200" y="2011363"/>
            <a:ext cx="2178050" cy="1033462"/>
          </a:xfrm>
        </p:spPr>
        <p:txBody>
          <a:bodyPr lIns="91440" tIns="182880" rIns="91440" bIns="182880"/>
          <a:lstStyle>
            <a:lvl1pPr marL="0" indent="0" algn="ctr">
              <a:buNone/>
              <a:defRPr sz="2000" b="1">
                <a:solidFill>
                  <a:schemeClr val="accent1">
                    <a:lumMod val="50000"/>
                  </a:schemeClr>
                </a:solidFill>
              </a:defRPr>
            </a:lvl1pPr>
            <a:lvl2pPr marL="228600" indent="-228600" algn="ctr">
              <a:spcBef>
                <a:spcPts val="300"/>
              </a:spcBef>
              <a:buNone/>
              <a:defRPr sz="1400">
                <a:solidFill>
                  <a:schemeClr val="accent1"/>
                </a:solidFill>
              </a:defRPr>
            </a:lvl2pPr>
            <a:lvl3pPr marL="457200" indent="0" algn="ctr">
              <a:buNone/>
              <a:defRPr/>
            </a:lvl3pPr>
            <a:lvl4pPr marL="685800" indent="0" algn="ctr">
              <a:buNone/>
              <a:defRPr/>
            </a:lvl4pPr>
            <a:lvl5pPr marL="914400" indent="0" algn="ctr">
              <a:buNone/>
              <a:defRPr/>
            </a:lvl5pPr>
          </a:lstStyle>
          <a:p>
            <a:pPr lvl="0"/>
            <a:r>
              <a:rPr lang="en-US"/>
              <a:t>Header Text</a:t>
            </a:r>
          </a:p>
          <a:p>
            <a:pPr lvl="1"/>
            <a:r>
              <a:rPr lang="en-US"/>
              <a:t>Subtext</a:t>
            </a:r>
          </a:p>
        </p:txBody>
      </p:sp>
      <p:sp>
        <p:nvSpPr>
          <p:cNvPr id="32" name="Text Placeholder 30">
            <a:extLst>
              <a:ext uri="{FF2B5EF4-FFF2-40B4-BE49-F238E27FC236}">
                <a16:creationId xmlns:a16="http://schemas.microsoft.com/office/drawing/2014/main" id="{31226BC7-DB69-E155-BE9E-D29E560E9AB4}"/>
              </a:ext>
            </a:extLst>
          </p:cNvPr>
          <p:cNvSpPr>
            <a:spLocks noGrp="1"/>
          </p:cNvSpPr>
          <p:nvPr>
            <p:ph type="body" sz="quarter" idx="29" hasCustomPrompt="1"/>
          </p:nvPr>
        </p:nvSpPr>
        <p:spPr>
          <a:xfrm>
            <a:off x="2732863" y="2011363"/>
            <a:ext cx="2178050" cy="1033462"/>
          </a:xfrm>
        </p:spPr>
        <p:txBody>
          <a:bodyPr lIns="91440" tIns="182880" rIns="91440" bIns="182880"/>
          <a:lstStyle>
            <a:lvl1pPr marL="0" indent="0" algn="ctr">
              <a:buNone/>
              <a:defRPr sz="2000" b="1">
                <a:solidFill>
                  <a:schemeClr val="accent1">
                    <a:lumMod val="50000"/>
                  </a:schemeClr>
                </a:solidFill>
              </a:defRPr>
            </a:lvl1pPr>
            <a:lvl2pPr marL="228600" indent="-228600" algn="ctr">
              <a:spcBef>
                <a:spcPts val="300"/>
              </a:spcBef>
              <a:buNone/>
              <a:defRPr sz="1400">
                <a:solidFill>
                  <a:schemeClr val="accent1"/>
                </a:solidFill>
              </a:defRPr>
            </a:lvl2pPr>
            <a:lvl3pPr marL="457200" indent="0" algn="ctr">
              <a:buNone/>
              <a:defRPr/>
            </a:lvl3pPr>
            <a:lvl4pPr marL="685800" indent="0" algn="ctr">
              <a:buNone/>
              <a:defRPr/>
            </a:lvl4pPr>
            <a:lvl5pPr marL="914400" indent="0" algn="ctr">
              <a:buNone/>
              <a:defRPr/>
            </a:lvl5pPr>
          </a:lstStyle>
          <a:p>
            <a:pPr lvl="0"/>
            <a:r>
              <a:rPr lang="en-US"/>
              <a:t>Header Text</a:t>
            </a:r>
          </a:p>
          <a:p>
            <a:pPr lvl="1"/>
            <a:r>
              <a:rPr lang="en-US"/>
              <a:t>Subtext</a:t>
            </a:r>
          </a:p>
        </p:txBody>
      </p:sp>
      <p:sp>
        <p:nvSpPr>
          <p:cNvPr id="33" name="Text Placeholder 30">
            <a:extLst>
              <a:ext uri="{FF2B5EF4-FFF2-40B4-BE49-F238E27FC236}">
                <a16:creationId xmlns:a16="http://schemas.microsoft.com/office/drawing/2014/main" id="{F0915AC6-5253-DF7F-106B-3EF7EC23D806}"/>
              </a:ext>
            </a:extLst>
          </p:cNvPr>
          <p:cNvSpPr>
            <a:spLocks noGrp="1"/>
          </p:cNvSpPr>
          <p:nvPr>
            <p:ph type="body" sz="quarter" idx="30" hasCustomPrompt="1"/>
          </p:nvPr>
        </p:nvSpPr>
        <p:spPr>
          <a:xfrm>
            <a:off x="5006400" y="2011363"/>
            <a:ext cx="2178050" cy="1033462"/>
          </a:xfrm>
        </p:spPr>
        <p:txBody>
          <a:bodyPr lIns="91440" tIns="182880" rIns="91440" bIns="182880"/>
          <a:lstStyle>
            <a:lvl1pPr marL="0" indent="0" algn="ctr">
              <a:buNone/>
              <a:defRPr sz="2000" b="1">
                <a:solidFill>
                  <a:schemeClr val="accent1">
                    <a:lumMod val="50000"/>
                  </a:schemeClr>
                </a:solidFill>
              </a:defRPr>
            </a:lvl1pPr>
            <a:lvl2pPr marL="228600" indent="-228600" algn="ctr">
              <a:spcBef>
                <a:spcPts val="300"/>
              </a:spcBef>
              <a:buNone/>
              <a:defRPr sz="1400">
                <a:solidFill>
                  <a:schemeClr val="accent1"/>
                </a:solidFill>
              </a:defRPr>
            </a:lvl2pPr>
            <a:lvl3pPr marL="457200" indent="0" algn="ctr">
              <a:buNone/>
              <a:defRPr/>
            </a:lvl3pPr>
            <a:lvl4pPr marL="685800" indent="0" algn="ctr">
              <a:buNone/>
              <a:defRPr/>
            </a:lvl4pPr>
            <a:lvl5pPr marL="914400" indent="0" algn="ctr">
              <a:buNone/>
              <a:defRPr/>
            </a:lvl5pPr>
          </a:lstStyle>
          <a:p>
            <a:pPr lvl="0"/>
            <a:r>
              <a:rPr lang="en-US"/>
              <a:t>Header Text</a:t>
            </a:r>
          </a:p>
          <a:p>
            <a:pPr lvl="1"/>
            <a:r>
              <a:rPr lang="en-US"/>
              <a:t>Subtext</a:t>
            </a:r>
          </a:p>
        </p:txBody>
      </p:sp>
      <p:sp>
        <p:nvSpPr>
          <p:cNvPr id="34" name="Text Placeholder 30">
            <a:extLst>
              <a:ext uri="{FF2B5EF4-FFF2-40B4-BE49-F238E27FC236}">
                <a16:creationId xmlns:a16="http://schemas.microsoft.com/office/drawing/2014/main" id="{D492F7A5-7444-43C2-2D04-0DCE2BE548A9}"/>
              </a:ext>
            </a:extLst>
          </p:cNvPr>
          <p:cNvSpPr>
            <a:spLocks noGrp="1"/>
          </p:cNvSpPr>
          <p:nvPr>
            <p:ph type="body" sz="quarter" idx="31" hasCustomPrompt="1"/>
          </p:nvPr>
        </p:nvSpPr>
        <p:spPr>
          <a:xfrm>
            <a:off x="7279937" y="2011363"/>
            <a:ext cx="2178050" cy="1033462"/>
          </a:xfrm>
        </p:spPr>
        <p:txBody>
          <a:bodyPr lIns="91440" tIns="182880" rIns="91440" bIns="182880"/>
          <a:lstStyle>
            <a:lvl1pPr marL="0" indent="0" algn="ctr">
              <a:buNone/>
              <a:defRPr sz="2000" b="1">
                <a:solidFill>
                  <a:schemeClr val="accent1">
                    <a:lumMod val="50000"/>
                  </a:schemeClr>
                </a:solidFill>
              </a:defRPr>
            </a:lvl1pPr>
            <a:lvl2pPr marL="228600" indent="-228600" algn="ctr">
              <a:spcBef>
                <a:spcPts val="300"/>
              </a:spcBef>
              <a:buNone/>
              <a:defRPr sz="1400">
                <a:solidFill>
                  <a:schemeClr val="accent1"/>
                </a:solidFill>
              </a:defRPr>
            </a:lvl2pPr>
            <a:lvl3pPr marL="457200" indent="0" algn="ctr">
              <a:buNone/>
              <a:defRPr/>
            </a:lvl3pPr>
            <a:lvl4pPr marL="685800" indent="0" algn="ctr">
              <a:buNone/>
              <a:defRPr/>
            </a:lvl4pPr>
            <a:lvl5pPr marL="914400" indent="0" algn="ctr">
              <a:buNone/>
              <a:defRPr/>
            </a:lvl5pPr>
          </a:lstStyle>
          <a:p>
            <a:pPr lvl="0"/>
            <a:r>
              <a:rPr lang="en-US"/>
              <a:t>Header Text</a:t>
            </a:r>
          </a:p>
          <a:p>
            <a:pPr lvl="1"/>
            <a:r>
              <a:rPr lang="en-US"/>
              <a:t>Subtext</a:t>
            </a:r>
          </a:p>
        </p:txBody>
      </p:sp>
      <p:sp>
        <p:nvSpPr>
          <p:cNvPr id="35" name="Text Placeholder 30">
            <a:extLst>
              <a:ext uri="{FF2B5EF4-FFF2-40B4-BE49-F238E27FC236}">
                <a16:creationId xmlns:a16="http://schemas.microsoft.com/office/drawing/2014/main" id="{80BB5056-648A-32F7-FB91-DB10AEFA9C0A}"/>
              </a:ext>
            </a:extLst>
          </p:cNvPr>
          <p:cNvSpPr>
            <a:spLocks noGrp="1"/>
          </p:cNvSpPr>
          <p:nvPr>
            <p:ph type="body" sz="quarter" idx="32" hasCustomPrompt="1"/>
          </p:nvPr>
        </p:nvSpPr>
        <p:spPr>
          <a:xfrm>
            <a:off x="9553474" y="2011363"/>
            <a:ext cx="2178050" cy="1033462"/>
          </a:xfrm>
        </p:spPr>
        <p:txBody>
          <a:bodyPr lIns="91440" tIns="182880" rIns="91440" bIns="182880"/>
          <a:lstStyle>
            <a:lvl1pPr marL="0" indent="0" algn="ctr">
              <a:buNone/>
              <a:defRPr sz="2000" b="1">
                <a:solidFill>
                  <a:schemeClr val="accent1">
                    <a:lumMod val="50000"/>
                  </a:schemeClr>
                </a:solidFill>
              </a:defRPr>
            </a:lvl1pPr>
            <a:lvl2pPr marL="228600" indent="-228600" algn="ctr">
              <a:spcBef>
                <a:spcPts val="300"/>
              </a:spcBef>
              <a:buNone/>
              <a:defRPr sz="1400">
                <a:solidFill>
                  <a:schemeClr val="accent1"/>
                </a:solidFill>
              </a:defRPr>
            </a:lvl2pPr>
            <a:lvl3pPr marL="457200" indent="0" algn="ctr">
              <a:buNone/>
              <a:defRPr/>
            </a:lvl3pPr>
            <a:lvl4pPr marL="685800" indent="0" algn="ctr">
              <a:buNone/>
              <a:defRPr/>
            </a:lvl4pPr>
            <a:lvl5pPr marL="914400" indent="0" algn="ctr">
              <a:buNone/>
              <a:defRPr/>
            </a:lvl5pPr>
          </a:lstStyle>
          <a:p>
            <a:pPr lvl="0"/>
            <a:r>
              <a:rPr lang="en-US"/>
              <a:t>Header Text</a:t>
            </a:r>
          </a:p>
          <a:p>
            <a:pPr lvl="1"/>
            <a:r>
              <a:rPr lang="en-US"/>
              <a:t>Subtext</a:t>
            </a:r>
          </a:p>
        </p:txBody>
      </p:sp>
      <p:sp>
        <p:nvSpPr>
          <p:cNvPr id="38" name="Text Placeholder 37">
            <a:extLst>
              <a:ext uri="{FF2B5EF4-FFF2-40B4-BE49-F238E27FC236}">
                <a16:creationId xmlns:a16="http://schemas.microsoft.com/office/drawing/2014/main" id="{75C5E7AA-DB06-DD72-A498-215A7D0B1768}"/>
              </a:ext>
            </a:extLst>
          </p:cNvPr>
          <p:cNvSpPr>
            <a:spLocks noGrp="1"/>
          </p:cNvSpPr>
          <p:nvPr>
            <p:ph type="body" sz="quarter" idx="33" hasCustomPrompt="1"/>
          </p:nvPr>
        </p:nvSpPr>
        <p:spPr>
          <a:xfrm>
            <a:off x="454110" y="3175000"/>
            <a:ext cx="2178050" cy="3009900"/>
          </a:xfrm>
        </p:spPr>
        <p:txBody>
          <a:bodyPr lIns="91440" tIns="91440" rIns="91440" bIns="182880"/>
          <a:lstStyle>
            <a:lvl1pPr marL="114300" indent="-114300">
              <a:buClr>
                <a:schemeClr val="accent1">
                  <a:lumMod val="50000"/>
                </a:schemeClr>
              </a:buClr>
              <a:buFont typeface="IBM Plex Sans" panose="020B0503050203000203" pitchFamily="34" charset="0"/>
              <a:buChar char="•"/>
              <a:defRPr sz="1400"/>
            </a:lvl1pPr>
            <a:lvl2pPr marL="228600" indent="-114300">
              <a:buClr>
                <a:schemeClr val="accent1">
                  <a:lumMod val="50000"/>
                </a:schemeClr>
              </a:buClr>
              <a:buFont typeface="IBM Plex Sans" panose="020B0503050203000203" pitchFamily="34" charset="0"/>
              <a:buChar char="•"/>
              <a:defRPr sz="1200"/>
            </a:lvl2pPr>
            <a:lvl3pPr marL="342900" indent="-114300">
              <a:buClr>
                <a:schemeClr val="accent1">
                  <a:lumMod val="50000"/>
                </a:schemeClr>
              </a:buClr>
              <a:buFont typeface="IBM Plex Sans" panose="020B0503050203000203" pitchFamily="34" charset="0"/>
              <a:buChar char="•"/>
              <a:defRPr sz="1100"/>
            </a:lvl3pPr>
          </a:lstStyle>
          <a:p>
            <a:pPr lvl="0"/>
            <a:r>
              <a:rPr lang="en-US"/>
              <a:t>Click to edit text</a:t>
            </a:r>
          </a:p>
          <a:p>
            <a:pPr lvl="1"/>
            <a:r>
              <a:rPr lang="en-US"/>
              <a:t>Second level</a:t>
            </a:r>
          </a:p>
          <a:p>
            <a:pPr lvl="2"/>
            <a:r>
              <a:rPr lang="en-US"/>
              <a:t>Third level</a:t>
            </a:r>
          </a:p>
        </p:txBody>
      </p:sp>
      <p:sp>
        <p:nvSpPr>
          <p:cNvPr id="39" name="Text Placeholder 37">
            <a:extLst>
              <a:ext uri="{FF2B5EF4-FFF2-40B4-BE49-F238E27FC236}">
                <a16:creationId xmlns:a16="http://schemas.microsoft.com/office/drawing/2014/main" id="{E15A2730-C215-8802-2E26-5F18421198AF}"/>
              </a:ext>
            </a:extLst>
          </p:cNvPr>
          <p:cNvSpPr>
            <a:spLocks noGrp="1"/>
          </p:cNvSpPr>
          <p:nvPr>
            <p:ph type="body" sz="quarter" idx="34" hasCustomPrompt="1"/>
          </p:nvPr>
        </p:nvSpPr>
        <p:spPr>
          <a:xfrm>
            <a:off x="2732863" y="3175000"/>
            <a:ext cx="2178050" cy="3009900"/>
          </a:xfrm>
        </p:spPr>
        <p:txBody>
          <a:bodyPr lIns="91440" tIns="91440" rIns="91440" bIns="182880"/>
          <a:lstStyle>
            <a:lvl1pPr marL="114300" indent="-114300">
              <a:buClr>
                <a:schemeClr val="accent1">
                  <a:lumMod val="50000"/>
                </a:schemeClr>
              </a:buClr>
              <a:buFont typeface="IBM Plex Sans" panose="020B0503050203000203" pitchFamily="34" charset="0"/>
              <a:buChar char="•"/>
              <a:defRPr sz="1400"/>
            </a:lvl1pPr>
            <a:lvl2pPr marL="228600" indent="-114300">
              <a:buClr>
                <a:schemeClr val="accent1">
                  <a:lumMod val="50000"/>
                </a:schemeClr>
              </a:buClr>
              <a:buFont typeface="IBM Plex Sans" panose="020B0503050203000203" pitchFamily="34" charset="0"/>
              <a:buChar char="•"/>
              <a:defRPr sz="1200"/>
            </a:lvl2pPr>
            <a:lvl3pPr marL="342900" indent="-114300">
              <a:buClr>
                <a:schemeClr val="accent1">
                  <a:lumMod val="50000"/>
                </a:schemeClr>
              </a:buClr>
              <a:buFont typeface="IBM Plex Sans" panose="020B0503050203000203" pitchFamily="34" charset="0"/>
              <a:buChar char="•"/>
              <a:defRPr sz="1100"/>
            </a:lvl3pPr>
          </a:lstStyle>
          <a:p>
            <a:pPr lvl="0"/>
            <a:r>
              <a:rPr lang="en-US"/>
              <a:t>Click to edit text</a:t>
            </a:r>
          </a:p>
          <a:p>
            <a:pPr lvl="1"/>
            <a:r>
              <a:rPr lang="en-US"/>
              <a:t>Second level</a:t>
            </a:r>
          </a:p>
          <a:p>
            <a:pPr lvl="2"/>
            <a:r>
              <a:rPr lang="en-US"/>
              <a:t>Third level</a:t>
            </a:r>
          </a:p>
        </p:txBody>
      </p:sp>
      <p:sp>
        <p:nvSpPr>
          <p:cNvPr id="40" name="Text Placeholder 37">
            <a:extLst>
              <a:ext uri="{FF2B5EF4-FFF2-40B4-BE49-F238E27FC236}">
                <a16:creationId xmlns:a16="http://schemas.microsoft.com/office/drawing/2014/main" id="{B6FD3DCB-58C1-16B8-273E-881BE2C627E7}"/>
              </a:ext>
            </a:extLst>
          </p:cNvPr>
          <p:cNvSpPr>
            <a:spLocks noGrp="1"/>
          </p:cNvSpPr>
          <p:nvPr>
            <p:ph type="body" sz="quarter" idx="35" hasCustomPrompt="1"/>
          </p:nvPr>
        </p:nvSpPr>
        <p:spPr>
          <a:xfrm>
            <a:off x="5006400" y="3175000"/>
            <a:ext cx="2178050" cy="3009900"/>
          </a:xfrm>
        </p:spPr>
        <p:txBody>
          <a:bodyPr lIns="91440" tIns="91440" rIns="91440" bIns="182880"/>
          <a:lstStyle>
            <a:lvl1pPr marL="114300" indent="-114300">
              <a:buClr>
                <a:schemeClr val="accent1">
                  <a:lumMod val="50000"/>
                </a:schemeClr>
              </a:buClr>
              <a:buFont typeface="IBM Plex Sans" panose="020B0503050203000203" pitchFamily="34" charset="0"/>
              <a:buChar char="•"/>
              <a:defRPr sz="1400"/>
            </a:lvl1pPr>
            <a:lvl2pPr marL="228600" indent="-114300">
              <a:buClr>
                <a:schemeClr val="accent1">
                  <a:lumMod val="50000"/>
                </a:schemeClr>
              </a:buClr>
              <a:buFont typeface="IBM Plex Sans" panose="020B0503050203000203" pitchFamily="34" charset="0"/>
              <a:buChar char="•"/>
              <a:defRPr sz="1200"/>
            </a:lvl2pPr>
            <a:lvl3pPr marL="342900" indent="-114300">
              <a:buClr>
                <a:schemeClr val="accent1">
                  <a:lumMod val="50000"/>
                </a:schemeClr>
              </a:buClr>
              <a:buFont typeface="IBM Plex Sans" panose="020B0503050203000203" pitchFamily="34" charset="0"/>
              <a:buChar char="•"/>
              <a:defRPr sz="1100"/>
            </a:lvl3pPr>
          </a:lstStyle>
          <a:p>
            <a:pPr lvl="0"/>
            <a:r>
              <a:rPr lang="en-US"/>
              <a:t>Click to edit text</a:t>
            </a:r>
          </a:p>
          <a:p>
            <a:pPr lvl="1"/>
            <a:r>
              <a:rPr lang="en-US"/>
              <a:t>Second level</a:t>
            </a:r>
          </a:p>
          <a:p>
            <a:pPr lvl="2"/>
            <a:r>
              <a:rPr lang="en-US"/>
              <a:t>Third level</a:t>
            </a:r>
          </a:p>
        </p:txBody>
      </p:sp>
      <p:sp>
        <p:nvSpPr>
          <p:cNvPr id="41" name="Text Placeholder 37">
            <a:extLst>
              <a:ext uri="{FF2B5EF4-FFF2-40B4-BE49-F238E27FC236}">
                <a16:creationId xmlns:a16="http://schemas.microsoft.com/office/drawing/2014/main" id="{7C65F3A9-BAD1-F36A-3176-945CDBDCE792}"/>
              </a:ext>
            </a:extLst>
          </p:cNvPr>
          <p:cNvSpPr>
            <a:spLocks noGrp="1"/>
          </p:cNvSpPr>
          <p:nvPr>
            <p:ph type="body" sz="quarter" idx="36" hasCustomPrompt="1"/>
          </p:nvPr>
        </p:nvSpPr>
        <p:spPr>
          <a:xfrm>
            <a:off x="7279937" y="3175000"/>
            <a:ext cx="2178050" cy="3009900"/>
          </a:xfrm>
        </p:spPr>
        <p:txBody>
          <a:bodyPr lIns="91440" tIns="91440" rIns="91440" bIns="182880"/>
          <a:lstStyle>
            <a:lvl1pPr marL="114300" indent="-114300">
              <a:buClr>
                <a:schemeClr val="accent1">
                  <a:lumMod val="50000"/>
                </a:schemeClr>
              </a:buClr>
              <a:buFont typeface="IBM Plex Sans" panose="020B0503050203000203" pitchFamily="34" charset="0"/>
              <a:buChar char="•"/>
              <a:defRPr sz="1400"/>
            </a:lvl1pPr>
            <a:lvl2pPr marL="228600" indent="-114300">
              <a:buClr>
                <a:schemeClr val="accent1">
                  <a:lumMod val="50000"/>
                </a:schemeClr>
              </a:buClr>
              <a:buFont typeface="IBM Plex Sans" panose="020B0503050203000203" pitchFamily="34" charset="0"/>
              <a:buChar char="•"/>
              <a:defRPr sz="1200"/>
            </a:lvl2pPr>
            <a:lvl3pPr marL="342900" indent="-114300">
              <a:buClr>
                <a:schemeClr val="accent1">
                  <a:lumMod val="50000"/>
                </a:schemeClr>
              </a:buClr>
              <a:buFont typeface="IBM Plex Sans" panose="020B0503050203000203" pitchFamily="34" charset="0"/>
              <a:buChar char="•"/>
              <a:defRPr sz="1100"/>
            </a:lvl3pPr>
          </a:lstStyle>
          <a:p>
            <a:pPr lvl="0"/>
            <a:r>
              <a:rPr lang="en-US"/>
              <a:t>Click to edit text</a:t>
            </a:r>
          </a:p>
          <a:p>
            <a:pPr lvl="1"/>
            <a:r>
              <a:rPr lang="en-US"/>
              <a:t>Second level</a:t>
            </a:r>
          </a:p>
          <a:p>
            <a:pPr lvl="2"/>
            <a:r>
              <a:rPr lang="en-US"/>
              <a:t>Third level</a:t>
            </a:r>
          </a:p>
        </p:txBody>
      </p:sp>
      <p:sp>
        <p:nvSpPr>
          <p:cNvPr id="42" name="Text Placeholder 37">
            <a:extLst>
              <a:ext uri="{FF2B5EF4-FFF2-40B4-BE49-F238E27FC236}">
                <a16:creationId xmlns:a16="http://schemas.microsoft.com/office/drawing/2014/main" id="{156CDE7F-ABD7-4AC2-0AFC-23A0804894E8}"/>
              </a:ext>
            </a:extLst>
          </p:cNvPr>
          <p:cNvSpPr>
            <a:spLocks noGrp="1"/>
          </p:cNvSpPr>
          <p:nvPr>
            <p:ph type="body" sz="quarter" idx="37" hasCustomPrompt="1"/>
          </p:nvPr>
        </p:nvSpPr>
        <p:spPr>
          <a:xfrm>
            <a:off x="9559840" y="3175000"/>
            <a:ext cx="2178050" cy="3009900"/>
          </a:xfrm>
        </p:spPr>
        <p:txBody>
          <a:bodyPr lIns="91440" tIns="91440" rIns="91440" bIns="182880"/>
          <a:lstStyle>
            <a:lvl1pPr marL="114300" indent="-114300">
              <a:buClr>
                <a:schemeClr val="accent1">
                  <a:lumMod val="50000"/>
                </a:schemeClr>
              </a:buClr>
              <a:buFont typeface="IBM Plex Sans" panose="020B0503050203000203" pitchFamily="34" charset="0"/>
              <a:buChar char="•"/>
              <a:defRPr sz="1400"/>
            </a:lvl1pPr>
            <a:lvl2pPr marL="228600" indent="-114300">
              <a:buClr>
                <a:schemeClr val="accent1">
                  <a:lumMod val="50000"/>
                </a:schemeClr>
              </a:buClr>
              <a:buFont typeface="IBM Plex Sans" panose="020B0503050203000203" pitchFamily="34" charset="0"/>
              <a:buChar char="•"/>
              <a:defRPr sz="1200"/>
            </a:lvl2pPr>
            <a:lvl3pPr marL="342900" indent="-114300">
              <a:buClr>
                <a:schemeClr val="accent1">
                  <a:lumMod val="50000"/>
                </a:schemeClr>
              </a:buClr>
              <a:buFont typeface="IBM Plex Sans" panose="020B0503050203000203" pitchFamily="34" charset="0"/>
              <a:buChar char="•"/>
              <a:defRPr sz="1100"/>
            </a:lvl3pPr>
          </a:lstStyle>
          <a:p>
            <a:pPr lvl="0"/>
            <a:r>
              <a:rPr lang="en-US"/>
              <a:t>Click to edit text</a:t>
            </a:r>
          </a:p>
          <a:p>
            <a:pPr lvl="1"/>
            <a:r>
              <a:rPr lang="en-US"/>
              <a:t>Second level</a:t>
            </a:r>
          </a:p>
          <a:p>
            <a:pPr lvl="2"/>
            <a:r>
              <a:rPr lang="en-US"/>
              <a:t>Third level</a:t>
            </a:r>
          </a:p>
        </p:txBody>
      </p:sp>
    </p:spTree>
    <p:extLst>
      <p:ext uri="{BB962C8B-B14F-4D97-AF65-F5344CB8AC3E}">
        <p14:creationId xmlns:p14="http://schemas.microsoft.com/office/powerpoint/2010/main" val="3725035403"/>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 Button">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D1615D80-3960-7C80-4F76-4494942C8049}"/>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pPr marL="0" indent="0">
              <a:buFont typeface="IBM Plex Sans" panose="020B0503050203000203" pitchFamily="34" charset="0"/>
              <a:buNone/>
            </a:pPr>
            <a:endParaRPr lang="en-US"/>
          </a:p>
        </p:txBody>
      </p:sp>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10"/>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sz="4000">
                <a:solidFill>
                  <a:schemeClr val="accent1">
                    <a:lumMod val="50000"/>
                  </a:schemeClr>
                </a:solidFill>
                <a:latin typeface="+mj-lt"/>
                <a:ea typeface="+mj-ea"/>
                <a:cs typeface="+mj-cs"/>
              </a:defRPr>
            </a:lvl1pPr>
          </a:lstStyle>
          <a:p>
            <a:r>
              <a:rPr lang="en-US"/>
              <a:t>Title Goes Here</a:t>
            </a:r>
            <a:br>
              <a:rPr lang="en-US"/>
            </a:br>
            <a:r>
              <a:rPr lang="en-US"/>
              <a:t>Titles Are IBM Sans Plex Bold 40pt Font</a:t>
            </a:r>
          </a:p>
        </p:txBody>
      </p:sp>
      <p:sp>
        <p:nvSpPr>
          <p:cNvPr id="39" name="Text Placeholder 38">
            <a:extLst>
              <a:ext uri="{FF2B5EF4-FFF2-40B4-BE49-F238E27FC236}">
                <a16:creationId xmlns:a16="http://schemas.microsoft.com/office/drawing/2014/main" id="{EAE6DE0F-0ADD-444F-978D-6AA58793E072}"/>
              </a:ext>
            </a:extLst>
          </p:cNvPr>
          <p:cNvSpPr>
            <a:spLocks noGrp="1"/>
          </p:cNvSpPr>
          <p:nvPr>
            <p:ph type="body" sz="quarter" idx="15" hasCustomPrompt="1"/>
          </p:nvPr>
        </p:nvSpPr>
        <p:spPr>
          <a:xfrm>
            <a:off x="457200" y="3108960"/>
            <a:ext cx="3474720" cy="3032426"/>
          </a:xfrm>
        </p:spPr>
        <p:txBody>
          <a:bodyPr vert="horz" lIns="0" tIns="0" rIns="0" bIns="91440" rtlCol="0">
            <a:normAutofit/>
          </a:bodyPr>
          <a:lstStyle>
            <a:lvl1pPr marL="0" indent="0">
              <a:buFont typeface="IBM Plex Sans" panose="020B0503050203000203" pitchFamily="34" charset="0"/>
              <a:buNone/>
              <a:defRPr lang="en-US" sz="1400" dirty="0" smtClean="0"/>
            </a:lvl1pPr>
            <a:lvl2pPr marL="228600" indent="0">
              <a:buFont typeface="IBM Plex Sans" panose="020B0503050203000203" pitchFamily="34" charset="0"/>
              <a:buNone/>
              <a:defRPr lang="en-US" sz="1200" dirty="0" smtClean="0"/>
            </a:lvl2pPr>
            <a:lvl3pPr marL="457200" indent="0">
              <a:buFont typeface="IBM Plex Sans" panose="020B0503050203000203" pitchFamily="34" charset="0"/>
              <a:buNone/>
              <a:defRPr lang="en-US" sz="1100" dirty="0" smtClean="0"/>
            </a:lvl3pPr>
            <a:lvl4pPr marL="685800" indent="0">
              <a:buFont typeface="IBM Plex Sans" panose="020B0503050203000203" pitchFamily="34" charset="0"/>
              <a:buNone/>
              <a:defRPr lang="en-US" sz="1050" dirty="0"/>
            </a:lvl4pPr>
          </a:lstStyle>
          <a:p>
            <a:pPr lvl="0">
              <a:spcBef>
                <a:spcPts val="200"/>
              </a:spcBef>
              <a:spcAft>
                <a:spcPts val="0"/>
              </a:spcAft>
            </a:pPr>
            <a:r>
              <a:rPr lang="en-US"/>
              <a:t>Edit Master text styles</a:t>
            </a:r>
          </a:p>
          <a:p>
            <a:pPr lvl="1">
              <a:spcBef>
                <a:spcPts val="200"/>
              </a:spcBef>
            </a:pPr>
            <a:r>
              <a:rPr lang="en-US"/>
              <a:t>Second</a:t>
            </a:r>
          </a:p>
          <a:p>
            <a:pPr lvl="2">
              <a:spcBef>
                <a:spcPts val="200"/>
              </a:spcBef>
            </a:pPr>
            <a:r>
              <a:rPr lang="en-US"/>
              <a:t>Third</a:t>
            </a:r>
          </a:p>
          <a:p>
            <a:pPr lvl="3">
              <a:spcBef>
                <a:spcPts val="200"/>
              </a:spcBef>
            </a:pPr>
            <a:r>
              <a:rPr lang="en-US"/>
              <a:t>Fourth</a:t>
            </a:r>
          </a:p>
        </p:txBody>
      </p:sp>
      <p:sp>
        <p:nvSpPr>
          <p:cNvPr id="3" name="Text Placeholder 38">
            <a:extLst>
              <a:ext uri="{FF2B5EF4-FFF2-40B4-BE49-F238E27FC236}">
                <a16:creationId xmlns:a16="http://schemas.microsoft.com/office/drawing/2014/main" id="{93904CCA-1CAC-960B-0C1D-26DC9889EE24}"/>
              </a:ext>
            </a:extLst>
          </p:cNvPr>
          <p:cNvSpPr>
            <a:spLocks noGrp="1"/>
          </p:cNvSpPr>
          <p:nvPr>
            <p:ph type="body" sz="quarter" idx="16" hasCustomPrompt="1"/>
          </p:nvPr>
        </p:nvSpPr>
        <p:spPr>
          <a:xfrm>
            <a:off x="4358640" y="3108959"/>
            <a:ext cx="3474720" cy="3036699"/>
          </a:xfrm>
        </p:spPr>
        <p:txBody>
          <a:bodyPr vert="horz" lIns="0" tIns="0" rIns="0" bIns="91440" rtlCol="0">
            <a:normAutofit/>
          </a:bodyPr>
          <a:lstStyle>
            <a:lvl1pPr marL="0" indent="0">
              <a:buFont typeface="IBM Plex Sans" panose="020B0503050203000203" pitchFamily="34" charset="0"/>
              <a:buNone/>
              <a:defRPr lang="en-US" sz="1400" dirty="0" smtClean="0"/>
            </a:lvl1pPr>
            <a:lvl2pPr marL="228600" indent="0">
              <a:buFont typeface="IBM Plex Sans" panose="020B0503050203000203" pitchFamily="34" charset="0"/>
              <a:buNone/>
              <a:defRPr lang="en-US" sz="1200" dirty="0" smtClean="0"/>
            </a:lvl2pPr>
            <a:lvl3pPr marL="457200" indent="0">
              <a:buFont typeface="IBM Plex Sans" panose="020B0503050203000203" pitchFamily="34" charset="0"/>
              <a:buNone/>
              <a:defRPr lang="en-US" sz="1100" dirty="0" smtClean="0"/>
            </a:lvl3pPr>
            <a:lvl4pPr marL="685800" indent="0">
              <a:buFont typeface="IBM Plex Sans" panose="020B0503050203000203" pitchFamily="34" charset="0"/>
              <a:buNone/>
              <a:defRPr lang="en-US" sz="1050" dirty="0"/>
            </a:lvl4pPr>
          </a:lstStyle>
          <a:p>
            <a:pPr lvl="0">
              <a:spcBef>
                <a:spcPts val="200"/>
              </a:spcBef>
              <a:spcAft>
                <a:spcPts val="0"/>
              </a:spcAft>
            </a:pPr>
            <a:r>
              <a:rPr lang="en-US"/>
              <a:t>Edit Master text styles</a:t>
            </a:r>
          </a:p>
          <a:p>
            <a:pPr lvl="1">
              <a:spcBef>
                <a:spcPts val="200"/>
              </a:spcBef>
            </a:pPr>
            <a:r>
              <a:rPr lang="en-US"/>
              <a:t>Second</a:t>
            </a:r>
          </a:p>
          <a:p>
            <a:pPr lvl="2">
              <a:spcBef>
                <a:spcPts val="200"/>
              </a:spcBef>
            </a:pPr>
            <a:r>
              <a:rPr lang="en-US"/>
              <a:t>Third</a:t>
            </a:r>
          </a:p>
          <a:p>
            <a:pPr lvl="3">
              <a:spcBef>
                <a:spcPts val="200"/>
              </a:spcBef>
            </a:pPr>
            <a:r>
              <a:rPr lang="en-US"/>
              <a:t>Fourth</a:t>
            </a:r>
          </a:p>
        </p:txBody>
      </p:sp>
      <p:sp>
        <p:nvSpPr>
          <p:cNvPr id="7" name="Text Placeholder 38">
            <a:extLst>
              <a:ext uri="{FF2B5EF4-FFF2-40B4-BE49-F238E27FC236}">
                <a16:creationId xmlns:a16="http://schemas.microsoft.com/office/drawing/2014/main" id="{18D99361-2EC5-AB54-49BC-533710AB071A}"/>
              </a:ext>
            </a:extLst>
          </p:cNvPr>
          <p:cNvSpPr>
            <a:spLocks noGrp="1"/>
          </p:cNvSpPr>
          <p:nvPr>
            <p:ph type="body" sz="quarter" idx="17" hasCustomPrompt="1"/>
          </p:nvPr>
        </p:nvSpPr>
        <p:spPr>
          <a:xfrm>
            <a:off x="8256471" y="3108959"/>
            <a:ext cx="3474720" cy="3036699"/>
          </a:xfrm>
        </p:spPr>
        <p:txBody>
          <a:bodyPr vert="horz" lIns="0" tIns="0" rIns="0" bIns="91440" rtlCol="0">
            <a:normAutofit/>
          </a:bodyPr>
          <a:lstStyle>
            <a:lvl1pPr marL="0" indent="0">
              <a:buFont typeface="IBM Plex Sans" panose="020B0503050203000203" pitchFamily="34" charset="0"/>
              <a:buNone/>
              <a:defRPr lang="en-US" sz="1400" dirty="0" smtClean="0"/>
            </a:lvl1pPr>
            <a:lvl2pPr marL="228600" indent="0">
              <a:buFont typeface="IBM Plex Sans" panose="020B0503050203000203" pitchFamily="34" charset="0"/>
              <a:buNone/>
              <a:defRPr lang="en-US" sz="1200" dirty="0" smtClean="0"/>
            </a:lvl2pPr>
            <a:lvl3pPr marL="457200" indent="0">
              <a:buFont typeface="IBM Plex Sans" panose="020B0503050203000203" pitchFamily="34" charset="0"/>
              <a:buNone/>
              <a:defRPr lang="en-US" sz="1100" dirty="0" smtClean="0"/>
            </a:lvl3pPr>
            <a:lvl4pPr marL="685800" indent="0">
              <a:buFont typeface="IBM Plex Sans" panose="020B0503050203000203" pitchFamily="34" charset="0"/>
              <a:buNone/>
              <a:defRPr lang="en-US" sz="1050" dirty="0"/>
            </a:lvl4pPr>
          </a:lstStyle>
          <a:p>
            <a:pPr lvl="0">
              <a:spcBef>
                <a:spcPts val="200"/>
              </a:spcBef>
              <a:spcAft>
                <a:spcPts val="0"/>
              </a:spcAft>
            </a:pPr>
            <a:r>
              <a:rPr lang="en-US"/>
              <a:t>Edit Master text styles</a:t>
            </a:r>
          </a:p>
          <a:p>
            <a:pPr lvl="1">
              <a:spcBef>
                <a:spcPts val="200"/>
              </a:spcBef>
            </a:pPr>
            <a:r>
              <a:rPr lang="en-US"/>
              <a:t>Second</a:t>
            </a:r>
          </a:p>
          <a:p>
            <a:pPr lvl="2">
              <a:spcBef>
                <a:spcPts val="200"/>
              </a:spcBef>
            </a:pPr>
            <a:r>
              <a:rPr lang="en-US"/>
              <a:t>Third</a:t>
            </a:r>
          </a:p>
          <a:p>
            <a:pPr lvl="3">
              <a:spcBef>
                <a:spcPts val="200"/>
              </a:spcBef>
            </a:pPr>
            <a:r>
              <a:rPr lang="en-US"/>
              <a:t>Fourth</a:t>
            </a:r>
          </a:p>
        </p:txBody>
      </p:sp>
      <p:sp>
        <p:nvSpPr>
          <p:cNvPr id="5" name="Date Placeholder 4">
            <a:extLst>
              <a:ext uri="{FF2B5EF4-FFF2-40B4-BE49-F238E27FC236}">
                <a16:creationId xmlns:a16="http://schemas.microsoft.com/office/drawing/2014/main" id="{3BDB22E6-E186-7026-077C-D5E45224B45F}"/>
              </a:ext>
            </a:extLst>
          </p:cNvPr>
          <p:cNvSpPr>
            <a:spLocks noGrp="1"/>
          </p:cNvSpPr>
          <p:nvPr>
            <p:ph type="dt" sz="half" idx="18"/>
          </p:nvPr>
        </p:nvSpPr>
        <p:spPr/>
        <p:txBody>
          <a:bodyPr/>
          <a:lstStyle/>
          <a:p>
            <a:fld id="{228D026D-C07B-48C8-8C2B-C561E4D51E16}" type="datetime1">
              <a:rPr lang="en-US" smtClean="0"/>
              <a:t>1/15/2025</a:t>
            </a:fld>
            <a:endParaRPr lang="en-US"/>
          </a:p>
        </p:txBody>
      </p:sp>
      <p:sp>
        <p:nvSpPr>
          <p:cNvPr id="8" name="Footer Placeholder 7">
            <a:extLst>
              <a:ext uri="{FF2B5EF4-FFF2-40B4-BE49-F238E27FC236}">
                <a16:creationId xmlns:a16="http://schemas.microsoft.com/office/drawing/2014/main" id="{023A9880-8FDB-5DD9-A704-40544C259C9C}"/>
              </a:ext>
            </a:extLst>
          </p:cNvPr>
          <p:cNvSpPr>
            <a:spLocks noGrp="1"/>
          </p:cNvSpPr>
          <p:nvPr>
            <p:ph type="ftr" sz="quarter" idx="19"/>
          </p:nvPr>
        </p:nvSpPr>
        <p:spPr/>
        <p:txBody>
          <a:bodyPr/>
          <a:lstStyle/>
          <a:p>
            <a:r>
              <a:rPr lang="en-US"/>
              <a:t>CONFIDENTIAL</a:t>
            </a:r>
          </a:p>
        </p:txBody>
      </p:sp>
      <p:sp>
        <p:nvSpPr>
          <p:cNvPr id="9" name="Slide Number Placeholder 8">
            <a:extLst>
              <a:ext uri="{FF2B5EF4-FFF2-40B4-BE49-F238E27FC236}">
                <a16:creationId xmlns:a16="http://schemas.microsoft.com/office/drawing/2014/main" id="{ADC594E2-6E1A-4FDA-96F7-EC5C642296ED}"/>
              </a:ext>
            </a:extLst>
          </p:cNvPr>
          <p:cNvSpPr>
            <a:spLocks noGrp="1"/>
          </p:cNvSpPr>
          <p:nvPr>
            <p:ph type="sldNum" sz="quarter" idx="20"/>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3823660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 Button">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DBBE351B-F9E8-4A08-0401-104039555D2F}"/>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pPr marL="0" indent="0">
              <a:buFont typeface="IBM Plex Sans" panose="020B0503050203000203" pitchFamily="34" charset="0"/>
              <a:buNone/>
            </a:pPr>
            <a:endParaRPr lang="en-US"/>
          </a:p>
        </p:txBody>
      </p:sp>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10"/>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sz="4000">
                <a:solidFill>
                  <a:schemeClr val="accent1">
                    <a:lumMod val="50000"/>
                  </a:schemeClr>
                </a:solidFill>
                <a:latin typeface="+mj-lt"/>
                <a:ea typeface="+mj-ea"/>
                <a:cs typeface="+mj-cs"/>
              </a:defRPr>
            </a:lvl1pPr>
          </a:lstStyle>
          <a:p>
            <a:r>
              <a:rPr lang="en-US"/>
              <a:t>Title Goes Here</a:t>
            </a:r>
            <a:br>
              <a:rPr lang="en-US"/>
            </a:br>
            <a:r>
              <a:rPr lang="en-US"/>
              <a:t>Titles Are IBM Sans Plex Bold 40pt Font</a:t>
            </a:r>
          </a:p>
        </p:txBody>
      </p:sp>
      <p:sp>
        <p:nvSpPr>
          <p:cNvPr id="39" name="Text Placeholder 38">
            <a:extLst>
              <a:ext uri="{FF2B5EF4-FFF2-40B4-BE49-F238E27FC236}">
                <a16:creationId xmlns:a16="http://schemas.microsoft.com/office/drawing/2014/main" id="{EAE6DE0F-0ADD-444F-978D-6AA58793E072}"/>
              </a:ext>
            </a:extLst>
          </p:cNvPr>
          <p:cNvSpPr>
            <a:spLocks noGrp="1"/>
          </p:cNvSpPr>
          <p:nvPr>
            <p:ph type="body" sz="quarter" idx="15" hasCustomPrompt="1"/>
          </p:nvPr>
        </p:nvSpPr>
        <p:spPr>
          <a:xfrm>
            <a:off x="457199" y="3108960"/>
            <a:ext cx="2514600" cy="3057172"/>
          </a:xfrm>
        </p:spPr>
        <p:txBody>
          <a:bodyPr vert="horz" lIns="0" tIns="0" rIns="0" bIns="91440" rtlCol="0">
            <a:normAutofit/>
          </a:bodyPr>
          <a:lstStyle>
            <a:lvl1pPr marL="0" indent="0">
              <a:buFont typeface="IBM Plex Sans" panose="020B0503050203000203" pitchFamily="34" charset="0"/>
              <a:buNone/>
              <a:defRPr lang="en-US" sz="1400" dirty="0" smtClean="0"/>
            </a:lvl1pPr>
            <a:lvl2pPr marL="228600" indent="0">
              <a:buFont typeface="IBM Plex Sans" panose="020B0503050203000203" pitchFamily="34" charset="0"/>
              <a:buNone/>
              <a:defRPr lang="en-US" sz="1200" dirty="0" smtClean="0"/>
            </a:lvl2pPr>
            <a:lvl3pPr marL="457200" indent="0">
              <a:buFont typeface="IBM Plex Sans" panose="020B0503050203000203" pitchFamily="34" charset="0"/>
              <a:buNone/>
              <a:defRPr lang="en-US" sz="1100" dirty="0" smtClean="0"/>
            </a:lvl3pPr>
            <a:lvl4pPr marL="685800" indent="0">
              <a:buFont typeface="IBM Plex Sans" panose="020B0503050203000203" pitchFamily="34" charset="0"/>
              <a:buNone/>
              <a:defRPr lang="en-US" sz="1050" dirty="0"/>
            </a:lvl4pPr>
          </a:lstStyle>
          <a:p>
            <a:pPr lvl="0">
              <a:spcBef>
                <a:spcPts val="200"/>
              </a:spcBef>
              <a:spcAft>
                <a:spcPts val="0"/>
              </a:spcAft>
            </a:pPr>
            <a:r>
              <a:rPr lang="en-US"/>
              <a:t>Edit Master text styles</a:t>
            </a:r>
          </a:p>
          <a:p>
            <a:pPr lvl="1">
              <a:spcBef>
                <a:spcPts val="200"/>
              </a:spcBef>
            </a:pPr>
            <a:r>
              <a:rPr lang="en-US"/>
              <a:t>Second</a:t>
            </a:r>
          </a:p>
          <a:p>
            <a:pPr lvl="2">
              <a:spcBef>
                <a:spcPts val="200"/>
              </a:spcBef>
            </a:pPr>
            <a:r>
              <a:rPr lang="en-US"/>
              <a:t>Third</a:t>
            </a:r>
          </a:p>
          <a:p>
            <a:pPr lvl="3">
              <a:spcBef>
                <a:spcPts val="200"/>
              </a:spcBef>
            </a:pPr>
            <a:r>
              <a:rPr lang="en-US"/>
              <a:t>Fourth</a:t>
            </a:r>
          </a:p>
        </p:txBody>
      </p:sp>
      <p:sp>
        <p:nvSpPr>
          <p:cNvPr id="3" name="Text Placeholder 38">
            <a:extLst>
              <a:ext uri="{FF2B5EF4-FFF2-40B4-BE49-F238E27FC236}">
                <a16:creationId xmlns:a16="http://schemas.microsoft.com/office/drawing/2014/main" id="{93904CCA-1CAC-960B-0C1D-26DC9889EE24}"/>
              </a:ext>
            </a:extLst>
          </p:cNvPr>
          <p:cNvSpPr>
            <a:spLocks noGrp="1"/>
          </p:cNvSpPr>
          <p:nvPr>
            <p:ph type="body" sz="quarter" idx="16" hasCustomPrompt="1"/>
          </p:nvPr>
        </p:nvSpPr>
        <p:spPr>
          <a:xfrm>
            <a:off x="3371779" y="3108960"/>
            <a:ext cx="2514600" cy="3057172"/>
          </a:xfrm>
        </p:spPr>
        <p:txBody>
          <a:bodyPr vert="horz" lIns="0" tIns="0" rIns="0" bIns="91440" rtlCol="0">
            <a:normAutofit/>
          </a:bodyPr>
          <a:lstStyle>
            <a:lvl1pPr marL="0" indent="0">
              <a:buFont typeface="IBM Plex Sans" panose="020B0503050203000203" pitchFamily="34" charset="0"/>
              <a:buNone/>
              <a:defRPr lang="en-US" sz="1400" dirty="0" smtClean="0"/>
            </a:lvl1pPr>
            <a:lvl2pPr marL="228600" indent="0">
              <a:buFont typeface="IBM Plex Sans" panose="020B0503050203000203" pitchFamily="34" charset="0"/>
              <a:buNone/>
              <a:defRPr lang="en-US" sz="1200" dirty="0" smtClean="0"/>
            </a:lvl2pPr>
            <a:lvl3pPr marL="457200" indent="0">
              <a:buFont typeface="IBM Plex Sans" panose="020B0503050203000203" pitchFamily="34" charset="0"/>
              <a:buNone/>
              <a:defRPr lang="en-US" sz="1100" dirty="0" smtClean="0"/>
            </a:lvl3pPr>
            <a:lvl4pPr marL="685800" indent="0">
              <a:buFont typeface="IBM Plex Sans" panose="020B0503050203000203" pitchFamily="34" charset="0"/>
              <a:buNone/>
              <a:defRPr lang="en-US" sz="1050" dirty="0"/>
            </a:lvl4pPr>
          </a:lstStyle>
          <a:p>
            <a:pPr lvl="0">
              <a:spcBef>
                <a:spcPts val="200"/>
              </a:spcBef>
              <a:spcAft>
                <a:spcPts val="0"/>
              </a:spcAft>
            </a:pPr>
            <a:r>
              <a:rPr lang="en-US"/>
              <a:t>Edit Master text styles</a:t>
            </a:r>
          </a:p>
          <a:p>
            <a:pPr lvl="1">
              <a:spcBef>
                <a:spcPts val="200"/>
              </a:spcBef>
            </a:pPr>
            <a:r>
              <a:rPr lang="en-US"/>
              <a:t>Second</a:t>
            </a:r>
          </a:p>
          <a:p>
            <a:pPr lvl="2">
              <a:spcBef>
                <a:spcPts val="200"/>
              </a:spcBef>
            </a:pPr>
            <a:r>
              <a:rPr lang="en-US"/>
              <a:t>Third</a:t>
            </a:r>
          </a:p>
          <a:p>
            <a:pPr lvl="3">
              <a:spcBef>
                <a:spcPts val="200"/>
              </a:spcBef>
            </a:pPr>
            <a:r>
              <a:rPr lang="en-US"/>
              <a:t>Fourth</a:t>
            </a:r>
          </a:p>
        </p:txBody>
      </p:sp>
      <p:sp>
        <p:nvSpPr>
          <p:cNvPr id="7" name="Text Placeholder 38">
            <a:extLst>
              <a:ext uri="{FF2B5EF4-FFF2-40B4-BE49-F238E27FC236}">
                <a16:creationId xmlns:a16="http://schemas.microsoft.com/office/drawing/2014/main" id="{18D99361-2EC5-AB54-49BC-533710AB071A}"/>
              </a:ext>
            </a:extLst>
          </p:cNvPr>
          <p:cNvSpPr>
            <a:spLocks noGrp="1"/>
          </p:cNvSpPr>
          <p:nvPr>
            <p:ph type="body" sz="quarter" idx="17" hasCustomPrompt="1"/>
          </p:nvPr>
        </p:nvSpPr>
        <p:spPr>
          <a:xfrm>
            <a:off x="6286359" y="3108960"/>
            <a:ext cx="2514600" cy="3057172"/>
          </a:xfrm>
        </p:spPr>
        <p:txBody>
          <a:bodyPr vert="horz" lIns="0" tIns="0" rIns="0" bIns="91440" rtlCol="0">
            <a:normAutofit/>
          </a:bodyPr>
          <a:lstStyle>
            <a:lvl1pPr marL="0" indent="0">
              <a:buFont typeface="IBM Plex Sans" panose="020B0503050203000203" pitchFamily="34" charset="0"/>
              <a:buNone/>
              <a:defRPr lang="en-US" sz="1400" dirty="0" smtClean="0"/>
            </a:lvl1pPr>
            <a:lvl2pPr marL="228600" indent="0">
              <a:buFont typeface="IBM Plex Sans" panose="020B0503050203000203" pitchFamily="34" charset="0"/>
              <a:buNone/>
              <a:defRPr lang="en-US" sz="1200" dirty="0" smtClean="0"/>
            </a:lvl2pPr>
            <a:lvl3pPr marL="457200" indent="0">
              <a:buFont typeface="IBM Plex Sans" panose="020B0503050203000203" pitchFamily="34" charset="0"/>
              <a:buNone/>
              <a:defRPr lang="en-US" sz="1100" dirty="0" smtClean="0"/>
            </a:lvl3pPr>
            <a:lvl4pPr marL="685800" indent="0">
              <a:buFont typeface="IBM Plex Sans" panose="020B0503050203000203" pitchFamily="34" charset="0"/>
              <a:buNone/>
              <a:defRPr lang="en-US" sz="1050" dirty="0"/>
            </a:lvl4pPr>
          </a:lstStyle>
          <a:p>
            <a:pPr lvl="0">
              <a:spcBef>
                <a:spcPts val="200"/>
              </a:spcBef>
              <a:spcAft>
                <a:spcPts val="0"/>
              </a:spcAft>
            </a:pPr>
            <a:r>
              <a:rPr lang="en-US"/>
              <a:t>Edit Master text styles</a:t>
            </a:r>
          </a:p>
          <a:p>
            <a:pPr lvl="1">
              <a:spcBef>
                <a:spcPts val="200"/>
              </a:spcBef>
            </a:pPr>
            <a:r>
              <a:rPr lang="en-US"/>
              <a:t>Second</a:t>
            </a:r>
          </a:p>
          <a:p>
            <a:pPr lvl="2">
              <a:spcBef>
                <a:spcPts val="200"/>
              </a:spcBef>
            </a:pPr>
            <a:r>
              <a:rPr lang="en-US"/>
              <a:t>Third</a:t>
            </a:r>
          </a:p>
          <a:p>
            <a:pPr lvl="3">
              <a:spcBef>
                <a:spcPts val="200"/>
              </a:spcBef>
            </a:pPr>
            <a:r>
              <a:rPr lang="en-US"/>
              <a:t>Fourth</a:t>
            </a:r>
          </a:p>
        </p:txBody>
      </p:sp>
      <p:sp>
        <p:nvSpPr>
          <p:cNvPr id="4" name="Text Placeholder 38">
            <a:extLst>
              <a:ext uri="{FF2B5EF4-FFF2-40B4-BE49-F238E27FC236}">
                <a16:creationId xmlns:a16="http://schemas.microsoft.com/office/drawing/2014/main" id="{9D1AF4A6-1771-F6AC-2C95-2C8B4DECAE39}"/>
              </a:ext>
            </a:extLst>
          </p:cNvPr>
          <p:cNvSpPr>
            <a:spLocks noGrp="1"/>
          </p:cNvSpPr>
          <p:nvPr>
            <p:ph type="body" sz="quarter" idx="20" hasCustomPrompt="1"/>
          </p:nvPr>
        </p:nvSpPr>
        <p:spPr>
          <a:xfrm>
            <a:off x="9200939" y="3108960"/>
            <a:ext cx="2514600" cy="3057172"/>
          </a:xfrm>
        </p:spPr>
        <p:txBody>
          <a:bodyPr vert="horz" lIns="0" tIns="0" rIns="0" bIns="91440" rtlCol="0">
            <a:normAutofit/>
          </a:bodyPr>
          <a:lstStyle>
            <a:lvl1pPr marL="0" indent="0">
              <a:buFont typeface="IBM Plex Sans" panose="020B0503050203000203" pitchFamily="34" charset="0"/>
              <a:buNone/>
              <a:defRPr lang="en-US" sz="1400" dirty="0" smtClean="0"/>
            </a:lvl1pPr>
            <a:lvl2pPr marL="228600" indent="0">
              <a:buFont typeface="IBM Plex Sans" panose="020B0503050203000203" pitchFamily="34" charset="0"/>
              <a:buNone/>
              <a:defRPr lang="en-US" sz="1200" dirty="0" smtClean="0"/>
            </a:lvl2pPr>
            <a:lvl3pPr marL="457200" indent="0">
              <a:buFont typeface="IBM Plex Sans" panose="020B0503050203000203" pitchFamily="34" charset="0"/>
              <a:buNone/>
              <a:defRPr lang="en-US" sz="1100" dirty="0" smtClean="0"/>
            </a:lvl3pPr>
            <a:lvl4pPr marL="685800" indent="0">
              <a:buFont typeface="IBM Plex Sans" panose="020B0503050203000203" pitchFamily="34" charset="0"/>
              <a:buNone/>
              <a:defRPr lang="en-US" sz="1050" dirty="0"/>
            </a:lvl4pPr>
          </a:lstStyle>
          <a:p>
            <a:pPr lvl="0">
              <a:spcBef>
                <a:spcPts val="200"/>
              </a:spcBef>
              <a:spcAft>
                <a:spcPts val="0"/>
              </a:spcAft>
            </a:pPr>
            <a:r>
              <a:rPr lang="en-US"/>
              <a:t>Edit Master text styles</a:t>
            </a:r>
          </a:p>
          <a:p>
            <a:pPr lvl="1">
              <a:spcBef>
                <a:spcPts val="200"/>
              </a:spcBef>
            </a:pPr>
            <a:r>
              <a:rPr lang="en-US"/>
              <a:t>Second</a:t>
            </a:r>
          </a:p>
          <a:p>
            <a:pPr lvl="2">
              <a:spcBef>
                <a:spcPts val="200"/>
              </a:spcBef>
            </a:pPr>
            <a:r>
              <a:rPr lang="en-US"/>
              <a:t>Third</a:t>
            </a:r>
          </a:p>
          <a:p>
            <a:pPr lvl="3">
              <a:spcBef>
                <a:spcPts val="200"/>
              </a:spcBef>
            </a:pPr>
            <a:r>
              <a:rPr lang="en-US"/>
              <a:t>Fourth</a:t>
            </a:r>
          </a:p>
        </p:txBody>
      </p:sp>
      <p:sp>
        <p:nvSpPr>
          <p:cNvPr id="5" name="Date Placeholder 4">
            <a:extLst>
              <a:ext uri="{FF2B5EF4-FFF2-40B4-BE49-F238E27FC236}">
                <a16:creationId xmlns:a16="http://schemas.microsoft.com/office/drawing/2014/main" id="{0E294F37-BED2-6D6C-5ACC-9F0FCFCB4589}"/>
              </a:ext>
            </a:extLst>
          </p:cNvPr>
          <p:cNvSpPr>
            <a:spLocks noGrp="1"/>
          </p:cNvSpPr>
          <p:nvPr>
            <p:ph type="dt" sz="half" idx="21"/>
          </p:nvPr>
        </p:nvSpPr>
        <p:spPr/>
        <p:txBody>
          <a:bodyPr/>
          <a:lstStyle/>
          <a:p>
            <a:fld id="{228D026D-C07B-48C8-8C2B-C561E4D51E16}" type="datetime1">
              <a:rPr lang="en-US" smtClean="0"/>
              <a:t>1/15/2025</a:t>
            </a:fld>
            <a:endParaRPr lang="en-US"/>
          </a:p>
        </p:txBody>
      </p:sp>
      <p:sp>
        <p:nvSpPr>
          <p:cNvPr id="8" name="Footer Placeholder 7">
            <a:extLst>
              <a:ext uri="{FF2B5EF4-FFF2-40B4-BE49-F238E27FC236}">
                <a16:creationId xmlns:a16="http://schemas.microsoft.com/office/drawing/2014/main" id="{9C8DBA19-E0E0-2079-DC59-AB6649875E84}"/>
              </a:ext>
            </a:extLst>
          </p:cNvPr>
          <p:cNvSpPr>
            <a:spLocks noGrp="1"/>
          </p:cNvSpPr>
          <p:nvPr>
            <p:ph type="ftr" sz="quarter" idx="22"/>
          </p:nvPr>
        </p:nvSpPr>
        <p:spPr/>
        <p:txBody>
          <a:bodyPr/>
          <a:lstStyle/>
          <a:p>
            <a:r>
              <a:rPr lang="en-US"/>
              <a:t>CONFIDENTIAL</a:t>
            </a:r>
          </a:p>
        </p:txBody>
      </p:sp>
      <p:sp>
        <p:nvSpPr>
          <p:cNvPr id="9" name="Slide Number Placeholder 8">
            <a:extLst>
              <a:ext uri="{FF2B5EF4-FFF2-40B4-BE49-F238E27FC236}">
                <a16:creationId xmlns:a16="http://schemas.microsoft.com/office/drawing/2014/main" id="{FF3DE37F-A0AC-9C41-6BE5-DA06AD5EB52D}"/>
              </a:ext>
            </a:extLst>
          </p:cNvPr>
          <p:cNvSpPr>
            <a:spLocks noGrp="1"/>
          </p:cNvSpPr>
          <p:nvPr>
            <p:ph type="sldNum" sz="quarter" idx="23"/>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1893369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733599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687325" y="365760"/>
            <a:ext cx="6353427" cy="1188720"/>
          </a:xfrm>
          <a:prstGeom prst="rect">
            <a:avLst/>
          </a:prstGeom>
        </p:spPr>
        <p:txBody>
          <a:bodyPr vert="horz" lIns="0" tIns="0" rIns="0" bIns="0" rtlCol="0" anchor="b">
            <a:noAutofit/>
          </a:bodyPr>
          <a:lstStyle>
            <a:lvl1pPr>
              <a:defRPr sz="4000">
                <a:latin typeface="+mj-lt"/>
                <a:ea typeface="+mj-ea"/>
                <a:cs typeface="+mj-cs"/>
              </a:defRPr>
            </a:lvl1pPr>
          </a:lstStyle>
          <a:p>
            <a:r>
              <a:rPr lang="en-US"/>
              <a:t>Title Goes Here</a:t>
            </a:r>
          </a:p>
        </p:txBody>
      </p:sp>
      <p:sp>
        <p:nvSpPr>
          <p:cNvPr id="5" name="Picture Placeholder 23">
            <a:extLst>
              <a:ext uri="{FF2B5EF4-FFF2-40B4-BE49-F238E27FC236}">
                <a16:creationId xmlns:a16="http://schemas.microsoft.com/office/drawing/2014/main" id="{85722EBC-8176-2081-5A3F-1276FD28E162}"/>
              </a:ext>
            </a:extLst>
          </p:cNvPr>
          <p:cNvSpPr>
            <a:spLocks noGrp="1"/>
          </p:cNvSpPr>
          <p:nvPr>
            <p:ph type="pic" sz="quarter" idx="10" hasCustomPrompt="1"/>
          </p:nvPr>
        </p:nvSpPr>
        <p:spPr>
          <a:xfrm>
            <a:off x="7181815" y="1371600"/>
            <a:ext cx="4114800" cy="4114800"/>
          </a:xfrm>
          <a:prstGeom prst="roundRect">
            <a:avLst/>
          </a:prstGeom>
          <a:solidFill>
            <a:schemeClr val="bg1">
              <a:lumMod val="75000"/>
            </a:schemeClr>
          </a:solidFill>
        </p:spPr>
        <p:txBody>
          <a:bodyPr anchor="ctr"/>
          <a:lstStyle>
            <a:lvl1pPr marL="0" indent="0" algn="ctr">
              <a:buNone/>
              <a:defRPr/>
            </a:lvl1pPr>
          </a:lstStyle>
          <a:p>
            <a:r>
              <a:rPr lang="en-US"/>
              <a:t>Click to add image</a:t>
            </a:r>
          </a:p>
        </p:txBody>
      </p:sp>
      <p:sp>
        <p:nvSpPr>
          <p:cNvPr id="4" name="Subtitle 2">
            <a:extLst>
              <a:ext uri="{FF2B5EF4-FFF2-40B4-BE49-F238E27FC236}">
                <a16:creationId xmlns:a16="http://schemas.microsoft.com/office/drawing/2014/main" id="{ED3E3588-4F94-E7E6-FC5F-A5F90E4926CE}"/>
              </a:ext>
            </a:extLst>
          </p:cNvPr>
          <p:cNvSpPr>
            <a:spLocks noGrp="1"/>
          </p:cNvSpPr>
          <p:nvPr>
            <p:ph type="subTitle" idx="14" hasCustomPrompt="1"/>
          </p:nvPr>
        </p:nvSpPr>
        <p:spPr>
          <a:xfrm>
            <a:off x="687325" y="1618488"/>
            <a:ext cx="6353427" cy="274320"/>
          </a:xfrm>
        </p:spPr>
        <p:txBody>
          <a:bodyPr lIns="0" tIns="0" rIns="0" bIns="0"/>
          <a:lstStyle>
            <a:lvl1pPr marL="0" indent="0" algn="l">
              <a:buNone/>
              <a:defRPr sz="2000" b="0">
                <a:solidFill>
                  <a:schemeClr val="accent1">
                    <a:lumMod val="50000"/>
                  </a:schemeClr>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Content Placeholder 10">
            <a:extLst>
              <a:ext uri="{FF2B5EF4-FFF2-40B4-BE49-F238E27FC236}">
                <a16:creationId xmlns:a16="http://schemas.microsoft.com/office/drawing/2014/main" id="{6296326A-1A24-A631-2CB1-651056F4ECA1}"/>
              </a:ext>
            </a:extLst>
          </p:cNvPr>
          <p:cNvSpPr>
            <a:spLocks noGrp="1"/>
          </p:cNvSpPr>
          <p:nvPr>
            <p:ph sz="quarter" idx="15"/>
          </p:nvPr>
        </p:nvSpPr>
        <p:spPr>
          <a:xfrm>
            <a:off x="687450" y="2104723"/>
            <a:ext cx="6353429" cy="4113197"/>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2C38D73B-EAE3-A46E-EA5B-1C0169CEE767}"/>
              </a:ext>
            </a:extLst>
          </p:cNvPr>
          <p:cNvSpPr>
            <a:spLocks noGrp="1"/>
          </p:cNvSpPr>
          <p:nvPr>
            <p:ph type="dt" sz="half" idx="16"/>
          </p:nvPr>
        </p:nvSpPr>
        <p:spPr/>
        <p:txBody>
          <a:bodyPr/>
          <a:lstStyle/>
          <a:p>
            <a:fld id="{228D026D-C07B-48C8-8C2B-C561E4D51E16}" type="datetime1">
              <a:rPr lang="en-US" smtClean="0"/>
              <a:t>1/15/2025</a:t>
            </a:fld>
            <a:endParaRPr lang="en-US"/>
          </a:p>
        </p:txBody>
      </p:sp>
      <p:sp>
        <p:nvSpPr>
          <p:cNvPr id="3" name="Footer Placeholder 2">
            <a:extLst>
              <a:ext uri="{FF2B5EF4-FFF2-40B4-BE49-F238E27FC236}">
                <a16:creationId xmlns:a16="http://schemas.microsoft.com/office/drawing/2014/main" id="{642412EE-2989-0E9E-CBC7-2A70D72C39D2}"/>
              </a:ext>
            </a:extLst>
          </p:cNvPr>
          <p:cNvSpPr>
            <a:spLocks noGrp="1"/>
          </p:cNvSpPr>
          <p:nvPr>
            <p:ph type="ftr" sz="quarter" idx="17"/>
          </p:nvPr>
        </p:nvSpPr>
        <p:spPr/>
        <p:txBody>
          <a:bodyPr/>
          <a:lstStyle/>
          <a:p>
            <a:r>
              <a:rPr lang="en-US"/>
              <a:t>CONFIDENTIAL</a:t>
            </a:r>
          </a:p>
        </p:txBody>
      </p:sp>
      <p:sp>
        <p:nvSpPr>
          <p:cNvPr id="7" name="Slide Number Placeholder 6">
            <a:extLst>
              <a:ext uri="{FF2B5EF4-FFF2-40B4-BE49-F238E27FC236}">
                <a16:creationId xmlns:a16="http://schemas.microsoft.com/office/drawing/2014/main" id="{270B0269-8409-C0C6-76BB-9FEA49E2D133}"/>
              </a:ext>
            </a:extLst>
          </p:cNvPr>
          <p:cNvSpPr>
            <a:spLocks noGrp="1"/>
          </p:cNvSpPr>
          <p:nvPr>
            <p:ph type="sldNum" sz="quarter" idx="18"/>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3076314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Omnipod">
    <p:spTree>
      <p:nvGrpSpPr>
        <p:cNvPr id="1" name=""/>
        <p:cNvGrpSpPr/>
        <p:nvPr/>
      </p:nvGrpSpPr>
      <p:grpSpPr>
        <a:xfrm>
          <a:off x="0" y="0"/>
          <a:ext cx="0" cy="0"/>
          <a:chOff x="0" y="0"/>
          <a:chExt cx="0" cy="0"/>
        </a:xfrm>
      </p:grpSpPr>
      <p:sp>
        <p:nvSpPr>
          <p:cNvPr id="8" name="Graphic 17">
            <a:extLst>
              <a:ext uri="{FF2B5EF4-FFF2-40B4-BE49-F238E27FC236}">
                <a16:creationId xmlns:a16="http://schemas.microsoft.com/office/drawing/2014/main" id="{8597F1AA-4303-52E3-4513-A73300B25D1C}"/>
              </a:ext>
            </a:extLst>
          </p:cNvPr>
          <p:cNvSpPr/>
          <p:nvPr userDrawn="1"/>
        </p:nvSpPr>
        <p:spPr>
          <a:xfrm>
            <a:off x="0" y="0"/>
            <a:ext cx="4957010" cy="4538932"/>
          </a:xfrm>
          <a:custGeom>
            <a:avLst/>
            <a:gdLst>
              <a:gd name="connsiteX0" fmla="*/ 0 w 5158820"/>
              <a:gd name="connsiteY0" fmla="*/ 3585115 h 3585114"/>
              <a:gd name="connsiteX1" fmla="*/ 0 w 5158820"/>
              <a:gd name="connsiteY1" fmla="*/ 0 h 3585114"/>
              <a:gd name="connsiteX2" fmla="*/ 5158820 w 5158820"/>
              <a:gd name="connsiteY2" fmla="*/ 0 h 3585114"/>
              <a:gd name="connsiteX3" fmla="*/ 5158820 w 5158820"/>
              <a:gd name="connsiteY3" fmla="*/ 2407730 h 3585114"/>
              <a:gd name="connsiteX4" fmla="*/ 3569424 w 5158820"/>
              <a:gd name="connsiteY4" fmla="*/ 3585115 h 3585114"/>
              <a:gd name="connsiteX5" fmla="*/ 0 w 5158820"/>
              <a:gd name="connsiteY5" fmla="*/ 3585115 h 3585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58820" h="3585114">
                <a:moveTo>
                  <a:pt x="0" y="3585115"/>
                </a:moveTo>
                <a:lnTo>
                  <a:pt x="0" y="0"/>
                </a:lnTo>
                <a:lnTo>
                  <a:pt x="5158820" y="0"/>
                </a:lnTo>
                <a:cubicBezTo>
                  <a:pt x="5158820" y="0"/>
                  <a:pt x="5158820" y="2407730"/>
                  <a:pt x="5158820" y="2407730"/>
                </a:cubicBezTo>
                <a:cubicBezTo>
                  <a:pt x="5158820" y="3058001"/>
                  <a:pt x="4447250" y="3585115"/>
                  <a:pt x="3569424" y="3585115"/>
                </a:cubicBezTo>
                <a:lnTo>
                  <a:pt x="0" y="3585115"/>
                </a:lnTo>
                <a:close/>
              </a:path>
            </a:pathLst>
          </a:custGeom>
          <a:solidFill>
            <a:schemeClr val="accent1"/>
          </a:solidFill>
          <a:ln w="12836"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477B3C3F-A771-EED2-6857-E02099E5B092}"/>
              </a:ext>
            </a:extLst>
          </p:cNvPr>
          <p:cNvSpPr>
            <a:spLocks noGrp="1"/>
          </p:cNvSpPr>
          <p:nvPr>
            <p:ph type="title" hasCustomPrompt="1"/>
          </p:nvPr>
        </p:nvSpPr>
        <p:spPr>
          <a:xfrm>
            <a:off x="5550499" y="616693"/>
            <a:ext cx="5955702" cy="1188720"/>
          </a:xfrm>
        </p:spPr>
        <p:txBody>
          <a:bodyPr lIns="0" tIns="0" rIns="0" bIns="0"/>
          <a:lstStyle>
            <a:lvl1pPr>
              <a:defRPr sz="4000"/>
            </a:lvl1pPr>
          </a:lstStyle>
          <a:p>
            <a:r>
              <a:rPr lang="en-US"/>
              <a:t>Title Goes Here</a:t>
            </a:r>
          </a:p>
        </p:txBody>
      </p:sp>
      <p:sp>
        <p:nvSpPr>
          <p:cNvPr id="13" name="Subtitle 2">
            <a:extLst>
              <a:ext uri="{FF2B5EF4-FFF2-40B4-BE49-F238E27FC236}">
                <a16:creationId xmlns:a16="http://schemas.microsoft.com/office/drawing/2014/main" id="{83C847D7-DBD7-D2D8-AB38-282164D7B49C}"/>
              </a:ext>
            </a:extLst>
          </p:cNvPr>
          <p:cNvSpPr>
            <a:spLocks noGrp="1"/>
          </p:cNvSpPr>
          <p:nvPr>
            <p:ph type="subTitle" idx="14" hasCustomPrompt="1"/>
          </p:nvPr>
        </p:nvSpPr>
        <p:spPr>
          <a:xfrm>
            <a:off x="5550499" y="1874520"/>
            <a:ext cx="5955702" cy="293117"/>
          </a:xfrm>
        </p:spPr>
        <p:txBody>
          <a:bodyPr lIns="0" tIns="0" rIns="0" bIns="0"/>
          <a:lstStyle>
            <a:lvl1pPr marL="0" indent="0" algn="l">
              <a:buFont typeface="IBM Plex Sans" panose="020B0503050203000203" pitchFamily="34" charset="0"/>
              <a:buNone/>
              <a:defRPr sz="2000" b="0" cap="all" baseline="0">
                <a:solidFill>
                  <a:schemeClr val="accent1">
                    <a:lumMod val="50000"/>
                  </a:schemeClr>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Content Placeholder 11">
            <a:extLst>
              <a:ext uri="{FF2B5EF4-FFF2-40B4-BE49-F238E27FC236}">
                <a16:creationId xmlns:a16="http://schemas.microsoft.com/office/drawing/2014/main" id="{6ACB9B06-BECE-E324-7CDA-AEEF2FE12DB2}"/>
              </a:ext>
            </a:extLst>
          </p:cNvPr>
          <p:cNvSpPr>
            <a:spLocks noGrp="1"/>
          </p:cNvSpPr>
          <p:nvPr>
            <p:ph sz="quarter" idx="18"/>
          </p:nvPr>
        </p:nvSpPr>
        <p:spPr>
          <a:xfrm>
            <a:off x="5550499" y="2507530"/>
            <a:ext cx="5955702" cy="3710390"/>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E6AFCD03-FF82-93D6-447B-1598C10B5013}"/>
              </a:ext>
            </a:extLst>
          </p:cNvPr>
          <p:cNvPicPr>
            <a:picLocks noChangeAspect="1"/>
          </p:cNvPicPr>
          <p:nvPr userDrawn="1"/>
        </p:nvPicPr>
        <p:blipFill>
          <a:blip r:embed="rId2"/>
          <a:stretch>
            <a:fillRect/>
          </a:stretch>
        </p:blipFill>
        <p:spPr>
          <a:xfrm>
            <a:off x="232914" y="223760"/>
            <a:ext cx="5596613" cy="6389162"/>
          </a:xfrm>
          <a:prstGeom prst="rect">
            <a:avLst/>
          </a:prstGeom>
        </p:spPr>
      </p:pic>
      <p:sp>
        <p:nvSpPr>
          <p:cNvPr id="3" name="Date Placeholder 2">
            <a:extLst>
              <a:ext uri="{FF2B5EF4-FFF2-40B4-BE49-F238E27FC236}">
                <a16:creationId xmlns:a16="http://schemas.microsoft.com/office/drawing/2014/main" id="{618DECF7-7824-820B-B0D4-23B1B7CE469F}"/>
              </a:ext>
            </a:extLst>
          </p:cNvPr>
          <p:cNvSpPr>
            <a:spLocks noGrp="1"/>
          </p:cNvSpPr>
          <p:nvPr>
            <p:ph type="dt" sz="half" idx="19"/>
          </p:nvPr>
        </p:nvSpPr>
        <p:spPr/>
        <p:txBody>
          <a:bodyPr/>
          <a:lstStyle/>
          <a:p>
            <a:fld id="{228D026D-C07B-48C8-8C2B-C561E4D51E16}" type="datetime1">
              <a:rPr lang="en-US" smtClean="0"/>
              <a:t>1/15/2025</a:t>
            </a:fld>
            <a:endParaRPr lang="en-US"/>
          </a:p>
        </p:txBody>
      </p:sp>
      <p:sp>
        <p:nvSpPr>
          <p:cNvPr id="5" name="Footer Placeholder 4">
            <a:extLst>
              <a:ext uri="{FF2B5EF4-FFF2-40B4-BE49-F238E27FC236}">
                <a16:creationId xmlns:a16="http://schemas.microsoft.com/office/drawing/2014/main" id="{AF158A49-1802-6C0A-507E-85C729FA9BA1}"/>
              </a:ext>
            </a:extLst>
          </p:cNvPr>
          <p:cNvSpPr>
            <a:spLocks noGrp="1"/>
          </p:cNvSpPr>
          <p:nvPr>
            <p:ph type="ftr" sz="quarter" idx="20"/>
          </p:nvPr>
        </p:nvSpPr>
        <p:spPr/>
        <p:txBody>
          <a:bodyPr/>
          <a:lstStyle/>
          <a:p>
            <a:r>
              <a:rPr lang="en-US"/>
              <a:t>CONFIDENTIAL</a:t>
            </a:r>
          </a:p>
        </p:txBody>
      </p:sp>
      <p:sp>
        <p:nvSpPr>
          <p:cNvPr id="6" name="Slide Number Placeholder 5">
            <a:extLst>
              <a:ext uri="{FF2B5EF4-FFF2-40B4-BE49-F238E27FC236}">
                <a16:creationId xmlns:a16="http://schemas.microsoft.com/office/drawing/2014/main" id="{002E0FC6-8E71-6FDB-6F5B-E0C5DE23DC0A}"/>
              </a:ext>
            </a:extLst>
          </p:cNvPr>
          <p:cNvSpPr>
            <a:spLocks noGrp="1"/>
          </p:cNvSpPr>
          <p:nvPr>
            <p:ph type="sldNum" sz="quarter" idx="21"/>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14801859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excom">
    <p:spTree>
      <p:nvGrpSpPr>
        <p:cNvPr id="1" name=""/>
        <p:cNvGrpSpPr/>
        <p:nvPr/>
      </p:nvGrpSpPr>
      <p:grpSpPr>
        <a:xfrm>
          <a:off x="0" y="0"/>
          <a:ext cx="0" cy="0"/>
          <a:chOff x="0" y="0"/>
          <a:chExt cx="0" cy="0"/>
        </a:xfrm>
      </p:grpSpPr>
      <p:sp>
        <p:nvSpPr>
          <p:cNvPr id="3" name="Graphic 17">
            <a:extLst>
              <a:ext uri="{FF2B5EF4-FFF2-40B4-BE49-F238E27FC236}">
                <a16:creationId xmlns:a16="http://schemas.microsoft.com/office/drawing/2014/main" id="{94906A67-3048-D494-1E00-AF1FF9D2965E}"/>
              </a:ext>
            </a:extLst>
          </p:cNvPr>
          <p:cNvSpPr/>
          <p:nvPr userDrawn="1"/>
        </p:nvSpPr>
        <p:spPr>
          <a:xfrm>
            <a:off x="0" y="0"/>
            <a:ext cx="4957010" cy="3528279"/>
          </a:xfrm>
          <a:custGeom>
            <a:avLst/>
            <a:gdLst>
              <a:gd name="connsiteX0" fmla="*/ 0 w 5158820"/>
              <a:gd name="connsiteY0" fmla="*/ 3585115 h 3585114"/>
              <a:gd name="connsiteX1" fmla="*/ 0 w 5158820"/>
              <a:gd name="connsiteY1" fmla="*/ 0 h 3585114"/>
              <a:gd name="connsiteX2" fmla="*/ 5158820 w 5158820"/>
              <a:gd name="connsiteY2" fmla="*/ 0 h 3585114"/>
              <a:gd name="connsiteX3" fmla="*/ 5158820 w 5158820"/>
              <a:gd name="connsiteY3" fmla="*/ 2407730 h 3585114"/>
              <a:gd name="connsiteX4" fmla="*/ 3569424 w 5158820"/>
              <a:gd name="connsiteY4" fmla="*/ 3585115 h 3585114"/>
              <a:gd name="connsiteX5" fmla="*/ 0 w 5158820"/>
              <a:gd name="connsiteY5" fmla="*/ 3585115 h 3585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58820" h="3585114">
                <a:moveTo>
                  <a:pt x="0" y="3585115"/>
                </a:moveTo>
                <a:lnTo>
                  <a:pt x="0" y="0"/>
                </a:lnTo>
                <a:lnTo>
                  <a:pt x="5158820" y="0"/>
                </a:lnTo>
                <a:cubicBezTo>
                  <a:pt x="5158820" y="0"/>
                  <a:pt x="5158820" y="2407730"/>
                  <a:pt x="5158820" y="2407730"/>
                </a:cubicBezTo>
                <a:cubicBezTo>
                  <a:pt x="5158820" y="3058001"/>
                  <a:pt x="4447250" y="3585115"/>
                  <a:pt x="3569424" y="3585115"/>
                </a:cubicBezTo>
                <a:lnTo>
                  <a:pt x="0" y="3585115"/>
                </a:lnTo>
                <a:close/>
              </a:path>
            </a:pathLst>
          </a:custGeom>
          <a:solidFill>
            <a:schemeClr val="accent1"/>
          </a:solidFill>
          <a:ln w="12836" cap="flat">
            <a:noFill/>
            <a:prstDash val="solid"/>
            <a:miter/>
          </a:ln>
        </p:spPr>
        <p:txBody>
          <a:bodyPr rtlCol="0" anchor="ctr"/>
          <a:lstStyle/>
          <a:p>
            <a:endParaRPr lang="en-US"/>
          </a:p>
        </p:txBody>
      </p:sp>
      <p:sp>
        <p:nvSpPr>
          <p:cNvPr id="11" name="Title 1">
            <a:extLst>
              <a:ext uri="{FF2B5EF4-FFF2-40B4-BE49-F238E27FC236}">
                <a16:creationId xmlns:a16="http://schemas.microsoft.com/office/drawing/2014/main" id="{7B315C9C-CCDB-2247-3B9F-1E5F89783DBE}"/>
              </a:ext>
            </a:extLst>
          </p:cNvPr>
          <p:cNvSpPr>
            <a:spLocks noGrp="1"/>
          </p:cNvSpPr>
          <p:nvPr>
            <p:ph type="title" hasCustomPrompt="1"/>
          </p:nvPr>
        </p:nvSpPr>
        <p:spPr>
          <a:xfrm>
            <a:off x="5550499" y="616693"/>
            <a:ext cx="5955702" cy="1188720"/>
          </a:xfrm>
        </p:spPr>
        <p:txBody>
          <a:bodyPr lIns="0" tIns="0" rIns="0" bIns="0"/>
          <a:lstStyle>
            <a:lvl1pPr>
              <a:defRPr sz="4000"/>
            </a:lvl1pPr>
          </a:lstStyle>
          <a:p>
            <a:r>
              <a:rPr lang="en-US"/>
              <a:t>Title Goes Here</a:t>
            </a:r>
          </a:p>
        </p:txBody>
      </p:sp>
      <p:sp>
        <p:nvSpPr>
          <p:cNvPr id="13" name="Subtitle 2">
            <a:extLst>
              <a:ext uri="{FF2B5EF4-FFF2-40B4-BE49-F238E27FC236}">
                <a16:creationId xmlns:a16="http://schemas.microsoft.com/office/drawing/2014/main" id="{3DC7443E-F434-9D06-185F-B2D867056088}"/>
              </a:ext>
            </a:extLst>
          </p:cNvPr>
          <p:cNvSpPr>
            <a:spLocks noGrp="1"/>
          </p:cNvSpPr>
          <p:nvPr>
            <p:ph type="subTitle" idx="14" hasCustomPrompt="1"/>
          </p:nvPr>
        </p:nvSpPr>
        <p:spPr>
          <a:xfrm>
            <a:off x="5550499" y="1874520"/>
            <a:ext cx="5955702" cy="293117"/>
          </a:xfrm>
        </p:spPr>
        <p:txBody>
          <a:bodyPr vert="horz" lIns="0" tIns="0" rIns="0" bIns="0" rtlCol="0">
            <a:noAutofit/>
          </a:bodyPr>
          <a:lstStyle>
            <a:lvl1pPr marL="0" indent="0">
              <a:buNone/>
              <a:defRPr lang="en-US" sz="2000" b="0" cap="all" baseline="0" dirty="0">
                <a:solidFill>
                  <a:schemeClr val="accent1">
                    <a:lumMod val="50000"/>
                  </a:schemeClr>
                </a:solidFill>
              </a:defRPr>
            </a:lvl1pPr>
          </a:lstStyle>
          <a:p>
            <a:pPr marL="228600" lvl="0" indent="-228600"/>
            <a:r>
              <a:rPr lang="en-US"/>
              <a:t>CLICK TO EDIT MASTER SUBTITLE STYLE</a:t>
            </a:r>
          </a:p>
        </p:txBody>
      </p:sp>
      <p:sp>
        <p:nvSpPr>
          <p:cNvPr id="10" name="Content Placeholder 9">
            <a:extLst>
              <a:ext uri="{FF2B5EF4-FFF2-40B4-BE49-F238E27FC236}">
                <a16:creationId xmlns:a16="http://schemas.microsoft.com/office/drawing/2014/main" id="{5CC7B76A-3FE1-EF24-93CE-29D50F924EAE}"/>
              </a:ext>
            </a:extLst>
          </p:cNvPr>
          <p:cNvSpPr>
            <a:spLocks noGrp="1"/>
          </p:cNvSpPr>
          <p:nvPr>
            <p:ph sz="quarter" idx="18"/>
          </p:nvPr>
        </p:nvSpPr>
        <p:spPr>
          <a:xfrm>
            <a:off x="5550499" y="3200400"/>
            <a:ext cx="5955702" cy="3017520"/>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B01B9AE-C8D8-86DB-2677-8893DD6DD7DA}"/>
              </a:ext>
            </a:extLst>
          </p:cNvPr>
          <p:cNvPicPr>
            <a:picLocks noChangeAspect="1"/>
          </p:cNvPicPr>
          <p:nvPr userDrawn="1"/>
        </p:nvPicPr>
        <p:blipFill>
          <a:blip r:embed="rId2"/>
          <a:stretch>
            <a:fillRect/>
          </a:stretch>
        </p:blipFill>
        <p:spPr>
          <a:xfrm>
            <a:off x="104153" y="2796016"/>
            <a:ext cx="5297883" cy="2469094"/>
          </a:xfrm>
          <a:prstGeom prst="rect">
            <a:avLst/>
          </a:prstGeom>
        </p:spPr>
      </p:pic>
      <p:sp>
        <p:nvSpPr>
          <p:cNvPr id="4" name="Date Placeholder 3">
            <a:extLst>
              <a:ext uri="{FF2B5EF4-FFF2-40B4-BE49-F238E27FC236}">
                <a16:creationId xmlns:a16="http://schemas.microsoft.com/office/drawing/2014/main" id="{BC99AFBA-AC76-580D-BD75-FC95298C70EC}"/>
              </a:ext>
            </a:extLst>
          </p:cNvPr>
          <p:cNvSpPr>
            <a:spLocks noGrp="1"/>
          </p:cNvSpPr>
          <p:nvPr>
            <p:ph type="dt" sz="half" idx="19"/>
          </p:nvPr>
        </p:nvSpPr>
        <p:spPr/>
        <p:txBody>
          <a:bodyPr/>
          <a:lstStyle/>
          <a:p>
            <a:fld id="{228D026D-C07B-48C8-8C2B-C561E4D51E16}" type="datetime1">
              <a:rPr lang="en-US" smtClean="0"/>
              <a:t>1/15/2025</a:t>
            </a:fld>
            <a:endParaRPr lang="en-US"/>
          </a:p>
        </p:txBody>
      </p:sp>
      <p:sp>
        <p:nvSpPr>
          <p:cNvPr id="5" name="Footer Placeholder 4">
            <a:extLst>
              <a:ext uri="{FF2B5EF4-FFF2-40B4-BE49-F238E27FC236}">
                <a16:creationId xmlns:a16="http://schemas.microsoft.com/office/drawing/2014/main" id="{C66941A8-2E0D-F7EE-3E88-751D5CCDB773}"/>
              </a:ext>
            </a:extLst>
          </p:cNvPr>
          <p:cNvSpPr>
            <a:spLocks noGrp="1"/>
          </p:cNvSpPr>
          <p:nvPr>
            <p:ph type="ftr" sz="quarter" idx="20"/>
          </p:nvPr>
        </p:nvSpPr>
        <p:spPr/>
        <p:txBody>
          <a:bodyPr/>
          <a:lstStyle/>
          <a:p>
            <a:r>
              <a:rPr lang="en-US"/>
              <a:t>CONFIDENTIAL</a:t>
            </a:r>
          </a:p>
        </p:txBody>
      </p:sp>
      <p:sp>
        <p:nvSpPr>
          <p:cNvPr id="6" name="Slide Number Placeholder 5">
            <a:extLst>
              <a:ext uri="{FF2B5EF4-FFF2-40B4-BE49-F238E27FC236}">
                <a16:creationId xmlns:a16="http://schemas.microsoft.com/office/drawing/2014/main" id="{1E45CA9D-3791-EFEC-8F47-18123B9E7D47}"/>
              </a:ext>
            </a:extLst>
          </p:cNvPr>
          <p:cNvSpPr>
            <a:spLocks noGrp="1"/>
          </p:cNvSpPr>
          <p:nvPr>
            <p:ph type="sldNum" sz="quarter" idx="21"/>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36131860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evice">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B315C9C-CCDB-2247-3B9F-1E5F89783DBE}"/>
              </a:ext>
            </a:extLst>
          </p:cNvPr>
          <p:cNvSpPr>
            <a:spLocks noGrp="1"/>
          </p:cNvSpPr>
          <p:nvPr>
            <p:ph type="title" hasCustomPrompt="1"/>
          </p:nvPr>
        </p:nvSpPr>
        <p:spPr>
          <a:xfrm>
            <a:off x="5550499" y="616693"/>
            <a:ext cx="5955702" cy="1188720"/>
          </a:xfrm>
        </p:spPr>
        <p:txBody>
          <a:bodyPr lIns="0" tIns="0" rIns="0" bIns="0"/>
          <a:lstStyle>
            <a:lvl1pPr>
              <a:defRPr sz="4000"/>
            </a:lvl1pPr>
          </a:lstStyle>
          <a:p>
            <a:r>
              <a:rPr lang="en-US"/>
              <a:t>Title Goes Here</a:t>
            </a:r>
          </a:p>
        </p:txBody>
      </p:sp>
      <p:sp>
        <p:nvSpPr>
          <p:cNvPr id="13" name="Subtitle 2">
            <a:extLst>
              <a:ext uri="{FF2B5EF4-FFF2-40B4-BE49-F238E27FC236}">
                <a16:creationId xmlns:a16="http://schemas.microsoft.com/office/drawing/2014/main" id="{3DC7443E-F434-9D06-185F-B2D867056088}"/>
              </a:ext>
            </a:extLst>
          </p:cNvPr>
          <p:cNvSpPr>
            <a:spLocks noGrp="1"/>
          </p:cNvSpPr>
          <p:nvPr>
            <p:ph type="subTitle" idx="14" hasCustomPrompt="1"/>
          </p:nvPr>
        </p:nvSpPr>
        <p:spPr>
          <a:xfrm>
            <a:off x="5550499" y="1874520"/>
            <a:ext cx="5955702" cy="293117"/>
          </a:xfrm>
        </p:spPr>
        <p:txBody>
          <a:bodyPr vert="horz" lIns="0" tIns="0" rIns="0" bIns="0" rtlCol="0">
            <a:noAutofit/>
          </a:bodyPr>
          <a:lstStyle>
            <a:lvl1pPr marL="0" indent="0">
              <a:buNone/>
              <a:defRPr lang="en-US" sz="2000" b="0" cap="all" baseline="0" dirty="0">
                <a:solidFill>
                  <a:schemeClr val="accent1">
                    <a:lumMod val="50000"/>
                  </a:schemeClr>
                </a:solidFill>
              </a:defRPr>
            </a:lvl1pPr>
          </a:lstStyle>
          <a:p>
            <a:pPr marL="228600" lvl="0" indent="-228600"/>
            <a:r>
              <a:rPr lang="en-US"/>
              <a:t>CLICK TO EDIT MASTER SUBTITLE STYLE</a:t>
            </a:r>
          </a:p>
        </p:txBody>
      </p:sp>
      <p:sp>
        <p:nvSpPr>
          <p:cNvPr id="7" name="Rectangle 6">
            <a:extLst>
              <a:ext uri="{FF2B5EF4-FFF2-40B4-BE49-F238E27FC236}">
                <a16:creationId xmlns:a16="http://schemas.microsoft.com/office/drawing/2014/main" id="{6BFD9499-C9DA-AA6E-6279-6C374DEF5197}"/>
              </a:ext>
            </a:extLst>
          </p:cNvPr>
          <p:cNvSpPr/>
          <p:nvPr userDrawn="1"/>
        </p:nvSpPr>
        <p:spPr>
          <a:xfrm>
            <a:off x="1216866" y="662838"/>
            <a:ext cx="3254602" cy="273229"/>
          </a:xfrm>
          <a:prstGeom prst="rect">
            <a:avLst/>
          </a:prstGeom>
          <a:solidFill>
            <a:schemeClr val="tx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pic>
        <p:nvPicPr>
          <p:cNvPr id="9" name="Picture 8">
            <a:extLst>
              <a:ext uri="{FF2B5EF4-FFF2-40B4-BE49-F238E27FC236}">
                <a16:creationId xmlns:a16="http://schemas.microsoft.com/office/drawing/2014/main" id="{2DE50CAA-95E2-06AC-A71F-7DA0A7D918BB}"/>
              </a:ext>
            </a:extLst>
          </p:cNvPr>
          <p:cNvPicPr>
            <a:picLocks noChangeAspect="1"/>
          </p:cNvPicPr>
          <p:nvPr userDrawn="1"/>
        </p:nvPicPr>
        <p:blipFill rotWithShape="1">
          <a:blip r:embed="rId2"/>
          <a:srcRect b="11579"/>
          <a:stretch/>
        </p:blipFill>
        <p:spPr>
          <a:xfrm>
            <a:off x="1036094" y="457200"/>
            <a:ext cx="3656623" cy="6400800"/>
          </a:xfrm>
          <a:prstGeom prst="rect">
            <a:avLst/>
          </a:prstGeom>
          <a:noFill/>
        </p:spPr>
      </p:pic>
      <p:sp>
        <p:nvSpPr>
          <p:cNvPr id="15" name="Content Placeholder 9">
            <a:extLst>
              <a:ext uri="{FF2B5EF4-FFF2-40B4-BE49-F238E27FC236}">
                <a16:creationId xmlns:a16="http://schemas.microsoft.com/office/drawing/2014/main" id="{3A12FC7B-D326-1E66-AB21-B47C92F863C0}"/>
              </a:ext>
            </a:extLst>
          </p:cNvPr>
          <p:cNvSpPr>
            <a:spLocks noGrp="1"/>
          </p:cNvSpPr>
          <p:nvPr>
            <p:ph sz="quarter" idx="15" hasCustomPrompt="1"/>
          </p:nvPr>
        </p:nvSpPr>
        <p:spPr>
          <a:xfrm>
            <a:off x="1286337" y="936067"/>
            <a:ext cx="3157816" cy="5921932"/>
          </a:xfrm>
          <a:solidFill>
            <a:schemeClr val="bg1">
              <a:lumMod val="75000"/>
            </a:schemeClr>
          </a:solidFill>
        </p:spPr>
        <p:txBody>
          <a:bodyPr anchor="ctr"/>
          <a:lstStyle>
            <a:lvl1pPr marL="0" indent="0" algn="ctr">
              <a:buNone/>
              <a:defRPr sz="2000"/>
            </a:lvl1pPr>
          </a:lstStyle>
          <a:p>
            <a:pPr lvl="0"/>
            <a:r>
              <a:rPr lang="en-US"/>
              <a:t>Click to add </a:t>
            </a:r>
            <a:br>
              <a:rPr lang="en-US"/>
            </a:br>
            <a:r>
              <a:rPr lang="en-US"/>
              <a:t>image or video</a:t>
            </a:r>
          </a:p>
        </p:txBody>
      </p:sp>
      <p:sp>
        <p:nvSpPr>
          <p:cNvPr id="14" name="Content Placeholder 13">
            <a:extLst>
              <a:ext uri="{FF2B5EF4-FFF2-40B4-BE49-F238E27FC236}">
                <a16:creationId xmlns:a16="http://schemas.microsoft.com/office/drawing/2014/main" id="{93DCDF15-06D5-723B-2FE7-286F29E052F2}"/>
              </a:ext>
            </a:extLst>
          </p:cNvPr>
          <p:cNvSpPr>
            <a:spLocks noGrp="1"/>
          </p:cNvSpPr>
          <p:nvPr>
            <p:ph sz="quarter" idx="19"/>
          </p:nvPr>
        </p:nvSpPr>
        <p:spPr>
          <a:xfrm>
            <a:off x="5550499" y="3200400"/>
            <a:ext cx="5955702" cy="3017520"/>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9489015-9CBA-1B5D-E78D-F55949B2963F}"/>
              </a:ext>
            </a:extLst>
          </p:cNvPr>
          <p:cNvSpPr>
            <a:spLocks noGrp="1"/>
          </p:cNvSpPr>
          <p:nvPr>
            <p:ph type="dt" sz="half" idx="20"/>
          </p:nvPr>
        </p:nvSpPr>
        <p:spPr/>
        <p:txBody>
          <a:bodyPr/>
          <a:lstStyle/>
          <a:p>
            <a:fld id="{228D026D-C07B-48C8-8C2B-C561E4D51E16}" type="datetime1">
              <a:rPr lang="en-US" smtClean="0"/>
              <a:t>1/15/2025</a:t>
            </a:fld>
            <a:endParaRPr lang="en-US"/>
          </a:p>
        </p:txBody>
      </p:sp>
      <p:sp>
        <p:nvSpPr>
          <p:cNvPr id="6" name="Footer Placeholder 5">
            <a:extLst>
              <a:ext uri="{FF2B5EF4-FFF2-40B4-BE49-F238E27FC236}">
                <a16:creationId xmlns:a16="http://schemas.microsoft.com/office/drawing/2014/main" id="{8AB01CE8-4B41-75FF-DEB5-B636021CE092}"/>
              </a:ext>
            </a:extLst>
          </p:cNvPr>
          <p:cNvSpPr>
            <a:spLocks noGrp="1"/>
          </p:cNvSpPr>
          <p:nvPr>
            <p:ph type="ftr" sz="quarter" idx="21"/>
          </p:nvPr>
        </p:nvSpPr>
        <p:spPr/>
        <p:txBody>
          <a:bodyPr/>
          <a:lstStyle/>
          <a:p>
            <a:r>
              <a:rPr lang="en-US"/>
              <a:t>CONFIDENTIAL</a:t>
            </a:r>
          </a:p>
        </p:txBody>
      </p:sp>
      <p:sp>
        <p:nvSpPr>
          <p:cNvPr id="8" name="Slide Number Placeholder 7">
            <a:extLst>
              <a:ext uri="{FF2B5EF4-FFF2-40B4-BE49-F238E27FC236}">
                <a16:creationId xmlns:a16="http://schemas.microsoft.com/office/drawing/2014/main" id="{AF5B5605-B167-E94F-F99B-9098F0AFF668}"/>
              </a:ext>
            </a:extLst>
          </p:cNvPr>
          <p:cNvSpPr>
            <a:spLocks noGrp="1"/>
          </p:cNvSpPr>
          <p:nvPr>
            <p:ph type="sldNum" sz="quarter" idx="22"/>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29263518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evic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B3C3F-A771-EED2-6857-E02099E5B092}"/>
              </a:ext>
            </a:extLst>
          </p:cNvPr>
          <p:cNvSpPr>
            <a:spLocks noGrp="1"/>
          </p:cNvSpPr>
          <p:nvPr>
            <p:ph type="title" hasCustomPrompt="1"/>
          </p:nvPr>
        </p:nvSpPr>
        <p:spPr>
          <a:xfrm>
            <a:off x="6765223" y="616693"/>
            <a:ext cx="4740977" cy="1188720"/>
          </a:xfrm>
        </p:spPr>
        <p:txBody>
          <a:bodyPr lIns="0" tIns="0" rIns="0" bIns="0"/>
          <a:lstStyle>
            <a:lvl1pPr marL="0" indent="0">
              <a:buFont typeface="IBM Plex Sans" panose="020B0503050203000203" pitchFamily="34" charset="0"/>
              <a:buNone/>
              <a:defRPr lang="en-US" sz="4000" b="1" kern="1200" cap="none" baseline="0" dirty="0">
                <a:solidFill>
                  <a:schemeClr val="accent1">
                    <a:lumMod val="50000"/>
                  </a:schemeClr>
                </a:solidFill>
                <a:latin typeface="+mj-lt"/>
                <a:ea typeface="+mj-ea"/>
                <a:cs typeface="+mj-cs"/>
              </a:defRPr>
            </a:lvl1pPr>
          </a:lstStyle>
          <a:p>
            <a:r>
              <a:rPr lang="en-US"/>
              <a:t>Title Goes Here</a:t>
            </a:r>
          </a:p>
        </p:txBody>
      </p:sp>
      <p:sp>
        <p:nvSpPr>
          <p:cNvPr id="6" name="Subtitle 2">
            <a:extLst>
              <a:ext uri="{FF2B5EF4-FFF2-40B4-BE49-F238E27FC236}">
                <a16:creationId xmlns:a16="http://schemas.microsoft.com/office/drawing/2014/main" id="{A2625E43-5BF1-FD2F-F6DC-D00BC056CFE1}"/>
              </a:ext>
            </a:extLst>
          </p:cNvPr>
          <p:cNvSpPr>
            <a:spLocks noGrp="1"/>
          </p:cNvSpPr>
          <p:nvPr>
            <p:ph type="subTitle" idx="14" hasCustomPrompt="1"/>
          </p:nvPr>
        </p:nvSpPr>
        <p:spPr>
          <a:xfrm>
            <a:off x="6765223" y="1874520"/>
            <a:ext cx="4740978" cy="293117"/>
          </a:xfrm>
        </p:spPr>
        <p:txBody>
          <a:bodyPr vert="horz" lIns="0" tIns="0" rIns="0" bIns="0" rtlCol="0">
            <a:noAutofit/>
          </a:bodyPr>
          <a:lstStyle>
            <a:lvl1pPr marL="0" indent="0">
              <a:buNone/>
              <a:defRPr lang="en-US" sz="2000" b="0" cap="all" baseline="0" dirty="0">
                <a:solidFill>
                  <a:schemeClr val="accent1">
                    <a:lumMod val="50000"/>
                  </a:schemeClr>
                </a:solidFill>
              </a:defRPr>
            </a:lvl1pPr>
          </a:lstStyle>
          <a:p>
            <a:pPr marL="228600" lvl="0" indent="-228600"/>
            <a:r>
              <a:rPr lang="en-US"/>
              <a:t>CLICK TO EDIT MASTER SUBTITLE</a:t>
            </a:r>
          </a:p>
        </p:txBody>
      </p:sp>
      <p:pic>
        <p:nvPicPr>
          <p:cNvPr id="5" name="Picture 4">
            <a:extLst>
              <a:ext uri="{FF2B5EF4-FFF2-40B4-BE49-F238E27FC236}">
                <a16:creationId xmlns:a16="http://schemas.microsoft.com/office/drawing/2014/main" id="{FFA828C9-5EC5-9288-B6E2-A03B389A99B7}"/>
              </a:ext>
            </a:extLst>
          </p:cNvPr>
          <p:cNvPicPr>
            <a:picLocks noChangeAspect="1"/>
          </p:cNvPicPr>
          <p:nvPr userDrawn="1"/>
        </p:nvPicPr>
        <p:blipFill rotWithShape="1">
          <a:blip r:embed="rId2"/>
          <a:srcRect l="25218" t="4088" r="6471" b="16512"/>
          <a:stretch/>
        </p:blipFill>
        <p:spPr>
          <a:xfrm>
            <a:off x="0" y="553171"/>
            <a:ext cx="6442440" cy="6304829"/>
          </a:xfrm>
          <a:prstGeom prst="rect">
            <a:avLst/>
          </a:prstGeom>
        </p:spPr>
      </p:pic>
      <p:sp>
        <p:nvSpPr>
          <p:cNvPr id="9" name="Content Placeholder 8">
            <a:extLst>
              <a:ext uri="{FF2B5EF4-FFF2-40B4-BE49-F238E27FC236}">
                <a16:creationId xmlns:a16="http://schemas.microsoft.com/office/drawing/2014/main" id="{F75640B4-E538-C367-4581-6156E3BB994A}"/>
              </a:ext>
            </a:extLst>
          </p:cNvPr>
          <p:cNvSpPr>
            <a:spLocks noGrp="1"/>
          </p:cNvSpPr>
          <p:nvPr>
            <p:ph sz="quarter" idx="16" hasCustomPrompt="1"/>
          </p:nvPr>
        </p:nvSpPr>
        <p:spPr>
          <a:xfrm>
            <a:off x="0" y="1209672"/>
            <a:ext cx="6038850" cy="4043366"/>
          </a:xfrm>
          <a:solidFill>
            <a:schemeClr val="bg1">
              <a:lumMod val="75000"/>
            </a:schemeClr>
          </a:solidFill>
        </p:spPr>
        <p:txBody>
          <a:bodyPr anchor="ctr"/>
          <a:lstStyle>
            <a:lvl1pPr marL="0" indent="0" algn="ctr">
              <a:buNone/>
              <a:defRPr/>
            </a:lvl1pPr>
          </a:lstStyle>
          <a:p>
            <a:pPr lvl="0"/>
            <a:r>
              <a:rPr lang="en-US"/>
              <a:t>Click to add </a:t>
            </a:r>
            <a:br>
              <a:rPr lang="en-US"/>
            </a:br>
            <a:r>
              <a:rPr lang="en-US"/>
              <a:t>image or video</a:t>
            </a:r>
          </a:p>
        </p:txBody>
      </p:sp>
      <p:sp>
        <p:nvSpPr>
          <p:cNvPr id="13" name="Content Placeholder 12">
            <a:extLst>
              <a:ext uri="{FF2B5EF4-FFF2-40B4-BE49-F238E27FC236}">
                <a16:creationId xmlns:a16="http://schemas.microsoft.com/office/drawing/2014/main" id="{5EA4375F-1E91-C28A-D7E5-232257B0BA98}"/>
              </a:ext>
            </a:extLst>
          </p:cNvPr>
          <p:cNvSpPr>
            <a:spLocks noGrp="1"/>
          </p:cNvSpPr>
          <p:nvPr>
            <p:ph sz="quarter" idx="20"/>
          </p:nvPr>
        </p:nvSpPr>
        <p:spPr>
          <a:xfrm>
            <a:off x="6765223" y="2507529"/>
            <a:ext cx="4740978" cy="3710391"/>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54012F32-6EE0-CAFD-FEC4-AB1162F8443A}"/>
              </a:ext>
            </a:extLst>
          </p:cNvPr>
          <p:cNvSpPr>
            <a:spLocks noGrp="1"/>
          </p:cNvSpPr>
          <p:nvPr>
            <p:ph type="dt" sz="half" idx="21"/>
          </p:nvPr>
        </p:nvSpPr>
        <p:spPr/>
        <p:txBody>
          <a:bodyPr/>
          <a:lstStyle/>
          <a:p>
            <a:fld id="{228D026D-C07B-48C8-8C2B-C561E4D51E16}" type="datetime1">
              <a:rPr lang="en-US" smtClean="0"/>
              <a:t>1/15/2025</a:t>
            </a:fld>
            <a:endParaRPr lang="en-US"/>
          </a:p>
        </p:txBody>
      </p:sp>
      <p:sp>
        <p:nvSpPr>
          <p:cNvPr id="10" name="Footer Placeholder 9">
            <a:extLst>
              <a:ext uri="{FF2B5EF4-FFF2-40B4-BE49-F238E27FC236}">
                <a16:creationId xmlns:a16="http://schemas.microsoft.com/office/drawing/2014/main" id="{F6630292-EA74-B8C0-FCA8-166B143908CF}"/>
              </a:ext>
            </a:extLst>
          </p:cNvPr>
          <p:cNvSpPr>
            <a:spLocks noGrp="1"/>
          </p:cNvSpPr>
          <p:nvPr>
            <p:ph type="ftr" sz="quarter" idx="22"/>
          </p:nvPr>
        </p:nvSpPr>
        <p:spPr/>
        <p:txBody>
          <a:bodyPr/>
          <a:lstStyle/>
          <a:p>
            <a:r>
              <a:rPr lang="en-US"/>
              <a:t>CONFIDENTIAL</a:t>
            </a:r>
          </a:p>
        </p:txBody>
      </p:sp>
      <p:sp>
        <p:nvSpPr>
          <p:cNvPr id="11" name="Slide Number Placeholder 10">
            <a:extLst>
              <a:ext uri="{FF2B5EF4-FFF2-40B4-BE49-F238E27FC236}">
                <a16:creationId xmlns:a16="http://schemas.microsoft.com/office/drawing/2014/main" id="{3B06D116-0972-9E81-4E91-6C9409CD0E80}"/>
              </a:ext>
            </a:extLst>
          </p:cNvPr>
          <p:cNvSpPr>
            <a:spLocks noGrp="1"/>
          </p:cNvSpPr>
          <p:nvPr>
            <p:ph type="sldNum" sz="quarter" idx="23"/>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8683921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evices">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C22C79A9-5E0F-2D9B-48B8-93F52AEB8C30}"/>
              </a:ext>
            </a:extLst>
          </p:cNvPr>
          <p:cNvSpPr/>
          <p:nvPr userDrawn="1"/>
        </p:nvSpPr>
        <p:spPr>
          <a:xfrm>
            <a:off x="6919985" y="2020174"/>
            <a:ext cx="2471539" cy="227578"/>
          </a:xfrm>
          <a:prstGeom prst="rect">
            <a:avLst/>
          </a:prstGeom>
          <a:solidFill>
            <a:schemeClr val="tx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pic>
        <p:nvPicPr>
          <p:cNvPr id="19" name="Picture 18">
            <a:extLst>
              <a:ext uri="{FF2B5EF4-FFF2-40B4-BE49-F238E27FC236}">
                <a16:creationId xmlns:a16="http://schemas.microsoft.com/office/drawing/2014/main" id="{B4AAECE5-BE0E-F77B-7245-F66981C85236}"/>
              </a:ext>
            </a:extLst>
          </p:cNvPr>
          <p:cNvPicPr>
            <a:picLocks noChangeAspect="1"/>
          </p:cNvPicPr>
          <p:nvPr userDrawn="1"/>
        </p:nvPicPr>
        <p:blipFill rotWithShape="1">
          <a:blip r:embed="rId2"/>
          <a:srcRect b="9645"/>
          <a:stretch/>
        </p:blipFill>
        <p:spPr>
          <a:xfrm>
            <a:off x="6760370" y="1890912"/>
            <a:ext cx="2776834" cy="4967088"/>
          </a:xfrm>
          <a:prstGeom prst="rect">
            <a:avLst/>
          </a:prstGeom>
        </p:spPr>
      </p:pic>
      <p:sp>
        <p:nvSpPr>
          <p:cNvPr id="17" name="Content Placeholder 9">
            <a:extLst>
              <a:ext uri="{FF2B5EF4-FFF2-40B4-BE49-F238E27FC236}">
                <a16:creationId xmlns:a16="http://schemas.microsoft.com/office/drawing/2014/main" id="{642B7814-D2D8-7223-29EB-819AFFBB3A9F}"/>
              </a:ext>
            </a:extLst>
          </p:cNvPr>
          <p:cNvSpPr>
            <a:spLocks noGrp="1"/>
          </p:cNvSpPr>
          <p:nvPr>
            <p:ph sz="quarter" idx="16" hasCustomPrompt="1"/>
          </p:nvPr>
        </p:nvSpPr>
        <p:spPr>
          <a:xfrm>
            <a:off x="6955276" y="2247754"/>
            <a:ext cx="2391482" cy="4610246"/>
          </a:xfrm>
          <a:solidFill>
            <a:schemeClr val="bg1">
              <a:lumMod val="75000"/>
            </a:schemeClr>
          </a:solidFill>
        </p:spPr>
        <p:txBody>
          <a:bodyPr anchor="ctr"/>
          <a:lstStyle>
            <a:lvl1pPr marL="0" indent="0" algn="ctr">
              <a:buNone/>
              <a:defRPr sz="2000"/>
            </a:lvl1pPr>
          </a:lstStyle>
          <a:p>
            <a:pPr lvl="0"/>
            <a:r>
              <a:rPr lang="en-US"/>
              <a:t>Click to add </a:t>
            </a:r>
            <a:br>
              <a:rPr lang="en-US"/>
            </a:br>
            <a:r>
              <a:rPr lang="en-US"/>
              <a:t>image or video</a:t>
            </a:r>
          </a:p>
        </p:txBody>
      </p:sp>
      <p:sp>
        <p:nvSpPr>
          <p:cNvPr id="4" name="Rectangle 3">
            <a:extLst>
              <a:ext uri="{FF2B5EF4-FFF2-40B4-BE49-F238E27FC236}">
                <a16:creationId xmlns:a16="http://schemas.microsoft.com/office/drawing/2014/main" id="{521F1EAD-68B8-E30F-F846-DF73DBE6C902}"/>
              </a:ext>
            </a:extLst>
          </p:cNvPr>
          <p:cNvSpPr/>
          <p:nvPr userDrawn="1"/>
        </p:nvSpPr>
        <p:spPr>
          <a:xfrm>
            <a:off x="2922714" y="2020172"/>
            <a:ext cx="2471539" cy="227578"/>
          </a:xfrm>
          <a:prstGeom prst="rect">
            <a:avLst/>
          </a:prstGeom>
          <a:solidFill>
            <a:schemeClr val="tx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pic>
        <p:nvPicPr>
          <p:cNvPr id="11" name="Picture 10">
            <a:extLst>
              <a:ext uri="{FF2B5EF4-FFF2-40B4-BE49-F238E27FC236}">
                <a16:creationId xmlns:a16="http://schemas.microsoft.com/office/drawing/2014/main" id="{0C332574-8D10-9AF3-9093-EBCB26DD90B6}"/>
              </a:ext>
            </a:extLst>
          </p:cNvPr>
          <p:cNvPicPr>
            <a:picLocks noChangeAspect="1"/>
          </p:cNvPicPr>
          <p:nvPr userDrawn="1"/>
        </p:nvPicPr>
        <p:blipFill rotWithShape="1">
          <a:blip r:embed="rId2"/>
          <a:srcRect b="9645"/>
          <a:stretch/>
        </p:blipFill>
        <p:spPr>
          <a:xfrm>
            <a:off x="2763099" y="1890910"/>
            <a:ext cx="2776834" cy="4967090"/>
          </a:xfrm>
          <a:prstGeom prst="rect">
            <a:avLst/>
          </a:prstGeom>
        </p:spPr>
      </p:pic>
      <p:sp>
        <p:nvSpPr>
          <p:cNvPr id="12" name="Content Placeholder 9">
            <a:extLst>
              <a:ext uri="{FF2B5EF4-FFF2-40B4-BE49-F238E27FC236}">
                <a16:creationId xmlns:a16="http://schemas.microsoft.com/office/drawing/2014/main" id="{798D3975-5C9D-EFCF-A3CA-63670CEE6A7C}"/>
              </a:ext>
            </a:extLst>
          </p:cNvPr>
          <p:cNvSpPr>
            <a:spLocks noGrp="1"/>
          </p:cNvSpPr>
          <p:nvPr>
            <p:ph sz="quarter" idx="17" hasCustomPrompt="1"/>
          </p:nvPr>
        </p:nvSpPr>
        <p:spPr>
          <a:xfrm>
            <a:off x="2958005" y="2247752"/>
            <a:ext cx="2391482" cy="4610248"/>
          </a:xfrm>
          <a:solidFill>
            <a:schemeClr val="bg1">
              <a:lumMod val="75000"/>
            </a:schemeClr>
          </a:solidFill>
        </p:spPr>
        <p:txBody>
          <a:bodyPr anchor="ctr"/>
          <a:lstStyle>
            <a:lvl1pPr marL="0" indent="0" algn="ctr">
              <a:buNone/>
              <a:defRPr sz="2000"/>
            </a:lvl1pPr>
          </a:lstStyle>
          <a:p>
            <a:pPr lvl="0"/>
            <a:r>
              <a:rPr lang="en-US"/>
              <a:t>Click to add </a:t>
            </a:r>
            <a:br>
              <a:rPr lang="en-US"/>
            </a:br>
            <a:r>
              <a:rPr lang="en-US"/>
              <a:t>image or video</a:t>
            </a:r>
          </a:p>
        </p:txBody>
      </p:sp>
      <p:sp>
        <p:nvSpPr>
          <p:cNvPr id="3" name="Date Placeholder 2">
            <a:extLst>
              <a:ext uri="{FF2B5EF4-FFF2-40B4-BE49-F238E27FC236}">
                <a16:creationId xmlns:a16="http://schemas.microsoft.com/office/drawing/2014/main" id="{34CA2612-05F3-4A38-B595-60B89FF9523F}"/>
              </a:ext>
            </a:extLst>
          </p:cNvPr>
          <p:cNvSpPr>
            <a:spLocks noGrp="1"/>
          </p:cNvSpPr>
          <p:nvPr>
            <p:ph type="dt" sz="half" idx="18"/>
          </p:nvPr>
        </p:nvSpPr>
        <p:spPr/>
        <p:txBody>
          <a:bodyPr/>
          <a:lstStyle/>
          <a:p>
            <a:fld id="{228D026D-C07B-48C8-8C2B-C561E4D51E16}" type="datetime1">
              <a:rPr lang="en-US" smtClean="0"/>
              <a:t>1/15/2025</a:t>
            </a:fld>
            <a:endParaRPr lang="en-US"/>
          </a:p>
        </p:txBody>
      </p:sp>
      <p:sp>
        <p:nvSpPr>
          <p:cNvPr id="5" name="Footer Placeholder 4">
            <a:extLst>
              <a:ext uri="{FF2B5EF4-FFF2-40B4-BE49-F238E27FC236}">
                <a16:creationId xmlns:a16="http://schemas.microsoft.com/office/drawing/2014/main" id="{6486B8C5-6089-CF14-86C4-D117A5BCC301}"/>
              </a:ext>
            </a:extLst>
          </p:cNvPr>
          <p:cNvSpPr>
            <a:spLocks noGrp="1"/>
          </p:cNvSpPr>
          <p:nvPr>
            <p:ph type="ftr" sz="quarter" idx="19"/>
          </p:nvPr>
        </p:nvSpPr>
        <p:spPr/>
        <p:txBody>
          <a:bodyPr/>
          <a:lstStyle/>
          <a:p>
            <a:r>
              <a:rPr lang="en-US"/>
              <a:t>CONFIDENTIAL</a:t>
            </a:r>
          </a:p>
        </p:txBody>
      </p:sp>
      <p:sp>
        <p:nvSpPr>
          <p:cNvPr id="8" name="Slide Number Placeholder 7">
            <a:extLst>
              <a:ext uri="{FF2B5EF4-FFF2-40B4-BE49-F238E27FC236}">
                <a16:creationId xmlns:a16="http://schemas.microsoft.com/office/drawing/2014/main" id="{5EA89FBB-727D-08A9-ECCC-891CD51ED316}"/>
              </a:ext>
            </a:extLst>
          </p:cNvPr>
          <p:cNvSpPr>
            <a:spLocks noGrp="1"/>
          </p:cNvSpPr>
          <p:nvPr>
            <p:ph type="sldNum" sz="quarter" idx="20"/>
          </p:nvPr>
        </p:nvSpPr>
        <p:spPr/>
        <p:txBody>
          <a:bodyPr/>
          <a:lstStyle/>
          <a:p>
            <a:fld id="{4F90343F-D056-4E24-BE3D-A305BDC1A23E}" type="slidenum">
              <a:rPr lang="en-US" smtClean="0"/>
              <a:pPr/>
              <a:t>‹#›</a:t>
            </a:fld>
            <a:endParaRPr lang="en-US"/>
          </a:p>
        </p:txBody>
      </p:sp>
      <p:sp>
        <p:nvSpPr>
          <p:cNvPr id="6" name="Title 5">
            <a:extLst>
              <a:ext uri="{FF2B5EF4-FFF2-40B4-BE49-F238E27FC236}">
                <a16:creationId xmlns:a16="http://schemas.microsoft.com/office/drawing/2014/main" id="{D2A4A058-F0F8-453E-5CA5-D89E4BA4DD3B}"/>
              </a:ext>
            </a:extLst>
          </p:cNvPr>
          <p:cNvSpPr>
            <a:spLocks noGrp="1"/>
          </p:cNvSpPr>
          <p:nvPr>
            <p:ph type="title" hasCustomPrompt="1"/>
          </p:nvPr>
        </p:nvSpPr>
        <p:spPr/>
        <p:txBody>
          <a:bodyPr/>
          <a:lstStyle/>
          <a:p>
            <a:r>
              <a:rPr lang="en-US"/>
              <a:t>Title Goes Here</a:t>
            </a:r>
            <a:br>
              <a:rPr lang="en-US"/>
            </a:br>
            <a:r>
              <a:rPr lang="en-US"/>
              <a:t>Titles Are IBM Sans Plex Bold 36pt Font</a:t>
            </a:r>
          </a:p>
        </p:txBody>
      </p:sp>
    </p:spTree>
    <p:extLst>
      <p:ext uri="{BB962C8B-B14F-4D97-AF65-F5344CB8AC3E}">
        <p14:creationId xmlns:p14="http://schemas.microsoft.com/office/powerpoint/2010/main" val="4186619653"/>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evices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EB3122A-7232-8134-5B7E-76F61BB95C27}"/>
              </a:ext>
            </a:extLst>
          </p:cNvPr>
          <p:cNvSpPr/>
          <p:nvPr userDrawn="1"/>
        </p:nvSpPr>
        <p:spPr>
          <a:xfrm>
            <a:off x="8050620" y="662838"/>
            <a:ext cx="3254602" cy="273229"/>
          </a:xfrm>
          <a:prstGeom prst="rect">
            <a:avLst/>
          </a:prstGeom>
          <a:solidFill>
            <a:schemeClr val="tx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pic>
        <p:nvPicPr>
          <p:cNvPr id="13" name="Picture 12">
            <a:extLst>
              <a:ext uri="{FF2B5EF4-FFF2-40B4-BE49-F238E27FC236}">
                <a16:creationId xmlns:a16="http://schemas.microsoft.com/office/drawing/2014/main" id="{B9FEE055-ECC1-E9CA-244D-DB54D5CA7411}"/>
              </a:ext>
            </a:extLst>
          </p:cNvPr>
          <p:cNvPicPr>
            <a:picLocks noChangeAspect="1"/>
          </p:cNvPicPr>
          <p:nvPr userDrawn="1"/>
        </p:nvPicPr>
        <p:blipFill rotWithShape="1">
          <a:blip r:embed="rId2"/>
          <a:srcRect b="11579"/>
          <a:stretch/>
        </p:blipFill>
        <p:spPr>
          <a:xfrm>
            <a:off x="7840499" y="457200"/>
            <a:ext cx="3656623" cy="6400800"/>
          </a:xfrm>
          <a:prstGeom prst="rect">
            <a:avLst/>
          </a:prstGeom>
          <a:noFill/>
        </p:spPr>
      </p:pic>
      <p:pic>
        <p:nvPicPr>
          <p:cNvPr id="15" name="Picture 14">
            <a:extLst>
              <a:ext uri="{FF2B5EF4-FFF2-40B4-BE49-F238E27FC236}">
                <a16:creationId xmlns:a16="http://schemas.microsoft.com/office/drawing/2014/main" id="{F2DA65E9-4AAA-3A64-C568-A4E85702672A}"/>
              </a:ext>
            </a:extLst>
          </p:cNvPr>
          <p:cNvPicPr>
            <a:picLocks noChangeAspect="1"/>
          </p:cNvPicPr>
          <p:nvPr userDrawn="1"/>
        </p:nvPicPr>
        <p:blipFill rotWithShape="1">
          <a:blip r:embed="rId3"/>
          <a:srcRect l="17600" t="4006" r="6342" b="14778"/>
          <a:stretch/>
        </p:blipFill>
        <p:spPr>
          <a:xfrm>
            <a:off x="0" y="277405"/>
            <a:ext cx="7319389" cy="6580595"/>
          </a:xfrm>
          <a:prstGeom prst="rect">
            <a:avLst/>
          </a:prstGeom>
        </p:spPr>
      </p:pic>
      <p:sp>
        <p:nvSpPr>
          <p:cNvPr id="11" name="Content Placeholder 9">
            <a:extLst>
              <a:ext uri="{FF2B5EF4-FFF2-40B4-BE49-F238E27FC236}">
                <a16:creationId xmlns:a16="http://schemas.microsoft.com/office/drawing/2014/main" id="{E4360432-E4BE-7582-A0C6-10F7F7780932}"/>
              </a:ext>
            </a:extLst>
          </p:cNvPr>
          <p:cNvSpPr>
            <a:spLocks noGrp="1"/>
          </p:cNvSpPr>
          <p:nvPr>
            <p:ph sz="quarter" idx="15" hasCustomPrompt="1"/>
          </p:nvPr>
        </p:nvSpPr>
        <p:spPr>
          <a:xfrm>
            <a:off x="8090742" y="936067"/>
            <a:ext cx="3157816" cy="5921932"/>
          </a:xfrm>
          <a:solidFill>
            <a:schemeClr val="bg1">
              <a:lumMod val="75000"/>
            </a:schemeClr>
          </a:solidFill>
        </p:spPr>
        <p:txBody>
          <a:bodyPr anchor="ctr"/>
          <a:lstStyle>
            <a:lvl1pPr marL="0" indent="0" algn="ctr">
              <a:buNone/>
              <a:defRPr sz="2000"/>
            </a:lvl1pPr>
          </a:lstStyle>
          <a:p>
            <a:pPr lvl="0"/>
            <a:r>
              <a:rPr lang="en-US"/>
              <a:t>Click to add </a:t>
            </a:r>
            <a:br>
              <a:rPr lang="en-US"/>
            </a:br>
            <a:r>
              <a:rPr lang="en-US"/>
              <a:t>image or video</a:t>
            </a:r>
          </a:p>
        </p:txBody>
      </p:sp>
      <p:sp>
        <p:nvSpPr>
          <p:cNvPr id="17" name="Content Placeholder 16">
            <a:extLst>
              <a:ext uri="{FF2B5EF4-FFF2-40B4-BE49-F238E27FC236}">
                <a16:creationId xmlns:a16="http://schemas.microsoft.com/office/drawing/2014/main" id="{E590EF3E-2B16-707D-F913-0F58A3EA093B}"/>
              </a:ext>
            </a:extLst>
          </p:cNvPr>
          <p:cNvSpPr>
            <a:spLocks noGrp="1"/>
          </p:cNvSpPr>
          <p:nvPr>
            <p:ph sz="quarter" idx="16" hasCustomPrompt="1"/>
          </p:nvPr>
        </p:nvSpPr>
        <p:spPr>
          <a:xfrm>
            <a:off x="-8461" y="936067"/>
            <a:ext cx="6888561" cy="4143933"/>
          </a:xfrm>
          <a:solidFill>
            <a:schemeClr val="bg1">
              <a:lumMod val="75000"/>
            </a:schemeClr>
          </a:solidFill>
        </p:spPr>
        <p:txBody>
          <a:bodyPr anchor="ctr"/>
          <a:lstStyle>
            <a:lvl1pPr marL="0" indent="0" algn="ctr">
              <a:buNone/>
              <a:defRPr/>
            </a:lvl1pPr>
          </a:lstStyle>
          <a:p>
            <a:pPr lvl="0"/>
            <a:r>
              <a:rPr lang="en-US"/>
              <a:t>Click to add image or video</a:t>
            </a:r>
          </a:p>
        </p:txBody>
      </p:sp>
      <p:sp>
        <p:nvSpPr>
          <p:cNvPr id="2" name="Date Placeholder 1">
            <a:extLst>
              <a:ext uri="{FF2B5EF4-FFF2-40B4-BE49-F238E27FC236}">
                <a16:creationId xmlns:a16="http://schemas.microsoft.com/office/drawing/2014/main" id="{CEFB332F-D17B-D155-3465-AE27A6B022EC}"/>
              </a:ext>
            </a:extLst>
          </p:cNvPr>
          <p:cNvSpPr>
            <a:spLocks noGrp="1"/>
          </p:cNvSpPr>
          <p:nvPr>
            <p:ph type="dt" sz="half" idx="17"/>
          </p:nvPr>
        </p:nvSpPr>
        <p:spPr/>
        <p:txBody>
          <a:bodyPr/>
          <a:lstStyle/>
          <a:p>
            <a:fld id="{228D026D-C07B-48C8-8C2B-C561E4D51E16}" type="datetime1">
              <a:rPr lang="en-US" smtClean="0"/>
              <a:t>1/15/2025</a:t>
            </a:fld>
            <a:endParaRPr lang="en-US"/>
          </a:p>
        </p:txBody>
      </p:sp>
      <p:sp>
        <p:nvSpPr>
          <p:cNvPr id="3" name="Footer Placeholder 2">
            <a:extLst>
              <a:ext uri="{FF2B5EF4-FFF2-40B4-BE49-F238E27FC236}">
                <a16:creationId xmlns:a16="http://schemas.microsoft.com/office/drawing/2014/main" id="{8ED596C7-54F3-C54B-8A2C-892DE41ED459}"/>
              </a:ext>
            </a:extLst>
          </p:cNvPr>
          <p:cNvSpPr>
            <a:spLocks noGrp="1"/>
          </p:cNvSpPr>
          <p:nvPr>
            <p:ph type="ftr" sz="quarter" idx="18"/>
          </p:nvPr>
        </p:nvSpPr>
        <p:spPr/>
        <p:txBody>
          <a:bodyPr/>
          <a:lstStyle/>
          <a:p>
            <a:r>
              <a:rPr lang="en-US"/>
              <a:t>CONFIDENTIAL</a:t>
            </a:r>
          </a:p>
        </p:txBody>
      </p:sp>
      <p:sp>
        <p:nvSpPr>
          <p:cNvPr id="4" name="Slide Number Placeholder 3">
            <a:extLst>
              <a:ext uri="{FF2B5EF4-FFF2-40B4-BE49-F238E27FC236}">
                <a16:creationId xmlns:a16="http://schemas.microsoft.com/office/drawing/2014/main" id="{1DB154AF-40F4-354B-D8BE-2C6DB7CDD7F2}"/>
              </a:ext>
            </a:extLst>
          </p:cNvPr>
          <p:cNvSpPr>
            <a:spLocks noGrp="1"/>
          </p:cNvSpPr>
          <p:nvPr>
            <p:ph type="sldNum" sz="quarter" idx="19"/>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97042506"/>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966790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Date Placeholder 5">
            <a:extLst>
              <a:ext uri="{FF2B5EF4-FFF2-40B4-BE49-F238E27FC236}">
                <a16:creationId xmlns:a16="http://schemas.microsoft.com/office/drawing/2014/main" id="{0403400F-5126-18F0-EF54-D4DAA44A265A}"/>
              </a:ext>
            </a:extLst>
          </p:cNvPr>
          <p:cNvSpPr>
            <a:spLocks noGrp="1"/>
          </p:cNvSpPr>
          <p:nvPr>
            <p:ph type="dt" sz="half" idx="10"/>
          </p:nvPr>
        </p:nvSpPr>
        <p:spPr/>
        <p:txBody>
          <a:bodyPr/>
          <a:lstStyle/>
          <a:p>
            <a:fld id="{228D026D-C07B-48C8-8C2B-C561E4D51E16}" type="datetime1">
              <a:rPr lang="en-US" smtClean="0"/>
              <a:t>1/15/2025</a:t>
            </a:fld>
            <a:endParaRPr lang="en-US"/>
          </a:p>
        </p:txBody>
      </p:sp>
      <p:sp>
        <p:nvSpPr>
          <p:cNvPr id="7" name="Footer Placeholder 6">
            <a:extLst>
              <a:ext uri="{FF2B5EF4-FFF2-40B4-BE49-F238E27FC236}">
                <a16:creationId xmlns:a16="http://schemas.microsoft.com/office/drawing/2014/main" id="{C056D92E-73D7-8BD2-B9F6-65034E3AB783}"/>
              </a:ext>
            </a:extLst>
          </p:cNvPr>
          <p:cNvSpPr>
            <a:spLocks noGrp="1"/>
          </p:cNvSpPr>
          <p:nvPr>
            <p:ph type="ftr" sz="quarter" idx="11"/>
          </p:nvPr>
        </p:nvSpPr>
        <p:spPr/>
        <p:txBody>
          <a:bodyPr/>
          <a:lstStyle/>
          <a:p>
            <a:r>
              <a:rPr lang="en-US"/>
              <a:t>CONFIDENTIAL</a:t>
            </a:r>
          </a:p>
        </p:txBody>
      </p:sp>
      <p:sp>
        <p:nvSpPr>
          <p:cNvPr id="8" name="Slide Number Placeholder 7">
            <a:extLst>
              <a:ext uri="{FF2B5EF4-FFF2-40B4-BE49-F238E27FC236}">
                <a16:creationId xmlns:a16="http://schemas.microsoft.com/office/drawing/2014/main" id="{A3AB2E31-BCCA-920F-707C-4C1BD0FD65C0}"/>
              </a:ext>
            </a:extLst>
          </p:cNvPr>
          <p:cNvSpPr>
            <a:spLocks noGrp="1"/>
          </p:cNvSpPr>
          <p:nvPr>
            <p:ph type="sldNum" sz="quarter" idx="12"/>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819726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Full Frame">
    <p:bg bwMode="ltGray">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966790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043FB31E-C22E-EE54-E138-1C12FEF144B3}"/>
              </a:ext>
            </a:extLst>
          </p:cNvPr>
          <p:cNvSpPr/>
          <p:nvPr userDrawn="1"/>
        </p:nvSpPr>
        <p:spPr>
          <a:xfrm>
            <a:off x="224589" y="252663"/>
            <a:ext cx="11742821" cy="6352673"/>
          </a:xfrm>
          <a:prstGeom prst="rect">
            <a:avLst/>
          </a:prstGeom>
          <a:solidFill>
            <a:schemeClr val="bg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sp>
        <p:nvSpPr>
          <p:cNvPr id="6" name="Date Placeholder 5">
            <a:extLst>
              <a:ext uri="{FF2B5EF4-FFF2-40B4-BE49-F238E27FC236}">
                <a16:creationId xmlns:a16="http://schemas.microsoft.com/office/drawing/2014/main" id="{651AE86A-CCCD-3277-E5CF-CC8CBFF5D097}"/>
              </a:ext>
            </a:extLst>
          </p:cNvPr>
          <p:cNvSpPr>
            <a:spLocks noGrp="1"/>
          </p:cNvSpPr>
          <p:nvPr>
            <p:ph type="dt" sz="half" idx="10"/>
          </p:nvPr>
        </p:nvSpPr>
        <p:spPr/>
        <p:txBody>
          <a:bodyPr/>
          <a:lstStyle>
            <a:lvl1pPr>
              <a:defRPr>
                <a:solidFill>
                  <a:schemeClr val="bg1"/>
                </a:solidFill>
              </a:defRPr>
            </a:lvl1pPr>
          </a:lstStyle>
          <a:p>
            <a:fld id="{228D026D-C07B-48C8-8C2B-C561E4D51E16}" type="datetime1">
              <a:rPr lang="en-US" smtClean="0"/>
              <a:pPr/>
              <a:t>1/15/2025</a:t>
            </a:fld>
            <a:endParaRPr lang="en-US"/>
          </a:p>
        </p:txBody>
      </p:sp>
      <p:sp>
        <p:nvSpPr>
          <p:cNvPr id="7" name="Footer Placeholder 6">
            <a:extLst>
              <a:ext uri="{FF2B5EF4-FFF2-40B4-BE49-F238E27FC236}">
                <a16:creationId xmlns:a16="http://schemas.microsoft.com/office/drawing/2014/main" id="{A573B23F-8770-1250-50EF-162E61E9BD92}"/>
              </a:ext>
            </a:extLst>
          </p:cNvPr>
          <p:cNvSpPr>
            <a:spLocks noGrp="1"/>
          </p:cNvSpPr>
          <p:nvPr>
            <p:ph type="ftr" sz="quarter" idx="11"/>
          </p:nvPr>
        </p:nvSpPr>
        <p:spPr/>
        <p:txBody>
          <a:bodyPr/>
          <a:lstStyle>
            <a:lvl1pPr>
              <a:defRPr>
                <a:solidFill>
                  <a:schemeClr val="bg1"/>
                </a:solidFill>
              </a:defRPr>
            </a:lvl1pPr>
          </a:lstStyle>
          <a:p>
            <a:r>
              <a:rPr lang="en-US"/>
              <a:t>CONFIDENTIAL</a:t>
            </a:r>
          </a:p>
        </p:txBody>
      </p:sp>
      <p:sp>
        <p:nvSpPr>
          <p:cNvPr id="8" name="Slide Number Placeholder 7">
            <a:extLst>
              <a:ext uri="{FF2B5EF4-FFF2-40B4-BE49-F238E27FC236}">
                <a16:creationId xmlns:a16="http://schemas.microsoft.com/office/drawing/2014/main" id="{CC5F5E5D-4F49-233B-C36D-23E20AA17E04}"/>
              </a:ext>
            </a:extLst>
          </p:cNvPr>
          <p:cNvSpPr>
            <a:spLocks noGrp="1"/>
          </p:cNvSpPr>
          <p:nvPr>
            <p:ph type="sldNum" sz="quarter" idx="12"/>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2253014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Disclaime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0DBA4-4E4F-BD16-A0F6-C59DBB7843CB}"/>
              </a:ext>
            </a:extLst>
          </p:cNvPr>
          <p:cNvSpPr>
            <a:spLocks noGrp="1"/>
          </p:cNvSpPr>
          <p:nvPr>
            <p:ph type="title" hasCustomPrompt="1"/>
          </p:nvPr>
        </p:nvSpPr>
        <p:spPr>
          <a:xfrm>
            <a:off x="457200" y="266010"/>
            <a:ext cx="11273991" cy="1188720"/>
          </a:xfrm>
        </p:spPr>
        <p:txBody>
          <a:bodyPr/>
          <a:lstStyle>
            <a:lvl1pPr>
              <a:defRPr>
                <a:solidFill>
                  <a:schemeClr val="accent1">
                    <a:lumMod val="50000"/>
                  </a:schemeClr>
                </a:solidFill>
              </a:defRPr>
            </a:lvl1pPr>
          </a:lstStyle>
          <a:p>
            <a:r>
              <a:rPr lang="en-US"/>
              <a:t>Title Goes Here</a:t>
            </a:r>
            <a:br>
              <a:rPr lang="en-US"/>
            </a:br>
            <a:r>
              <a:rPr lang="en-US"/>
              <a:t>Titles Are IBM Sans Plex Bold 36pt Font</a:t>
            </a:r>
          </a:p>
        </p:txBody>
      </p:sp>
      <p:sp>
        <p:nvSpPr>
          <p:cNvPr id="11" name="Text Placeholder 3">
            <a:extLst>
              <a:ext uri="{FF2B5EF4-FFF2-40B4-BE49-F238E27FC236}">
                <a16:creationId xmlns:a16="http://schemas.microsoft.com/office/drawing/2014/main" id="{31FCDC0D-676F-ADC5-5E8A-5CF9E7A0018F}"/>
              </a:ext>
            </a:extLst>
          </p:cNvPr>
          <p:cNvSpPr>
            <a:spLocks noGrp="1"/>
          </p:cNvSpPr>
          <p:nvPr>
            <p:ph type="body" sz="quarter" idx="13"/>
          </p:nvPr>
        </p:nvSpPr>
        <p:spPr>
          <a:xfrm>
            <a:off x="457200" y="1737360"/>
            <a:ext cx="11273991" cy="4405543"/>
          </a:xfrm>
        </p:spPr>
        <p:txBody>
          <a:bodyPr vert="horz" lIns="0" tIns="0" rIns="0" bIns="0" rtlCol="0">
            <a:noAutofit/>
          </a:bodyPr>
          <a:lstStyle>
            <a:lvl1pPr>
              <a:buClr>
                <a:schemeClr val="tx1">
                  <a:lumMod val="50000"/>
                  <a:lumOff val="50000"/>
                </a:schemeClr>
              </a:buClr>
              <a:defRPr lang="en-US" sz="1600" dirty="0">
                <a:solidFill>
                  <a:schemeClr val="tx1">
                    <a:lumMod val="50000"/>
                    <a:lumOff val="50000"/>
                  </a:schemeClr>
                </a:solidFill>
              </a:defRPr>
            </a:lvl1pPr>
            <a:lvl2pPr>
              <a:buClr>
                <a:schemeClr val="tx1">
                  <a:lumMod val="50000"/>
                  <a:lumOff val="50000"/>
                </a:schemeClr>
              </a:buClr>
              <a:defRPr lang="en-US" sz="1400" dirty="0">
                <a:solidFill>
                  <a:schemeClr val="tx1">
                    <a:lumMod val="50000"/>
                    <a:lumOff val="50000"/>
                  </a:schemeClr>
                </a:solidFill>
              </a:defRPr>
            </a:lvl2pPr>
            <a:lvl3pPr>
              <a:buClr>
                <a:schemeClr val="tx1">
                  <a:lumMod val="50000"/>
                  <a:lumOff val="50000"/>
                </a:schemeClr>
              </a:buClr>
              <a:defRPr lang="en-US" sz="1200" dirty="0">
                <a:solidFill>
                  <a:schemeClr val="tx1">
                    <a:lumMod val="50000"/>
                    <a:lumOff val="50000"/>
                  </a:schemeClr>
                </a:solidFill>
              </a:defRPr>
            </a:lvl3pPr>
            <a:lvl4pPr>
              <a:buClr>
                <a:schemeClr val="tx1">
                  <a:lumMod val="50000"/>
                  <a:lumOff val="50000"/>
                </a:schemeClr>
              </a:buClr>
              <a:defRPr lang="en-US" sz="1100" dirty="0">
                <a:solidFill>
                  <a:schemeClr val="tx1">
                    <a:lumMod val="50000"/>
                    <a:lumOff val="50000"/>
                  </a:schemeClr>
                </a:solidFill>
              </a:defRPr>
            </a:lvl4pPr>
            <a:lvl5pPr>
              <a:buClr>
                <a:schemeClr val="tx1">
                  <a:lumMod val="50000"/>
                  <a:lumOff val="50000"/>
                </a:schemeClr>
              </a:buClr>
              <a:defRPr lang="en-US" sz="1050" dirty="0">
                <a:solidFill>
                  <a:schemeClr val="tx1">
                    <a:lumMod val="50000"/>
                    <a:lumOff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4">
            <a:extLst>
              <a:ext uri="{FF2B5EF4-FFF2-40B4-BE49-F238E27FC236}">
                <a16:creationId xmlns:a16="http://schemas.microsoft.com/office/drawing/2014/main" id="{A2F8CEA1-FF41-8382-B857-A8A236F840C0}"/>
              </a:ext>
            </a:extLst>
          </p:cNvPr>
          <p:cNvSpPr>
            <a:spLocks noGrp="1"/>
          </p:cNvSpPr>
          <p:nvPr>
            <p:ph type="body" sz="quarter" idx="14" hasCustomPrompt="1"/>
          </p:nvPr>
        </p:nvSpPr>
        <p:spPr>
          <a:xfrm>
            <a:off x="463681" y="6160143"/>
            <a:ext cx="10522515" cy="204281"/>
          </a:xfrm>
        </p:spPr>
        <p:txBody>
          <a:bodyPr lIns="0" tIns="0" rIns="0" bIns="0" anchor="b"/>
          <a:lstStyle>
            <a:lvl1pPr marL="0" indent="0">
              <a:lnSpc>
                <a:spcPct val="80000"/>
              </a:lnSpc>
              <a:spcBef>
                <a:spcPts val="0"/>
              </a:spcBef>
              <a:buFontTx/>
              <a:buNone/>
              <a:defRPr sz="800">
                <a:solidFill>
                  <a:schemeClr val="tx1">
                    <a:lumMod val="50000"/>
                    <a:lumOff val="50000"/>
                  </a:schemeClr>
                </a:solidFill>
              </a:defRPr>
            </a:lvl1pPr>
            <a:lvl2pPr marL="228600" indent="0">
              <a:buFontTx/>
              <a:buNone/>
              <a:defRPr sz="800">
                <a:solidFill>
                  <a:schemeClr val="tx1">
                    <a:lumMod val="50000"/>
                    <a:lumOff val="50000"/>
                  </a:schemeClr>
                </a:solidFill>
              </a:defRPr>
            </a:lvl2pPr>
            <a:lvl3pPr marL="457200" indent="0">
              <a:buFontTx/>
              <a:buNone/>
              <a:defRPr sz="800">
                <a:solidFill>
                  <a:schemeClr val="tx1">
                    <a:lumMod val="50000"/>
                    <a:lumOff val="50000"/>
                  </a:schemeClr>
                </a:solidFill>
              </a:defRPr>
            </a:lvl3pPr>
            <a:lvl4pPr marL="685800" indent="0">
              <a:buFontTx/>
              <a:buNone/>
              <a:defRPr sz="800">
                <a:solidFill>
                  <a:schemeClr val="tx1">
                    <a:lumMod val="50000"/>
                    <a:lumOff val="50000"/>
                  </a:schemeClr>
                </a:solidFill>
              </a:defRPr>
            </a:lvl4pPr>
            <a:lvl5pPr marL="914400" indent="0">
              <a:buFontTx/>
              <a:buNone/>
              <a:defRPr sz="800">
                <a:solidFill>
                  <a:schemeClr val="tx1">
                    <a:lumMod val="50000"/>
                    <a:lumOff val="50000"/>
                  </a:schemeClr>
                </a:solidFill>
              </a:defRPr>
            </a:lvl5pPr>
          </a:lstStyle>
          <a:p>
            <a:pPr lvl="0"/>
            <a:r>
              <a:rPr lang="en-US"/>
              <a:t>Click to edit reference</a:t>
            </a:r>
          </a:p>
        </p:txBody>
      </p:sp>
      <p:sp>
        <p:nvSpPr>
          <p:cNvPr id="16" name="Text Placeholder 14">
            <a:extLst>
              <a:ext uri="{FF2B5EF4-FFF2-40B4-BE49-F238E27FC236}">
                <a16:creationId xmlns:a16="http://schemas.microsoft.com/office/drawing/2014/main" id="{8D861E4B-A5EE-5E8F-F1DC-7A6D22D1AA93}"/>
              </a:ext>
            </a:extLst>
          </p:cNvPr>
          <p:cNvSpPr>
            <a:spLocks noGrp="1"/>
          </p:cNvSpPr>
          <p:nvPr>
            <p:ph type="body" sz="quarter" idx="15" hasCustomPrompt="1"/>
          </p:nvPr>
        </p:nvSpPr>
        <p:spPr>
          <a:xfrm>
            <a:off x="463681" y="6381665"/>
            <a:ext cx="10522515" cy="204281"/>
          </a:xfrm>
        </p:spPr>
        <p:txBody>
          <a:bodyPr lIns="0" tIns="0" rIns="0" bIns="0" anchor="b"/>
          <a:lstStyle>
            <a:lvl1pPr marL="0" indent="0">
              <a:lnSpc>
                <a:spcPct val="80000"/>
              </a:lnSpc>
              <a:spcBef>
                <a:spcPts val="0"/>
              </a:spcBef>
              <a:buFontTx/>
              <a:buNone/>
              <a:defRPr sz="800">
                <a:solidFill>
                  <a:schemeClr val="tx1">
                    <a:lumMod val="50000"/>
                    <a:lumOff val="50000"/>
                  </a:schemeClr>
                </a:solidFill>
              </a:defRPr>
            </a:lvl1pPr>
            <a:lvl2pPr marL="228600" indent="0">
              <a:buFontTx/>
              <a:buNone/>
              <a:defRPr sz="800">
                <a:solidFill>
                  <a:schemeClr val="tx1">
                    <a:lumMod val="50000"/>
                    <a:lumOff val="50000"/>
                  </a:schemeClr>
                </a:solidFill>
              </a:defRPr>
            </a:lvl2pPr>
            <a:lvl3pPr marL="457200" indent="0">
              <a:buFontTx/>
              <a:buNone/>
              <a:defRPr sz="800">
                <a:solidFill>
                  <a:schemeClr val="tx1">
                    <a:lumMod val="50000"/>
                    <a:lumOff val="50000"/>
                  </a:schemeClr>
                </a:solidFill>
              </a:defRPr>
            </a:lvl3pPr>
            <a:lvl4pPr marL="685800" indent="0">
              <a:buFontTx/>
              <a:buNone/>
              <a:defRPr sz="800">
                <a:solidFill>
                  <a:schemeClr val="tx1">
                    <a:lumMod val="50000"/>
                    <a:lumOff val="50000"/>
                  </a:schemeClr>
                </a:solidFill>
              </a:defRPr>
            </a:lvl4pPr>
            <a:lvl5pPr marL="914400" indent="0">
              <a:buFontTx/>
              <a:buNone/>
              <a:defRPr sz="800">
                <a:solidFill>
                  <a:schemeClr val="tx1">
                    <a:lumMod val="50000"/>
                    <a:lumOff val="50000"/>
                  </a:schemeClr>
                </a:solidFill>
              </a:defRPr>
            </a:lvl5pPr>
          </a:lstStyle>
          <a:p>
            <a:pPr lvl="0"/>
            <a:r>
              <a:rPr lang="en-US"/>
              <a:t>Click to edit citation</a:t>
            </a:r>
          </a:p>
        </p:txBody>
      </p:sp>
      <p:sp>
        <p:nvSpPr>
          <p:cNvPr id="6" name="Date Placeholder 5">
            <a:extLst>
              <a:ext uri="{FF2B5EF4-FFF2-40B4-BE49-F238E27FC236}">
                <a16:creationId xmlns:a16="http://schemas.microsoft.com/office/drawing/2014/main" id="{01570278-4B9D-72AF-1DBE-0D82CF13F44F}"/>
              </a:ext>
            </a:extLst>
          </p:cNvPr>
          <p:cNvSpPr>
            <a:spLocks noGrp="1"/>
          </p:cNvSpPr>
          <p:nvPr>
            <p:ph type="dt" sz="half" idx="16"/>
          </p:nvPr>
        </p:nvSpPr>
        <p:spPr/>
        <p:txBody>
          <a:bodyPr/>
          <a:lstStyle/>
          <a:p>
            <a:fld id="{228D026D-C07B-48C8-8C2B-C561E4D51E16}" type="datetime1">
              <a:rPr lang="en-US" smtClean="0"/>
              <a:t>1/15/2025</a:t>
            </a:fld>
            <a:endParaRPr lang="en-US"/>
          </a:p>
        </p:txBody>
      </p:sp>
      <p:sp>
        <p:nvSpPr>
          <p:cNvPr id="7" name="Footer Placeholder 6">
            <a:extLst>
              <a:ext uri="{FF2B5EF4-FFF2-40B4-BE49-F238E27FC236}">
                <a16:creationId xmlns:a16="http://schemas.microsoft.com/office/drawing/2014/main" id="{DA219BFA-3946-59DE-9BE2-2EB55F82D447}"/>
              </a:ext>
            </a:extLst>
          </p:cNvPr>
          <p:cNvSpPr>
            <a:spLocks noGrp="1"/>
          </p:cNvSpPr>
          <p:nvPr>
            <p:ph type="ftr" sz="quarter" idx="17"/>
          </p:nvPr>
        </p:nvSpPr>
        <p:spPr/>
        <p:txBody>
          <a:bodyPr/>
          <a:lstStyle/>
          <a:p>
            <a:r>
              <a:rPr lang="en-US"/>
              <a:t>CONFIDENTIAL</a:t>
            </a:r>
          </a:p>
        </p:txBody>
      </p:sp>
      <p:sp>
        <p:nvSpPr>
          <p:cNvPr id="8" name="Slide Number Placeholder 7">
            <a:extLst>
              <a:ext uri="{FF2B5EF4-FFF2-40B4-BE49-F238E27FC236}">
                <a16:creationId xmlns:a16="http://schemas.microsoft.com/office/drawing/2014/main" id="{A86AA452-BEDD-FFD8-3581-A1EC6144C1F1}"/>
              </a:ext>
            </a:extLst>
          </p:cNvPr>
          <p:cNvSpPr>
            <a:spLocks noGrp="1"/>
          </p:cNvSpPr>
          <p:nvPr>
            <p:ph type="sldNum" sz="quarter" idx="18"/>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1037692659"/>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Left Sidebar">
    <p:bg>
      <p:bgPr>
        <a:solidFill>
          <a:schemeClr val="bg1"/>
        </a:solidFill>
        <a:effectLst/>
      </p:bgPr>
    </p:bg>
    <p:spTree>
      <p:nvGrpSpPr>
        <p:cNvPr id="1" name=""/>
        <p:cNvGrpSpPr/>
        <p:nvPr/>
      </p:nvGrpSpPr>
      <p:grpSpPr>
        <a:xfrm>
          <a:off x="0" y="0"/>
          <a:ext cx="0" cy="0"/>
          <a:chOff x="0" y="0"/>
          <a:chExt cx="0" cy="0"/>
        </a:xfrm>
      </p:grpSpPr>
      <p:sp>
        <p:nvSpPr>
          <p:cNvPr id="11" name="Rectangle: Single Corner Rounded 10">
            <a:extLst>
              <a:ext uri="{FF2B5EF4-FFF2-40B4-BE49-F238E27FC236}">
                <a16:creationId xmlns:a16="http://schemas.microsoft.com/office/drawing/2014/main" id="{AEE35F75-2417-4B4F-9DF5-9023C46AD6FA}"/>
              </a:ext>
            </a:extLst>
          </p:cNvPr>
          <p:cNvSpPr/>
          <p:nvPr/>
        </p:nvSpPr>
        <p:spPr>
          <a:xfrm>
            <a:off x="-5301" y="0"/>
            <a:ext cx="2940525" cy="6858000"/>
          </a:xfrm>
          <a:prstGeom prst="round1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A45283F8-8F7B-4C65-ACF5-A62A96620988}"/>
              </a:ext>
            </a:extLst>
          </p:cNvPr>
          <p:cNvSpPr>
            <a:spLocks noGrp="1"/>
          </p:cNvSpPr>
          <p:nvPr>
            <p:ph type="title" hasCustomPrompt="1"/>
          </p:nvPr>
        </p:nvSpPr>
        <p:spPr>
          <a:xfrm>
            <a:off x="3291839" y="731520"/>
            <a:ext cx="8442959" cy="600878"/>
          </a:xfrm>
        </p:spPr>
        <p:txBody>
          <a:bodyPr tIns="91440" anchor="b"/>
          <a:lstStyle>
            <a:lvl1pPr>
              <a:defRPr sz="3600">
                <a:solidFill>
                  <a:schemeClr val="accent1">
                    <a:lumMod val="50000"/>
                  </a:schemeClr>
                </a:solidFill>
              </a:defRPr>
            </a:lvl1pPr>
          </a:lstStyle>
          <a:p>
            <a:r>
              <a:rPr lang="en-US"/>
              <a:t>Title Goes Here</a:t>
            </a:r>
          </a:p>
        </p:txBody>
      </p:sp>
      <p:sp>
        <p:nvSpPr>
          <p:cNvPr id="13" name="Content Placeholder 12">
            <a:extLst>
              <a:ext uri="{FF2B5EF4-FFF2-40B4-BE49-F238E27FC236}">
                <a16:creationId xmlns:a16="http://schemas.microsoft.com/office/drawing/2014/main" id="{CD8B1B5D-3594-E519-9D5C-FF927479CDD6}"/>
              </a:ext>
            </a:extLst>
          </p:cNvPr>
          <p:cNvSpPr>
            <a:spLocks noGrp="1"/>
          </p:cNvSpPr>
          <p:nvPr>
            <p:ph sz="quarter" idx="13"/>
          </p:nvPr>
        </p:nvSpPr>
        <p:spPr>
          <a:xfrm>
            <a:off x="3291840" y="1463040"/>
            <a:ext cx="8442959"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6">
            <a:extLst>
              <a:ext uri="{FF2B5EF4-FFF2-40B4-BE49-F238E27FC236}">
                <a16:creationId xmlns:a16="http://schemas.microsoft.com/office/drawing/2014/main" id="{6EF944E3-9B5B-38B0-0EB3-81E7BF1AD30A}"/>
              </a:ext>
            </a:extLst>
          </p:cNvPr>
          <p:cNvSpPr>
            <a:spLocks noGrp="1"/>
          </p:cNvSpPr>
          <p:nvPr>
            <p:ph type="body" sz="quarter" idx="14" hasCustomPrompt="1"/>
          </p:nvPr>
        </p:nvSpPr>
        <p:spPr>
          <a:xfrm>
            <a:off x="457199" y="1463041"/>
            <a:ext cx="2083869" cy="4754879"/>
          </a:xfrm>
        </p:spPr>
        <p:txBody>
          <a:bodyPr/>
          <a:lstStyle>
            <a:lvl1pPr marL="0" indent="0">
              <a:buClr>
                <a:schemeClr val="bg1"/>
              </a:buClr>
              <a:buFont typeface="IBM Plex Sans" panose="020B0503050203000203" pitchFamily="34" charset="0"/>
              <a:buNone/>
              <a:defRPr sz="2200">
                <a:solidFill>
                  <a:schemeClr val="bg1"/>
                </a:solidFill>
              </a:defRPr>
            </a:lvl1pPr>
            <a:lvl2pPr marL="228600" indent="0">
              <a:buClr>
                <a:schemeClr val="bg1"/>
              </a:buClr>
              <a:buNone/>
              <a:defRPr>
                <a:solidFill>
                  <a:schemeClr val="bg1"/>
                </a:solidFill>
              </a:defRPr>
            </a:lvl2pPr>
            <a:lvl3pPr marL="457200" indent="0">
              <a:buClr>
                <a:schemeClr val="bg1"/>
              </a:buClr>
              <a:buNone/>
              <a:defRPr>
                <a:solidFill>
                  <a:schemeClr val="bg1"/>
                </a:solidFill>
              </a:defRPr>
            </a:lvl3pPr>
            <a:lvl4pPr marL="685800" indent="0">
              <a:buClr>
                <a:schemeClr val="bg1"/>
              </a:buClr>
              <a:buNone/>
              <a:defRPr>
                <a:solidFill>
                  <a:schemeClr val="bg1"/>
                </a:solidFill>
              </a:defRPr>
            </a:lvl4pPr>
            <a:lvl5pPr marL="914400" indent="0">
              <a:buClr>
                <a:schemeClr val="bg1"/>
              </a:buClr>
              <a:buNone/>
              <a:defRPr>
                <a:solidFill>
                  <a:schemeClr val="bg1"/>
                </a:solidFill>
              </a:defRPr>
            </a:lvl5pPr>
          </a:lstStyle>
          <a:p>
            <a:pPr lvl="0"/>
            <a:r>
              <a:rPr lang="en-US"/>
              <a:t>Click to edit text</a:t>
            </a:r>
          </a:p>
        </p:txBody>
      </p:sp>
      <p:sp>
        <p:nvSpPr>
          <p:cNvPr id="18" name="Date Placeholder 17">
            <a:extLst>
              <a:ext uri="{FF2B5EF4-FFF2-40B4-BE49-F238E27FC236}">
                <a16:creationId xmlns:a16="http://schemas.microsoft.com/office/drawing/2014/main" id="{8E73BCA9-1263-BB7C-9303-45EEFEBF551E}"/>
              </a:ext>
            </a:extLst>
          </p:cNvPr>
          <p:cNvSpPr>
            <a:spLocks noGrp="1"/>
          </p:cNvSpPr>
          <p:nvPr>
            <p:ph type="dt" sz="half" idx="15"/>
          </p:nvPr>
        </p:nvSpPr>
        <p:spPr/>
        <p:txBody>
          <a:bodyPr/>
          <a:lstStyle/>
          <a:p>
            <a:fld id="{228D026D-C07B-48C8-8C2B-C561E4D51E16}" type="datetime1">
              <a:rPr lang="en-US" smtClean="0"/>
              <a:t>1/15/2025</a:t>
            </a:fld>
            <a:endParaRPr lang="en-US"/>
          </a:p>
        </p:txBody>
      </p:sp>
      <p:sp>
        <p:nvSpPr>
          <p:cNvPr id="19" name="Footer Placeholder 18">
            <a:extLst>
              <a:ext uri="{FF2B5EF4-FFF2-40B4-BE49-F238E27FC236}">
                <a16:creationId xmlns:a16="http://schemas.microsoft.com/office/drawing/2014/main" id="{B6187CEF-044B-FFA0-C0B4-5CDDFBA5DE4B}"/>
              </a:ext>
            </a:extLst>
          </p:cNvPr>
          <p:cNvSpPr>
            <a:spLocks noGrp="1"/>
          </p:cNvSpPr>
          <p:nvPr>
            <p:ph type="ftr" sz="quarter" idx="16"/>
          </p:nvPr>
        </p:nvSpPr>
        <p:spPr/>
        <p:txBody>
          <a:bodyPr/>
          <a:lstStyle/>
          <a:p>
            <a:r>
              <a:rPr lang="en-US"/>
              <a:t>CONFIDENTIAL</a:t>
            </a:r>
          </a:p>
        </p:txBody>
      </p:sp>
      <p:sp>
        <p:nvSpPr>
          <p:cNvPr id="20" name="Slide Number Placeholder 19">
            <a:extLst>
              <a:ext uri="{FF2B5EF4-FFF2-40B4-BE49-F238E27FC236}">
                <a16:creationId xmlns:a16="http://schemas.microsoft.com/office/drawing/2014/main" id="{1FD94FA0-E529-0425-530A-BA941F9417C2}"/>
              </a:ext>
            </a:extLst>
          </p:cNvPr>
          <p:cNvSpPr>
            <a:spLocks noGrp="1"/>
          </p:cNvSpPr>
          <p:nvPr>
            <p:ph type="sldNum" sz="quarter" idx="17"/>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161590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Thank You">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7667103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78BF7DE2-5E66-DADA-726D-FEB6F2434727}"/>
              </a:ext>
            </a:extLst>
          </p:cNvPr>
          <p:cNvSpPr txBox="1"/>
          <p:nvPr userDrawn="1"/>
        </p:nvSpPr>
        <p:spPr bwMode="black">
          <a:xfrm>
            <a:off x="2342866" y="1828800"/>
            <a:ext cx="7506269" cy="2743200"/>
          </a:xfrm>
          <a:prstGeom prst="rect">
            <a:avLst/>
          </a:prstGeom>
          <a:noFill/>
        </p:spPr>
        <p:txBody>
          <a:bodyPr wrap="square" lIns="91440" tIns="0" rIns="91440" bIns="0" rtlCol="0" anchor="ctr">
            <a:noAutofit/>
          </a:bodyPr>
          <a:lstStyle/>
          <a:p>
            <a:pPr algn="ctr">
              <a:lnSpc>
                <a:spcPct val="85000"/>
              </a:lnSpc>
            </a:pPr>
            <a:r>
              <a:rPr lang="en-US" sz="7200">
                <a:solidFill>
                  <a:schemeClr val="accent1"/>
                </a:solidFill>
                <a:latin typeface="IBM Plex Sans SemiBold" panose="020B0703050203000203" pitchFamily="34" charset="0"/>
              </a:rPr>
              <a:t>Thank You</a:t>
            </a:r>
          </a:p>
        </p:txBody>
      </p:sp>
      <p:sp>
        <p:nvSpPr>
          <p:cNvPr id="4" name="Date Placeholder 3">
            <a:extLst>
              <a:ext uri="{FF2B5EF4-FFF2-40B4-BE49-F238E27FC236}">
                <a16:creationId xmlns:a16="http://schemas.microsoft.com/office/drawing/2014/main" id="{8CC20B7D-7BE4-5586-A05C-9DCBB317B56A}"/>
              </a:ext>
            </a:extLst>
          </p:cNvPr>
          <p:cNvSpPr>
            <a:spLocks noGrp="1"/>
          </p:cNvSpPr>
          <p:nvPr>
            <p:ph type="dt" sz="half" idx="10"/>
          </p:nvPr>
        </p:nvSpPr>
        <p:spPr/>
        <p:txBody>
          <a:bodyPr/>
          <a:lstStyle/>
          <a:p>
            <a:fld id="{228D026D-C07B-48C8-8C2B-C561E4D51E16}" type="datetime1">
              <a:rPr lang="en-US" smtClean="0"/>
              <a:t>1/15/2025</a:t>
            </a:fld>
            <a:endParaRPr lang="en-US"/>
          </a:p>
        </p:txBody>
      </p:sp>
      <p:sp>
        <p:nvSpPr>
          <p:cNvPr id="9" name="Footer Placeholder 8">
            <a:extLst>
              <a:ext uri="{FF2B5EF4-FFF2-40B4-BE49-F238E27FC236}">
                <a16:creationId xmlns:a16="http://schemas.microsoft.com/office/drawing/2014/main" id="{92B66E42-9128-EF73-BDE0-2A953E26D24E}"/>
              </a:ext>
            </a:extLst>
          </p:cNvPr>
          <p:cNvSpPr>
            <a:spLocks noGrp="1"/>
          </p:cNvSpPr>
          <p:nvPr>
            <p:ph type="ftr" sz="quarter" idx="11"/>
          </p:nvPr>
        </p:nvSpPr>
        <p:spPr/>
        <p:txBody>
          <a:bodyPr/>
          <a:lstStyle/>
          <a:p>
            <a:r>
              <a:rPr lang="en-US"/>
              <a:t>CONFIDENTIAL</a:t>
            </a:r>
          </a:p>
        </p:txBody>
      </p:sp>
      <p:sp>
        <p:nvSpPr>
          <p:cNvPr id="10" name="Slide Number Placeholder 9">
            <a:extLst>
              <a:ext uri="{FF2B5EF4-FFF2-40B4-BE49-F238E27FC236}">
                <a16:creationId xmlns:a16="http://schemas.microsoft.com/office/drawing/2014/main" id="{31796335-D95F-7D3E-7144-05D8639F2D78}"/>
              </a:ext>
            </a:extLst>
          </p:cNvPr>
          <p:cNvSpPr>
            <a:spLocks noGrp="1"/>
          </p:cNvSpPr>
          <p:nvPr>
            <p:ph type="sldNum" sz="quarter" idx="12"/>
          </p:nvPr>
        </p:nvSpPr>
        <p:spPr/>
        <p:txBody>
          <a:bodyPr/>
          <a:lstStyle/>
          <a:p>
            <a:fld id="{4F90343F-D056-4E24-BE3D-A305BDC1A23E}" type="slidenum">
              <a:rPr lang="en-US" smtClean="0"/>
              <a:pPr/>
              <a:t>‹#›</a:t>
            </a:fld>
            <a:endParaRPr lang="en-US"/>
          </a:p>
        </p:txBody>
      </p:sp>
      <p:grpSp>
        <p:nvGrpSpPr>
          <p:cNvPr id="6" name="Group 5">
            <a:extLst>
              <a:ext uri="{FF2B5EF4-FFF2-40B4-BE49-F238E27FC236}">
                <a16:creationId xmlns:a16="http://schemas.microsoft.com/office/drawing/2014/main" id="{D03267F4-687E-2CFA-E9A3-257334AC01EC}"/>
              </a:ext>
            </a:extLst>
          </p:cNvPr>
          <p:cNvGrpSpPr/>
          <p:nvPr userDrawn="1"/>
        </p:nvGrpSpPr>
        <p:grpSpPr>
          <a:xfrm>
            <a:off x="10408962" y="6131833"/>
            <a:ext cx="1549676" cy="462092"/>
            <a:chOff x="11074630" y="5946246"/>
            <a:chExt cx="911089" cy="271674"/>
          </a:xfrm>
        </p:grpSpPr>
        <p:sp>
          <p:nvSpPr>
            <p:cNvPr id="7" name="Freeform: Shape 6">
              <a:extLst>
                <a:ext uri="{FF2B5EF4-FFF2-40B4-BE49-F238E27FC236}">
                  <a16:creationId xmlns:a16="http://schemas.microsoft.com/office/drawing/2014/main" id="{2F55657E-8496-8BC4-23E7-75FA342F2545}"/>
                </a:ext>
              </a:extLst>
            </p:cNvPr>
            <p:cNvSpPr/>
            <p:nvPr/>
          </p:nvSpPr>
          <p:spPr>
            <a:xfrm>
              <a:off x="11074630" y="5946246"/>
              <a:ext cx="32607" cy="266264"/>
            </a:xfrm>
            <a:custGeom>
              <a:avLst/>
              <a:gdLst>
                <a:gd name="connsiteX0" fmla="*/ 0 w 212407"/>
                <a:gd name="connsiteY0" fmla="*/ 4763 h 1734502"/>
                <a:gd name="connsiteX1" fmla="*/ 60007 w 212407"/>
                <a:gd name="connsiteY1" fmla="*/ 0 h 1734502"/>
                <a:gd name="connsiteX2" fmla="*/ 172402 w 212407"/>
                <a:gd name="connsiteY2" fmla="*/ 40005 h 1734502"/>
                <a:gd name="connsiteX3" fmla="*/ 212407 w 212407"/>
                <a:gd name="connsiteY3" fmla="*/ 152400 h 1734502"/>
                <a:gd name="connsiteX4" fmla="*/ 212407 w 212407"/>
                <a:gd name="connsiteY4" fmla="*/ 1734502 h 1734502"/>
                <a:gd name="connsiteX5" fmla="*/ 0 w 212407"/>
                <a:gd name="connsiteY5" fmla="*/ 1734502 h 1734502"/>
                <a:gd name="connsiteX6" fmla="*/ 0 w 212407"/>
                <a:gd name="connsiteY6" fmla="*/ 4763 h 1734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407" h="1734502">
                  <a:moveTo>
                    <a:pt x="0" y="4763"/>
                  </a:moveTo>
                  <a:cubicBezTo>
                    <a:pt x="25717" y="1905"/>
                    <a:pt x="45720" y="0"/>
                    <a:pt x="60007" y="0"/>
                  </a:cubicBezTo>
                  <a:cubicBezTo>
                    <a:pt x="108585" y="0"/>
                    <a:pt x="145732" y="13335"/>
                    <a:pt x="172402" y="40005"/>
                  </a:cubicBezTo>
                  <a:cubicBezTo>
                    <a:pt x="199072" y="66675"/>
                    <a:pt x="212407" y="103823"/>
                    <a:pt x="212407" y="152400"/>
                  </a:cubicBezTo>
                  <a:lnTo>
                    <a:pt x="212407" y="1734502"/>
                  </a:lnTo>
                  <a:lnTo>
                    <a:pt x="0" y="1734502"/>
                  </a:lnTo>
                  <a:lnTo>
                    <a:pt x="0" y="4763"/>
                  </a:lnTo>
                  <a:close/>
                </a:path>
              </a:pathLst>
            </a:custGeom>
            <a:solidFill>
              <a:srgbClr val="743DBC"/>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9AF2233-D094-235F-78F2-E4162C27767A}"/>
                </a:ext>
              </a:extLst>
            </p:cNvPr>
            <p:cNvSpPr/>
            <p:nvPr/>
          </p:nvSpPr>
          <p:spPr>
            <a:xfrm>
              <a:off x="11141306" y="6033977"/>
              <a:ext cx="146657" cy="178240"/>
            </a:xfrm>
            <a:custGeom>
              <a:avLst/>
              <a:gdLst>
                <a:gd name="connsiteX0" fmla="*/ 0 w 955357"/>
                <a:gd name="connsiteY0" fmla="*/ 21908 h 1161097"/>
                <a:gd name="connsiteX1" fmla="*/ 40958 w 955357"/>
                <a:gd name="connsiteY1" fmla="*/ 19050 h 1161097"/>
                <a:gd name="connsiteX2" fmla="*/ 147638 w 955357"/>
                <a:gd name="connsiteY2" fmla="*/ 50483 h 1161097"/>
                <a:gd name="connsiteX3" fmla="*/ 196215 w 955357"/>
                <a:gd name="connsiteY3" fmla="*/ 141923 h 1161097"/>
                <a:gd name="connsiteX4" fmla="*/ 361950 w 955357"/>
                <a:gd name="connsiteY4" fmla="*/ 37148 h 1161097"/>
                <a:gd name="connsiteX5" fmla="*/ 573405 w 955357"/>
                <a:gd name="connsiteY5" fmla="*/ 0 h 1161097"/>
                <a:gd name="connsiteX6" fmla="*/ 813435 w 955357"/>
                <a:gd name="connsiteY6" fmla="*/ 64770 h 1161097"/>
                <a:gd name="connsiteX7" fmla="*/ 938213 w 955357"/>
                <a:gd name="connsiteY7" fmla="*/ 253365 h 1161097"/>
                <a:gd name="connsiteX8" fmla="*/ 955358 w 955357"/>
                <a:gd name="connsiteY8" fmla="*/ 475298 h 1161097"/>
                <a:gd name="connsiteX9" fmla="*/ 955358 w 955357"/>
                <a:gd name="connsiteY9" fmla="*/ 1161098 h 1161097"/>
                <a:gd name="connsiteX10" fmla="*/ 750570 w 955357"/>
                <a:gd name="connsiteY10" fmla="*/ 1161098 h 1161097"/>
                <a:gd name="connsiteX11" fmla="*/ 750570 w 955357"/>
                <a:gd name="connsiteY11" fmla="*/ 483870 h 1161097"/>
                <a:gd name="connsiteX12" fmla="*/ 736283 w 955357"/>
                <a:gd name="connsiteY12" fmla="*/ 317183 h 1161097"/>
                <a:gd name="connsiteX13" fmla="*/ 661035 w 955357"/>
                <a:gd name="connsiteY13" fmla="*/ 218123 h 1161097"/>
                <a:gd name="connsiteX14" fmla="*/ 508635 w 955357"/>
                <a:gd name="connsiteY14" fmla="*/ 186690 h 1161097"/>
                <a:gd name="connsiteX15" fmla="*/ 353378 w 955357"/>
                <a:gd name="connsiteY15" fmla="*/ 210503 h 1161097"/>
                <a:gd name="connsiteX16" fmla="*/ 245745 w 955357"/>
                <a:gd name="connsiteY16" fmla="*/ 274320 h 1161097"/>
                <a:gd name="connsiteX17" fmla="*/ 206692 w 955357"/>
                <a:gd name="connsiteY17" fmla="*/ 357188 h 1161097"/>
                <a:gd name="connsiteX18" fmla="*/ 206692 w 955357"/>
                <a:gd name="connsiteY18" fmla="*/ 1161098 h 1161097"/>
                <a:gd name="connsiteX19" fmla="*/ 1905 w 955357"/>
                <a:gd name="connsiteY19" fmla="*/ 1161098 h 1161097"/>
                <a:gd name="connsiteX20" fmla="*/ 1905 w 955357"/>
                <a:gd name="connsiteY20" fmla="*/ 21908 h 1161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55357" h="1161097">
                  <a:moveTo>
                    <a:pt x="0" y="21908"/>
                  </a:moveTo>
                  <a:cubicBezTo>
                    <a:pt x="14288" y="20003"/>
                    <a:pt x="28575" y="19050"/>
                    <a:pt x="40958" y="19050"/>
                  </a:cubicBezTo>
                  <a:cubicBezTo>
                    <a:pt x="84773" y="19050"/>
                    <a:pt x="120015" y="29528"/>
                    <a:pt x="147638" y="50483"/>
                  </a:cubicBezTo>
                  <a:cubicBezTo>
                    <a:pt x="175260" y="71438"/>
                    <a:pt x="191453" y="101917"/>
                    <a:pt x="196215" y="141923"/>
                  </a:cubicBezTo>
                  <a:cubicBezTo>
                    <a:pt x="240983" y="97155"/>
                    <a:pt x="296228" y="61913"/>
                    <a:pt x="361950" y="37148"/>
                  </a:cubicBezTo>
                  <a:cubicBezTo>
                    <a:pt x="426720" y="12383"/>
                    <a:pt x="497205" y="0"/>
                    <a:pt x="573405" y="0"/>
                  </a:cubicBezTo>
                  <a:cubicBezTo>
                    <a:pt x="671513" y="0"/>
                    <a:pt x="751523" y="21908"/>
                    <a:pt x="813435" y="64770"/>
                  </a:cubicBezTo>
                  <a:cubicBezTo>
                    <a:pt x="875348" y="108585"/>
                    <a:pt x="917258" y="171450"/>
                    <a:pt x="938213" y="253365"/>
                  </a:cubicBezTo>
                  <a:cubicBezTo>
                    <a:pt x="949643" y="297180"/>
                    <a:pt x="955358" y="370523"/>
                    <a:pt x="955358" y="475298"/>
                  </a:cubicBezTo>
                  <a:lnTo>
                    <a:pt x="955358" y="1161098"/>
                  </a:lnTo>
                  <a:lnTo>
                    <a:pt x="750570" y="1161098"/>
                  </a:lnTo>
                  <a:lnTo>
                    <a:pt x="750570" y="483870"/>
                  </a:lnTo>
                  <a:cubicBezTo>
                    <a:pt x="750570" y="404813"/>
                    <a:pt x="745808" y="349567"/>
                    <a:pt x="736283" y="317183"/>
                  </a:cubicBezTo>
                  <a:cubicBezTo>
                    <a:pt x="722948" y="272415"/>
                    <a:pt x="698183" y="239078"/>
                    <a:pt x="661035" y="218123"/>
                  </a:cubicBezTo>
                  <a:cubicBezTo>
                    <a:pt x="623888" y="197167"/>
                    <a:pt x="573405" y="186690"/>
                    <a:pt x="508635" y="186690"/>
                  </a:cubicBezTo>
                  <a:cubicBezTo>
                    <a:pt x="450533" y="186690"/>
                    <a:pt x="399098" y="194310"/>
                    <a:pt x="353378" y="210503"/>
                  </a:cubicBezTo>
                  <a:cubicBezTo>
                    <a:pt x="307658" y="226695"/>
                    <a:pt x="271463" y="247650"/>
                    <a:pt x="245745" y="274320"/>
                  </a:cubicBezTo>
                  <a:cubicBezTo>
                    <a:pt x="220028" y="300990"/>
                    <a:pt x="206692" y="328613"/>
                    <a:pt x="206692" y="357188"/>
                  </a:cubicBezTo>
                  <a:lnTo>
                    <a:pt x="206692" y="1161098"/>
                  </a:lnTo>
                  <a:lnTo>
                    <a:pt x="1905" y="1161098"/>
                  </a:lnTo>
                  <a:lnTo>
                    <a:pt x="1905" y="21908"/>
                  </a:lnTo>
                  <a:close/>
                </a:path>
              </a:pathLst>
            </a:custGeom>
            <a:solidFill>
              <a:srgbClr val="743DBC"/>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9608F74-E5FB-9840-AD8B-3CA38C671A40}"/>
                </a:ext>
              </a:extLst>
            </p:cNvPr>
            <p:cNvSpPr/>
            <p:nvPr/>
          </p:nvSpPr>
          <p:spPr>
            <a:xfrm>
              <a:off x="11314282" y="6033831"/>
              <a:ext cx="125309" cy="183504"/>
            </a:xfrm>
            <a:custGeom>
              <a:avLst/>
              <a:gdLst>
                <a:gd name="connsiteX0" fmla="*/ 708660 w 816292"/>
                <a:gd name="connsiteY0" fmla="*/ 293370 h 1195387"/>
                <a:gd name="connsiteX1" fmla="*/ 582930 w 816292"/>
                <a:gd name="connsiteY1" fmla="*/ 202882 h 1195387"/>
                <a:gd name="connsiteX2" fmla="*/ 421005 w 816292"/>
                <a:gd name="connsiteY2" fmla="*/ 167640 h 1195387"/>
                <a:gd name="connsiteX3" fmla="*/ 263843 w 816292"/>
                <a:gd name="connsiteY3" fmla="*/ 204788 h 1195387"/>
                <a:gd name="connsiteX4" fmla="*/ 205740 w 816292"/>
                <a:gd name="connsiteY4" fmla="*/ 312420 h 1195387"/>
                <a:gd name="connsiteX5" fmla="*/ 226695 w 816292"/>
                <a:gd name="connsiteY5" fmla="*/ 381000 h 1195387"/>
                <a:gd name="connsiteX6" fmla="*/ 295275 w 816292"/>
                <a:gd name="connsiteY6" fmla="*/ 434340 h 1195387"/>
                <a:gd name="connsiteX7" fmla="*/ 444818 w 816292"/>
                <a:gd name="connsiteY7" fmla="*/ 481013 h 1195387"/>
                <a:gd name="connsiteX8" fmla="*/ 662940 w 816292"/>
                <a:gd name="connsiteY8" fmla="*/ 561022 h 1195387"/>
                <a:gd name="connsiteX9" fmla="*/ 779145 w 816292"/>
                <a:gd name="connsiteY9" fmla="*/ 675322 h 1195387"/>
                <a:gd name="connsiteX10" fmla="*/ 816293 w 816292"/>
                <a:gd name="connsiteY10" fmla="*/ 838200 h 1195387"/>
                <a:gd name="connsiteX11" fmla="*/ 693420 w 816292"/>
                <a:gd name="connsiteY11" fmla="*/ 1097280 h 1195387"/>
                <a:gd name="connsiteX12" fmla="*/ 374332 w 816292"/>
                <a:gd name="connsiteY12" fmla="*/ 1195388 h 1195387"/>
                <a:gd name="connsiteX13" fmla="*/ 108585 w 816292"/>
                <a:gd name="connsiteY13" fmla="*/ 1149667 h 1195387"/>
                <a:gd name="connsiteX14" fmla="*/ 0 w 816292"/>
                <a:gd name="connsiteY14" fmla="*/ 1048703 h 1195387"/>
                <a:gd name="connsiteX15" fmla="*/ 12382 w 816292"/>
                <a:gd name="connsiteY15" fmla="*/ 994410 h 1195387"/>
                <a:gd name="connsiteX16" fmla="*/ 60960 w 816292"/>
                <a:gd name="connsiteY16" fmla="*/ 905828 h 1195387"/>
                <a:gd name="connsiteX17" fmla="*/ 213360 w 816292"/>
                <a:gd name="connsiteY17" fmla="*/ 996315 h 1195387"/>
                <a:gd name="connsiteX18" fmla="*/ 381953 w 816292"/>
                <a:gd name="connsiteY18" fmla="*/ 1028700 h 1195387"/>
                <a:gd name="connsiteX19" fmla="*/ 553403 w 816292"/>
                <a:gd name="connsiteY19" fmla="*/ 983932 h 1195387"/>
                <a:gd name="connsiteX20" fmla="*/ 613410 w 816292"/>
                <a:gd name="connsiteY20" fmla="*/ 854392 h 1195387"/>
                <a:gd name="connsiteX21" fmla="*/ 560070 w 816292"/>
                <a:gd name="connsiteY21" fmla="*/ 735330 h 1195387"/>
                <a:gd name="connsiteX22" fmla="*/ 361950 w 816292"/>
                <a:gd name="connsiteY22" fmla="*/ 659130 h 1195387"/>
                <a:gd name="connsiteX23" fmla="*/ 87630 w 816292"/>
                <a:gd name="connsiteY23" fmla="*/ 537210 h 1195387"/>
                <a:gd name="connsiteX24" fmla="*/ 4763 w 816292"/>
                <a:gd name="connsiteY24" fmla="*/ 323850 h 1195387"/>
                <a:gd name="connsiteX25" fmla="*/ 120968 w 816292"/>
                <a:gd name="connsiteY25" fmla="*/ 88582 h 1195387"/>
                <a:gd name="connsiteX26" fmla="*/ 415290 w 816292"/>
                <a:gd name="connsiteY26" fmla="*/ 0 h 1195387"/>
                <a:gd name="connsiteX27" fmla="*/ 579120 w 816292"/>
                <a:gd name="connsiteY27" fmla="*/ 18097 h 1195387"/>
                <a:gd name="connsiteX28" fmla="*/ 704850 w 816292"/>
                <a:gd name="connsiteY28" fmla="*/ 64770 h 1195387"/>
                <a:gd name="connsiteX29" fmla="*/ 786765 w 816292"/>
                <a:gd name="connsiteY29" fmla="*/ 159067 h 1195387"/>
                <a:gd name="connsiteX30" fmla="*/ 741045 w 816292"/>
                <a:gd name="connsiteY30" fmla="*/ 289560 h 1195387"/>
                <a:gd name="connsiteX31" fmla="*/ 708660 w 816292"/>
                <a:gd name="connsiteY31" fmla="*/ 293370 h 1195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16292" h="1195387">
                  <a:moveTo>
                    <a:pt x="708660" y="293370"/>
                  </a:moveTo>
                  <a:cubicBezTo>
                    <a:pt x="678180" y="256222"/>
                    <a:pt x="636270" y="225742"/>
                    <a:pt x="582930" y="202882"/>
                  </a:cubicBezTo>
                  <a:cubicBezTo>
                    <a:pt x="529590" y="180022"/>
                    <a:pt x="476250" y="167640"/>
                    <a:pt x="421005" y="167640"/>
                  </a:cubicBezTo>
                  <a:cubicBezTo>
                    <a:pt x="355282" y="167640"/>
                    <a:pt x="302895" y="180022"/>
                    <a:pt x="263843" y="204788"/>
                  </a:cubicBezTo>
                  <a:cubicBezTo>
                    <a:pt x="224790" y="229552"/>
                    <a:pt x="205740" y="265747"/>
                    <a:pt x="205740" y="312420"/>
                  </a:cubicBezTo>
                  <a:cubicBezTo>
                    <a:pt x="205740" y="338138"/>
                    <a:pt x="212407" y="360997"/>
                    <a:pt x="226695" y="381000"/>
                  </a:cubicBezTo>
                  <a:cubicBezTo>
                    <a:pt x="240030" y="401003"/>
                    <a:pt x="262890" y="419100"/>
                    <a:pt x="295275" y="434340"/>
                  </a:cubicBezTo>
                  <a:cubicBezTo>
                    <a:pt x="327660" y="449580"/>
                    <a:pt x="377190" y="465772"/>
                    <a:pt x="444818" y="481013"/>
                  </a:cubicBezTo>
                  <a:cubicBezTo>
                    <a:pt x="538163" y="503872"/>
                    <a:pt x="610553" y="530542"/>
                    <a:pt x="662940" y="561022"/>
                  </a:cubicBezTo>
                  <a:cubicBezTo>
                    <a:pt x="715328" y="591503"/>
                    <a:pt x="753428" y="629603"/>
                    <a:pt x="779145" y="675322"/>
                  </a:cubicBezTo>
                  <a:cubicBezTo>
                    <a:pt x="803910" y="721042"/>
                    <a:pt x="816293" y="775335"/>
                    <a:pt x="816293" y="838200"/>
                  </a:cubicBezTo>
                  <a:cubicBezTo>
                    <a:pt x="816293" y="945832"/>
                    <a:pt x="775335" y="1032510"/>
                    <a:pt x="693420" y="1097280"/>
                  </a:cubicBezTo>
                  <a:cubicBezTo>
                    <a:pt x="611505" y="1162050"/>
                    <a:pt x="504825" y="1195388"/>
                    <a:pt x="374332" y="1195388"/>
                  </a:cubicBezTo>
                  <a:cubicBezTo>
                    <a:pt x="266700" y="1195388"/>
                    <a:pt x="178118" y="1180148"/>
                    <a:pt x="108585" y="1149667"/>
                  </a:cubicBezTo>
                  <a:cubicBezTo>
                    <a:pt x="36195" y="1121092"/>
                    <a:pt x="0" y="1086803"/>
                    <a:pt x="0" y="1048703"/>
                  </a:cubicBezTo>
                  <a:cubicBezTo>
                    <a:pt x="0" y="1032510"/>
                    <a:pt x="3810" y="1014413"/>
                    <a:pt x="12382" y="994410"/>
                  </a:cubicBezTo>
                  <a:cubicBezTo>
                    <a:pt x="20003" y="974407"/>
                    <a:pt x="36195" y="944880"/>
                    <a:pt x="60960" y="905828"/>
                  </a:cubicBezTo>
                  <a:cubicBezTo>
                    <a:pt x="105728" y="944880"/>
                    <a:pt x="157163" y="974407"/>
                    <a:pt x="213360" y="996315"/>
                  </a:cubicBezTo>
                  <a:cubicBezTo>
                    <a:pt x="269557" y="1018222"/>
                    <a:pt x="325755" y="1028700"/>
                    <a:pt x="381953" y="1028700"/>
                  </a:cubicBezTo>
                  <a:cubicBezTo>
                    <a:pt x="456247" y="1028700"/>
                    <a:pt x="513397" y="1013460"/>
                    <a:pt x="553403" y="983932"/>
                  </a:cubicBezTo>
                  <a:cubicBezTo>
                    <a:pt x="593407" y="954405"/>
                    <a:pt x="613410" y="911542"/>
                    <a:pt x="613410" y="854392"/>
                  </a:cubicBezTo>
                  <a:cubicBezTo>
                    <a:pt x="613410" y="804863"/>
                    <a:pt x="595313" y="764857"/>
                    <a:pt x="560070" y="735330"/>
                  </a:cubicBezTo>
                  <a:cubicBezTo>
                    <a:pt x="524828" y="705803"/>
                    <a:pt x="459105" y="680085"/>
                    <a:pt x="361950" y="659130"/>
                  </a:cubicBezTo>
                  <a:cubicBezTo>
                    <a:pt x="235268" y="631507"/>
                    <a:pt x="143828" y="591503"/>
                    <a:pt x="87630" y="537210"/>
                  </a:cubicBezTo>
                  <a:cubicBezTo>
                    <a:pt x="32385" y="482917"/>
                    <a:pt x="4763" y="412432"/>
                    <a:pt x="4763" y="323850"/>
                  </a:cubicBezTo>
                  <a:cubicBezTo>
                    <a:pt x="4763" y="225742"/>
                    <a:pt x="43815" y="147638"/>
                    <a:pt x="120968" y="88582"/>
                  </a:cubicBezTo>
                  <a:cubicBezTo>
                    <a:pt x="198120" y="29527"/>
                    <a:pt x="296228" y="0"/>
                    <a:pt x="415290" y="0"/>
                  </a:cubicBezTo>
                  <a:cubicBezTo>
                    <a:pt x="473393" y="0"/>
                    <a:pt x="527685" y="5715"/>
                    <a:pt x="579120" y="18097"/>
                  </a:cubicBezTo>
                  <a:cubicBezTo>
                    <a:pt x="630555" y="30480"/>
                    <a:pt x="672465" y="45720"/>
                    <a:pt x="704850" y="64770"/>
                  </a:cubicBezTo>
                  <a:cubicBezTo>
                    <a:pt x="759143" y="95250"/>
                    <a:pt x="786765" y="126682"/>
                    <a:pt x="786765" y="159067"/>
                  </a:cubicBezTo>
                  <a:cubicBezTo>
                    <a:pt x="786765" y="192405"/>
                    <a:pt x="771525" y="236220"/>
                    <a:pt x="741045" y="289560"/>
                  </a:cubicBezTo>
                  <a:lnTo>
                    <a:pt x="708660" y="293370"/>
                  </a:lnTo>
                  <a:close/>
                </a:path>
              </a:pathLst>
            </a:custGeom>
            <a:solidFill>
              <a:srgbClr val="743DBC"/>
            </a:solid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441D14F5-A2F2-AD60-B555-7B26368DC3A2}"/>
                </a:ext>
              </a:extLst>
            </p:cNvPr>
            <p:cNvSpPr/>
            <p:nvPr/>
          </p:nvSpPr>
          <p:spPr>
            <a:xfrm>
              <a:off x="11466789" y="6035878"/>
              <a:ext cx="145780" cy="182042"/>
            </a:xfrm>
            <a:custGeom>
              <a:avLst/>
              <a:gdLst>
                <a:gd name="connsiteX0" fmla="*/ 0 w 949642"/>
                <a:gd name="connsiteY0" fmla="*/ 2858 h 1185862"/>
                <a:gd name="connsiteX1" fmla="*/ 43815 w 949642"/>
                <a:gd name="connsiteY1" fmla="*/ 0 h 1185862"/>
                <a:gd name="connsiteX2" fmla="*/ 205740 w 949642"/>
                <a:gd name="connsiteY2" fmla="*/ 163830 h 1185862"/>
                <a:gd name="connsiteX3" fmla="*/ 205740 w 949642"/>
                <a:gd name="connsiteY3" fmla="*/ 726757 h 1185862"/>
                <a:gd name="connsiteX4" fmla="*/ 220028 w 949642"/>
                <a:gd name="connsiteY4" fmla="*/ 883920 h 1185862"/>
                <a:gd name="connsiteX5" fmla="*/ 273368 w 949642"/>
                <a:gd name="connsiteY5" fmla="*/ 961072 h 1185862"/>
                <a:gd name="connsiteX6" fmla="*/ 346710 w 949642"/>
                <a:gd name="connsiteY6" fmla="*/ 996315 h 1185862"/>
                <a:gd name="connsiteX7" fmla="*/ 449580 w 949642"/>
                <a:gd name="connsiteY7" fmla="*/ 1006793 h 1185862"/>
                <a:gd name="connsiteX8" fmla="*/ 595313 w 949642"/>
                <a:gd name="connsiteY8" fmla="*/ 979170 h 1185862"/>
                <a:gd name="connsiteX9" fmla="*/ 702945 w 949642"/>
                <a:gd name="connsiteY9" fmla="*/ 910590 h 1185862"/>
                <a:gd name="connsiteX10" fmla="*/ 743903 w 949642"/>
                <a:gd name="connsiteY10" fmla="*/ 833438 h 1185862"/>
                <a:gd name="connsiteX11" fmla="*/ 743903 w 949642"/>
                <a:gd name="connsiteY11" fmla="*/ 2858 h 1185862"/>
                <a:gd name="connsiteX12" fmla="*/ 787718 w 949642"/>
                <a:gd name="connsiteY12" fmla="*/ 0 h 1185862"/>
                <a:gd name="connsiteX13" fmla="*/ 949643 w 949642"/>
                <a:gd name="connsiteY13" fmla="*/ 163830 h 1185862"/>
                <a:gd name="connsiteX14" fmla="*/ 949643 w 949642"/>
                <a:gd name="connsiteY14" fmla="*/ 1148715 h 1185862"/>
                <a:gd name="connsiteX15" fmla="*/ 744855 w 949642"/>
                <a:gd name="connsiteY15" fmla="*/ 1148715 h 1185862"/>
                <a:gd name="connsiteX16" fmla="*/ 744855 w 949642"/>
                <a:gd name="connsiteY16" fmla="*/ 1042988 h 1185862"/>
                <a:gd name="connsiteX17" fmla="*/ 384810 w 949642"/>
                <a:gd name="connsiteY17" fmla="*/ 1185863 h 1185862"/>
                <a:gd name="connsiteX18" fmla="*/ 214313 w 949642"/>
                <a:gd name="connsiteY18" fmla="*/ 1162050 h 1185862"/>
                <a:gd name="connsiteX19" fmla="*/ 93345 w 949642"/>
                <a:gd name="connsiteY19" fmla="*/ 1088707 h 1185862"/>
                <a:gd name="connsiteX20" fmla="*/ 22860 w 949642"/>
                <a:gd name="connsiteY20" fmla="*/ 961072 h 1185862"/>
                <a:gd name="connsiteX21" fmla="*/ 0 w 949642"/>
                <a:gd name="connsiteY21" fmla="*/ 727710 h 1185862"/>
                <a:gd name="connsiteX22" fmla="*/ 0 w 949642"/>
                <a:gd name="connsiteY22" fmla="*/ 2858 h 1185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9642" h="1185862">
                  <a:moveTo>
                    <a:pt x="0" y="2858"/>
                  </a:moveTo>
                  <a:cubicBezTo>
                    <a:pt x="14288" y="953"/>
                    <a:pt x="28575" y="0"/>
                    <a:pt x="43815" y="0"/>
                  </a:cubicBezTo>
                  <a:cubicBezTo>
                    <a:pt x="151448" y="0"/>
                    <a:pt x="205740" y="54292"/>
                    <a:pt x="205740" y="163830"/>
                  </a:cubicBezTo>
                  <a:lnTo>
                    <a:pt x="205740" y="726757"/>
                  </a:lnTo>
                  <a:cubicBezTo>
                    <a:pt x="205740" y="797243"/>
                    <a:pt x="210503" y="849630"/>
                    <a:pt x="220028" y="883920"/>
                  </a:cubicBezTo>
                  <a:cubicBezTo>
                    <a:pt x="229553" y="917257"/>
                    <a:pt x="247650" y="943928"/>
                    <a:pt x="273368" y="961072"/>
                  </a:cubicBezTo>
                  <a:cubicBezTo>
                    <a:pt x="296228" y="977265"/>
                    <a:pt x="320040" y="988695"/>
                    <a:pt x="346710" y="996315"/>
                  </a:cubicBezTo>
                  <a:cubicBezTo>
                    <a:pt x="373380" y="1003935"/>
                    <a:pt x="407670" y="1006793"/>
                    <a:pt x="449580" y="1006793"/>
                  </a:cubicBezTo>
                  <a:cubicBezTo>
                    <a:pt x="502920" y="1006793"/>
                    <a:pt x="551498" y="997268"/>
                    <a:pt x="595313" y="979170"/>
                  </a:cubicBezTo>
                  <a:cubicBezTo>
                    <a:pt x="639128" y="961072"/>
                    <a:pt x="675323" y="937260"/>
                    <a:pt x="702945" y="910590"/>
                  </a:cubicBezTo>
                  <a:cubicBezTo>
                    <a:pt x="730568" y="882968"/>
                    <a:pt x="743903" y="857250"/>
                    <a:pt x="743903" y="833438"/>
                  </a:cubicBezTo>
                  <a:lnTo>
                    <a:pt x="743903" y="2858"/>
                  </a:lnTo>
                  <a:cubicBezTo>
                    <a:pt x="758190" y="953"/>
                    <a:pt x="772478" y="0"/>
                    <a:pt x="787718" y="0"/>
                  </a:cubicBezTo>
                  <a:cubicBezTo>
                    <a:pt x="895350" y="0"/>
                    <a:pt x="949643" y="54292"/>
                    <a:pt x="949643" y="163830"/>
                  </a:cubicBezTo>
                  <a:lnTo>
                    <a:pt x="949643" y="1148715"/>
                  </a:lnTo>
                  <a:lnTo>
                    <a:pt x="744855" y="1148715"/>
                  </a:lnTo>
                  <a:lnTo>
                    <a:pt x="744855" y="1042988"/>
                  </a:lnTo>
                  <a:cubicBezTo>
                    <a:pt x="662940" y="1138238"/>
                    <a:pt x="542925" y="1185863"/>
                    <a:pt x="384810" y="1185863"/>
                  </a:cubicBezTo>
                  <a:cubicBezTo>
                    <a:pt x="320040" y="1185863"/>
                    <a:pt x="263843" y="1178243"/>
                    <a:pt x="214313" y="1162050"/>
                  </a:cubicBezTo>
                  <a:cubicBezTo>
                    <a:pt x="164783" y="1145857"/>
                    <a:pt x="124778" y="1121093"/>
                    <a:pt x="93345" y="1088707"/>
                  </a:cubicBezTo>
                  <a:cubicBezTo>
                    <a:pt x="61913" y="1055370"/>
                    <a:pt x="39053" y="1013460"/>
                    <a:pt x="22860" y="961072"/>
                  </a:cubicBezTo>
                  <a:cubicBezTo>
                    <a:pt x="7620" y="908685"/>
                    <a:pt x="0" y="831532"/>
                    <a:pt x="0" y="727710"/>
                  </a:cubicBezTo>
                  <a:lnTo>
                    <a:pt x="0" y="2858"/>
                  </a:lnTo>
                  <a:close/>
                </a:path>
              </a:pathLst>
            </a:custGeom>
            <a:solidFill>
              <a:srgbClr val="743DBC"/>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17809A1-5E41-C5B4-C19B-F634F910509B}"/>
                </a:ext>
              </a:extLst>
            </p:cNvPr>
            <p:cNvSpPr/>
            <p:nvPr/>
          </p:nvSpPr>
          <p:spPr>
            <a:xfrm>
              <a:off x="11644737" y="5963354"/>
              <a:ext cx="49422" cy="251057"/>
            </a:xfrm>
            <a:custGeom>
              <a:avLst/>
              <a:gdLst>
                <a:gd name="connsiteX0" fmla="*/ 0 w 321944"/>
                <a:gd name="connsiteY0" fmla="*/ 2858 h 1635442"/>
                <a:gd name="connsiteX1" fmla="*/ 43815 w 321944"/>
                <a:gd name="connsiteY1" fmla="*/ 0 h 1635442"/>
                <a:gd name="connsiteX2" fmla="*/ 205740 w 321944"/>
                <a:gd name="connsiteY2" fmla="*/ 163830 h 1635442"/>
                <a:gd name="connsiteX3" fmla="*/ 205740 w 321944"/>
                <a:gd name="connsiteY3" fmla="*/ 1394460 h 1635442"/>
                <a:gd name="connsiteX4" fmla="*/ 215265 w 321944"/>
                <a:gd name="connsiteY4" fmla="*/ 1485900 h 1635442"/>
                <a:gd name="connsiteX5" fmla="*/ 249555 w 321944"/>
                <a:gd name="connsiteY5" fmla="*/ 1521143 h 1635442"/>
                <a:gd name="connsiteX6" fmla="*/ 321945 w 321944"/>
                <a:gd name="connsiteY6" fmla="*/ 1531620 h 1635442"/>
                <a:gd name="connsiteX7" fmla="*/ 321945 w 321944"/>
                <a:gd name="connsiteY7" fmla="*/ 1618298 h 1635442"/>
                <a:gd name="connsiteX8" fmla="*/ 189548 w 321944"/>
                <a:gd name="connsiteY8" fmla="*/ 1635443 h 1635442"/>
                <a:gd name="connsiteX9" fmla="*/ 82868 w 321944"/>
                <a:gd name="connsiteY9" fmla="*/ 1613535 h 1635442"/>
                <a:gd name="connsiteX10" fmla="*/ 20955 w 321944"/>
                <a:gd name="connsiteY10" fmla="*/ 1544955 h 1635442"/>
                <a:gd name="connsiteX11" fmla="*/ 0 w 321944"/>
                <a:gd name="connsiteY11" fmla="*/ 1386840 h 1635442"/>
                <a:gd name="connsiteX12" fmla="*/ 0 w 321944"/>
                <a:gd name="connsiteY12" fmla="*/ 2858 h 16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1944" h="1635442">
                  <a:moveTo>
                    <a:pt x="0" y="2858"/>
                  </a:moveTo>
                  <a:cubicBezTo>
                    <a:pt x="14288" y="953"/>
                    <a:pt x="28575" y="0"/>
                    <a:pt x="43815" y="0"/>
                  </a:cubicBezTo>
                  <a:cubicBezTo>
                    <a:pt x="151448" y="0"/>
                    <a:pt x="205740" y="54293"/>
                    <a:pt x="205740" y="163830"/>
                  </a:cubicBezTo>
                  <a:lnTo>
                    <a:pt x="205740" y="1394460"/>
                  </a:lnTo>
                  <a:cubicBezTo>
                    <a:pt x="205740" y="1439228"/>
                    <a:pt x="208598" y="1469708"/>
                    <a:pt x="215265" y="1485900"/>
                  </a:cubicBezTo>
                  <a:cubicBezTo>
                    <a:pt x="221932" y="1502093"/>
                    <a:pt x="233363" y="1513523"/>
                    <a:pt x="249555" y="1521143"/>
                  </a:cubicBezTo>
                  <a:cubicBezTo>
                    <a:pt x="265748" y="1528763"/>
                    <a:pt x="289560" y="1531620"/>
                    <a:pt x="321945" y="1531620"/>
                  </a:cubicBezTo>
                  <a:lnTo>
                    <a:pt x="321945" y="1618298"/>
                  </a:lnTo>
                  <a:cubicBezTo>
                    <a:pt x="288607" y="1629728"/>
                    <a:pt x="243840" y="1635443"/>
                    <a:pt x="189548" y="1635443"/>
                  </a:cubicBezTo>
                  <a:cubicBezTo>
                    <a:pt x="145732" y="1635443"/>
                    <a:pt x="110490" y="1627823"/>
                    <a:pt x="82868" y="1613535"/>
                  </a:cubicBezTo>
                  <a:cubicBezTo>
                    <a:pt x="55245" y="1599248"/>
                    <a:pt x="35243" y="1576388"/>
                    <a:pt x="20955" y="1544955"/>
                  </a:cubicBezTo>
                  <a:cubicBezTo>
                    <a:pt x="7620" y="1513523"/>
                    <a:pt x="0" y="1461135"/>
                    <a:pt x="0" y="1386840"/>
                  </a:cubicBezTo>
                  <a:lnTo>
                    <a:pt x="0" y="2858"/>
                  </a:lnTo>
                  <a:close/>
                </a:path>
              </a:pathLst>
            </a:custGeom>
            <a:solidFill>
              <a:srgbClr val="743DBC"/>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B1F4DC86-474F-30AB-9C6C-D8BBCD491A3D}"/>
                </a:ext>
              </a:extLst>
            </p:cNvPr>
            <p:cNvSpPr/>
            <p:nvPr/>
          </p:nvSpPr>
          <p:spPr>
            <a:xfrm>
              <a:off x="11709950" y="6033831"/>
              <a:ext cx="150898" cy="183943"/>
            </a:xfrm>
            <a:custGeom>
              <a:avLst/>
              <a:gdLst>
                <a:gd name="connsiteX0" fmla="*/ 212408 w 982980"/>
                <a:gd name="connsiteY0" fmla="*/ 634365 h 1198244"/>
                <a:gd name="connsiteX1" fmla="*/ 310515 w 982980"/>
                <a:gd name="connsiteY1" fmla="*/ 923925 h 1198244"/>
                <a:gd name="connsiteX2" fmla="*/ 569595 w 982980"/>
                <a:gd name="connsiteY2" fmla="*/ 1024890 h 1198244"/>
                <a:gd name="connsiteX3" fmla="*/ 888683 w 982980"/>
                <a:gd name="connsiteY3" fmla="*/ 887730 h 1198244"/>
                <a:gd name="connsiteX4" fmla="*/ 937260 w 982980"/>
                <a:gd name="connsiteY4" fmla="*/ 961072 h 1198244"/>
                <a:gd name="connsiteX5" fmla="*/ 956310 w 982980"/>
                <a:gd name="connsiteY5" fmla="*/ 1020128 h 1198244"/>
                <a:gd name="connsiteX6" fmla="*/ 902970 w 982980"/>
                <a:gd name="connsiteY6" fmla="*/ 1102042 h 1198244"/>
                <a:gd name="connsiteX7" fmla="*/ 550545 w 982980"/>
                <a:gd name="connsiteY7" fmla="*/ 1198245 h 1198244"/>
                <a:gd name="connsiteX8" fmla="*/ 142875 w 982980"/>
                <a:gd name="connsiteY8" fmla="*/ 1041082 h 1198244"/>
                <a:gd name="connsiteX9" fmla="*/ 0 w 982980"/>
                <a:gd name="connsiteY9" fmla="*/ 584835 h 1198244"/>
                <a:gd name="connsiteX10" fmla="*/ 66675 w 982980"/>
                <a:gd name="connsiteY10" fmla="*/ 270510 h 1198244"/>
                <a:gd name="connsiteX11" fmla="*/ 252413 w 982980"/>
                <a:gd name="connsiteY11" fmla="*/ 70485 h 1198244"/>
                <a:gd name="connsiteX12" fmla="*/ 519113 w 982980"/>
                <a:gd name="connsiteY12" fmla="*/ 0 h 1198244"/>
                <a:gd name="connsiteX13" fmla="*/ 770573 w 982980"/>
                <a:gd name="connsiteY13" fmla="*/ 61913 h 1198244"/>
                <a:gd name="connsiteX14" fmla="*/ 928688 w 982980"/>
                <a:gd name="connsiteY14" fmla="*/ 237172 h 1198244"/>
                <a:gd name="connsiteX15" fmla="*/ 982980 w 982980"/>
                <a:gd name="connsiteY15" fmla="*/ 498157 h 1198244"/>
                <a:gd name="connsiteX16" fmla="*/ 975360 w 982980"/>
                <a:gd name="connsiteY16" fmla="*/ 633413 h 1198244"/>
                <a:gd name="connsiteX17" fmla="*/ 212408 w 982980"/>
                <a:gd name="connsiteY17" fmla="*/ 633413 h 1198244"/>
                <a:gd name="connsiteX18" fmla="*/ 777240 w 982980"/>
                <a:gd name="connsiteY18" fmla="*/ 480060 h 1198244"/>
                <a:gd name="connsiteX19" fmla="*/ 509588 w 982980"/>
                <a:gd name="connsiteY19" fmla="*/ 171450 h 1198244"/>
                <a:gd name="connsiteX20" fmla="*/ 301943 w 982980"/>
                <a:gd name="connsiteY20" fmla="*/ 254317 h 1198244"/>
                <a:gd name="connsiteX21" fmla="*/ 212408 w 982980"/>
                <a:gd name="connsiteY21" fmla="*/ 480060 h 1198244"/>
                <a:gd name="connsiteX22" fmla="*/ 777240 w 982980"/>
                <a:gd name="connsiteY22" fmla="*/ 480060 h 119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82980" h="1198244">
                  <a:moveTo>
                    <a:pt x="212408" y="634365"/>
                  </a:moveTo>
                  <a:cubicBezTo>
                    <a:pt x="217170" y="760095"/>
                    <a:pt x="249555" y="856297"/>
                    <a:pt x="310515" y="923925"/>
                  </a:cubicBezTo>
                  <a:cubicBezTo>
                    <a:pt x="370523" y="991553"/>
                    <a:pt x="457200" y="1024890"/>
                    <a:pt x="569595" y="1024890"/>
                  </a:cubicBezTo>
                  <a:cubicBezTo>
                    <a:pt x="702945" y="1024890"/>
                    <a:pt x="809625" y="979170"/>
                    <a:pt x="888683" y="887730"/>
                  </a:cubicBezTo>
                  <a:cubicBezTo>
                    <a:pt x="907733" y="911542"/>
                    <a:pt x="923925" y="936307"/>
                    <a:pt x="937260" y="961072"/>
                  </a:cubicBezTo>
                  <a:cubicBezTo>
                    <a:pt x="950595" y="985838"/>
                    <a:pt x="956310" y="1005840"/>
                    <a:pt x="956310" y="1020128"/>
                  </a:cubicBezTo>
                  <a:cubicBezTo>
                    <a:pt x="956310" y="1047750"/>
                    <a:pt x="938213" y="1074420"/>
                    <a:pt x="902970" y="1102042"/>
                  </a:cubicBezTo>
                  <a:cubicBezTo>
                    <a:pt x="816293" y="1166813"/>
                    <a:pt x="698183" y="1198245"/>
                    <a:pt x="550545" y="1198245"/>
                  </a:cubicBezTo>
                  <a:cubicBezTo>
                    <a:pt x="373380" y="1198245"/>
                    <a:pt x="237173" y="1145857"/>
                    <a:pt x="142875" y="1041082"/>
                  </a:cubicBezTo>
                  <a:cubicBezTo>
                    <a:pt x="47625" y="936307"/>
                    <a:pt x="0" y="783907"/>
                    <a:pt x="0" y="584835"/>
                  </a:cubicBezTo>
                  <a:cubicBezTo>
                    <a:pt x="0" y="462915"/>
                    <a:pt x="21908" y="358140"/>
                    <a:pt x="66675" y="270510"/>
                  </a:cubicBezTo>
                  <a:cubicBezTo>
                    <a:pt x="110490" y="183832"/>
                    <a:pt x="173355" y="117157"/>
                    <a:pt x="252413" y="70485"/>
                  </a:cubicBezTo>
                  <a:cubicBezTo>
                    <a:pt x="332423" y="23813"/>
                    <a:pt x="421005" y="0"/>
                    <a:pt x="519113" y="0"/>
                  </a:cubicBezTo>
                  <a:cubicBezTo>
                    <a:pt x="617220" y="0"/>
                    <a:pt x="701040" y="20955"/>
                    <a:pt x="770573" y="61913"/>
                  </a:cubicBezTo>
                  <a:cubicBezTo>
                    <a:pt x="840105" y="102870"/>
                    <a:pt x="892493" y="160972"/>
                    <a:pt x="928688" y="237172"/>
                  </a:cubicBezTo>
                  <a:cubicBezTo>
                    <a:pt x="964883" y="312420"/>
                    <a:pt x="982980" y="400050"/>
                    <a:pt x="982980" y="498157"/>
                  </a:cubicBezTo>
                  <a:cubicBezTo>
                    <a:pt x="982980" y="561022"/>
                    <a:pt x="980123" y="605790"/>
                    <a:pt x="975360" y="633413"/>
                  </a:cubicBezTo>
                  <a:lnTo>
                    <a:pt x="212408" y="633413"/>
                  </a:lnTo>
                  <a:close/>
                  <a:moveTo>
                    <a:pt x="777240" y="480060"/>
                  </a:moveTo>
                  <a:cubicBezTo>
                    <a:pt x="777240" y="274320"/>
                    <a:pt x="687705" y="171450"/>
                    <a:pt x="509588" y="171450"/>
                  </a:cubicBezTo>
                  <a:cubicBezTo>
                    <a:pt x="423863" y="171450"/>
                    <a:pt x="355283" y="199072"/>
                    <a:pt x="301943" y="254317"/>
                  </a:cubicBezTo>
                  <a:cubicBezTo>
                    <a:pt x="248603" y="309563"/>
                    <a:pt x="219075" y="384810"/>
                    <a:pt x="212408" y="480060"/>
                  </a:cubicBezTo>
                  <a:lnTo>
                    <a:pt x="777240" y="480060"/>
                  </a:lnTo>
                  <a:close/>
                </a:path>
              </a:pathLst>
            </a:custGeom>
            <a:solidFill>
              <a:srgbClr val="743DBC"/>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EEF79C27-EA9E-926D-9A6D-93F44C7E4AD0}"/>
                </a:ext>
              </a:extLst>
            </p:cNvPr>
            <p:cNvSpPr/>
            <p:nvPr/>
          </p:nvSpPr>
          <p:spPr>
            <a:xfrm>
              <a:off x="11888484" y="5984409"/>
              <a:ext cx="97235" cy="233218"/>
            </a:xfrm>
            <a:custGeom>
              <a:avLst/>
              <a:gdLst>
                <a:gd name="connsiteX0" fmla="*/ 0 w 633412"/>
                <a:gd name="connsiteY0" fmla="*/ 2858 h 1519237"/>
                <a:gd name="connsiteX1" fmla="*/ 43815 w 633412"/>
                <a:gd name="connsiteY1" fmla="*/ 0 h 1519237"/>
                <a:gd name="connsiteX2" fmla="*/ 205740 w 633412"/>
                <a:gd name="connsiteY2" fmla="*/ 163830 h 1519237"/>
                <a:gd name="connsiteX3" fmla="*/ 205740 w 633412"/>
                <a:gd name="connsiteY3" fmla="*/ 349567 h 1519237"/>
                <a:gd name="connsiteX4" fmla="*/ 565785 w 633412"/>
                <a:gd name="connsiteY4" fmla="*/ 349567 h 1519237"/>
                <a:gd name="connsiteX5" fmla="*/ 565785 w 633412"/>
                <a:gd name="connsiteY5" fmla="*/ 523875 h 1519237"/>
                <a:gd name="connsiteX6" fmla="*/ 205740 w 633412"/>
                <a:gd name="connsiteY6" fmla="*/ 523875 h 1519237"/>
                <a:gd name="connsiteX7" fmla="*/ 205740 w 633412"/>
                <a:gd name="connsiteY7" fmla="*/ 1146810 h 1519237"/>
                <a:gd name="connsiteX8" fmla="*/ 362902 w 633412"/>
                <a:gd name="connsiteY8" fmla="*/ 1344930 h 1519237"/>
                <a:gd name="connsiteX9" fmla="*/ 443865 w 633412"/>
                <a:gd name="connsiteY9" fmla="*/ 1327785 h 1519237"/>
                <a:gd name="connsiteX10" fmla="*/ 517207 w 633412"/>
                <a:gd name="connsiteY10" fmla="*/ 1283970 h 1519237"/>
                <a:gd name="connsiteX11" fmla="*/ 562927 w 633412"/>
                <a:gd name="connsiteY11" fmla="*/ 1240155 h 1519237"/>
                <a:gd name="connsiteX12" fmla="*/ 633413 w 633412"/>
                <a:gd name="connsiteY12" fmla="*/ 1375410 h 1519237"/>
                <a:gd name="connsiteX13" fmla="*/ 587693 w 633412"/>
                <a:gd name="connsiteY13" fmla="*/ 1444943 h 1519237"/>
                <a:gd name="connsiteX14" fmla="*/ 475297 w 633412"/>
                <a:gd name="connsiteY14" fmla="*/ 1500187 h 1519237"/>
                <a:gd name="connsiteX15" fmla="*/ 331470 w 633412"/>
                <a:gd name="connsiteY15" fmla="*/ 1519237 h 1519237"/>
                <a:gd name="connsiteX16" fmla="*/ 24765 w 633412"/>
                <a:gd name="connsiteY16" fmla="*/ 1338262 h 1519237"/>
                <a:gd name="connsiteX17" fmla="*/ 952 w 633412"/>
                <a:gd name="connsiteY17" fmla="*/ 1130618 h 1519237"/>
                <a:gd name="connsiteX18" fmla="*/ 952 w 633412"/>
                <a:gd name="connsiteY18" fmla="*/ 2858 h 1519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33412" h="1519237">
                  <a:moveTo>
                    <a:pt x="0" y="2858"/>
                  </a:moveTo>
                  <a:cubicBezTo>
                    <a:pt x="14288" y="952"/>
                    <a:pt x="28575" y="0"/>
                    <a:pt x="43815" y="0"/>
                  </a:cubicBezTo>
                  <a:cubicBezTo>
                    <a:pt x="151447" y="0"/>
                    <a:pt x="205740" y="54292"/>
                    <a:pt x="205740" y="163830"/>
                  </a:cubicBezTo>
                  <a:lnTo>
                    <a:pt x="205740" y="349567"/>
                  </a:lnTo>
                  <a:lnTo>
                    <a:pt x="565785" y="349567"/>
                  </a:lnTo>
                  <a:lnTo>
                    <a:pt x="565785" y="523875"/>
                  </a:lnTo>
                  <a:lnTo>
                    <a:pt x="205740" y="523875"/>
                  </a:lnTo>
                  <a:lnTo>
                    <a:pt x="205740" y="1146810"/>
                  </a:lnTo>
                  <a:cubicBezTo>
                    <a:pt x="205740" y="1279208"/>
                    <a:pt x="258127" y="1344930"/>
                    <a:pt x="362902" y="1344930"/>
                  </a:cubicBezTo>
                  <a:cubicBezTo>
                    <a:pt x="390525" y="1344930"/>
                    <a:pt x="417195" y="1339215"/>
                    <a:pt x="443865" y="1327785"/>
                  </a:cubicBezTo>
                  <a:cubicBezTo>
                    <a:pt x="470535" y="1316355"/>
                    <a:pt x="495300" y="1302068"/>
                    <a:pt x="517207" y="1283970"/>
                  </a:cubicBezTo>
                  <a:cubicBezTo>
                    <a:pt x="540068" y="1265873"/>
                    <a:pt x="555307" y="1251585"/>
                    <a:pt x="562927" y="1240155"/>
                  </a:cubicBezTo>
                  <a:cubicBezTo>
                    <a:pt x="609600" y="1298258"/>
                    <a:pt x="633413" y="1343025"/>
                    <a:pt x="633413" y="1375410"/>
                  </a:cubicBezTo>
                  <a:cubicBezTo>
                    <a:pt x="633413" y="1398270"/>
                    <a:pt x="618172" y="1421130"/>
                    <a:pt x="587693" y="1444943"/>
                  </a:cubicBezTo>
                  <a:cubicBezTo>
                    <a:pt x="557213" y="1468755"/>
                    <a:pt x="520065" y="1487805"/>
                    <a:pt x="475297" y="1500187"/>
                  </a:cubicBezTo>
                  <a:cubicBezTo>
                    <a:pt x="430530" y="1513523"/>
                    <a:pt x="382905" y="1519237"/>
                    <a:pt x="331470" y="1519237"/>
                  </a:cubicBezTo>
                  <a:cubicBezTo>
                    <a:pt x="170497" y="1519237"/>
                    <a:pt x="68580" y="1459230"/>
                    <a:pt x="24765" y="1338262"/>
                  </a:cubicBezTo>
                  <a:cubicBezTo>
                    <a:pt x="8572" y="1293495"/>
                    <a:pt x="952" y="1223962"/>
                    <a:pt x="952" y="1130618"/>
                  </a:cubicBezTo>
                  <a:lnTo>
                    <a:pt x="952" y="2858"/>
                  </a:lnTo>
                  <a:close/>
                </a:path>
              </a:pathLst>
            </a:custGeom>
            <a:solidFill>
              <a:srgbClr val="743DBC"/>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371317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blank" preserve="1">
  <p:cSld name="Thank You Purple">
    <p:bg bwMode="gray">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01130632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3F3605C7-AAA5-01AE-B8AE-03E979113310}"/>
              </a:ext>
            </a:extLst>
          </p:cNvPr>
          <p:cNvSpPr txBox="1"/>
          <p:nvPr userDrawn="1"/>
        </p:nvSpPr>
        <p:spPr bwMode="white">
          <a:xfrm>
            <a:off x="2342866" y="1828800"/>
            <a:ext cx="7506269" cy="2743200"/>
          </a:xfrm>
          <a:prstGeom prst="rect">
            <a:avLst/>
          </a:prstGeom>
          <a:noFill/>
        </p:spPr>
        <p:txBody>
          <a:bodyPr wrap="square" lIns="91440" tIns="0" rIns="91440" bIns="0" rtlCol="0" anchor="ctr">
            <a:noAutofit/>
          </a:bodyPr>
          <a:lstStyle/>
          <a:p>
            <a:pPr algn="ctr">
              <a:lnSpc>
                <a:spcPct val="85000"/>
              </a:lnSpc>
            </a:pPr>
            <a:r>
              <a:rPr lang="en-US" sz="7200">
                <a:solidFill>
                  <a:schemeClr val="bg1"/>
                </a:solidFill>
                <a:latin typeface="IBM Plex Sans SemiBold" panose="020B0703050203000203" pitchFamily="34" charset="0"/>
              </a:rPr>
              <a:t>Thank You</a:t>
            </a:r>
          </a:p>
        </p:txBody>
      </p:sp>
      <p:sp>
        <p:nvSpPr>
          <p:cNvPr id="4" name="Date Placeholder 3">
            <a:extLst>
              <a:ext uri="{FF2B5EF4-FFF2-40B4-BE49-F238E27FC236}">
                <a16:creationId xmlns:a16="http://schemas.microsoft.com/office/drawing/2014/main" id="{F925D23F-2E7D-F0FB-81F9-5C5E827D2380}"/>
              </a:ext>
            </a:extLst>
          </p:cNvPr>
          <p:cNvSpPr>
            <a:spLocks noGrp="1"/>
          </p:cNvSpPr>
          <p:nvPr>
            <p:ph type="dt" sz="half" idx="10"/>
          </p:nvPr>
        </p:nvSpPr>
        <p:spPr/>
        <p:txBody>
          <a:bodyPr/>
          <a:lstStyle>
            <a:lvl1pPr>
              <a:defRPr>
                <a:solidFill>
                  <a:schemeClr val="bg1"/>
                </a:solidFill>
              </a:defRPr>
            </a:lvl1pPr>
          </a:lstStyle>
          <a:p>
            <a:fld id="{228D026D-C07B-48C8-8C2B-C561E4D51E16}" type="datetime1">
              <a:rPr lang="en-US" smtClean="0"/>
              <a:pPr/>
              <a:t>1/15/2025</a:t>
            </a:fld>
            <a:endParaRPr lang="en-US"/>
          </a:p>
        </p:txBody>
      </p:sp>
      <p:sp>
        <p:nvSpPr>
          <p:cNvPr id="8" name="Footer Placeholder 7">
            <a:extLst>
              <a:ext uri="{FF2B5EF4-FFF2-40B4-BE49-F238E27FC236}">
                <a16:creationId xmlns:a16="http://schemas.microsoft.com/office/drawing/2014/main" id="{BD35C8A1-886E-5128-8CFD-E870D2EB3E1E}"/>
              </a:ext>
            </a:extLst>
          </p:cNvPr>
          <p:cNvSpPr>
            <a:spLocks noGrp="1"/>
          </p:cNvSpPr>
          <p:nvPr>
            <p:ph type="ftr" sz="quarter" idx="11"/>
          </p:nvPr>
        </p:nvSpPr>
        <p:spPr/>
        <p:txBody>
          <a:bodyPr/>
          <a:lstStyle>
            <a:lvl1pPr>
              <a:defRPr>
                <a:solidFill>
                  <a:schemeClr val="bg1"/>
                </a:solidFill>
              </a:defRPr>
            </a:lvl1pPr>
          </a:lstStyle>
          <a:p>
            <a:r>
              <a:rPr lang="en-US"/>
              <a:t>CONFIDENTIAL</a:t>
            </a:r>
          </a:p>
        </p:txBody>
      </p:sp>
      <p:sp>
        <p:nvSpPr>
          <p:cNvPr id="9" name="Slide Number Placeholder 8">
            <a:extLst>
              <a:ext uri="{FF2B5EF4-FFF2-40B4-BE49-F238E27FC236}">
                <a16:creationId xmlns:a16="http://schemas.microsoft.com/office/drawing/2014/main" id="{CE4601A3-7ADD-2A78-4835-49AC0DA2D419}"/>
              </a:ext>
            </a:extLst>
          </p:cNvPr>
          <p:cNvSpPr>
            <a:spLocks noGrp="1"/>
          </p:cNvSpPr>
          <p:nvPr>
            <p:ph type="sldNum" sz="quarter" idx="12"/>
          </p:nvPr>
        </p:nvSpPr>
        <p:spPr/>
        <p:txBody>
          <a:bodyPr/>
          <a:lstStyle>
            <a:lvl1pPr>
              <a:defRPr>
                <a:solidFill>
                  <a:schemeClr val="bg1"/>
                </a:solidFill>
              </a:defRPr>
            </a:lvl1pPr>
          </a:lstStyle>
          <a:p>
            <a:fld id="{4F90343F-D056-4E24-BE3D-A305BDC1A23E}" type="slidenum">
              <a:rPr lang="en-US" smtClean="0"/>
              <a:pPr/>
              <a:t>‹#›</a:t>
            </a:fld>
            <a:endParaRPr lang="en-US"/>
          </a:p>
        </p:txBody>
      </p:sp>
      <p:grpSp>
        <p:nvGrpSpPr>
          <p:cNvPr id="6" name="Group 5">
            <a:extLst>
              <a:ext uri="{FF2B5EF4-FFF2-40B4-BE49-F238E27FC236}">
                <a16:creationId xmlns:a16="http://schemas.microsoft.com/office/drawing/2014/main" id="{3195B0C9-6237-6865-7F88-9AC63DC50F62}"/>
              </a:ext>
            </a:extLst>
          </p:cNvPr>
          <p:cNvGrpSpPr/>
          <p:nvPr userDrawn="1"/>
        </p:nvGrpSpPr>
        <p:grpSpPr>
          <a:xfrm>
            <a:off x="10408962" y="6131833"/>
            <a:ext cx="1549676" cy="462092"/>
            <a:chOff x="11074630" y="5946246"/>
            <a:chExt cx="911089" cy="271674"/>
          </a:xfrm>
          <a:solidFill>
            <a:schemeClr val="bg1"/>
          </a:solidFill>
        </p:grpSpPr>
        <p:sp>
          <p:nvSpPr>
            <p:cNvPr id="7" name="Freeform: Shape 6">
              <a:extLst>
                <a:ext uri="{FF2B5EF4-FFF2-40B4-BE49-F238E27FC236}">
                  <a16:creationId xmlns:a16="http://schemas.microsoft.com/office/drawing/2014/main" id="{4242CD0E-379D-BC81-2AEB-9D907290B906}"/>
                </a:ext>
              </a:extLst>
            </p:cNvPr>
            <p:cNvSpPr/>
            <p:nvPr/>
          </p:nvSpPr>
          <p:spPr>
            <a:xfrm>
              <a:off x="11074630" y="5946246"/>
              <a:ext cx="32607" cy="266264"/>
            </a:xfrm>
            <a:custGeom>
              <a:avLst/>
              <a:gdLst>
                <a:gd name="connsiteX0" fmla="*/ 0 w 212407"/>
                <a:gd name="connsiteY0" fmla="*/ 4763 h 1734502"/>
                <a:gd name="connsiteX1" fmla="*/ 60007 w 212407"/>
                <a:gd name="connsiteY1" fmla="*/ 0 h 1734502"/>
                <a:gd name="connsiteX2" fmla="*/ 172402 w 212407"/>
                <a:gd name="connsiteY2" fmla="*/ 40005 h 1734502"/>
                <a:gd name="connsiteX3" fmla="*/ 212407 w 212407"/>
                <a:gd name="connsiteY3" fmla="*/ 152400 h 1734502"/>
                <a:gd name="connsiteX4" fmla="*/ 212407 w 212407"/>
                <a:gd name="connsiteY4" fmla="*/ 1734502 h 1734502"/>
                <a:gd name="connsiteX5" fmla="*/ 0 w 212407"/>
                <a:gd name="connsiteY5" fmla="*/ 1734502 h 1734502"/>
                <a:gd name="connsiteX6" fmla="*/ 0 w 212407"/>
                <a:gd name="connsiteY6" fmla="*/ 4763 h 1734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407" h="1734502">
                  <a:moveTo>
                    <a:pt x="0" y="4763"/>
                  </a:moveTo>
                  <a:cubicBezTo>
                    <a:pt x="25717" y="1905"/>
                    <a:pt x="45720" y="0"/>
                    <a:pt x="60007" y="0"/>
                  </a:cubicBezTo>
                  <a:cubicBezTo>
                    <a:pt x="108585" y="0"/>
                    <a:pt x="145732" y="13335"/>
                    <a:pt x="172402" y="40005"/>
                  </a:cubicBezTo>
                  <a:cubicBezTo>
                    <a:pt x="199072" y="66675"/>
                    <a:pt x="212407" y="103823"/>
                    <a:pt x="212407" y="152400"/>
                  </a:cubicBezTo>
                  <a:lnTo>
                    <a:pt x="212407" y="1734502"/>
                  </a:lnTo>
                  <a:lnTo>
                    <a:pt x="0" y="1734502"/>
                  </a:lnTo>
                  <a:lnTo>
                    <a:pt x="0" y="4763"/>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7CD6FBE-F7AB-B7B7-43AE-66863B0F56AF}"/>
                </a:ext>
              </a:extLst>
            </p:cNvPr>
            <p:cNvSpPr/>
            <p:nvPr/>
          </p:nvSpPr>
          <p:spPr>
            <a:xfrm>
              <a:off x="11141306" y="6033977"/>
              <a:ext cx="146657" cy="178240"/>
            </a:xfrm>
            <a:custGeom>
              <a:avLst/>
              <a:gdLst>
                <a:gd name="connsiteX0" fmla="*/ 0 w 955357"/>
                <a:gd name="connsiteY0" fmla="*/ 21908 h 1161097"/>
                <a:gd name="connsiteX1" fmla="*/ 40958 w 955357"/>
                <a:gd name="connsiteY1" fmla="*/ 19050 h 1161097"/>
                <a:gd name="connsiteX2" fmla="*/ 147638 w 955357"/>
                <a:gd name="connsiteY2" fmla="*/ 50483 h 1161097"/>
                <a:gd name="connsiteX3" fmla="*/ 196215 w 955357"/>
                <a:gd name="connsiteY3" fmla="*/ 141923 h 1161097"/>
                <a:gd name="connsiteX4" fmla="*/ 361950 w 955357"/>
                <a:gd name="connsiteY4" fmla="*/ 37148 h 1161097"/>
                <a:gd name="connsiteX5" fmla="*/ 573405 w 955357"/>
                <a:gd name="connsiteY5" fmla="*/ 0 h 1161097"/>
                <a:gd name="connsiteX6" fmla="*/ 813435 w 955357"/>
                <a:gd name="connsiteY6" fmla="*/ 64770 h 1161097"/>
                <a:gd name="connsiteX7" fmla="*/ 938213 w 955357"/>
                <a:gd name="connsiteY7" fmla="*/ 253365 h 1161097"/>
                <a:gd name="connsiteX8" fmla="*/ 955358 w 955357"/>
                <a:gd name="connsiteY8" fmla="*/ 475298 h 1161097"/>
                <a:gd name="connsiteX9" fmla="*/ 955358 w 955357"/>
                <a:gd name="connsiteY9" fmla="*/ 1161098 h 1161097"/>
                <a:gd name="connsiteX10" fmla="*/ 750570 w 955357"/>
                <a:gd name="connsiteY10" fmla="*/ 1161098 h 1161097"/>
                <a:gd name="connsiteX11" fmla="*/ 750570 w 955357"/>
                <a:gd name="connsiteY11" fmla="*/ 483870 h 1161097"/>
                <a:gd name="connsiteX12" fmla="*/ 736283 w 955357"/>
                <a:gd name="connsiteY12" fmla="*/ 317183 h 1161097"/>
                <a:gd name="connsiteX13" fmla="*/ 661035 w 955357"/>
                <a:gd name="connsiteY13" fmla="*/ 218123 h 1161097"/>
                <a:gd name="connsiteX14" fmla="*/ 508635 w 955357"/>
                <a:gd name="connsiteY14" fmla="*/ 186690 h 1161097"/>
                <a:gd name="connsiteX15" fmla="*/ 353378 w 955357"/>
                <a:gd name="connsiteY15" fmla="*/ 210503 h 1161097"/>
                <a:gd name="connsiteX16" fmla="*/ 245745 w 955357"/>
                <a:gd name="connsiteY16" fmla="*/ 274320 h 1161097"/>
                <a:gd name="connsiteX17" fmla="*/ 206692 w 955357"/>
                <a:gd name="connsiteY17" fmla="*/ 357188 h 1161097"/>
                <a:gd name="connsiteX18" fmla="*/ 206692 w 955357"/>
                <a:gd name="connsiteY18" fmla="*/ 1161098 h 1161097"/>
                <a:gd name="connsiteX19" fmla="*/ 1905 w 955357"/>
                <a:gd name="connsiteY19" fmla="*/ 1161098 h 1161097"/>
                <a:gd name="connsiteX20" fmla="*/ 1905 w 955357"/>
                <a:gd name="connsiteY20" fmla="*/ 21908 h 1161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55357" h="1161097">
                  <a:moveTo>
                    <a:pt x="0" y="21908"/>
                  </a:moveTo>
                  <a:cubicBezTo>
                    <a:pt x="14288" y="20003"/>
                    <a:pt x="28575" y="19050"/>
                    <a:pt x="40958" y="19050"/>
                  </a:cubicBezTo>
                  <a:cubicBezTo>
                    <a:pt x="84773" y="19050"/>
                    <a:pt x="120015" y="29528"/>
                    <a:pt x="147638" y="50483"/>
                  </a:cubicBezTo>
                  <a:cubicBezTo>
                    <a:pt x="175260" y="71438"/>
                    <a:pt x="191453" y="101917"/>
                    <a:pt x="196215" y="141923"/>
                  </a:cubicBezTo>
                  <a:cubicBezTo>
                    <a:pt x="240983" y="97155"/>
                    <a:pt x="296228" y="61913"/>
                    <a:pt x="361950" y="37148"/>
                  </a:cubicBezTo>
                  <a:cubicBezTo>
                    <a:pt x="426720" y="12383"/>
                    <a:pt x="497205" y="0"/>
                    <a:pt x="573405" y="0"/>
                  </a:cubicBezTo>
                  <a:cubicBezTo>
                    <a:pt x="671513" y="0"/>
                    <a:pt x="751523" y="21908"/>
                    <a:pt x="813435" y="64770"/>
                  </a:cubicBezTo>
                  <a:cubicBezTo>
                    <a:pt x="875348" y="108585"/>
                    <a:pt x="917258" y="171450"/>
                    <a:pt x="938213" y="253365"/>
                  </a:cubicBezTo>
                  <a:cubicBezTo>
                    <a:pt x="949643" y="297180"/>
                    <a:pt x="955358" y="370523"/>
                    <a:pt x="955358" y="475298"/>
                  </a:cubicBezTo>
                  <a:lnTo>
                    <a:pt x="955358" y="1161098"/>
                  </a:lnTo>
                  <a:lnTo>
                    <a:pt x="750570" y="1161098"/>
                  </a:lnTo>
                  <a:lnTo>
                    <a:pt x="750570" y="483870"/>
                  </a:lnTo>
                  <a:cubicBezTo>
                    <a:pt x="750570" y="404813"/>
                    <a:pt x="745808" y="349567"/>
                    <a:pt x="736283" y="317183"/>
                  </a:cubicBezTo>
                  <a:cubicBezTo>
                    <a:pt x="722948" y="272415"/>
                    <a:pt x="698183" y="239078"/>
                    <a:pt x="661035" y="218123"/>
                  </a:cubicBezTo>
                  <a:cubicBezTo>
                    <a:pt x="623888" y="197167"/>
                    <a:pt x="573405" y="186690"/>
                    <a:pt x="508635" y="186690"/>
                  </a:cubicBezTo>
                  <a:cubicBezTo>
                    <a:pt x="450533" y="186690"/>
                    <a:pt x="399098" y="194310"/>
                    <a:pt x="353378" y="210503"/>
                  </a:cubicBezTo>
                  <a:cubicBezTo>
                    <a:pt x="307658" y="226695"/>
                    <a:pt x="271463" y="247650"/>
                    <a:pt x="245745" y="274320"/>
                  </a:cubicBezTo>
                  <a:cubicBezTo>
                    <a:pt x="220028" y="300990"/>
                    <a:pt x="206692" y="328613"/>
                    <a:pt x="206692" y="357188"/>
                  </a:cubicBezTo>
                  <a:lnTo>
                    <a:pt x="206692" y="1161098"/>
                  </a:lnTo>
                  <a:lnTo>
                    <a:pt x="1905" y="1161098"/>
                  </a:lnTo>
                  <a:lnTo>
                    <a:pt x="1905" y="21908"/>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085AE13-B381-10CD-40BC-6DD1256BCC96}"/>
                </a:ext>
              </a:extLst>
            </p:cNvPr>
            <p:cNvSpPr/>
            <p:nvPr/>
          </p:nvSpPr>
          <p:spPr>
            <a:xfrm>
              <a:off x="11314282" y="6033831"/>
              <a:ext cx="125309" cy="183504"/>
            </a:xfrm>
            <a:custGeom>
              <a:avLst/>
              <a:gdLst>
                <a:gd name="connsiteX0" fmla="*/ 708660 w 816292"/>
                <a:gd name="connsiteY0" fmla="*/ 293370 h 1195387"/>
                <a:gd name="connsiteX1" fmla="*/ 582930 w 816292"/>
                <a:gd name="connsiteY1" fmla="*/ 202882 h 1195387"/>
                <a:gd name="connsiteX2" fmla="*/ 421005 w 816292"/>
                <a:gd name="connsiteY2" fmla="*/ 167640 h 1195387"/>
                <a:gd name="connsiteX3" fmla="*/ 263843 w 816292"/>
                <a:gd name="connsiteY3" fmla="*/ 204788 h 1195387"/>
                <a:gd name="connsiteX4" fmla="*/ 205740 w 816292"/>
                <a:gd name="connsiteY4" fmla="*/ 312420 h 1195387"/>
                <a:gd name="connsiteX5" fmla="*/ 226695 w 816292"/>
                <a:gd name="connsiteY5" fmla="*/ 381000 h 1195387"/>
                <a:gd name="connsiteX6" fmla="*/ 295275 w 816292"/>
                <a:gd name="connsiteY6" fmla="*/ 434340 h 1195387"/>
                <a:gd name="connsiteX7" fmla="*/ 444818 w 816292"/>
                <a:gd name="connsiteY7" fmla="*/ 481013 h 1195387"/>
                <a:gd name="connsiteX8" fmla="*/ 662940 w 816292"/>
                <a:gd name="connsiteY8" fmla="*/ 561022 h 1195387"/>
                <a:gd name="connsiteX9" fmla="*/ 779145 w 816292"/>
                <a:gd name="connsiteY9" fmla="*/ 675322 h 1195387"/>
                <a:gd name="connsiteX10" fmla="*/ 816293 w 816292"/>
                <a:gd name="connsiteY10" fmla="*/ 838200 h 1195387"/>
                <a:gd name="connsiteX11" fmla="*/ 693420 w 816292"/>
                <a:gd name="connsiteY11" fmla="*/ 1097280 h 1195387"/>
                <a:gd name="connsiteX12" fmla="*/ 374332 w 816292"/>
                <a:gd name="connsiteY12" fmla="*/ 1195388 h 1195387"/>
                <a:gd name="connsiteX13" fmla="*/ 108585 w 816292"/>
                <a:gd name="connsiteY13" fmla="*/ 1149667 h 1195387"/>
                <a:gd name="connsiteX14" fmla="*/ 0 w 816292"/>
                <a:gd name="connsiteY14" fmla="*/ 1048703 h 1195387"/>
                <a:gd name="connsiteX15" fmla="*/ 12382 w 816292"/>
                <a:gd name="connsiteY15" fmla="*/ 994410 h 1195387"/>
                <a:gd name="connsiteX16" fmla="*/ 60960 w 816292"/>
                <a:gd name="connsiteY16" fmla="*/ 905828 h 1195387"/>
                <a:gd name="connsiteX17" fmla="*/ 213360 w 816292"/>
                <a:gd name="connsiteY17" fmla="*/ 996315 h 1195387"/>
                <a:gd name="connsiteX18" fmla="*/ 381953 w 816292"/>
                <a:gd name="connsiteY18" fmla="*/ 1028700 h 1195387"/>
                <a:gd name="connsiteX19" fmla="*/ 553403 w 816292"/>
                <a:gd name="connsiteY19" fmla="*/ 983932 h 1195387"/>
                <a:gd name="connsiteX20" fmla="*/ 613410 w 816292"/>
                <a:gd name="connsiteY20" fmla="*/ 854392 h 1195387"/>
                <a:gd name="connsiteX21" fmla="*/ 560070 w 816292"/>
                <a:gd name="connsiteY21" fmla="*/ 735330 h 1195387"/>
                <a:gd name="connsiteX22" fmla="*/ 361950 w 816292"/>
                <a:gd name="connsiteY22" fmla="*/ 659130 h 1195387"/>
                <a:gd name="connsiteX23" fmla="*/ 87630 w 816292"/>
                <a:gd name="connsiteY23" fmla="*/ 537210 h 1195387"/>
                <a:gd name="connsiteX24" fmla="*/ 4763 w 816292"/>
                <a:gd name="connsiteY24" fmla="*/ 323850 h 1195387"/>
                <a:gd name="connsiteX25" fmla="*/ 120968 w 816292"/>
                <a:gd name="connsiteY25" fmla="*/ 88582 h 1195387"/>
                <a:gd name="connsiteX26" fmla="*/ 415290 w 816292"/>
                <a:gd name="connsiteY26" fmla="*/ 0 h 1195387"/>
                <a:gd name="connsiteX27" fmla="*/ 579120 w 816292"/>
                <a:gd name="connsiteY27" fmla="*/ 18097 h 1195387"/>
                <a:gd name="connsiteX28" fmla="*/ 704850 w 816292"/>
                <a:gd name="connsiteY28" fmla="*/ 64770 h 1195387"/>
                <a:gd name="connsiteX29" fmla="*/ 786765 w 816292"/>
                <a:gd name="connsiteY29" fmla="*/ 159067 h 1195387"/>
                <a:gd name="connsiteX30" fmla="*/ 741045 w 816292"/>
                <a:gd name="connsiteY30" fmla="*/ 289560 h 1195387"/>
                <a:gd name="connsiteX31" fmla="*/ 708660 w 816292"/>
                <a:gd name="connsiteY31" fmla="*/ 293370 h 1195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16292" h="1195387">
                  <a:moveTo>
                    <a:pt x="708660" y="293370"/>
                  </a:moveTo>
                  <a:cubicBezTo>
                    <a:pt x="678180" y="256222"/>
                    <a:pt x="636270" y="225742"/>
                    <a:pt x="582930" y="202882"/>
                  </a:cubicBezTo>
                  <a:cubicBezTo>
                    <a:pt x="529590" y="180022"/>
                    <a:pt x="476250" y="167640"/>
                    <a:pt x="421005" y="167640"/>
                  </a:cubicBezTo>
                  <a:cubicBezTo>
                    <a:pt x="355282" y="167640"/>
                    <a:pt x="302895" y="180022"/>
                    <a:pt x="263843" y="204788"/>
                  </a:cubicBezTo>
                  <a:cubicBezTo>
                    <a:pt x="224790" y="229552"/>
                    <a:pt x="205740" y="265747"/>
                    <a:pt x="205740" y="312420"/>
                  </a:cubicBezTo>
                  <a:cubicBezTo>
                    <a:pt x="205740" y="338138"/>
                    <a:pt x="212407" y="360997"/>
                    <a:pt x="226695" y="381000"/>
                  </a:cubicBezTo>
                  <a:cubicBezTo>
                    <a:pt x="240030" y="401003"/>
                    <a:pt x="262890" y="419100"/>
                    <a:pt x="295275" y="434340"/>
                  </a:cubicBezTo>
                  <a:cubicBezTo>
                    <a:pt x="327660" y="449580"/>
                    <a:pt x="377190" y="465772"/>
                    <a:pt x="444818" y="481013"/>
                  </a:cubicBezTo>
                  <a:cubicBezTo>
                    <a:pt x="538163" y="503872"/>
                    <a:pt x="610553" y="530542"/>
                    <a:pt x="662940" y="561022"/>
                  </a:cubicBezTo>
                  <a:cubicBezTo>
                    <a:pt x="715328" y="591503"/>
                    <a:pt x="753428" y="629603"/>
                    <a:pt x="779145" y="675322"/>
                  </a:cubicBezTo>
                  <a:cubicBezTo>
                    <a:pt x="803910" y="721042"/>
                    <a:pt x="816293" y="775335"/>
                    <a:pt x="816293" y="838200"/>
                  </a:cubicBezTo>
                  <a:cubicBezTo>
                    <a:pt x="816293" y="945832"/>
                    <a:pt x="775335" y="1032510"/>
                    <a:pt x="693420" y="1097280"/>
                  </a:cubicBezTo>
                  <a:cubicBezTo>
                    <a:pt x="611505" y="1162050"/>
                    <a:pt x="504825" y="1195388"/>
                    <a:pt x="374332" y="1195388"/>
                  </a:cubicBezTo>
                  <a:cubicBezTo>
                    <a:pt x="266700" y="1195388"/>
                    <a:pt x="178118" y="1180148"/>
                    <a:pt x="108585" y="1149667"/>
                  </a:cubicBezTo>
                  <a:cubicBezTo>
                    <a:pt x="36195" y="1121092"/>
                    <a:pt x="0" y="1086803"/>
                    <a:pt x="0" y="1048703"/>
                  </a:cubicBezTo>
                  <a:cubicBezTo>
                    <a:pt x="0" y="1032510"/>
                    <a:pt x="3810" y="1014413"/>
                    <a:pt x="12382" y="994410"/>
                  </a:cubicBezTo>
                  <a:cubicBezTo>
                    <a:pt x="20003" y="974407"/>
                    <a:pt x="36195" y="944880"/>
                    <a:pt x="60960" y="905828"/>
                  </a:cubicBezTo>
                  <a:cubicBezTo>
                    <a:pt x="105728" y="944880"/>
                    <a:pt x="157163" y="974407"/>
                    <a:pt x="213360" y="996315"/>
                  </a:cubicBezTo>
                  <a:cubicBezTo>
                    <a:pt x="269557" y="1018222"/>
                    <a:pt x="325755" y="1028700"/>
                    <a:pt x="381953" y="1028700"/>
                  </a:cubicBezTo>
                  <a:cubicBezTo>
                    <a:pt x="456247" y="1028700"/>
                    <a:pt x="513397" y="1013460"/>
                    <a:pt x="553403" y="983932"/>
                  </a:cubicBezTo>
                  <a:cubicBezTo>
                    <a:pt x="593407" y="954405"/>
                    <a:pt x="613410" y="911542"/>
                    <a:pt x="613410" y="854392"/>
                  </a:cubicBezTo>
                  <a:cubicBezTo>
                    <a:pt x="613410" y="804863"/>
                    <a:pt x="595313" y="764857"/>
                    <a:pt x="560070" y="735330"/>
                  </a:cubicBezTo>
                  <a:cubicBezTo>
                    <a:pt x="524828" y="705803"/>
                    <a:pt x="459105" y="680085"/>
                    <a:pt x="361950" y="659130"/>
                  </a:cubicBezTo>
                  <a:cubicBezTo>
                    <a:pt x="235268" y="631507"/>
                    <a:pt x="143828" y="591503"/>
                    <a:pt x="87630" y="537210"/>
                  </a:cubicBezTo>
                  <a:cubicBezTo>
                    <a:pt x="32385" y="482917"/>
                    <a:pt x="4763" y="412432"/>
                    <a:pt x="4763" y="323850"/>
                  </a:cubicBezTo>
                  <a:cubicBezTo>
                    <a:pt x="4763" y="225742"/>
                    <a:pt x="43815" y="147638"/>
                    <a:pt x="120968" y="88582"/>
                  </a:cubicBezTo>
                  <a:cubicBezTo>
                    <a:pt x="198120" y="29527"/>
                    <a:pt x="296228" y="0"/>
                    <a:pt x="415290" y="0"/>
                  </a:cubicBezTo>
                  <a:cubicBezTo>
                    <a:pt x="473393" y="0"/>
                    <a:pt x="527685" y="5715"/>
                    <a:pt x="579120" y="18097"/>
                  </a:cubicBezTo>
                  <a:cubicBezTo>
                    <a:pt x="630555" y="30480"/>
                    <a:pt x="672465" y="45720"/>
                    <a:pt x="704850" y="64770"/>
                  </a:cubicBezTo>
                  <a:cubicBezTo>
                    <a:pt x="759143" y="95250"/>
                    <a:pt x="786765" y="126682"/>
                    <a:pt x="786765" y="159067"/>
                  </a:cubicBezTo>
                  <a:cubicBezTo>
                    <a:pt x="786765" y="192405"/>
                    <a:pt x="771525" y="236220"/>
                    <a:pt x="741045" y="289560"/>
                  </a:cubicBezTo>
                  <a:lnTo>
                    <a:pt x="708660" y="29337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DFF0780-7D85-FFA8-A464-E18DA55411B4}"/>
                </a:ext>
              </a:extLst>
            </p:cNvPr>
            <p:cNvSpPr/>
            <p:nvPr/>
          </p:nvSpPr>
          <p:spPr>
            <a:xfrm>
              <a:off x="11466789" y="6035878"/>
              <a:ext cx="145780" cy="182042"/>
            </a:xfrm>
            <a:custGeom>
              <a:avLst/>
              <a:gdLst>
                <a:gd name="connsiteX0" fmla="*/ 0 w 949642"/>
                <a:gd name="connsiteY0" fmla="*/ 2858 h 1185862"/>
                <a:gd name="connsiteX1" fmla="*/ 43815 w 949642"/>
                <a:gd name="connsiteY1" fmla="*/ 0 h 1185862"/>
                <a:gd name="connsiteX2" fmla="*/ 205740 w 949642"/>
                <a:gd name="connsiteY2" fmla="*/ 163830 h 1185862"/>
                <a:gd name="connsiteX3" fmla="*/ 205740 w 949642"/>
                <a:gd name="connsiteY3" fmla="*/ 726757 h 1185862"/>
                <a:gd name="connsiteX4" fmla="*/ 220028 w 949642"/>
                <a:gd name="connsiteY4" fmla="*/ 883920 h 1185862"/>
                <a:gd name="connsiteX5" fmla="*/ 273368 w 949642"/>
                <a:gd name="connsiteY5" fmla="*/ 961072 h 1185862"/>
                <a:gd name="connsiteX6" fmla="*/ 346710 w 949642"/>
                <a:gd name="connsiteY6" fmla="*/ 996315 h 1185862"/>
                <a:gd name="connsiteX7" fmla="*/ 449580 w 949642"/>
                <a:gd name="connsiteY7" fmla="*/ 1006793 h 1185862"/>
                <a:gd name="connsiteX8" fmla="*/ 595313 w 949642"/>
                <a:gd name="connsiteY8" fmla="*/ 979170 h 1185862"/>
                <a:gd name="connsiteX9" fmla="*/ 702945 w 949642"/>
                <a:gd name="connsiteY9" fmla="*/ 910590 h 1185862"/>
                <a:gd name="connsiteX10" fmla="*/ 743903 w 949642"/>
                <a:gd name="connsiteY10" fmla="*/ 833438 h 1185862"/>
                <a:gd name="connsiteX11" fmla="*/ 743903 w 949642"/>
                <a:gd name="connsiteY11" fmla="*/ 2858 h 1185862"/>
                <a:gd name="connsiteX12" fmla="*/ 787718 w 949642"/>
                <a:gd name="connsiteY12" fmla="*/ 0 h 1185862"/>
                <a:gd name="connsiteX13" fmla="*/ 949643 w 949642"/>
                <a:gd name="connsiteY13" fmla="*/ 163830 h 1185862"/>
                <a:gd name="connsiteX14" fmla="*/ 949643 w 949642"/>
                <a:gd name="connsiteY14" fmla="*/ 1148715 h 1185862"/>
                <a:gd name="connsiteX15" fmla="*/ 744855 w 949642"/>
                <a:gd name="connsiteY15" fmla="*/ 1148715 h 1185862"/>
                <a:gd name="connsiteX16" fmla="*/ 744855 w 949642"/>
                <a:gd name="connsiteY16" fmla="*/ 1042988 h 1185862"/>
                <a:gd name="connsiteX17" fmla="*/ 384810 w 949642"/>
                <a:gd name="connsiteY17" fmla="*/ 1185863 h 1185862"/>
                <a:gd name="connsiteX18" fmla="*/ 214313 w 949642"/>
                <a:gd name="connsiteY18" fmla="*/ 1162050 h 1185862"/>
                <a:gd name="connsiteX19" fmla="*/ 93345 w 949642"/>
                <a:gd name="connsiteY19" fmla="*/ 1088707 h 1185862"/>
                <a:gd name="connsiteX20" fmla="*/ 22860 w 949642"/>
                <a:gd name="connsiteY20" fmla="*/ 961072 h 1185862"/>
                <a:gd name="connsiteX21" fmla="*/ 0 w 949642"/>
                <a:gd name="connsiteY21" fmla="*/ 727710 h 1185862"/>
                <a:gd name="connsiteX22" fmla="*/ 0 w 949642"/>
                <a:gd name="connsiteY22" fmla="*/ 2858 h 1185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9642" h="1185862">
                  <a:moveTo>
                    <a:pt x="0" y="2858"/>
                  </a:moveTo>
                  <a:cubicBezTo>
                    <a:pt x="14288" y="953"/>
                    <a:pt x="28575" y="0"/>
                    <a:pt x="43815" y="0"/>
                  </a:cubicBezTo>
                  <a:cubicBezTo>
                    <a:pt x="151448" y="0"/>
                    <a:pt x="205740" y="54292"/>
                    <a:pt x="205740" y="163830"/>
                  </a:cubicBezTo>
                  <a:lnTo>
                    <a:pt x="205740" y="726757"/>
                  </a:lnTo>
                  <a:cubicBezTo>
                    <a:pt x="205740" y="797243"/>
                    <a:pt x="210503" y="849630"/>
                    <a:pt x="220028" y="883920"/>
                  </a:cubicBezTo>
                  <a:cubicBezTo>
                    <a:pt x="229553" y="917257"/>
                    <a:pt x="247650" y="943928"/>
                    <a:pt x="273368" y="961072"/>
                  </a:cubicBezTo>
                  <a:cubicBezTo>
                    <a:pt x="296228" y="977265"/>
                    <a:pt x="320040" y="988695"/>
                    <a:pt x="346710" y="996315"/>
                  </a:cubicBezTo>
                  <a:cubicBezTo>
                    <a:pt x="373380" y="1003935"/>
                    <a:pt x="407670" y="1006793"/>
                    <a:pt x="449580" y="1006793"/>
                  </a:cubicBezTo>
                  <a:cubicBezTo>
                    <a:pt x="502920" y="1006793"/>
                    <a:pt x="551498" y="997268"/>
                    <a:pt x="595313" y="979170"/>
                  </a:cubicBezTo>
                  <a:cubicBezTo>
                    <a:pt x="639128" y="961072"/>
                    <a:pt x="675323" y="937260"/>
                    <a:pt x="702945" y="910590"/>
                  </a:cubicBezTo>
                  <a:cubicBezTo>
                    <a:pt x="730568" y="882968"/>
                    <a:pt x="743903" y="857250"/>
                    <a:pt x="743903" y="833438"/>
                  </a:cubicBezTo>
                  <a:lnTo>
                    <a:pt x="743903" y="2858"/>
                  </a:lnTo>
                  <a:cubicBezTo>
                    <a:pt x="758190" y="953"/>
                    <a:pt x="772478" y="0"/>
                    <a:pt x="787718" y="0"/>
                  </a:cubicBezTo>
                  <a:cubicBezTo>
                    <a:pt x="895350" y="0"/>
                    <a:pt x="949643" y="54292"/>
                    <a:pt x="949643" y="163830"/>
                  </a:cubicBezTo>
                  <a:lnTo>
                    <a:pt x="949643" y="1148715"/>
                  </a:lnTo>
                  <a:lnTo>
                    <a:pt x="744855" y="1148715"/>
                  </a:lnTo>
                  <a:lnTo>
                    <a:pt x="744855" y="1042988"/>
                  </a:lnTo>
                  <a:cubicBezTo>
                    <a:pt x="662940" y="1138238"/>
                    <a:pt x="542925" y="1185863"/>
                    <a:pt x="384810" y="1185863"/>
                  </a:cubicBezTo>
                  <a:cubicBezTo>
                    <a:pt x="320040" y="1185863"/>
                    <a:pt x="263843" y="1178243"/>
                    <a:pt x="214313" y="1162050"/>
                  </a:cubicBezTo>
                  <a:cubicBezTo>
                    <a:pt x="164783" y="1145857"/>
                    <a:pt x="124778" y="1121093"/>
                    <a:pt x="93345" y="1088707"/>
                  </a:cubicBezTo>
                  <a:cubicBezTo>
                    <a:pt x="61913" y="1055370"/>
                    <a:pt x="39053" y="1013460"/>
                    <a:pt x="22860" y="961072"/>
                  </a:cubicBezTo>
                  <a:cubicBezTo>
                    <a:pt x="7620" y="908685"/>
                    <a:pt x="0" y="831532"/>
                    <a:pt x="0" y="727710"/>
                  </a:cubicBezTo>
                  <a:lnTo>
                    <a:pt x="0" y="2858"/>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BE432DD-0912-8D41-20AD-A7DC040B4731}"/>
                </a:ext>
              </a:extLst>
            </p:cNvPr>
            <p:cNvSpPr/>
            <p:nvPr/>
          </p:nvSpPr>
          <p:spPr>
            <a:xfrm>
              <a:off x="11644737" y="5963354"/>
              <a:ext cx="49422" cy="251057"/>
            </a:xfrm>
            <a:custGeom>
              <a:avLst/>
              <a:gdLst>
                <a:gd name="connsiteX0" fmla="*/ 0 w 321944"/>
                <a:gd name="connsiteY0" fmla="*/ 2858 h 1635442"/>
                <a:gd name="connsiteX1" fmla="*/ 43815 w 321944"/>
                <a:gd name="connsiteY1" fmla="*/ 0 h 1635442"/>
                <a:gd name="connsiteX2" fmla="*/ 205740 w 321944"/>
                <a:gd name="connsiteY2" fmla="*/ 163830 h 1635442"/>
                <a:gd name="connsiteX3" fmla="*/ 205740 w 321944"/>
                <a:gd name="connsiteY3" fmla="*/ 1394460 h 1635442"/>
                <a:gd name="connsiteX4" fmla="*/ 215265 w 321944"/>
                <a:gd name="connsiteY4" fmla="*/ 1485900 h 1635442"/>
                <a:gd name="connsiteX5" fmla="*/ 249555 w 321944"/>
                <a:gd name="connsiteY5" fmla="*/ 1521143 h 1635442"/>
                <a:gd name="connsiteX6" fmla="*/ 321945 w 321944"/>
                <a:gd name="connsiteY6" fmla="*/ 1531620 h 1635442"/>
                <a:gd name="connsiteX7" fmla="*/ 321945 w 321944"/>
                <a:gd name="connsiteY7" fmla="*/ 1618298 h 1635442"/>
                <a:gd name="connsiteX8" fmla="*/ 189548 w 321944"/>
                <a:gd name="connsiteY8" fmla="*/ 1635443 h 1635442"/>
                <a:gd name="connsiteX9" fmla="*/ 82868 w 321944"/>
                <a:gd name="connsiteY9" fmla="*/ 1613535 h 1635442"/>
                <a:gd name="connsiteX10" fmla="*/ 20955 w 321944"/>
                <a:gd name="connsiteY10" fmla="*/ 1544955 h 1635442"/>
                <a:gd name="connsiteX11" fmla="*/ 0 w 321944"/>
                <a:gd name="connsiteY11" fmla="*/ 1386840 h 1635442"/>
                <a:gd name="connsiteX12" fmla="*/ 0 w 321944"/>
                <a:gd name="connsiteY12" fmla="*/ 2858 h 16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1944" h="1635442">
                  <a:moveTo>
                    <a:pt x="0" y="2858"/>
                  </a:moveTo>
                  <a:cubicBezTo>
                    <a:pt x="14288" y="953"/>
                    <a:pt x="28575" y="0"/>
                    <a:pt x="43815" y="0"/>
                  </a:cubicBezTo>
                  <a:cubicBezTo>
                    <a:pt x="151448" y="0"/>
                    <a:pt x="205740" y="54293"/>
                    <a:pt x="205740" y="163830"/>
                  </a:cubicBezTo>
                  <a:lnTo>
                    <a:pt x="205740" y="1394460"/>
                  </a:lnTo>
                  <a:cubicBezTo>
                    <a:pt x="205740" y="1439228"/>
                    <a:pt x="208598" y="1469708"/>
                    <a:pt x="215265" y="1485900"/>
                  </a:cubicBezTo>
                  <a:cubicBezTo>
                    <a:pt x="221932" y="1502093"/>
                    <a:pt x="233363" y="1513523"/>
                    <a:pt x="249555" y="1521143"/>
                  </a:cubicBezTo>
                  <a:cubicBezTo>
                    <a:pt x="265748" y="1528763"/>
                    <a:pt x="289560" y="1531620"/>
                    <a:pt x="321945" y="1531620"/>
                  </a:cubicBezTo>
                  <a:lnTo>
                    <a:pt x="321945" y="1618298"/>
                  </a:lnTo>
                  <a:cubicBezTo>
                    <a:pt x="288607" y="1629728"/>
                    <a:pt x="243840" y="1635443"/>
                    <a:pt x="189548" y="1635443"/>
                  </a:cubicBezTo>
                  <a:cubicBezTo>
                    <a:pt x="145732" y="1635443"/>
                    <a:pt x="110490" y="1627823"/>
                    <a:pt x="82868" y="1613535"/>
                  </a:cubicBezTo>
                  <a:cubicBezTo>
                    <a:pt x="55245" y="1599248"/>
                    <a:pt x="35243" y="1576388"/>
                    <a:pt x="20955" y="1544955"/>
                  </a:cubicBezTo>
                  <a:cubicBezTo>
                    <a:pt x="7620" y="1513523"/>
                    <a:pt x="0" y="1461135"/>
                    <a:pt x="0" y="1386840"/>
                  </a:cubicBezTo>
                  <a:lnTo>
                    <a:pt x="0" y="2858"/>
                  </a:ln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D5686D43-D478-25F5-8D79-260ED9D0E531}"/>
                </a:ext>
              </a:extLst>
            </p:cNvPr>
            <p:cNvSpPr/>
            <p:nvPr/>
          </p:nvSpPr>
          <p:spPr>
            <a:xfrm>
              <a:off x="11709950" y="6033831"/>
              <a:ext cx="150898" cy="183943"/>
            </a:xfrm>
            <a:custGeom>
              <a:avLst/>
              <a:gdLst>
                <a:gd name="connsiteX0" fmla="*/ 212408 w 982980"/>
                <a:gd name="connsiteY0" fmla="*/ 634365 h 1198244"/>
                <a:gd name="connsiteX1" fmla="*/ 310515 w 982980"/>
                <a:gd name="connsiteY1" fmla="*/ 923925 h 1198244"/>
                <a:gd name="connsiteX2" fmla="*/ 569595 w 982980"/>
                <a:gd name="connsiteY2" fmla="*/ 1024890 h 1198244"/>
                <a:gd name="connsiteX3" fmla="*/ 888683 w 982980"/>
                <a:gd name="connsiteY3" fmla="*/ 887730 h 1198244"/>
                <a:gd name="connsiteX4" fmla="*/ 937260 w 982980"/>
                <a:gd name="connsiteY4" fmla="*/ 961072 h 1198244"/>
                <a:gd name="connsiteX5" fmla="*/ 956310 w 982980"/>
                <a:gd name="connsiteY5" fmla="*/ 1020128 h 1198244"/>
                <a:gd name="connsiteX6" fmla="*/ 902970 w 982980"/>
                <a:gd name="connsiteY6" fmla="*/ 1102042 h 1198244"/>
                <a:gd name="connsiteX7" fmla="*/ 550545 w 982980"/>
                <a:gd name="connsiteY7" fmla="*/ 1198245 h 1198244"/>
                <a:gd name="connsiteX8" fmla="*/ 142875 w 982980"/>
                <a:gd name="connsiteY8" fmla="*/ 1041082 h 1198244"/>
                <a:gd name="connsiteX9" fmla="*/ 0 w 982980"/>
                <a:gd name="connsiteY9" fmla="*/ 584835 h 1198244"/>
                <a:gd name="connsiteX10" fmla="*/ 66675 w 982980"/>
                <a:gd name="connsiteY10" fmla="*/ 270510 h 1198244"/>
                <a:gd name="connsiteX11" fmla="*/ 252413 w 982980"/>
                <a:gd name="connsiteY11" fmla="*/ 70485 h 1198244"/>
                <a:gd name="connsiteX12" fmla="*/ 519113 w 982980"/>
                <a:gd name="connsiteY12" fmla="*/ 0 h 1198244"/>
                <a:gd name="connsiteX13" fmla="*/ 770573 w 982980"/>
                <a:gd name="connsiteY13" fmla="*/ 61913 h 1198244"/>
                <a:gd name="connsiteX14" fmla="*/ 928688 w 982980"/>
                <a:gd name="connsiteY14" fmla="*/ 237172 h 1198244"/>
                <a:gd name="connsiteX15" fmla="*/ 982980 w 982980"/>
                <a:gd name="connsiteY15" fmla="*/ 498157 h 1198244"/>
                <a:gd name="connsiteX16" fmla="*/ 975360 w 982980"/>
                <a:gd name="connsiteY16" fmla="*/ 633413 h 1198244"/>
                <a:gd name="connsiteX17" fmla="*/ 212408 w 982980"/>
                <a:gd name="connsiteY17" fmla="*/ 633413 h 1198244"/>
                <a:gd name="connsiteX18" fmla="*/ 777240 w 982980"/>
                <a:gd name="connsiteY18" fmla="*/ 480060 h 1198244"/>
                <a:gd name="connsiteX19" fmla="*/ 509588 w 982980"/>
                <a:gd name="connsiteY19" fmla="*/ 171450 h 1198244"/>
                <a:gd name="connsiteX20" fmla="*/ 301943 w 982980"/>
                <a:gd name="connsiteY20" fmla="*/ 254317 h 1198244"/>
                <a:gd name="connsiteX21" fmla="*/ 212408 w 982980"/>
                <a:gd name="connsiteY21" fmla="*/ 480060 h 1198244"/>
                <a:gd name="connsiteX22" fmla="*/ 777240 w 982980"/>
                <a:gd name="connsiteY22" fmla="*/ 480060 h 119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82980" h="1198244">
                  <a:moveTo>
                    <a:pt x="212408" y="634365"/>
                  </a:moveTo>
                  <a:cubicBezTo>
                    <a:pt x="217170" y="760095"/>
                    <a:pt x="249555" y="856297"/>
                    <a:pt x="310515" y="923925"/>
                  </a:cubicBezTo>
                  <a:cubicBezTo>
                    <a:pt x="370523" y="991553"/>
                    <a:pt x="457200" y="1024890"/>
                    <a:pt x="569595" y="1024890"/>
                  </a:cubicBezTo>
                  <a:cubicBezTo>
                    <a:pt x="702945" y="1024890"/>
                    <a:pt x="809625" y="979170"/>
                    <a:pt x="888683" y="887730"/>
                  </a:cubicBezTo>
                  <a:cubicBezTo>
                    <a:pt x="907733" y="911542"/>
                    <a:pt x="923925" y="936307"/>
                    <a:pt x="937260" y="961072"/>
                  </a:cubicBezTo>
                  <a:cubicBezTo>
                    <a:pt x="950595" y="985838"/>
                    <a:pt x="956310" y="1005840"/>
                    <a:pt x="956310" y="1020128"/>
                  </a:cubicBezTo>
                  <a:cubicBezTo>
                    <a:pt x="956310" y="1047750"/>
                    <a:pt x="938213" y="1074420"/>
                    <a:pt x="902970" y="1102042"/>
                  </a:cubicBezTo>
                  <a:cubicBezTo>
                    <a:pt x="816293" y="1166813"/>
                    <a:pt x="698183" y="1198245"/>
                    <a:pt x="550545" y="1198245"/>
                  </a:cubicBezTo>
                  <a:cubicBezTo>
                    <a:pt x="373380" y="1198245"/>
                    <a:pt x="237173" y="1145857"/>
                    <a:pt x="142875" y="1041082"/>
                  </a:cubicBezTo>
                  <a:cubicBezTo>
                    <a:pt x="47625" y="936307"/>
                    <a:pt x="0" y="783907"/>
                    <a:pt x="0" y="584835"/>
                  </a:cubicBezTo>
                  <a:cubicBezTo>
                    <a:pt x="0" y="462915"/>
                    <a:pt x="21908" y="358140"/>
                    <a:pt x="66675" y="270510"/>
                  </a:cubicBezTo>
                  <a:cubicBezTo>
                    <a:pt x="110490" y="183832"/>
                    <a:pt x="173355" y="117157"/>
                    <a:pt x="252413" y="70485"/>
                  </a:cubicBezTo>
                  <a:cubicBezTo>
                    <a:pt x="332423" y="23813"/>
                    <a:pt x="421005" y="0"/>
                    <a:pt x="519113" y="0"/>
                  </a:cubicBezTo>
                  <a:cubicBezTo>
                    <a:pt x="617220" y="0"/>
                    <a:pt x="701040" y="20955"/>
                    <a:pt x="770573" y="61913"/>
                  </a:cubicBezTo>
                  <a:cubicBezTo>
                    <a:pt x="840105" y="102870"/>
                    <a:pt x="892493" y="160972"/>
                    <a:pt x="928688" y="237172"/>
                  </a:cubicBezTo>
                  <a:cubicBezTo>
                    <a:pt x="964883" y="312420"/>
                    <a:pt x="982980" y="400050"/>
                    <a:pt x="982980" y="498157"/>
                  </a:cubicBezTo>
                  <a:cubicBezTo>
                    <a:pt x="982980" y="561022"/>
                    <a:pt x="980123" y="605790"/>
                    <a:pt x="975360" y="633413"/>
                  </a:cubicBezTo>
                  <a:lnTo>
                    <a:pt x="212408" y="633413"/>
                  </a:lnTo>
                  <a:close/>
                  <a:moveTo>
                    <a:pt x="777240" y="480060"/>
                  </a:moveTo>
                  <a:cubicBezTo>
                    <a:pt x="777240" y="274320"/>
                    <a:pt x="687705" y="171450"/>
                    <a:pt x="509588" y="171450"/>
                  </a:cubicBezTo>
                  <a:cubicBezTo>
                    <a:pt x="423863" y="171450"/>
                    <a:pt x="355283" y="199072"/>
                    <a:pt x="301943" y="254317"/>
                  </a:cubicBezTo>
                  <a:cubicBezTo>
                    <a:pt x="248603" y="309563"/>
                    <a:pt x="219075" y="384810"/>
                    <a:pt x="212408" y="480060"/>
                  </a:cubicBezTo>
                  <a:lnTo>
                    <a:pt x="777240" y="480060"/>
                  </a:ln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7ED7391-A644-169F-608D-AC0D72DC9831}"/>
                </a:ext>
              </a:extLst>
            </p:cNvPr>
            <p:cNvSpPr/>
            <p:nvPr/>
          </p:nvSpPr>
          <p:spPr>
            <a:xfrm>
              <a:off x="11888484" y="5984409"/>
              <a:ext cx="97235" cy="233218"/>
            </a:xfrm>
            <a:custGeom>
              <a:avLst/>
              <a:gdLst>
                <a:gd name="connsiteX0" fmla="*/ 0 w 633412"/>
                <a:gd name="connsiteY0" fmla="*/ 2858 h 1519237"/>
                <a:gd name="connsiteX1" fmla="*/ 43815 w 633412"/>
                <a:gd name="connsiteY1" fmla="*/ 0 h 1519237"/>
                <a:gd name="connsiteX2" fmla="*/ 205740 w 633412"/>
                <a:gd name="connsiteY2" fmla="*/ 163830 h 1519237"/>
                <a:gd name="connsiteX3" fmla="*/ 205740 w 633412"/>
                <a:gd name="connsiteY3" fmla="*/ 349567 h 1519237"/>
                <a:gd name="connsiteX4" fmla="*/ 565785 w 633412"/>
                <a:gd name="connsiteY4" fmla="*/ 349567 h 1519237"/>
                <a:gd name="connsiteX5" fmla="*/ 565785 w 633412"/>
                <a:gd name="connsiteY5" fmla="*/ 523875 h 1519237"/>
                <a:gd name="connsiteX6" fmla="*/ 205740 w 633412"/>
                <a:gd name="connsiteY6" fmla="*/ 523875 h 1519237"/>
                <a:gd name="connsiteX7" fmla="*/ 205740 w 633412"/>
                <a:gd name="connsiteY7" fmla="*/ 1146810 h 1519237"/>
                <a:gd name="connsiteX8" fmla="*/ 362902 w 633412"/>
                <a:gd name="connsiteY8" fmla="*/ 1344930 h 1519237"/>
                <a:gd name="connsiteX9" fmla="*/ 443865 w 633412"/>
                <a:gd name="connsiteY9" fmla="*/ 1327785 h 1519237"/>
                <a:gd name="connsiteX10" fmla="*/ 517207 w 633412"/>
                <a:gd name="connsiteY10" fmla="*/ 1283970 h 1519237"/>
                <a:gd name="connsiteX11" fmla="*/ 562927 w 633412"/>
                <a:gd name="connsiteY11" fmla="*/ 1240155 h 1519237"/>
                <a:gd name="connsiteX12" fmla="*/ 633413 w 633412"/>
                <a:gd name="connsiteY12" fmla="*/ 1375410 h 1519237"/>
                <a:gd name="connsiteX13" fmla="*/ 587693 w 633412"/>
                <a:gd name="connsiteY13" fmla="*/ 1444943 h 1519237"/>
                <a:gd name="connsiteX14" fmla="*/ 475297 w 633412"/>
                <a:gd name="connsiteY14" fmla="*/ 1500187 h 1519237"/>
                <a:gd name="connsiteX15" fmla="*/ 331470 w 633412"/>
                <a:gd name="connsiteY15" fmla="*/ 1519237 h 1519237"/>
                <a:gd name="connsiteX16" fmla="*/ 24765 w 633412"/>
                <a:gd name="connsiteY16" fmla="*/ 1338262 h 1519237"/>
                <a:gd name="connsiteX17" fmla="*/ 952 w 633412"/>
                <a:gd name="connsiteY17" fmla="*/ 1130618 h 1519237"/>
                <a:gd name="connsiteX18" fmla="*/ 952 w 633412"/>
                <a:gd name="connsiteY18" fmla="*/ 2858 h 1519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33412" h="1519237">
                  <a:moveTo>
                    <a:pt x="0" y="2858"/>
                  </a:moveTo>
                  <a:cubicBezTo>
                    <a:pt x="14288" y="952"/>
                    <a:pt x="28575" y="0"/>
                    <a:pt x="43815" y="0"/>
                  </a:cubicBezTo>
                  <a:cubicBezTo>
                    <a:pt x="151447" y="0"/>
                    <a:pt x="205740" y="54292"/>
                    <a:pt x="205740" y="163830"/>
                  </a:cubicBezTo>
                  <a:lnTo>
                    <a:pt x="205740" y="349567"/>
                  </a:lnTo>
                  <a:lnTo>
                    <a:pt x="565785" y="349567"/>
                  </a:lnTo>
                  <a:lnTo>
                    <a:pt x="565785" y="523875"/>
                  </a:lnTo>
                  <a:lnTo>
                    <a:pt x="205740" y="523875"/>
                  </a:lnTo>
                  <a:lnTo>
                    <a:pt x="205740" y="1146810"/>
                  </a:lnTo>
                  <a:cubicBezTo>
                    <a:pt x="205740" y="1279208"/>
                    <a:pt x="258127" y="1344930"/>
                    <a:pt x="362902" y="1344930"/>
                  </a:cubicBezTo>
                  <a:cubicBezTo>
                    <a:pt x="390525" y="1344930"/>
                    <a:pt x="417195" y="1339215"/>
                    <a:pt x="443865" y="1327785"/>
                  </a:cubicBezTo>
                  <a:cubicBezTo>
                    <a:pt x="470535" y="1316355"/>
                    <a:pt x="495300" y="1302068"/>
                    <a:pt x="517207" y="1283970"/>
                  </a:cubicBezTo>
                  <a:cubicBezTo>
                    <a:pt x="540068" y="1265873"/>
                    <a:pt x="555307" y="1251585"/>
                    <a:pt x="562927" y="1240155"/>
                  </a:cubicBezTo>
                  <a:cubicBezTo>
                    <a:pt x="609600" y="1298258"/>
                    <a:pt x="633413" y="1343025"/>
                    <a:pt x="633413" y="1375410"/>
                  </a:cubicBezTo>
                  <a:cubicBezTo>
                    <a:pt x="633413" y="1398270"/>
                    <a:pt x="618172" y="1421130"/>
                    <a:pt x="587693" y="1444943"/>
                  </a:cubicBezTo>
                  <a:cubicBezTo>
                    <a:pt x="557213" y="1468755"/>
                    <a:pt x="520065" y="1487805"/>
                    <a:pt x="475297" y="1500187"/>
                  </a:cubicBezTo>
                  <a:cubicBezTo>
                    <a:pt x="430530" y="1513523"/>
                    <a:pt x="382905" y="1519237"/>
                    <a:pt x="331470" y="1519237"/>
                  </a:cubicBezTo>
                  <a:cubicBezTo>
                    <a:pt x="170497" y="1519237"/>
                    <a:pt x="68580" y="1459230"/>
                    <a:pt x="24765" y="1338262"/>
                  </a:cubicBezTo>
                  <a:cubicBezTo>
                    <a:pt x="8572" y="1293495"/>
                    <a:pt x="952" y="1223962"/>
                    <a:pt x="952" y="1130618"/>
                  </a:cubicBezTo>
                  <a:lnTo>
                    <a:pt x="952" y="2858"/>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4787535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75CAE1F3-FDCA-8A80-82A7-02196E6432F2}"/>
              </a:ext>
            </a:extLst>
          </p:cNvPr>
          <p:cNvGrpSpPr/>
          <p:nvPr userDrawn="1"/>
        </p:nvGrpSpPr>
        <p:grpSpPr>
          <a:xfrm>
            <a:off x="11132045" y="6312755"/>
            <a:ext cx="836706" cy="249494"/>
            <a:chOff x="11074630" y="5946246"/>
            <a:chExt cx="911089" cy="271674"/>
          </a:xfrm>
        </p:grpSpPr>
        <p:sp>
          <p:nvSpPr>
            <p:cNvPr id="11" name="Freeform: Shape 10">
              <a:extLst>
                <a:ext uri="{FF2B5EF4-FFF2-40B4-BE49-F238E27FC236}">
                  <a16:creationId xmlns:a16="http://schemas.microsoft.com/office/drawing/2014/main" id="{50570A7F-0D07-FFAC-23E9-3C44A9EE7864}"/>
                </a:ext>
              </a:extLst>
            </p:cNvPr>
            <p:cNvSpPr/>
            <p:nvPr/>
          </p:nvSpPr>
          <p:spPr>
            <a:xfrm>
              <a:off x="11074630" y="5946246"/>
              <a:ext cx="32607" cy="266264"/>
            </a:xfrm>
            <a:custGeom>
              <a:avLst/>
              <a:gdLst>
                <a:gd name="connsiteX0" fmla="*/ 0 w 212407"/>
                <a:gd name="connsiteY0" fmla="*/ 4763 h 1734502"/>
                <a:gd name="connsiteX1" fmla="*/ 60007 w 212407"/>
                <a:gd name="connsiteY1" fmla="*/ 0 h 1734502"/>
                <a:gd name="connsiteX2" fmla="*/ 172402 w 212407"/>
                <a:gd name="connsiteY2" fmla="*/ 40005 h 1734502"/>
                <a:gd name="connsiteX3" fmla="*/ 212407 w 212407"/>
                <a:gd name="connsiteY3" fmla="*/ 152400 h 1734502"/>
                <a:gd name="connsiteX4" fmla="*/ 212407 w 212407"/>
                <a:gd name="connsiteY4" fmla="*/ 1734502 h 1734502"/>
                <a:gd name="connsiteX5" fmla="*/ 0 w 212407"/>
                <a:gd name="connsiteY5" fmla="*/ 1734502 h 1734502"/>
                <a:gd name="connsiteX6" fmla="*/ 0 w 212407"/>
                <a:gd name="connsiteY6" fmla="*/ 4763 h 1734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407" h="1734502">
                  <a:moveTo>
                    <a:pt x="0" y="4763"/>
                  </a:moveTo>
                  <a:cubicBezTo>
                    <a:pt x="25717" y="1905"/>
                    <a:pt x="45720" y="0"/>
                    <a:pt x="60007" y="0"/>
                  </a:cubicBezTo>
                  <a:cubicBezTo>
                    <a:pt x="108585" y="0"/>
                    <a:pt x="145732" y="13335"/>
                    <a:pt x="172402" y="40005"/>
                  </a:cubicBezTo>
                  <a:cubicBezTo>
                    <a:pt x="199072" y="66675"/>
                    <a:pt x="212407" y="103823"/>
                    <a:pt x="212407" y="152400"/>
                  </a:cubicBezTo>
                  <a:lnTo>
                    <a:pt x="212407" y="1734502"/>
                  </a:lnTo>
                  <a:lnTo>
                    <a:pt x="0" y="1734502"/>
                  </a:lnTo>
                  <a:lnTo>
                    <a:pt x="0" y="4763"/>
                  </a:lnTo>
                  <a:close/>
                </a:path>
              </a:pathLst>
            </a:custGeom>
            <a:solidFill>
              <a:srgbClr val="743DBC"/>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E70F090-F8C9-CC8A-E573-453FA0C29BBE}"/>
                </a:ext>
              </a:extLst>
            </p:cNvPr>
            <p:cNvSpPr/>
            <p:nvPr/>
          </p:nvSpPr>
          <p:spPr>
            <a:xfrm>
              <a:off x="11141306" y="6033977"/>
              <a:ext cx="146657" cy="178240"/>
            </a:xfrm>
            <a:custGeom>
              <a:avLst/>
              <a:gdLst>
                <a:gd name="connsiteX0" fmla="*/ 0 w 955357"/>
                <a:gd name="connsiteY0" fmla="*/ 21908 h 1161097"/>
                <a:gd name="connsiteX1" fmla="*/ 40958 w 955357"/>
                <a:gd name="connsiteY1" fmla="*/ 19050 h 1161097"/>
                <a:gd name="connsiteX2" fmla="*/ 147638 w 955357"/>
                <a:gd name="connsiteY2" fmla="*/ 50483 h 1161097"/>
                <a:gd name="connsiteX3" fmla="*/ 196215 w 955357"/>
                <a:gd name="connsiteY3" fmla="*/ 141923 h 1161097"/>
                <a:gd name="connsiteX4" fmla="*/ 361950 w 955357"/>
                <a:gd name="connsiteY4" fmla="*/ 37148 h 1161097"/>
                <a:gd name="connsiteX5" fmla="*/ 573405 w 955357"/>
                <a:gd name="connsiteY5" fmla="*/ 0 h 1161097"/>
                <a:gd name="connsiteX6" fmla="*/ 813435 w 955357"/>
                <a:gd name="connsiteY6" fmla="*/ 64770 h 1161097"/>
                <a:gd name="connsiteX7" fmla="*/ 938213 w 955357"/>
                <a:gd name="connsiteY7" fmla="*/ 253365 h 1161097"/>
                <a:gd name="connsiteX8" fmla="*/ 955358 w 955357"/>
                <a:gd name="connsiteY8" fmla="*/ 475298 h 1161097"/>
                <a:gd name="connsiteX9" fmla="*/ 955358 w 955357"/>
                <a:gd name="connsiteY9" fmla="*/ 1161098 h 1161097"/>
                <a:gd name="connsiteX10" fmla="*/ 750570 w 955357"/>
                <a:gd name="connsiteY10" fmla="*/ 1161098 h 1161097"/>
                <a:gd name="connsiteX11" fmla="*/ 750570 w 955357"/>
                <a:gd name="connsiteY11" fmla="*/ 483870 h 1161097"/>
                <a:gd name="connsiteX12" fmla="*/ 736283 w 955357"/>
                <a:gd name="connsiteY12" fmla="*/ 317183 h 1161097"/>
                <a:gd name="connsiteX13" fmla="*/ 661035 w 955357"/>
                <a:gd name="connsiteY13" fmla="*/ 218123 h 1161097"/>
                <a:gd name="connsiteX14" fmla="*/ 508635 w 955357"/>
                <a:gd name="connsiteY14" fmla="*/ 186690 h 1161097"/>
                <a:gd name="connsiteX15" fmla="*/ 353378 w 955357"/>
                <a:gd name="connsiteY15" fmla="*/ 210503 h 1161097"/>
                <a:gd name="connsiteX16" fmla="*/ 245745 w 955357"/>
                <a:gd name="connsiteY16" fmla="*/ 274320 h 1161097"/>
                <a:gd name="connsiteX17" fmla="*/ 206692 w 955357"/>
                <a:gd name="connsiteY17" fmla="*/ 357188 h 1161097"/>
                <a:gd name="connsiteX18" fmla="*/ 206692 w 955357"/>
                <a:gd name="connsiteY18" fmla="*/ 1161098 h 1161097"/>
                <a:gd name="connsiteX19" fmla="*/ 1905 w 955357"/>
                <a:gd name="connsiteY19" fmla="*/ 1161098 h 1161097"/>
                <a:gd name="connsiteX20" fmla="*/ 1905 w 955357"/>
                <a:gd name="connsiteY20" fmla="*/ 21908 h 1161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55357" h="1161097">
                  <a:moveTo>
                    <a:pt x="0" y="21908"/>
                  </a:moveTo>
                  <a:cubicBezTo>
                    <a:pt x="14288" y="20003"/>
                    <a:pt x="28575" y="19050"/>
                    <a:pt x="40958" y="19050"/>
                  </a:cubicBezTo>
                  <a:cubicBezTo>
                    <a:pt x="84773" y="19050"/>
                    <a:pt x="120015" y="29528"/>
                    <a:pt x="147638" y="50483"/>
                  </a:cubicBezTo>
                  <a:cubicBezTo>
                    <a:pt x="175260" y="71438"/>
                    <a:pt x="191453" y="101917"/>
                    <a:pt x="196215" y="141923"/>
                  </a:cubicBezTo>
                  <a:cubicBezTo>
                    <a:pt x="240983" y="97155"/>
                    <a:pt x="296228" y="61913"/>
                    <a:pt x="361950" y="37148"/>
                  </a:cubicBezTo>
                  <a:cubicBezTo>
                    <a:pt x="426720" y="12383"/>
                    <a:pt x="497205" y="0"/>
                    <a:pt x="573405" y="0"/>
                  </a:cubicBezTo>
                  <a:cubicBezTo>
                    <a:pt x="671513" y="0"/>
                    <a:pt x="751523" y="21908"/>
                    <a:pt x="813435" y="64770"/>
                  </a:cubicBezTo>
                  <a:cubicBezTo>
                    <a:pt x="875348" y="108585"/>
                    <a:pt x="917258" y="171450"/>
                    <a:pt x="938213" y="253365"/>
                  </a:cubicBezTo>
                  <a:cubicBezTo>
                    <a:pt x="949643" y="297180"/>
                    <a:pt x="955358" y="370523"/>
                    <a:pt x="955358" y="475298"/>
                  </a:cubicBezTo>
                  <a:lnTo>
                    <a:pt x="955358" y="1161098"/>
                  </a:lnTo>
                  <a:lnTo>
                    <a:pt x="750570" y="1161098"/>
                  </a:lnTo>
                  <a:lnTo>
                    <a:pt x="750570" y="483870"/>
                  </a:lnTo>
                  <a:cubicBezTo>
                    <a:pt x="750570" y="404813"/>
                    <a:pt x="745808" y="349567"/>
                    <a:pt x="736283" y="317183"/>
                  </a:cubicBezTo>
                  <a:cubicBezTo>
                    <a:pt x="722948" y="272415"/>
                    <a:pt x="698183" y="239078"/>
                    <a:pt x="661035" y="218123"/>
                  </a:cubicBezTo>
                  <a:cubicBezTo>
                    <a:pt x="623888" y="197167"/>
                    <a:pt x="573405" y="186690"/>
                    <a:pt x="508635" y="186690"/>
                  </a:cubicBezTo>
                  <a:cubicBezTo>
                    <a:pt x="450533" y="186690"/>
                    <a:pt x="399098" y="194310"/>
                    <a:pt x="353378" y="210503"/>
                  </a:cubicBezTo>
                  <a:cubicBezTo>
                    <a:pt x="307658" y="226695"/>
                    <a:pt x="271463" y="247650"/>
                    <a:pt x="245745" y="274320"/>
                  </a:cubicBezTo>
                  <a:cubicBezTo>
                    <a:pt x="220028" y="300990"/>
                    <a:pt x="206692" y="328613"/>
                    <a:pt x="206692" y="357188"/>
                  </a:cubicBezTo>
                  <a:lnTo>
                    <a:pt x="206692" y="1161098"/>
                  </a:lnTo>
                  <a:lnTo>
                    <a:pt x="1905" y="1161098"/>
                  </a:lnTo>
                  <a:lnTo>
                    <a:pt x="1905" y="21908"/>
                  </a:lnTo>
                  <a:close/>
                </a:path>
              </a:pathLst>
            </a:custGeom>
            <a:solidFill>
              <a:srgbClr val="743DBC"/>
            </a:solid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E9B7A83B-A062-749D-6075-9CF774FE5735}"/>
                </a:ext>
              </a:extLst>
            </p:cNvPr>
            <p:cNvSpPr/>
            <p:nvPr/>
          </p:nvSpPr>
          <p:spPr>
            <a:xfrm>
              <a:off x="11314282" y="6033831"/>
              <a:ext cx="125309" cy="183504"/>
            </a:xfrm>
            <a:custGeom>
              <a:avLst/>
              <a:gdLst>
                <a:gd name="connsiteX0" fmla="*/ 708660 w 816292"/>
                <a:gd name="connsiteY0" fmla="*/ 293370 h 1195387"/>
                <a:gd name="connsiteX1" fmla="*/ 582930 w 816292"/>
                <a:gd name="connsiteY1" fmla="*/ 202882 h 1195387"/>
                <a:gd name="connsiteX2" fmla="*/ 421005 w 816292"/>
                <a:gd name="connsiteY2" fmla="*/ 167640 h 1195387"/>
                <a:gd name="connsiteX3" fmla="*/ 263843 w 816292"/>
                <a:gd name="connsiteY3" fmla="*/ 204788 h 1195387"/>
                <a:gd name="connsiteX4" fmla="*/ 205740 w 816292"/>
                <a:gd name="connsiteY4" fmla="*/ 312420 h 1195387"/>
                <a:gd name="connsiteX5" fmla="*/ 226695 w 816292"/>
                <a:gd name="connsiteY5" fmla="*/ 381000 h 1195387"/>
                <a:gd name="connsiteX6" fmla="*/ 295275 w 816292"/>
                <a:gd name="connsiteY6" fmla="*/ 434340 h 1195387"/>
                <a:gd name="connsiteX7" fmla="*/ 444818 w 816292"/>
                <a:gd name="connsiteY7" fmla="*/ 481013 h 1195387"/>
                <a:gd name="connsiteX8" fmla="*/ 662940 w 816292"/>
                <a:gd name="connsiteY8" fmla="*/ 561022 h 1195387"/>
                <a:gd name="connsiteX9" fmla="*/ 779145 w 816292"/>
                <a:gd name="connsiteY9" fmla="*/ 675322 h 1195387"/>
                <a:gd name="connsiteX10" fmla="*/ 816293 w 816292"/>
                <a:gd name="connsiteY10" fmla="*/ 838200 h 1195387"/>
                <a:gd name="connsiteX11" fmla="*/ 693420 w 816292"/>
                <a:gd name="connsiteY11" fmla="*/ 1097280 h 1195387"/>
                <a:gd name="connsiteX12" fmla="*/ 374332 w 816292"/>
                <a:gd name="connsiteY12" fmla="*/ 1195388 h 1195387"/>
                <a:gd name="connsiteX13" fmla="*/ 108585 w 816292"/>
                <a:gd name="connsiteY13" fmla="*/ 1149667 h 1195387"/>
                <a:gd name="connsiteX14" fmla="*/ 0 w 816292"/>
                <a:gd name="connsiteY14" fmla="*/ 1048703 h 1195387"/>
                <a:gd name="connsiteX15" fmla="*/ 12382 w 816292"/>
                <a:gd name="connsiteY15" fmla="*/ 994410 h 1195387"/>
                <a:gd name="connsiteX16" fmla="*/ 60960 w 816292"/>
                <a:gd name="connsiteY16" fmla="*/ 905828 h 1195387"/>
                <a:gd name="connsiteX17" fmla="*/ 213360 w 816292"/>
                <a:gd name="connsiteY17" fmla="*/ 996315 h 1195387"/>
                <a:gd name="connsiteX18" fmla="*/ 381953 w 816292"/>
                <a:gd name="connsiteY18" fmla="*/ 1028700 h 1195387"/>
                <a:gd name="connsiteX19" fmla="*/ 553403 w 816292"/>
                <a:gd name="connsiteY19" fmla="*/ 983932 h 1195387"/>
                <a:gd name="connsiteX20" fmla="*/ 613410 w 816292"/>
                <a:gd name="connsiteY20" fmla="*/ 854392 h 1195387"/>
                <a:gd name="connsiteX21" fmla="*/ 560070 w 816292"/>
                <a:gd name="connsiteY21" fmla="*/ 735330 h 1195387"/>
                <a:gd name="connsiteX22" fmla="*/ 361950 w 816292"/>
                <a:gd name="connsiteY22" fmla="*/ 659130 h 1195387"/>
                <a:gd name="connsiteX23" fmla="*/ 87630 w 816292"/>
                <a:gd name="connsiteY23" fmla="*/ 537210 h 1195387"/>
                <a:gd name="connsiteX24" fmla="*/ 4763 w 816292"/>
                <a:gd name="connsiteY24" fmla="*/ 323850 h 1195387"/>
                <a:gd name="connsiteX25" fmla="*/ 120968 w 816292"/>
                <a:gd name="connsiteY25" fmla="*/ 88582 h 1195387"/>
                <a:gd name="connsiteX26" fmla="*/ 415290 w 816292"/>
                <a:gd name="connsiteY26" fmla="*/ 0 h 1195387"/>
                <a:gd name="connsiteX27" fmla="*/ 579120 w 816292"/>
                <a:gd name="connsiteY27" fmla="*/ 18097 h 1195387"/>
                <a:gd name="connsiteX28" fmla="*/ 704850 w 816292"/>
                <a:gd name="connsiteY28" fmla="*/ 64770 h 1195387"/>
                <a:gd name="connsiteX29" fmla="*/ 786765 w 816292"/>
                <a:gd name="connsiteY29" fmla="*/ 159067 h 1195387"/>
                <a:gd name="connsiteX30" fmla="*/ 741045 w 816292"/>
                <a:gd name="connsiteY30" fmla="*/ 289560 h 1195387"/>
                <a:gd name="connsiteX31" fmla="*/ 708660 w 816292"/>
                <a:gd name="connsiteY31" fmla="*/ 293370 h 1195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16292" h="1195387">
                  <a:moveTo>
                    <a:pt x="708660" y="293370"/>
                  </a:moveTo>
                  <a:cubicBezTo>
                    <a:pt x="678180" y="256222"/>
                    <a:pt x="636270" y="225742"/>
                    <a:pt x="582930" y="202882"/>
                  </a:cubicBezTo>
                  <a:cubicBezTo>
                    <a:pt x="529590" y="180022"/>
                    <a:pt x="476250" y="167640"/>
                    <a:pt x="421005" y="167640"/>
                  </a:cubicBezTo>
                  <a:cubicBezTo>
                    <a:pt x="355282" y="167640"/>
                    <a:pt x="302895" y="180022"/>
                    <a:pt x="263843" y="204788"/>
                  </a:cubicBezTo>
                  <a:cubicBezTo>
                    <a:pt x="224790" y="229552"/>
                    <a:pt x="205740" y="265747"/>
                    <a:pt x="205740" y="312420"/>
                  </a:cubicBezTo>
                  <a:cubicBezTo>
                    <a:pt x="205740" y="338138"/>
                    <a:pt x="212407" y="360997"/>
                    <a:pt x="226695" y="381000"/>
                  </a:cubicBezTo>
                  <a:cubicBezTo>
                    <a:pt x="240030" y="401003"/>
                    <a:pt x="262890" y="419100"/>
                    <a:pt x="295275" y="434340"/>
                  </a:cubicBezTo>
                  <a:cubicBezTo>
                    <a:pt x="327660" y="449580"/>
                    <a:pt x="377190" y="465772"/>
                    <a:pt x="444818" y="481013"/>
                  </a:cubicBezTo>
                  <a:cubicBezTo>
                    <a:pt x="538163" y="503872"/>
                    <a:pt x="610553" y="530542"/>
                    <a:pt x="662940" y="561022"/>
                  </a:cubicBezTo>
                  <a:cubicBezTo>
                    <a:pt x="715328" y="591503"/>
                    <a:pt x="753428" y="629603"/>
                    <a:pt x="779145" y="675322"/>
                  </a:cubicBezTo>
                  <a:cubicBezTo>
                    <a:pt x="803910" y="721042"/>
                    <a:pt x="816293" y="775335"/>
                    <a:pt x="816293" y="838200"/>
                  </a:cubicBezTo>
                  <a:cubicBezTo>
                    <a:pt x="816293" y="945832"/>
                    <a:pt x="775335" y="1032510"/>
                    <a:pt x="693420" y="1097280"/>
                  </a:cubicBezTo>
                  <a:cubicBezTo>
                    <a:pt x="611505" y="1162050"/>
                    <a:pt x="504825" y="1195388"/>
                    <a:pt x="374332" y="1195388"/>
                  </a:cubicBezTo>
                  <a:cubicBezTo>
                    <a:pt x="266700" y="1195388"/>
                    <a:pt x="178118" y="1180148"/>
                    <a:pt x="108585" y="1149667"/>
                  </a:cubicBezTo>
                  <a:cubicBezTo>
                    <a:pt x="36195" y="1121092"/>
                    <a:pt x="0" y="1086803"/>
                    <a:pt x="0" y="1048703"/>
                  </a:cubicBezTo>
                  <a:cubicBezTo>
                    <a:pt x="0" y="1032510"/>
                    <a:pt x="3810" y="1014413"/>
                    <a:pt x="12382" y="994410"/>
                  </a:cubicBezTo>
                  <a:cubicBezTo>
                    <a:pt x="20003" y="974407"/>
                    <a:pt x="36195" y="944880"/>
                    <a:pt x="60960" y="905828"/>
                  </a:cubicBezTo>
                  <a:cubicBezTo>
                    <a:pt x="105728" y="944880"/>
                    <a:pt x="157163" y="974407"/>
                    <a:pt x="213360" y="996315"/>
                  </a:cubicBezTo>
                  <a:cubicBezTo>
                    <a:pt x="269557" y="1018222"/>
                    <a:pt x="325755" y="1028700"/>
                    <a:pt x="381953" y="1028700"/>
                  </a:cubicBezTo>
                  <a:cubicBezTo>
                    <a:pt x="456247" y="1028700"/>
                    <a:pt x="513397" y="1013460"/>
                    <a:pt x="553403" y="983932"/>
                  </a:cubicBezTo>
                  <a:cubicBezTo>
                    <a:pt x="593407" y="954405"/>
                    <a:pt x="613410" y="911542"/>
                    <a:pt x="613410" y="854392"/>
                  </a:cubicBezTo>
                  <a:cubicBezTo>
                    <a:pt x="613410" y="804863"/>
                    <a:pt x="595313" y="764857"/>
                    <a:pt x="560070" y="735330"/>
                  </a:cubicBezTo>
                  <a:cubicBezTo>
                    <a:pt x="524828" y="705803"/>
                    <a:pt x="459105" y="680085"/>
                    <a:pt x="361950" y="659130"/>
                  </a:cubicBezTo>
                  <a:cubicBezTo>
                    <a:pt x="235268" y="631507"/>
                    <a:pt x="143828" y="591503"/>
                    <a:pt x="87630" y="537210"/>
                  </a:cubicBezTo>
                  <a:cubicBezTo>
                    <a:pt x="32385" y="482917"/>
                    <a:pt x="4763" y="412432"/>
                    <a:pt x="4763" y="323850"/>
                  </a:cubicBezTo>
                  <a:cubicBezTo>
                    <a:pt x="4763" y="225742"/>
                    <a:pt x="43815" y="147638"/>
                    <a:pt x="120968" y="88582"/>
                  </a:cubicBezTo>
                  <a:cubicBezTo>
                    <a:pt x="198120" y="29527"/>
                    <a:pt x="296228" y="0"/>
                    <a:pt x="415290" y="0"/>
                  </a:cubicBezTo>
                  <a:cubicBezTo>
                    <a:pt x="473393" y="0"/>
                    <a:pt x="527685" y="5715"/>
                    <a:pt x="579120" y="18097"/>
                  </a:cubicBezTo>
                  <a:cubicBezTo>
                    <a:pt x="630555" y="30480"/>
                    <a:pt x="672465" y="45720"/>
                    <a:pt x="704850" y="64770"/>
                  </a:cubicBezTo>
                  <a:cubicBezTo>
                    <a:pt x="759143" y="95250"/>
                    <a:pt x="786765" y="126682"/>
                    <a:pt x="786765" y="159067"/>
                  </a:cubicBezTo>
                  <a:cubicBezTo>
                    <a:pt x="786765" y="192405"/>
                    <a:pt x="771525" y="236220"/>
                    <a:pt x="741045" y="289560"/>
                  </a:cubicBezTo>
                  <a:lnTo>
                    <a:pt x="708660" y="293370"/>
                  </a:lnTo>
                  <a:close/>
                </a:path>
              </a:pathLst>
            </a:custGeom>
            <a:solidFill>
              <a:srgbClr val="743DBC"/>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6E293ADC-3579-C78A-AD96-B5AEFE31670A}"/>
                </a:ext>
              </a:extLst>
            </p:cNvPr>
            <p:cNvSpPr/>
            <p:nvPr/>
          </p:nvSpPr>
          <p:spPr>
            <a:xfrm>
              <a:off x="11466789" y="6035878"/>
              <a:ext cx="145780" cy="182042"/>
            </a:xfrm>
            <a:custGeom>
              <a:avLst/>
              <a:gdLst>
                <a:gd name="connsiteX0" fmla="*/ 0 w 949642"/>
                <a:gd name="connsiteY0" fmla="*/ 2858 h 1185862"/>
                <a:gd name="connsiteX1" fmla="*/ 43815 w 949642"/>
                <a:gd name="connsiteY1" fmla="*/ 0 h 1185862"/>
                <a:gd name="connsiteX2" fmla="*/ 205740 w 949642"/>
                <a:gd name="connsiteY2" fmla="*/ 163830 h 1185862"/>
                <a:gd name="connsiteX3" fmla="*/ 205740 w 949642"/>
                <a:gd name="connsiteY3" fmla="*/ 726757 h 1185862"/>
                <a:gd name="connsiteX4" fmla="*/ 220028 w 949642"/>
                <a:gd name="connsiteY4" fmla="*/ 883920 h 1185862"/>
                <a:gd name="connsiteX5" fmla="*/ 273368 w 949642"/>
                <a:gd name="connsiteY5" fmla="*/ 961072 h 1185862"/>
                <a:gd name="connsiteX6" fmla="*/ 346710 w 949642"/>
                <a:gd name="connsiteY6" fmla="*/ 996315 h 1185862"/>
                <a:gd name="connsiteX7" fmla="*/ 449580 w 949642"/>
                <a:gd name="connsiteY7" fmla="*/ 1006793 h 1185862"/>
                <a:gd name="connsiteX8" fmla="*/ 595313 w 949642"/>
                <a:gd name="connsiteY8" fmla="*/ 979170 h 1185862"/>
                <a:gd name="connsiteX9" fmla="*/ 702945 w 949642"/>
                <a:gd name="connsiteY9" fmla="*/ 910590 h 1185862"/>
                <a:gd name="connsiteX10" fmla="*/ 743903 w 949642"/>
                <a:gd name="connsiteY10" fmla="*/ 833438 h 1185862"/>
                <a:gd name="connsiteX11" fmla="*/ 743903 w 949642"/>
                <a:gd name="connsiteY11" fmla="*/ 2858 h 1185862"/>
                <a:gd name="connsiteX12" fmla="*/ 787718 w 949642"/>
                <a:gd name="connsiteY12" fmla="*/ 0 h 1185862"/>
                <a:gd name="connsiteX13" fmla="*/ 949643 w 949642"/>
                <a:gd name="connsiteY13" fmla="*/ 163830 h 1185862"/>
                <a:gd name="connsiteX14" fmla="*/ 949643 w 949642"/>
                <a:gd name="connsiteY14" fmla="*/ 1148715 h 1185862"/>
                <a:gd name="connsiteX15" fmla="*/ 744855 w 949642"/>
                <a:gd name="connsiteY15" fmla="*/ 1148715 h 1185862"/>
                <a:gd name="connsiteX16" fmla="*/ 744855 w 949642"/>
                <a:gd name="connsiteY16" fmla="*/ 1042988 h 1185862"/>
                <a:gd name="connsiteX17" fmla="*/ 384810 w 949642"/>
                <a:gd name="connsiteY17" fmla="*/ 1185863 h 1185862"/>
                <a:gd name="connsiteX18" fmla="*/ 214313 w 949642"/>
                <a:gd name="connsiteY18" fmla="*/ 1162050 h 1185862"/>
                <a:gd name="connsiteX19" fmla="*/ 93345 w 949642"/>
                <a:gd name="connsiteY19" fmla="*/ 1088707 h 1185862"/>
                <a:gd name="connsiteX20" fmla="*/ 22860 w 949642"/>
                <a:gd name="connsiteY20" fmla="*/ 961072 h 1185862"/>
                <a:gd name="connsiteX21" fmla="*/ 0 w 949642"/>
                <a:gd name="connsiteY21" fmla="*/ 727710 h 1185862"/>
                <a:gd name="connsiteX22" fmla="*/ 0 w 949642"/>
                <a:gd name="connsiteY22" fmla="*/ 2858 h 1185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9642" h="1185862">
                  <a:moveTo>
                    <a:pt x="0" y="2858"/>
                  </a:moveTo>
                  <a:cubicBezTo>
                    <a:pt x="14288" y="953"/>
                    <a:pt x="28575" y="0"/>
                    <a:pt x="43815" y="0"/>
                  </a:cubicBezTo>
                  <a:cubicBezTo>
                    <a:pt x="151448" y="0"/>
                    <a:pt x="205740" y="54292"/>
                    <a:pt x="205740" y="163830"/>
                  </a:cubicBezTo>
                  <a:lnTo>
                    <a:pt x="205740" y="726757"/>
                  </a:lnTo>
                  <a:cubicBezTo>
                    <a:pt x="205740" y="797243"/>
                    <a:pt x="210503" y="849630"/>
                    <a:pt x="220028" y="883920"/>
                  </a:cubicBezTo>
                  <a:cubicBezTo>
                    <a:pt x="229553" y="917257"/>
                    <a:pt x="247650" y="943928"/>
                    <a:pt x="273368" y="961072"/>
                  </a:cubicBezTo>
                  <a:cubicBezTo>
                    <a:pt x="296228" y="977265"/>
                    <a:pt x="320040" y="988695"/>
                    <a:pt x="346710" y="996315"/>
                  </a:cubicBezTo>
                  <a:cubicBezTo>
                    <a:pt x="373380" y="1003935"/>
                    <a:pt x="407670" y="1006793"/>
                    <a:pt x="449580" y="1006793"/>
                  </a:cubicBezTo>
                  <a:cubicBezTo>
                    <a:pt x="502920" y="1006793"/>
                    <a:pt x="551498" y="997268"/>
                    <a:pt x="595313" y="979170"/>
                  </a:cubicBezTo>
                  <a:cubicBezTo>
                    <a:pt x="639128" y="961072"/>
                    <a:pt x="675323" y="937260"/>
                    <a:pt x="702945" y="910590"/>
                  </a:cubicBezTo>
                  <a:cubicBezTo>
                    <a:pt x="730568" y="882968"/>
                    <a:pt x="743903" y="857250"/>
                    <a:pt x="743903" y="833438"/>
                  </a:cubicBezTo>
                  <a:lnTo>
                    <a:pt x="743903" y="2858"/>
                  </a:lnTo>
                  <a:cubicBezTo>
                    <a:pt x="758190" y="953"/>
                    <a:pt x="772478" y="0"/>
                    <a:pt x="787718" y="0"/>
                  </a:cubicBezTo>
                  <a:cubicBezTo>
                    <a:pt x="895350" y="0"/>
                    <a:pt x="949643" y="54292"/>
                    <a:pt x="949643" y="163830"/>
                  </a:cubicBezTo>
                  <a:lnTo>
                    <a:pt x="949643" y="1148715"/>
                  </a:lnTo>
                  <a:lnTo>
                    <a:pt x="744855" y="1148715"/>
                  </a:lnTo>
                  <a:lnTo>
                    <a:pt x="744855" y="1042988"/>
                  </a:lnTo>
                  <a:cubicBezTo>
                    <a:pt x="662940" y="1138238"/>
                    <a:pt x="542925" y="1185863"/>
                    <a:pt x="384810" y="1185863"/>
                  </a:cubicBezTo>
                  <a:cubicBezTo>
                    <a:pt x="320040" y="1185863"/>
                    <a:pt x="263843" y="1178243"/>
                    <a:pt x="214313" y="1162050"/>
                  </a:cubicBezTo>
                  <a:cubicBezTo>
                    <a:pt x="164783" y="1145857"/>
                    <a:pt x="124778" y="1121093"/>
                    <a:pt x="93345" y="1088707"/>
                  </a:cubicBezTo>
                  <a:cubicBezTo>
                    <a:pt x="61913" y="1055370"/>
                    <a:pt x="39053" y="1013460"/>
                    <a:pt x="22860" y="961072"/>
                  </a:cubicBezTo>
                  <a:cubicBezTo>
                    <a:pt x="7620" y="908685"/>
                    <a:pt x="0" y="831532"/>
                    <a:pt x="0" y="727710"/>
                  </a:cubicBezTo>
                  <a:lnTo>
                    <a:pt x="0" y="2858"/>
                  </a:lnTo>
                  <a:close/>
                </a:path>
              </a:pathLst>
            </a:custGeom>
            <a:solidFill>
              <a:srgbClr val="743DBC"/>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3CDEB448-6F3F-F5F2-2E76-142E75C8C59E}"/>
                </a:ext>
              </a:extLst>
            </p:cNvPr>
            <p:cNvSpPr/>
            <p:nvPr/>
          </p:nvSpPr>
          <p:spPr>
            <a:xfrm>
              <a:off x="11644737" y="5963354"/>
              <a:ext cx="49422" cy="251057"/>
            </a:xfrm>
            <a:custGeom>
              <a:avLst/>
              <a:gdLst>
                <a:gd name="connsiteX0" fmla="*/ 0 w 321944"/>
                <a:gd name="connsiteY0" fmla="*/ 2858 h 1635442"/>
                <a:gd name="connsiteX1" fmla="*/ 43815 w 321944"/>
                <a:gd name="connsiteY1" fmla="*/ 0 h 1635442"/>
                <a:gd name="connsiteX2" fmla="*/ 205740 w 321944"/>
                <a:gd name="connsiteY2" fmla="*/ 163830 h 1635442"/>
                <a:gd name="connsiteX3" fmla="*/ 205740 w 321944"/>
                <a:gd name="connsiteY3" fmla="*/ 1394460 h 1635442"/>
                <a:gd name="connsiteX4" fmla="*/ 215265 w 321944"/>
                <a:gd name="connsiteY4" fmla="*/ 1485900 h 1635442"/>
                <a:gd name="connsiteX5" fmla="*/ 249555 w 321944"/>
                <a:gd name="connsiteY5" fmla="*/ 1521143 h 1635442"/>
                <a:gd name="connsiteX6" fmla="*/ 321945 w 321944"/>
                <a:gd name="connsiteY6" fmla="*/ 1531620 h 1635442"/>
                <a:gd name="connsiteX7" fmla="*/ 321945 w 321944"/>
                <a:gd name="connsiteY7" fmla="*/ 1618298 h 1635442"/>
                <a:gd name="connsiteX8" fmla="*/ 189548 w 321944"/>
                <a:gd name="connsiteY8" fmla="*/ 1635443 h 1635442"/>
                <a:gd name="connsiteX9" fmla="*/ 82868 w 321944"/>
                <a:gd name="connsiteY9" fmla="*/ 1613535 h 1635442"/>
                <a:gd name="connsiteX10" fmla="*/ 20955 w 321944"/>
                <a:gd name="connsiteY10" fmla="*/ 1544955 h 1635442"/>
                <a:gd name="connsiteX11" fmla="*/ 0 w 321944"/>
                <a:gd name="connsiteY11" fmla="*/ 1386840 h 1635442"/>
                <a:gd name="connsiteX12" fmla="*/ 0 w 321944"/>
                <a:gd name="connsiteY12" fmla="*/ 2858 h 16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1944" h="1635442">
                  <a:moveTo>
                    <a:pt x="0" y="2858"/>
                  </a:moveTo>
                  <a:cubicBezTo>
                    <a:pt x="14288" y="953"/>
                    <a:pt x="28575" y="0"/>
                    <a:pt x="43815" y="0"/>
                  </a:cubicBezTo>
                  <a:cubicBezTo>
                    <a:pt x="151448" y="0"/>
                    <a:pt x="205740" y="54293"/>
                    <a:pt x="205740" y="163830"/>
                  </a:cubicBezTo>
                  <a:lnTo>
                    <a:pt x="205740" y="1394460"/>
                  </a:lnTo>
                  <a:cubicBezTo>
                    <a:pt x="205740" y="1439228"/>
                    <a:pt x="208598" y="1469708"/>
                    <a:pt x="215265" y="1485900"/>
                  </a:cubicBezTo>
                  <a:cubicBezTo>
                    <a:pt x="221932" y="1502093"/>
                    <a:pt x="233363" y="1513523"/>
                    <a:pt x="249555" y="1521143"/>
                  </a:cubicBezTo>
                  <a:cubicBezTo>
                    <a:pt x="265748" y="1528763"/>
                    <a:pt x="289560" y="1531620"/>
                    <a:pt x="321945" y="1531620"/>
                  </a:cubicBezTo>
                  <a:lnTo>
                    <a:pt x="321945" y="1618298"/>
                  </a:lnTo>
                  <a:cubicBezTo>
                    <a:pt x="288607" y="1629728"/>
                    <a:pt x="243840" y="1635443"/>
                    <a:pt x="189548" y="1635443"/>
                  </a:cubicBezTo>
                  <a:cubicBezTo>
                    <a:pt x="145732" y="1635443"/>
                    <a:pt x="110490" y="1627823"/>
                    <a:pt x="82868" y="1613535"/>
                  </a:cubicBezTo>
                  <a:cubicBezTo>
                    <a:pt x="55245" y="1599248"/>
                    <a:pt x="35243" y="1576388"/>
                    <a:pt x="20955" y="1544955"/>
                  </a:cubicBezTo>
                  <a:cubicBezTo>
                    <a:pt x="7620" y="1513523"/>
                    <a:pt x="0" y="1461135"/>
                    <a:pt x="0" y="1386840"/>
                  </a:cubicBezTo>
                  <a:lnTo>
                    <a:pt x="0" y="2858"/>
                  </a:lnTo>
                  <a:close/>
                </a:path>
              </a:pathLst>
            </a:custGeom>
            <a:solidFill>
              <a:srgbClr val="743DBC"/>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C53B8508-F4D8-625D-3348-7C82B2F7F849}"/>
                </a:ext>
              </a:extLst>
            </p:cNvPr>
            <p:cNvSpPr/>
            <p:nvPr/>
          </p:nvSpPr>
          <p:spPr>
            <a:xfrm>
              <a:off x="11709950" y="6033831"/>
              <a:ext cx="150898" cy="183943"/>
            </a:xfrm>
            <a:custGeom>
              <a:avLst/>
              <a:gdLst>
                <a:gd name="connsiteX0" fmla="*/ 212408 w 982980"/>
                <a:gd name="connsiteY0" fmla="*/ 634365 h 1198244"/>
                <a:gd name="connsiteX1" fmla="*/ 310515 w 982980"/>
                <a:gd name="connsiteY1" fmla="*/ 923925 h 1198244"/>
                <a:gd name="connsiteX2" fmla="*/ 569595 w 982980"/>
                <a:gd name="connsiteY2" fmla="*/ 1024890 h 1198244"/>
                <a:gd name="connsiteX3" fmla="*/ 888683 w 982980"/>
                <a:gd name="connsiteY3" fmla="*/ 887730 h 1198244"/>
                <a:gd name="connsiteX4" fmla="*/ 937260 w 982980"/>
                <a:gd name="connsiteY4" fmla="*/ 961072 h 1198244"/>
                <a:gd name="connsiteX5" fmla="*/ 956310 w 982980"/>
                <a:gd name="connsiteY5" fmla="*/ 1020128 h 1198244"/>
                <a:gd name="connsiteX6" fmla="*/ 902970 w 982980"/>
                <a:gd name="connsiteY6" fmla="*/ 1102042 h 1198244"/>
                <a:gd name="connsiteX7" fmla="*/ 550545 w 982980"/>
                <a:gd name="connsiteY7" fmla="*/ 1198245 h 1198244"/>
                <a:gd name="connsiteX8" fmla="*/ 142875 w 982980"/>
                <a:gd name="connsiteY8" fmla="*/ 1041082 h 1198244"/>
                <a:gd name="connsiteX9" fmla="*/ 0 w 982980"/>
                <a:gd name="connsiteY9" fmla="*/ 584835 h 1198244"/>
                <a:gd name="connsiteX10" fmla="*/ 66675 w 982980"/>
                <a:gd name="connsiteY10" fmla="*/ 270510 h 1198244"/>
                <a:gd name="connsiteX11" fmla="*/ 252413 w 982980"/>
                <a:gd name="connsiteY11" fmla="*/ 70485 h 1198244"/>
                <a:gd name="connsiteX12" fmla="*/ 519113 w 982980"/>
                <a:gd name="connsiteY12" fmla="*/ 0 h 1198244"/>
                <a:gd name="connsiteX13" fmla="*/ 770573 w 982980"/>
                <a:gd name="connsiteY13" fmla="*/ 61913 h 1198244"/>
                <a:gd name="connsiteX14" fmla="*/ 928688 w 982980"/>
                <a:gd name="connsiteY14" fmla="*/ 237172 h 1198244"/>
                <a:gd name="connsiteX15" fmla="*/ 982980 w 982980"/>
                <a:gd name="connsiteY15" fmla="*/ 498157 h 1198244"/>
                <a:gd name="connsiteX16" fmla="*/ 975360 w 982980"/>
                <a:gd name="connsiteY16" fmla="*/ 633413 h 1198244"/>
                <a:gd name="connsiteX17" fmla="*/ 212408 w 982980"/>
                <a:gd name="connsiteY17" fmla="*/ 633413 h 1198244"/>
                <a:gd name="connsiteX18" fmla="*/ 777240 w 982980"/>
                <a:gd name="connsiteY18" fmla="*/ 480060 h 1198244"/>
                <a:gd name="connsiteX19" fmla="*/ 509588 w 982980"/>
                <a:gd name="connsiteY19" fmla="*/ 171450 h 1198244"/>
                <a:gd name="connsiteX20" fmla="*/ 301943 w 982980"/>
                <a:gd name="connsiteY20" fmla="*/ 254317 h 1198244"/>
                <a:gd name="connsiteX21" fmla="*/ 212408 w 982980"/>
                <a:gd name="connsiteY21" fmla="*/ 480060 h 1198244"/>
                <a:gd name="connsiteX22" fmla="*/ 777240 w 982980"/>
                <a:gd name="connsiteY22" fmla="*/ 480060 h 119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82980" h="1198244">
                  <a:moveTo>
                    <a:pt x="212408" y="634365"/>
                  </a:moveTo>
                  <a:cubicBezTo>
                    <a:pt x="217170" y="760095"/>
                    <a:pt x="249555" y="856297"/>
                    <a:pt x="310515" y="923925"/>
                  </a:cubicBezTo>
                  <a:cubicBezTo>
                    <a:pt x="370523" y="991553"/>
                    <a:pt x="457200" y="1024890"/>
                    <a:pt x="569595" y="1024890"/>
                  </a:cubicBezTo>
                  <a:cubicBezTo>
                    <a:pt x="702945" y="1024890"/>
                    <a:pt x="809625" y="979170"/>
                    <a:pt x="888683" y="887730"/>
                  </a:cubicBezTo>
                  <a:cubicBezTo>
                    <a:pt x="907733" y="911542"/>
                    <a:pt x="923925" y="936307"/>
                    <a:pt x="937260" y="961072"/>
                  </a:cubicBezTo>
                  <a:cubicBezTo>
                    <a:pt x="950595" y="985838"/>
                    <a:pt x="956310" y="1005840"/>
                    <a:pt x="956310" y="1020128"/>
                  </a:cubicBezTo>
                  <a:cubicBezTo>
                    <a:pt x="956310" y="1047750"/>
                    <a:pt x="938213" y="1074420"/>
                    <a:pt x="902970" y="1102042"/>
                  </a:cubicBezTo>
                  <a:cubicBezTo>
                    <a:pt x="816293" y="1166813"/>
                    <a:pt x="698183" y="1198245"/>
                    <a:pt x="550545" y="1198245"/>
                  </a:cubicBezTo>
                  <a:cubicBezTo>
                    <a:pt x="373380" y="1198245"/>
                    <a:pt x="237173" y="1145857"/>
                    <a:pt x="142875" y="1041082"/>
                  </a:cubicBezTo>
                  <a:cubicBezTo>
                    <a:pt x="47625" y="936307"/>
                    <a:pt x="0" y="783907"/>
                    <a:pt x="0" y="584835"/>
                  </a:cubicBezTo>
                  <a:cubicBezTo>
                    <a:pt x="0" y="462915"/>
                    <a:pt x="21908" y="358140"/>
                    <a:pt x="66675" y="270510"/>
                  </a:cubicBezTo>
                  <a:cubicBezTo>
                    <a:pt x="110490" y="183832"/>
                    <a:pt x="173355" y="117157"/>
                    <a:pt x="252413" y="70485"/>
                  </a:cubicBezTo>
                  <a:cubicBezTo>
                    <a:pt x="332423" y="23813"/>
                    <a:pt x="421005" y="0"/>
                    <a:pt x="519113" y="0"/>
                  </a:cubicBezTo>
                  <a:cubicBezTo>
                    <a:pt x="617220" y="0"/>
                    <a:pt x="701040" y="20955"/>
                    <a:pt x="770573" y="61913"/>
                  </a:cubicBezTo>
                  <a:cubicBezTo>
                    <a:pt x="840105" y="102870"/>
                    <a:pt x="892493" y="160972"/>
                    <a:pt x="928688" y="237172"/>
                  </a:cubicBezTo>
                  <a:cubicBezTo>
                    <a:pt x="964883" y="312420"/>
                    <a:pt x="982980" y="400050"/>
                    <a:pt x="982980" y="498157"/>
                  </a:cubicBezTo>
                  <a:cubicBezTo>
                    <a:pt x="982980" y="561022"/>
                    <a:pt x="980123" y="605790"/>
                    <a:pt x="975360" y="633413"/>
                  </a:cubicBezTo>
                  <a:lnTo>
                    <a:pt x="212408" y="633413"/>
                  </a:lnTo>
                  <a:close/>
                  <a:moveTo>
                    <a:pt x="777240" y="480060"/>
                  </a:moveTo>
                  <a:cubicBezTo>
                    <a:pt x="777240" y="274320"/>
                    <a:pt x="687705" y="171450"/>
                    <a:pt x="509588" y="171450"/>
                  </a:cubicBezTo>
                  <a:cubicBezTo>
                    <a:pt x="423863" y="171450"/>
                    <a:pt x="355283" y="199072"/>
                    <a:pt x="301943" y="254317"/>
                  </a:cubicBezTo>
                  <a:cubicBezTo>
                    <a:pt x="248603" y="309563"/>
                    <a:pt x="219075" y="384810"/>
                    <a:pt x="212408" y="480060"/>
                  </a:cubicBezTo>
                  <a:lnTo>
                    <a:pt x="777240" y="480060"/>
                  </a:lnTo>
                  <a:close/>
                </a:path>
              </a:pathLst>
            </a:custGeom>
            <a:solidFill>
              <a:srgbClr val="743DBC"/>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B9C1406D-C6AE-9DE6-FE4A-3964BFA6E58C}"/>
                </a:ext>
              </a:extLst>
            </p:cNvPr>
            <p:cNvSpPr/>
            <p:nvPr/>
          </p:nvSpPr>
          <p:spPr>
            <a:xfrm>
              <a:off x="11888484" y="5984409"/>
              <a:ext cx="97235" cy="233218"/>
            </a:xfrm>
            <a:custGeom>
              <a:avLst/>
              <a:gdLst>
                <a:gd name="connsiteX0" fmla="*/ 0 w 633412"/>
                <a:gd name="connsiteY0" fmla="*/ 2858 h 1519237"/>
                <a:gd name="connsiteX1" fmla="*/ 43815 w 633412"/>
                <a:gd name="connsiteY1" fmla="*/ 0 h 1519237"/>
                <a:gd name="connsiteX2" fmla="*/ 205740 w 633412"/>
                <a:gd name="connsiteY2" fmla="*/ 163830 h 1519237"/>
                <a:gd name="connsiteX3" fmla="*/ 205740 w 633412"/>
                <a:gd name="connsiteY3" fmla="*/ 349567 h 1519237"/>
                <a:gd name="connsiteX4" fmla="*/ 565785 w 633412"/>
                <a:gd name="connsiteY4" fmla="*/ 349567 h 1519237"/>
                <a:gd name="connsiteX5" fmla="*/ 565785 w 633412"/>
                <a:gd name="connsiteY5" fmla="*/ 523875 h 1519237"/>
                <a:gd name="connsiteX6" fmla="*/ 205740 w 633412"/>
                <a:gd name="connsiteY6" fmla="*/ 523875 h 1519237"/>
                <a:gd name="connsiteX7" fmla="*/ 205740 w 633412"/>
                <a:gd name="connsiteY7" fmla="*/ 1146810 h 1519237"/>
                <a:gd name="connsiteX8" fmla="*/ 362902 w 633412"/>
                <a:gd name="connsiteY8" fmla="*/ 1344930 h 1519237"/>
                <a:gd name="connsiteX9" fmla="*/ 443865 w 633412"/>
                <a:gd name="connsiteY9" fmla="*/ 1327785 h 1519237"/>
                <a:gd name="connsiteX10" fmla="*/ 517207 w 633412"/>
                <a:gd name="connsiteY10" fmla="*/ 1283970 h 1519237"/>
                <a:gd name="connsiteX11" fmla="*/ 562927 w 633412"/>
                <a:gd name="connsiteY11" fmla="*/ 1240155 h 1519237"/>
                <a:gd name="connsiteX12" fmla="*/ 633413 w 633412"/>
                <a:gd name="connsiteY12" fmla="*/ 1375410 h 1519237"/>
                <a:gd name="connsiteX13" fmla="*/ 587693 w 633412"/>
                <a:gd name="connsiteY13" fmla="*/ 1444943 h 1519237"/>
                <a:gd name="connsiteX14" fmla="*/ 475297 w 633412"/>
                <a:gd name="connsiteY14" fmla="*/ 1500187 h 1519237"/>
                <a:gd name="connsiteX15" fmla="*/ 331470 w 633412"/>
                <a:gd name="connsiteY15" fmla="*/ 1519237 h 1519237"/>
                <a:gd name="connsiteX16" fmla="*/ 24765 w 633412"/>
                <a:gd name="connsiteY16" fmla="*/ 1338262 h 1519237"/>
                <a:gd name="connsiteX17" fmla="*/ 952 w 633412"/>
                <a:gd name="connsiteY17" fmla="*/ 1130618 h 1519237"/>
                <a:gd name="connsiteX18" fmla="*/ 952 w 633412"/>
                <a:gd name="connsiteY18" fmla="*/ 2858 h 1519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33412" h="1519237">
                  <a:moveTo>
                    <a:pt x="0" y="2858"/>
                  </a:moveTo>
                  <a:cubicBezTo>
                    <a:pt x="14288" y="952"/>
                    <a:pt x="28575" y="0"/>
                    <a:pt x="43815" y="0"/>
                  </a:cubicBezTo>
                  <a:cubicBezTo>
                    <a:pt x="151447" y="0"/>
                    <a:pt x="205740" y="54292"/>
                    <a:pt x="205740" y="163830"/>
                  </a:cubicBezTo>
                  <a:lnTo>
                    <a:pt x="205740" y="349567"/>
                  </a:lnTo>
                  <a:lnTo>
                    <a:pt x="565785" y="349567"/>
                  </a:lnTo>
                  <a:lnTo>
                    <a:pt x="565785" y="523875"/>
                  </a:lnTo>
                  <a:lnTo>
                    <a:pt x="205740" y="523875"/>
                  </a:lnTo>
                  <a:lnTo>
                    <a:pt x="205740" y="1146810"/>
                  </a:lnTo>
                  <a:cubicBezTo>
                    <a:pt x="205740" y="1279208"/>
                    <a:pt x="258127" y="1344930"/>
                    <a:pt x="362902" y="1344930"/>
                  </a:cubicBezTo>
                  <a:cubicBezTo>
                    <a:pt x="390525" y="1344930"/>
                    <a:pt x="417195" y="1339215"/>
                    <a:pt x="443865" y="1327785"/>
                  </a:cubicBezTo>
                  <a:cubicBezTo>
                    <a:pt x="470535" y="1316355"/>
                    <a:pt x="495300" y="1302068"/>
                    <a:pt x="517207" y="1283970"/>
                  </a:cubicBezTo>
                  <a:cubicBezTo>
                    <a:pt x="540068" y="1265873"/>
                    <a:pt x="555307" y="1251585"/>
                    <a:pt x="562927" y="1240155"/>
                  </a:cubicBezTo>
                  <a:cubicBezTo>
                    <a:pt x="609600" y="1298258"/>
                    <a:pt x="633413" y="1343025"/>
                    <a:pt x="633413" y="1375410"/>
                  </a:cubicBezTo>
                  <a:cubicBezTo>
                    <a:pt x="633413" y="1398270"/>
                    <a:pt x="618172" y="1421130"/>
                    <a:pt x="587693" y="1444943"/>
                  </a:cubicBezTo>
                  <a:cubicBezTo>
                    <a:pt x="557213" y="1468755"/>
                    <a:pt x="520065" y="1487805"/>
                    <a:pt x="475297" y="1500187"/>
                  </a:cubicBezTo>
                  <a:cubicBezTo>
                    <a:pt x="430530" y="1513523"/>
                    <a:pt x="382905" y="1519237"/>
                    <a:pt x="331470" y="1519237"/>
                  </a:cubicBezTo>
                  <a:cubicBezTo>
                    <a:pt x="170497" y="1519237"/>
                    <a:pt x="68580" y="1459230"/>
                    <a:pt x="24765" y="1338262"/>
                  </a:cubicBezTo>
                  <a:cubicBezTo>
                    <a:pt x="8572" y="1293495"/>
                    <a:pt x="952" y="1223962"/>
                    <a:pt x="952" y="1130618"/>
                  </a:cubicBezTo>
                  <a:lnTo>
                    <a:pt x="952" y="2858"/>
                  </a:lnTo>
                  <a:close/>
                </a:path>
              </a:pathLst>
            </a:custGeom>
            <a:solidFill>
              <a:srgbClr val="743DBC"/>
            </a:solidFill>
            <a:ln w="9525" cap="flat">
              <a:noFill/>
              <a:prstDash val="solid"/>
              <a:miter/>
            </a:ln>
          </p:spPr>
          <p:txBody>
            <a:bodyPr rtlCol="0" anchor="ctr"/>
            <a:lstStyle/>
            <a:p>
              <a:endParaRPr lang="en-US"/>
            </a:p>
          </p:txBody>
        </p:sp>
      </p:grpSp>
      <p:sp>
        <p:nvSpPr>
          <p:cNvPr id="2" name="Title Placeholder 1"/>
          <p:cNvSpPr>
            <a:spLocks noGrp="1"/>
          </p:cNvSpPr>
          <p:nvPr>
            <p:ph type="title"/>
          </p:nvPr>
        </p:nvSpPr>
        <p:spPr>
          <a:xfrm>
            <a:off x="457200" y="274320"/>
            <a:ext cx="11273991" cy="1147160"/>
          </a:xfrm>
          <a:prstGeom prst="rect">
            <a:avLst/>
          </a:prstGeom>
        </p:spPr>
        <p:txBody>
          <a:bodyPr vert="horz" lIns="0" tIns="0" rIns="0" bIns="0" rtlCol="0" anchor="b">
            <a:noAutofit/>
          </a:bodyPr>
          <a:lstStyle/>
          <a:p>
            <a:r>
              <a:rPr lang="en-US"/>
              <a:t>Title Goes Here</a:t>
            </a:r>
            <a:br>
              <a:rPr lang="en-US"/>
            </a:br>
            <a:r>
              <a:rPr lang="en-US"/>
              <a:t>Titles Are IBM Sans Plex Bold 40pt Font</a:t>
            </a:r>
          </a:p>
        </p:txBody>
      </p:sp>
      <p:sp>
        <p:nvSpPr>
          <p:cNvPr id="3" name="Text Placeholder 2"/>
          <p:cNvSpPr>
            <a:spLocks noGrp="1"/>
          </p:cNvSpPr>
          <p:nvPr>
            <p:ph type="body" idx="1"/>
          </p:nvPr>
        </p:nvSpPr>
        <p:spPr>
          <a:xfrm>
            <a:off x="457201" y="1737360"/>
            <a:ext cx="11273990" cy="4480560"/>
          </a:xfrm>
          <a:prstGeom prst="rect">
            <a:avLst/>
          </a:prstGeom>
        </p:spPr>
        <p:txBody>
          <a:bodyPr vert="horz" lIns="0" tIns="0" rIns="0" bIns="0" rtlCol="0">
            <a:noAutofit/>
          </a:bodyPr>
          <a:lstStyle/>
          <a:p>
            <a:pPr lvl="0"/>
            <a:r>
              <a:rPr lang="en-US"/>
              <a:t>Add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4" name="Date Placeholder 3"/>
          <p:cNvSpPr>
            <a:spLocks noGrp="1"/>
          </p:cNvSpPr>
          <p:nvPr>
            <p:ph type="dt" sz="half" idx="2"/>
          </p:nvPr>
        </p:nvSpPr>
        <p:spPr>
          <a:xfrm>
            <a:off x="11244411" y="6583680"/>
            <a:ext cx="741308" cy="204281"/>
          </a:xfrm>
          <a:prstGeom prst="rect">
            <a:avLst/>
          </a:prstGeom>
        </p:spPr>
        <p:txBody>
          <a:bodyPr vert="horz" lIns="0" tIns="0" rIns="0" bIns="45720" rtlCol="0" anchor="b"/>
          <a:lstStyle>
            <a:lvl1pPr algn="r">
              <a:lnSpc>
                <a:spcPct val="80000"/>
              </a:lnSpc>
              <a:defRPr sz="900">
                <a:solidFill>
                  <a:schemeClr val="tx1">
                    <a:lumMod val="50000"/>
                    <a:lumOff val="50000"/>
                  </a:schemeClr>
                </a:solidFill>
              </a:defRPr>
            </a:lvl1pPr>
          </a:lstStyle>
          <a:p>
            <a:fld id="{228D026D-C07B-48C8-8C2B-C561E4D51E16}" type="datetime1">
              <a:rPr lang="en-US" smtClean="0"/>
              <a:t>1/15/2025</a:t>
            </a:fld>
            <a:endParaRPr lang="en-US"/>
          </a:p>
        </p:txBody>
      </p:sp>
      <p:sp>
        <p:nvSpPr>
          <p:cNvPr id="5" name="Footer Placeholder 4"/>
          <p:cNvSpPr>
            <a:spLocks noGrp="1"/>
          </p:cNvSpPr>
          <p:nvPr>
            <p:ph type="ftr" sz="quarter" idx="3"/>
          </p:nvPr>
        </p:nvSpPr>
        <p:spPr>
          <a:xfrm>
            <a:off x="1205803" y="6583680"/>
            <a:ext cx="9784080" cy="204281"/>
          </a:xfrm>
          <a:prstGeom prst="rect">
            <a:avLst/>
          </a:prstGeom>
        </p:spPr>
        <p:txBody>
          <a:bodyPr vert="horz" lIns="0" tIns="0" rIns="0" bIns="45720" rtlCol="0" anchor="b"/>
          <a:lstStyle>
            <a:lvl1pPr algn="ctr">
              <a:lnSpc>
                <a:spcPct val="80000"/>
              </a:lnSpc>
              <a:defRPr sz="900">
                <a:solidFill>
                  <a:schemeClr val="tx1">
                    <a:lumMod val="50000"/>
                    <a:lumOff val="50000"/>
                  </a:schemeClr>
                </a:solidFill>
              </a:defRPr>
            </a:lvl1pPr>
          </a:lstStyle>
          <a:p>
            <a:r>
              <a:rPr lang="en-US"/>
              <a:t>CONFIDENTIAL</a:t>
            </a:r>
          </a:p>
        </p:txBody>
      </p:sp>
      <p:sp>
        <p:nvSpPr>
          <p:cNvPr id="6" name="Slide Number Placeholder 5"/>
          <p:cNvSpPr>
            <a:spLocks noGrp="1"/>
          </p:cNvSpPr>
          <p:nvPr>
            <p:ph type="sldNum" sz="quarter" idx="4"/>
          </p:nvPr>
        </p:nvSpPr>
        <p:spPr>
          <a:xfrm>
            <a:off x="200422" y="6583680"/>
            <a:ext cx="469680" cy="204281"/>
          </a:xfrm>
          <a:prstGeom prst="rect">
            <a:avLst/>
          </a:prstGeom>
        </p:spPr>
        <p:txBody>
          <a:bodyPr vert="horz" lIns="0" tIns="0" rIns="0" bIns="45720" rtlCol="0" anchor="b"/>
          <a:lstStyle>
            <a:lvl1pPr algn="l">
              <a:lnSpc>
                <a:spcPct val="80000"/>
              </a:lnSpc>
              <a:defRPr sz="900">
                <a:solidFill>
                  <a:schemeClr val="tx1">
                    <a:lumMod val="50000"/>
                    <a:lumOff val="50000"/>
                  </a:schemeClr>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19704963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Lst>
  <p:transition>
    <p:fade/>
  </p:transition>
  <p:hf hdr="0" dt="0"/>
  <p:txStyles>
    <p:titleStyle>
      <a:lvl1pPr algn="l" defTabSz="1219170" rtl="0" eaLnBrk="1" latinLnBrk="0" hangingPunct="1">
        <a:lnSpc>
          <a:spcPct val="90000"/>
        </a:lnSpc>
        <a:spcBef>
          <a:spcPct val="0"/>
        </a:spcBef>
        <a:buNone/>
        <a:defRPr sz="4000" b="1" kern="1200" cap="none" baseline="0">
          <a:solidFill>
            <a:schemeClr val="accent1">
              <a:lumMod val="50000"/>
            </a:schemeClr>
          </a:solidFill>
          <a:latin typeface="+mn-lt"/>
          <a:ea typeface="+mj-ea"/>
          <a:cs typeface="+mj-cs"/>
        </a:defRPr>
      </a:lvl1pPr>
    </p:titleStyle>
    <p:bodyStyle>
      <a:lvl1pPr marL="228600" indent="-228600" algn="l" defTabSz="1219170" rtl="0" eaLnBrk="1" latinLnBrk="0" hangingPunct="1">
        <a:lnSpc>
          <a:spcPct val="90000"/>
        </a:lnSpc>
        <a:spcBef>
          <a:spcPts val="1200"/>
        </a:spcBef>
        <a:buClr>
          <a:schemeClr val="accent1"/>
        </a:buClr>
        <a:buFont typeface="IBM Plex Sans" panose="020B0503050203000203" pitchFamily="34" charset="0"/>
        <a:buChar char="•"/>
        <a:defRPr sz="2200" kern="1200">
          <a:solidFill>
            <a:schemeClr val="tx1"/>
          </a:solidFill>
          <a:latin typeface="+mn-lt"/>
          <a:ea typeface="+mn-ea"/>
          <a:cs typeface="+mn-cs"/>
        </a:defRPr>
      </a:lvl1pPr>
      <a:lvl2pPr marL="457200" indent="-228600" algn="l" defTabSz="1219170" rtl="0" eaLnBrk="1" latinLnBrk="0" hangingPunct="1">
        <a:lnSpc>
          <a:spcPct val="90000"/>
        </a:lnSpc>
        <a:spcBef>
          <a:spcPts val="600"/>
        </a:spcBef>
        <a:buClr>
          <a:schemeClr val="accent1"/>
        </a:buClr>
        <a:buFont typeface="IBM Plex Sans" panose="020B0503050203000203" pitchFamily="34" charset="0"/>
        <a:buChar char="–"/>
        <a:defRPr sz="2000" kern="1200">
          <a:solidFill>
            <a:schemeClr val="tx1"/>
          </a:solidFill>
          <a:latin typeface="+mn-lt"/>
          <a:ea typeface="+mn-ea"/>
          <a:cs typeface="+mn-cs"/>
        </a:defRPr>
      </a:lvl2pPr>
      <a:lvl3pPr marL="685800" indent="-228600" algn="l" defTabSz="1219170" rtl="0" eaLnBrk="1" latinLnBrk="0" hangingPunct="1">
        <a:lnSpc>
          <a:spcPct val="90000"/>
        </a:lnSpc>
        <a:spcBef>
          <a:spcPts val="600"/>
        </a:spcBef>
        <a:buClr>
          <a:schemeClr val="accent1"/>
        </a:buClr>
        <a:buFont typeface="IBM Plex Sans" panose="020B0503050203000203" pitchFamily="34" charset="0"/>
        <a:buChar char="–"/>
        <a:defRPr sz="1800" kern="1200">
          <a:solidFill>
            <a:schemeClr val="tx1"/>
          </a:solidFill>
          <a:latin typeface="+mn-lt"/>
          <a:ea typeface="+mn-ea"/>
          <a:cs typeface="+mn-cs"/>
        </a:defRPr>
      </a:lvl3pPr>
      <a:lvl4pPr marL="914400" indent="-228600" algn="l" defTabSz="1219170" rtl="0" eaLnBrk="1" latinLnBrk="0" hangingPunct="1">
        <a:lnSpc>
          <a:spcPct val="90000"/>
        </a:lnSpc>
        <a:spcBef>
          <a:spcPts val="300"/>
        </a:spcBef>
        <a:buClr>
          <a:schemeClr val="accent1"/>
        </a:buClr>
        <a:buFont typeface="IBM Plex Sans" panose="020B0503050203000203" pitchFamily="34" charset="0"/>
        <a:buChar char="–"/>
        <a:defRPr sz="1600" kern="1200">
          <a:solidFill>
            <a:schemeClr val="tx1"/>
          </a:solidFill>
          <a:latin typeface="+mn-lt"/>
          <a:ea typeface="+mn-ea"/>
          <a:cs typeface="+mn-cs"/>
        </a:defRPr>
      </a:lvl4pPr>
      <a:lvl5pPr marL="1143000" indent="-228600" algn="l" defTabSz="1219170" rtl="0" eaLnBrk="1" latinLnBrk="0" hangingPunct="1">
        <a:lnSpc>
          <a:spcPct val="90000"/>
        </a:lnSpc>
        <a:spcBef>
          <a:spcPts val="300"/>
        </a:spcBef>
        <a:buClr>
          <a:schemeClr val="accent1"/>
        </a:buClr>
        <a:buFont typeface="IBM Plex Sans" panose="020B0503050203000203" pitchFamily="34" charset="0"/>
        <a:buChar char="–"/>
        <a:tabLst/>
        <a:defRPr sz="1400" kern="1200">
          <a:solidFill>
            <a:schemeClr val="tx1"/>
          </a:solidFill>
          <a:latin typeface="+mn-lt"/>
          <a:ea typeface="+mn-ea"/>
          <a:cs typeface="+mn-cs"/>
        </a:defRPr>
      </a:lvl5pPr>
      <a:lvl6pPr marL="1371600" indent="-228600" algn="l" defTabSz="1219170" rtl="0" eaLnBrk="1" latinLnBrk="0" hangingPunct="1">
        <a:lnSpc>
          <a:spcPct val="90000"/>
        </a:lnSpc>
        <a:spcBef>
          <a:spcPts val="300"/>
        </a:spcBef>
        <a:buClr>
          <a:schemeClr val="accent1"/>
        </a:buClr>
        <a:buFont typeface="IBM Plex Sans" panose="020B0503050203000203" pitchFamily="34" charset="0"/>
        <a:buChar char="–"/>
        <a:defRPr sz="1200" kern="1200" baseline="0">
          <a:solidFill>
            <a:schemeClr val="tx1"/>
          </a:solidFill>
          <a:latin typeface="+mn-lt"/>
          <a:ea typeface="+mn-ea"/>
          <a:cs typeface="+mn-cs"/>
        </a:defRPr>
      </a:lvl6pPr>
      <a:lvl7pPr marL="1600200" indent="-228600" algn="l" defTabSz="1219170" rtl="0" eaLnBrk="1" latinLnBrk="0" hangingPunct="1">
        <a:lnSpc>
          <a:spcPct val="90000"/>
        </a:lnSpc>
        <a:spcBef>
          <a:spcPts val="300"/>
        </a:spcBef>
        <a:buClr>
          <a:schemeClr val="accent1"/>
        </a:buClr>
        <a:buFont typeface="IBM Plex Sans" panose="020B0503050203000203" pitchFamily="34" charset="0"/>
        <a:buChar char="–"/>
        <a:defRPr sz="1100" kern="1200" baseline="0">
          <a:solidFill>
            <a:schemeClr val="tx1"/>
          </a:solidFill>
          <a:latin typeface="+mn-lt"/>
          <a:ea typeface="+mn-ea"/>
          <a:cs typeface="+mn-cs"/>
        </a:defRPr>
      </a:lvl7pPr>
      <a:lvl8pPr marL="1828800" indent="-228600" algn="l" defTabSz="1219170" rtl="0" eaLnBrk="1" latinLnBrk="0" hangingPunct="1">
        <a:lnSpc>
          <a:spcPct val="90000"/>
        </a:lnSpc>
        <a:spcBef>
          <a:spcPts val="300"/>
        </a:spcBef>
        <a:buClr>
          <a:schemeClr val="accent1"/>
        </a:buClr>
        <a:buFont typeface="IBM Plex Sans" panose="020B0503050203000203" pitchFamily="34" charset="0"/>
        <a:buChar char="–"/>
        <a:defRPr sz="1050" kern="1200" baseline="0">
          <a:solidFill>
            <a:schemeClr val="tx1"/>
          </a:solidFill>
          <a:latin typeface="+mn-lt"/>
          <a:ea typeface="+mn-ea"/>
          <a:cs typeface="+mn-cs"/>
        </a:defRPr>
      </a:lvl8pPr>
      <a:lvl9pPr marL="2057400" indent="-228600" algn="l" defTabSz="1219170" rtl="0" eaLnBrk="1" latinLnBrk="0" hangingPunct="1">
        <a:lnSpc>
          <a:spcPct val="90000"/>
        </a:lnSpc>
        <a:spcBef>
          <a:spcPts val="300"/>
        </a:spcBef>
        <a:buClr>
          <a:schemeClr val="accent1"/>
        </a:buClr>
        <a:buFont typeface="IBM Plex Sans" panose="020B0503050203000203" pitchFamily="34" charset="0"/>
        <a:buChar char="–"/>
        <a:defRPr sz="10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microsoft.com/office/2018/10/relationships/comments" Target="../comments/modernComment_173_9B46FAC.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B4_EE3C982C.xml"/><Relationship Id="rId2" Type="http://schemas.openxmlformats.org/officeDocument/2006/relationships/notesSlide" Target="../notesSlides/notesSlide2.xml"/><Relationship Id="rId1" Type="http://schemas.openxmlformats.org/officeDocument/2006/relationships/slideLayout" Target="../slideLayouts/slideLayout17.xml"/><Relationship Id="rId6" Type="http://schemas.openxmlformats.org/officeDocument/2006/relationships/hyperlink" Target="https://jira.insulet.com/browse/INSIGHT-736" TargetMode="External"/><Relationship Id="rId5" Type="http://schemas.openxmlformats.org/officeDocument/2006/relationships/hyperlink" Target="https://jira.insulet.com/browse/INSIGHT-738" TargetMode="External"/><Relationship Id="rId4" Type="http://schemas.openxmlformats.org/officeDocument/2006/relationships/hyperlink" Target="https://jira.insulet.com/browse/INSIGHT-776"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DC_7EE31A2.xml"/><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microsoft.com/office/2018/10/relationships/comments" Target="../comments/modernComment_2C8_DBCC6BBD.xml"/><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2D9_49CB0F7A.xml"/><Relationship Id="rId2" Type="http://schemas.openxmlformats.org/officeDocument/2006/relationships/notesSlide" Target="../notesSlides/notesSlide8.xml"/><Relationship Id="rId1" Type="http://schemas.openxmlformats.org/officeDocument/2006/relationships/slideLayout" Target="../slideLayouts/slideLayout17.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microsoft.com/office/2018/10/relationships/comments" Target="../comments/modernComment_2E2_C193DA00.xml"/><Relationship Id="rId2" Type="http://schemas.openxmlformats.org/officeDocument/2006/relationships/notesSlide" Target="../notesSlides/notesSlide15.xml"/><Relationship Id="rId1" Type="http://schemas.openxmlformats.org/officeDocument/2006/relationships/slideLayout" Target="../slideLayouts/slideLayout17.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microsoft.com/office/2018/10/relationships/comments" Target="../comments/modernComment_2E5_53E7BC91.xml"/><Relationship Id="rId2" Type="http://schemas.openxmlformats.org/officeDocument/2006/relationships/notesSlide" Target="../notesSlides/notesSlide16.xml"/><Relationship Id="rId1" Type="http://schemas.openxmlformats.org/officeDocument/2006/relationships/slideLayout" Target="../slideLayouts/slideLayout17.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microsoft.com/office/2018/10/relationships/comments" Target="../comments/modernComment_2EA_8F5A4170.xml"/><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microsoft.com/office/2018/10/relationships/comments" Target="../comments/modernComment_2EB_C631B780.xml"/><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microsoft.com/office/2018/10/relationships/comments" Target="../comments/modernComment_2EC_1DE6B67D.xml"/><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microsoft.com/office/2018/10/relationships/comments" Target="../comments/modernComment_2C7_BD0E2D22.xml"/><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microsoft.com/office/2018/10/relationships/comments" Target="../comments/modernComment_1C9_7E02958F.xml"/><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3" Type="http://schemas.microsoft.com/office/2018/10/relationships/comments" Target="../comments/modernComment_2EF_17A658.xml"/><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3" Type="http://schemas.microsoft.com/office/2018/10/relationships/comments" Target="../comments/modernComment_2E8_A2F1A436.xml"/><Relationship Id="rId2" Type="http://schemas.openxmlformats.org/officeDocument/2006/relationships/notesSlide" Target="../notesSlides/notesSlide23.xml"/><Relationship Id="rId1" Type="http://schemas.openxmlformats.org/officeDocument/2006/relationships/slideLayout" Target="../slideLayouts/slideLayout17.x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microsoft.com/office/2018/10/relationships/comments" Target="../comments/modernComment_2E9_6716B4B3.xml"/><Relationship Id="rId2" Type="http://schemas.openxmlformats.org/officeDocument/2006/relationships/notesSlide" Target="../notesSlides/notesSlide24.xml"/><Relationship Id="rId1" Type="http://schemas.openxmlformats.org/officeDocument/2006/relationships/slideLayout" Target="../slideLayouts/slideLayout17.xml"/><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microsoft.com/office/2018/10/relationships/comments" Target="../comments/modernComment_1D2_C79FB57C.xml"/><Relationship Id="rId2" Type="http://schemas.openxmlformats.org/officeDocument/2006/relationships/notesSlide" Target="../notesSlides/notesSlide25.xml"/><Relationship Id="rId1" Type="http://schemas.openxmlformats.org/officeDocument/2006/relationships/slideLayout" Target="../slideLayouts/slideLayout17.xml"/><Relationship Id="rId6" Type="http://schemas.microsoft.com/office/2007/relationships/hdphoto" Target="../media/hdphoto1.wdp"/><Relationship Id="rId5" Type="http://schemas.openxmlformats.org/officeDocument/2006/relationships/image" Target="../media/image14.png"/><Relationship Id="rId4" Type="http://schemas.openxmlformats.org/officeDocument/2006/relationships/chart" Target="../charts/chart1.xml"/></Relationships>
</file>

<file path=ppt/slides/_rels/slide29.xml.rels><?xml version="1.0" encoding="UTF-8" standalone="yes"?>
<Relationships xmlns="http://schemas.openxmlformats.org/package/2006/relationships"><Relationship Id="rId3" Type="http://schemas.microsoft.com/office/2018/10/relationships/comments" Target="../comments/modernComment_2F1_8830151A.xml"/><Relationship Id="rId2" Type="http://schemas.openxmlformats.org/officeDocument/2006/relationships/notesSlide" Target="../notesSlides/notesSlide26.xml"/><Relationship Id="rId1" Type="http://schemas.openxmlformats.org/officeDocument/2006/relationships/slideLayout" Target="../slideLayouts/slideLayout17.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9BDE9B6-E406-7EFA-C73F-F319F9AD0CA1}"/>
              </a:ext>
            </a:extLst>
          </p:cNvPr>
          <p:cNvSpPr>
            <a:spLocks noGrp="1"/>
          </p:cNvSpPr>
          <p:nvPr>
            <p:ph type="ctrTitle"/>
          </p:nvPr>
        </p:nvSpPr>
        <p:spPr>
          <a:xfrm>
            <a:off x="685014" y="2103120"/>
            <a:ext cx="10812544" cy="1325880"/>
          </a:xfrm>
        </p:spPr>
        <p:txBody>
          <a:bodyPr/>
          <a:lstStyle/>
          <a:p>
            <a:r>
              <a:rPr lang="en-US" sz="4000">
                <a:ea typeface="Calibri" panose="020F0502020204030204" pitchFamily="34" charset="0"/>
                <a:cs typeface="Calibri" panose="020F0502020204030204" pitchFamily="34" charset="0"/>
              </a:rPr>
              <a:t>Performance Test Plan for</a:t>
            </a:r>
            <a:br>
              <a:rPr lang="en-US" sz="4000">
                <a:ea typeface="Calibri" panose="020F0502020204030204" pitchFamily="34" charset="0"/>
                <a:cs typeface="Calibri" panose="020F0502020204030204" pitchFamily="34" charset="0"/>
              </a:rPr>
            </a:br>
            <a:r>
              <a:rPr lang="en-US" sz="4000">
                <a:ea typeface="Calibri" panose="020F0502020204030204" pitchFamily="34" charset="0"/>
                <a:cs typeface="Calibri" panose="020F0502020204030204" pitchFamily="34" charset="0"/>
              </a:rPr>
              <a:t>1.5 FMR Release (API Only) – Q1’2025</a:t>
            </a:r>
            <a:endParaRPr lang="en-US" sz="4000">
              <a:solidFill>
                <a:schemeClr val="accent2"/>
              </a:solidFill>
              <a:ea typeface="Calibri" panose="020F0502020204030204" pitchFamily="34" charset="0"/>
              <a:cs typeface="Calibri" panose="020F0502020204030204" pitchFamily="34" charset="0"/>
            </a:endParaRPr>
          </a:p>
        </p:txBody>
      </p:sp>
      <p:sp>
        <p:nvSpPr>
          <p:cNvPr id="8" name="Subtitle 7">
            <a:extLst>
              <a:ext uri="{FF2B5EF4-FFF2-40B4-BE49-F238E27FC236}">
                <a16:creationId xmlns:a16="http://schemas.microsoft.com/office/drawing/2014/main" id="{4B1EEB66-E41A-F0CB-6E64-3DFC37C1E63F}"/>
              </a:ext>
            </a:extLst>
          </p:cNvPr>
          <p:cNvSpPr>
            <a:spLocks noGrp="1"/>
          </p:cNvSpPr>
          <p:nvPr>
            <p:ph type="subTitle" idx="1"/>
          </p:nvPr>
        </p:nvSpPr>
        <p:spPr>
          <a:xfrm>
            <a:off x="685014" y="4516884"/>
            <a:ext cx="10812544" cy="1067765"/>
          </a:xfrm>
        </p:spPr>
        <p:txBody>
          <a:bodyPr/>
          <a:lstStyle/>
          <a:p>
            <a:r>
              <a:rPr lang="en-US" b="1">
                <a:latin typeface="Aptos" panose="020B0004020202020204" pitchFamily="34" charset="0"/>
              </a:rPr>
              <a:t>15</a:t>
            </a:r>
            <a:r>
              <a:rPr lang="en-US" b="1" baseline="30000">
                <a:latin typeface="Aptos" panose="020B0004020202020204" pitchFamily="34" charset="0"/>
              </a:rPr>
              <a:t>th</a:t>
            </a:r>
            <a:r>
              <a:rPr lang="en-US" b="1">
                <a:latin typeface="Aptos" panose="020B0004020202020204" pitchFamily="34" charset="0"/>
              </a:rPr>
              <a:t> Jan 2025</a:t>
            </a:r>
          </a:p>
        </p:txBody>
      </p:sp>
      <p:sp>
        <p:nvSpPr>
          <p:cNvPr id="2" name="Footer Placeholder 1">
            <a:extLst>
              <a:ext uri="{FF2B5EF4-FFF2-40B4-BE49-F238E27FC236}">
                <a16:creationId xmlns:a16="http://schemas.microsoft.com/office/drawing/2014/main" id="{3F258B3C-558A-B228-50A8-E4393C4D01F5}"/>
              </a:ext>
            </a:extLst>
          </p:cNvPr>
          <p:cNvSpPr>
            <a:spLocks noGrp="1"/>
          </p:cNvSpPr>
          <p:nvPr>
            <p:ph type="ftr" sz="quarter" idx="11"/>
          </p:nvPr>
        </p:nvSpPr>
        <p:spPr/>
        <p:txBody>
          <a:bodyPr/>
          <a:lstStyle/>
          <a:p>
            <a:pPr marL="0" marR="0" lvl="0" indent="0" algn="ctr" defTabSz="1219170" rtl="0" eaLnBrk="1" fontAlgn="auto" latinLnBrk="0" hangingPunct="1">
              <a:lnSpc>
                <a:spcPct val="8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lumMod val="50000"/>
                    <a:lumOff val="50000"/>
                  </a:srgbClr>
                </a:solidFill>
                <a:effectLst/>
                <a:uLnTx/>
                <a:uFillTx/>
                <a:latin typeface="IBM Plex Sans"/>
                <a:ea typeface="+mn-ea"/>
                <a:cs typeface="+mn-cs"/>
              </a:rPr>
              <a:t>CONFIDENTIAL</a:t>
            </a:r>
          </a:p>
        </p:txBody>
      </p:sp>
      <p:sp>
        <p:nvSpPr>
          <p:cNvPr id="4" name="Slide Number Placeholder 3">
            <a:extLst>
              <a:ext uri="{FF2B5EF4-FFF2-40B4-BE49-F238E27FC236}">
                <a16:creationId xmlns:a16="http://schemas.microsoft.com/office/drawing/2014/main" id="{6612BCA6-AC3B-B20F-60A4-26D08439399D}"/>
              </a:ext>
            </a:extLst>
          </p:cNvPr>
          <p:cNvSpPr>
            <a:spLocks noGrp="1"/>
          </p:cNvSpPr>
          <p:nvPr>
            <p:ph type="sldNum" sz="quarter" idx="12"/>
          </p:nvPr>
        </p:nvSpPr>
        <p:spPr/>
        <p:txBody>
          <a:bodyPr/>
          <a:lstStyle/>
          <a:p>
            <a:pPr marL="0" marR="0" lvl="0" indent="0" algn="l" defTabSz="1219170" rtl="0" eaLnBrk="1" fontAlgn="auto" latinLnBrk="0" hangingPunct="1">
              <a:lnSpc>
                <a:spcPct val="80000"/>
              </a:lnSpc>
              <a:spcBef>
                <a:spcPts val="0"/>
              </a:spcBef>
              <a:spcAft>
                <a:spcPts val="0"/>
              </a:spcAft>
              <a:buClrTx/>
              <a:buSzTx/>
              <a:buFontTx/>
              <a:buNone/>
              <a:tabLst/>
              <a:defRPr/>
            </a:pPr>
            <a:fld id="{4F90343F-D056-4E24-BE3D-A305BDC1A23E}" type="slidenum">
              <a:rPr kumimoji="0" lang="en-US" sz="900" b="0" i="0" u="none" strike="noStrike" kern="1200" cap="none" spc="0" normalizeH="0" baseline="0" noProof="0" smtClean="0">
                <a:ln>
                  <a:noFill/>
                </a:ln>
                <a:solidFill>
                  <a:srgbClr val="FFFFFF"/>
                </a:solidFill>
                <a:effectLst/>
                <a:uLnTx/>
                <a:uFillTx/>
                <a:latin typeface="IBM Plex Sans"/>
                <a:ea typeface="+mn-ea"/>
                <a:cs typeface="+mn-cs"/>
              </a:rPr>
              <a:pPr marL="0" marR="0" lvl="0" indent="0" algn="l" defTabSz="1219170" rtl="0" eaLnBrk="1" fontAlgn="auto" latinLnBrk="0" hangingPunct="1">
                <a:lnSpc>
                  <a:spcPct val="80000"/>
                </a:lnSpc>
                <a:spcBef>
                  <a:spcPts val="0"/>
                </a:spcBef>
                <a:spcAft>
                  <a:spcPts val="0"/>
                </a:spcAft>
                <a:buClrTx/>
                <a:buSzTx/>
                <a:buFontTx/>
                <a:buNone/>
                <a:tabLst/>
                <a:defRPr/>
              </a:pPr>
              <a:t>1</a:t>
            </a:fld>
            <a:endParaRPr kumimoji="0" lang="en-US" sz="900" b="0" i="0" u="none" strike="noStrike" kern="1200" cap="none" spc="0" normalizeH="0" baseline="0" noProof="0">
              <a:ln>
                <a:noFill/>
              </a:ln>
              <a:solidFill>
                <a:srgbClr val="FFFFFF"/>
              </a:solidFill>
              <a:effectLst/>
              <a:uLnTx/>
              <a:uFillTx/>
              <a:latin typeface="IBM Plex Sans"/>
              <a:ea typeface="+mn-ea"/>
              <a:cs typeface="+mn-cs"/>
            </a:endParaRPr>
          </a:p>
        </p:txBody>
      </p:sp>
    </p:spTree>
    <p:extLst>
      <p:ext uri="{BB962C8B-B14F-4D97-AF65-F5344CB8AC3E}">
        <p14:creationId xmlns:p14="http://schemas.microsoft.com/office/powerpoint/2010/main" val="1628200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4C676A5-126D-855C-F504-5216A72BD03A}"/>
              </a:ext>
            </a:extLst>
          </p:cNvPr>
          <p:cNvSpPr txBox="1"/>
          <p:nvPr/>
        </p:nvSpPr>
        <p:spPr>
          <a:xfrm>
            <a:off x="484414" y="752684"/>
            <a:ext cx="10509651" cy="4076501"/>
          </a:xfrm>
          <a:prstGeom prst="rect">
            <a:avLst/>
          </a:prstGeom>
          <a:noFill/>
        </p:spPr>
        <p:txBody>
          <a:bodyPr wrap="square">
            <a:spAutoFit/>
          </a:bodyPr>
          <a:lstStyle/>
          <a:p>
            <a:pPr marL="342900" indent="-342900">
              <a:lnSpc>
                <a:spcPct val="85000"/>
              </a:lnSpc>
              <a:spcAft>
                <a:spcPts val="600"/>
              </a:spcAft>
              <a:buFont typeface="+mj-lt"/>
              <a:buAutoNum type="arabicPeriod"/>
            </a:pPr>
            <a:r>
              <a:rPr lang="en-US">
                <a:latin typeface="+mj-lt"/>
                <a:cs typeface="Times New Roman" panose="02020603050405020304" pitchFamily="18" charset="0"/>
              </a:rPr>
              <a:t>Objective &amp; Feature Details for Q1’2025</a:t>
            </a:r>
          </a:p>
          <a:p>
            <a:pPr marL="342900" indent="-342900">
              <a:lnSpc>
                <a:spcPct val="85000"/>
              </a:lnSpc>
              <a:spcAft>
                <a:spcPts val="600"/>
              </a:spcAft>
              <a:buFont typeface="+mj-lt"/>
              <a:buAutoNum type="arabicPeriod"/>
            </a:pPr>
            <a:r>
              <a:rPr lang="en-US" sz="1800"/>
              <a:t>Architecture Diagram</a:t>
            </a:r>
          </a:p>
          <a:p>
            <a:pPr marL="342900" indent="-342900">
              <a:lnSpc>
                <a:spcPct val="85000"/>
              </a:lnSpc>
              <a:spcAft>
                <a:spcPts val="600"/>
              </a:spcAft>
              <a:buFont typeface="+mj-lt"/>
              <a:buAutoNum type="arabicPeriod"/>
            </a:pPr>
            <a:r>
              <a:rPr lang="en-US"/>
              <a:t>Dependencies</a:t>
            </a:r>
            <a:endParaRPr lang="en-US" sz="1800"/>
          </a:p>
          <a:p>
            <a:pPr marL="342900" indent="-342900">
              <a:lnSpc>
                <a:spcPct val="85000"/>
              </a:lnSpc>
              <a:spcAft>
                <a:spcPts val="600"/>
              </a:spcAft>
              <a:buFont typeface="+mj-lt"/>
              <a:buAutoNum type="arabicPeriod"/>
            </a:pPr>
            <a:r>
              <a:rPr lang="en-US" sz="1800"/>
              <a:t>Pre-requisites and Tools</a:t>
            </a:r>
          </a:p>
          <a:p>
            <a:pPr marL="342900" indent="-342900">
              <a:lnSpc>
                <a:spcPct val="85000"/>
              </a:lnSpc>
              <a:spcAft>
                <a:spcPts val="600"/>
              </a:spcAft>
              <a:buFont typeface="+mj-lt"/>
              <a:buAutoNum type="arabicPeriod"/>
            </a:pPr>
            <a:r>
              <a:rPr lang="en-US">
                <a:latin typeface="+mj-lt"/>
                <a:cs typeface="Times New Roman" panose="02020603050405020304" pitchFamily="18" charset="0"/>
              </a:rPr>
              <a:t>NFRs and In-scope Scenarios</a:t>
            </a:r>
          </a:p>
          <a:p>
            <a:pPr marL="342900" indent="-342900">
              <a:lnSpc>
                <a:spcPct val="85000"/>
              </a:lnSpc>
              <a:spcAft>
                <a:spcPts val="600"/>
              </a:spcAft>
              <a:buFont typeface="+mj-lt"/>
              <a:buAutoNum type="arabicPeriod"/>
            </a:pPr>
            <a:r>
              <a:rPr lang="en-US">
                <a:latin typeface="+mj-lt"/>
                <a:cs typeface="Times New Roman" panose="02020603050405020304" pitchFamily="18" charset="0"/>
              </a:rPr>
              <a:t>Volume Details (API &amp; ETL)</a:t>
            </a:r>
          </a:p>
          <a:p>
            <a:pPr marL="342900" indent="-342900">
              <a:lnSpc>
                <a:spcPct val="85000"/>
              </a:lnSpc>
              <a:spcAft>
                <a:spcPts val="600"/>
              </a:spcAft>
              <a:buFont typeface="+mj-lt"/>
              <a:buAutoNum type="arabicPeriod"/>
            </a:pPr>
            <a:r>
              <a:rPr lang="en-US">
                <a:latin typeface="+mj-lt"/>
                <a:cs typeface="Times New Roman" panose="02020603050405020304" pitchFamily="18" charset="0"/>
              </a:rPr>
              <a:t>Overall Execution Summary for API only</a:t>
            </a:r>
          </a:p>
          <a:p>
            <a:pPr marL="342900" indent="-342900">
              <a:lnSpc>
                <a:spcPct val="85000"/>
              </a:lnSpc>
              <a:spcAft>
                <a:spcPts val="600"/>
              </a:spcAft>
              <a:buFont typeface="+mj-lt"/>
              <a:buAutoNum type="arabicPeriod"/>
            </a:pPr>
            <a:r>
              <a:rPr lang="en-US">
                <a:latin typeface="+mj-lt"/>
                <a:cs typeface="Times New Roman" panose="02020603050405020304" pitchFamily="18" charset="0"/>
              </a:rPr>
              <a:t>API Goals</a:t>
            </a:r>
          </a:p>
          <a:p>
            <a:pPr marL="800100" lvl="1" indent="-342900">
              <a:lnSpc>
                <a:spcPct val="85000"/>
              </a:lnSpc>
              <a:spcAft>
                <a:spcPts val="600"/>
              </a:spcAft>
              <a:buFont typeface="+mj-lt"/>
              <a:buAutoNum type="arabicPeriod"/>
            </a:pPr>
            <a:r>
              <a:rPr lang="en-US">
                <a:latin typeface="+mj-lt"/>
                <a:cs typeface="Times New Roman" panose="02020603050405020304" pitchFamily="18" charset="0"/>
              </a:rPr>
              <a:t>Goal#1 – All in-scope Scenario include report generation (HCP)</a:t>
            </a:r>
          </a:p>
          <a:p>
            <a:pPr marL="800100" lvl="1" indent="-342900">
              <a:lnSpc>
                <a:spcPct val="85000"/>
              </a:lnSpc>
              <a:spcAft>
                <a:spcPts val="600"/>
              </a:spcAft>
              <a:buFont typeface="+mj-lt"/>
              <a:buAutoNum type="arabicPeriod"/>
            </a:pPr>
            <a:r>
              <a:rPr lang="en-US">
                <a:latin typeface="+mj-lt"/>
                <a:cs typeface="Times New Roman" panose="02020603050405020304" pitchFamily="18" charset="0"/>
              </a:rPr>
              <a:t>Goal#2 – Stress &amp; Endurance Test (All In-scope scenarios)</a:t>
            </a:r>
          </a:p>
          <a:p>
            <a:pPr marL="342900" indent="-342900">
              <a:lnSpc>
                <a:spcPct val="85000"/>
              </a:lnSpc>
              <a:spcAft>
                <a:spcPts val="600"/>
              </a:spcAft>
              <a:buFont typeface="+mj-lt"/>
              <a:buAutoNum type="arabicPeriod"/>
            </a:pPr>
            <a:r>
              <a:rPr lang="en-US">
                <a:latin typeface="+mj-lt"/>
                <a:cs typeface="Times New Roman" panose="02020603050405020304" pitchFamily="18" charset="0"/>
              </a:rPr>
              <a:t>List of Functionalities and Out Of Scope</a:t>
            </a:r>
          </a:p>
          <a:p>
            <a:pPr marL="342900" indent="-342900">
              <a:lnSpc>
                <a:spcPct val="85000"/>
              </a:lnSpc>
              <a:spcAft>
                <a:spcPts val="600"/>
              </a:spcAft>
              <a:buFont typeface="+mj-lt"/>
              <a:buAutoNum type="arabicPeriod"/>
            </a:pPr>
            <a:r>
              <a:rPr lang="en-US">
                <a:latin typeface="+mj-lt"/>
                <a:cs typeface="Times New Roman" panose="02020603050405020304" pitchFamily="18" charset="0"/>
              </a:rPr>
              <a:t>PT Environment Details</a:t>
            </a:r>
          </a:p>
          <a:p>
            <a:pPr marL="342900" indent="-342900">
              <a:lnSpc>
                <a:spcPct val="85000"/>
              </a:lnSpc>
              <a:spcAft>
                <a:spcPts val="600"/>
              </a:spcAft>
              <a:buFont typeface="+mj-lt"/>
              <a:buAutoNum type="arabicPeriod"/>
            </a:pPr>
            <a:endParaRPr lang="en-US">
              <a:latin typeface="+mj-lt"/>
            </a:endParaRPr>
          </a:p>
        </p:txBody>
      </p:sp>
      <p:sp>
        <p:nvSpPr>
          <p:cNvPr id="31" name="Rectangle 30">
            <a:extLst>
              <a:ext uri="{FF2B5EF4-FFF2-40B4-BE49-F238E27FC236}">
                <a16:creationId xmlns:a16="http://schemas.microsoft.com/office/drawing/2014/main" id="{F0E1B0BA-CC34-5EF8-6892-88184EF6B16F}"/>
              </a:ext>
            </a:extLst>
          </p:cNvPr>
          <p:cNvSpPr/>
          <p:nvPr/>
        </p:nvSpPr>
        <p:spPr>
          <a:xfrm>
            <a:off x="484414" y="228600"/>
            <a:ext cx="3755572" cy="348343"/>
          </a:xfrm>
          <a:prstGeom prst="rect">
            <a:avLst/>
          </a:prstGeom>
          <a:solidFill>
            <a:schemeClr val="accent6">
              <a:lumMod val="50000"/>
            </a:schemeClr>
          </a:solidFill>
          <a:ln>
            <a:solidFill>
              <a:schemeClr val="accent1"/>
            </a:solidFill>
          </a:ln>
        </p:spPr>
        <p:style>
          <a:lnRef idx="0">
            <a:scrgbClr r="0" g="0" b="0"/>
          </a:lnRef>
          <a:fillRef idx="0">
            <a:scrgbClr r="0" g="0" b="0"/>
          </a:fillRef>
          <a:effectRef idx="0">
            <a:scrgbClr r="0" g="0" b="0"/>
          </a:effectRef>
          <a:fontRef idx="minor">
            <a:schemeClr val="lt1"/>
          </a:fontRef>
        </p:style>
        <p:txBody>
          <a:bodyPr lIns="91440" tIns="0" rIns="91440" bIns="0" rtlCol="0" anchor="ctr"/>
          <a:lstStyle/>
          <a:p>
            <a:pPr>
              <a:lnSpc>
                <a:spcPct val="85000"/>
              </a:lnSpc>
            </a:pPr>
            <a:r>
              <a:rPr lang="en-US" sz="2400" b="1">
                <a:solidFill>
                  <a:schemeClr val="bg1"/>
                </a:solidFill>
                <a:latin typeface="+mj-lt"/>
              </a:rPr>
              <a:t>Table of Contents</a:t>
            </a:r>
          </a:p>
        </p:txBody>
      </p:sp>
    </p:spTree>
    <p:extLst>
      <p:ext uri="{BB962C8B-B14F-4D97-AF65-F5344CB8AC3E}">
        <p14:creationId xmlns:p14="http://schemas.microsoft.com/office/powerpoint/2010/main" val="26491273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67A19D8-E2D7-D1B5-FF41-BE6371194D9A}"/>
              </a:ext>
            </a:extLst>
          </p:cNvPr>
          <p:cNvSpPr>
            <a:spLocks noGrp="1"/>
          </p:cNvSpPr>
          <p:nvPr>
            <p:ph type="ftr" sz="quarter" idx="15"/>
          </p:nvPr>
        </p:nvSpPr>
        <p:spPr/>
        <p:txBody>
          <a:bodyPr/>
          <a:lstStyle/>
          <a:p>
            <a:r>
              <a:rPr lang="en-US">
                <a:latin typeface="+mj-lt"/>
              </a:rPr>
              <a:t>CONFIDENTIAL</a:t>
            </a:r>
          </a:p>
        </p:txBody>
      </p:sp>
      <p:sp>
        <p:nvSpPr>
          <p:cNvPr id="4" name="Slide Number Placeholder 3">
            <a:extLst>
              <a:ext uri="{FF2B5EF4-FFF2-40B4-BE49-F238E27FC236}">
                <a16:creationId xmlns:a16="http://schemas.microsoft.com/office/drawing/2014/main" id="{B7EFE9A0-6C6B-762D-88CB-299CCE105791}"/>
              </a:ext>
            </a:extLst>
          </p:cNvPr>
          <p:cNvSpPr>
            <a:spLocks noGrp="1"/>
          </p:cNvSpPr>
          <p:nvPr>
            <p:ph type="sldNum" sz="quarter" idx="16"/>
          </p:nvPr>
        </p:nvSpPr>
        <p:spPr/>
        <p:txBody>
          <a:bodyPr/>
          <a:lstStyle/>
          <a:p>
            <a:fld id="{4F90343F-D056-4E24-BE3D-A305BDC1A23E}" type="slidenum">
              <a:rPr lang="en-US" smtClean="0">
                <a:latin typeface="+mj-lt"/>
              </a:rPr>
              <a:pPr/>
              <a:t>3</a:t>
            </a:fld>
            <a:endParaRPr lang="en-US">
              <a:latin typeface="+mj-lt"/>
            </a:endParaRPr>
          </a:p>
        </p:txBody>
      </p:sp>
      <p:sp>
        <p:nvSpPr>
          <p:cNvPr id="20" name="TextBox 19">
            <a:extLst>
              <a:ext uri="{FF2B5EF4-FFF2-40B4-BE49-F238E27FC236}">
                <a16:creationId xmlns:a16="http://schemas.microsoft.com/office/drawing/2014/main" id="{6773766F-A7B9-B112-4C83-1FDA4536B7FA}"/>
              </a:ext>
            </a:extLst>
          </p:cNvPr>
          <p:cNvSpPr txBox="1"/>
          <p:nvPr/>
        </p:nvSpPr>
        <p:spPr>
          <a:xfrm>
            <a:off x="623522" y="744147"/>
            <a:ext cx="10823437" cy="815608"/>
          </a:xfrm>
          <a:prstGeom prst="rect">
            <a:avLst/>
          </a:prstGeom>
          <a:noFill/>
        </p:spPr>
        <p:txBody>
          <a:bodyPr wrap="square" lIns="91440" tIns="0" rIns="91440" bIns="0" rtlCol="0" anchor="ctr">
            <a:spAutoFit/>
          </a:bodyPr>
          <a:lstStyle/>
          <a:p>
            <a:pPr>
              <a:spcAft>
                <a:spcPts val="600"/>
              </a:spcAft>
            </a:pPr>
            <a:r>
              <a:rPr lang="en-US" sz="1200" b="1">
                <a:latin typeface="+mj-lt"/>
                <a:ea typeface="Calibri" panose="020F0502020204030204" pitchFamily="34" charset="0"/>
                <a:cs typeface="Calibri" panose="020F0502020204030204" pitchFamily="34" charset="0"/>
              </a:rPr>
              <a:t>Objective:</a:t>
            </a:r>
          </a:p>
          <a:p>
            <a:pPr>
              <a:spcAft>
                <a:spcPts val="600"/>
              </a:spcAft>
            </a:pPr>
            <a:r>
              <a:rPr lang="en-US" sz="1200" b="1">
                <a:latin typeface="+mj-lt"/>
                <a:ea typeface="Calibri" panose="020F0502020204030204" pitchFamily="34" charset="0"/>
                <a:cs typeface="Calibri" panose="020F0502020204030204" pitchFamily="34" charset="0"/>
              </a:rPr>
              <a:t> </a:t>
            </a:r>
            <a:r>
              <a:rPr lang="en-US" sz="1200" b="0" i="0">
                <a:solidFill>
                  <a:srgbClr val="000000"/>
                </a:solidFill>
                <a:effectLst/>
                <a:ea typeface="Calibri" panose="020F0502020204030204" pitchFamily="34" charset="0"/>
                <a:cs typeface="Calibri" panose="020F0502020204030204" pitchFamily="34" charset="0"/>
              </a:rPr>
              <a:t>For FMR release execute the below agreed Load tests for HCP and </a:t>
            </a:r>
            <a:r>
              <a:rPr lang="en-US" sz="1200" b="0" i="0" err="1">
                <a:solidFill>
                  <a:srgbClr val="000000"/>
                </a:solidFill>
                <a:effectLst/>
                <a:ea typeface="Calibri" panose="020F0502020204030204" pitchFamily="34" charset="0"/>
                <a:cs typeface="Calibri" panose="020F0502020204030204" pitchFamily="34" charset="0"/>
              </a:rPr>
              <a:t>PwD</a:t>
            </a:r>
            <a:r>
              <a:rPr lang="en-US" sz="1200" b="0" i="0">
                <a:solidFill>
                  <a:srgbClr val="000000"/>
                </a:solidFill>
                <a:effectLst/>
                <a:ea typeface="Calibri" panose="020F0502020204030204" pitchFamily="34" charset="0"/>
                <a:cs typeface="Calibri" panose="020F0502020204030204" pitchFamily="34" charset="0"/>
              </a:rPr>
              <a:t> scenarios to understand the overall systems behavior, stability and responsiveness of the API &amp; GUI performance for an application. Also, ensure that per NFR requirements, all the in-scope scenarios for HCP and </a:t>
            </a:r>
            <a:r>
              <a:rPr lang="en-US" sz="1200" b="0" i="0" err="1">
                <a:solidFill>
                  <a:srgbClr val="000000"/>
                </a:solidFill>
                <a:effectLst/>
                <a:ea typeface="Calibri" panose="020F0502020204030204" pitchFamily="34" charset="0"/>
                <a:cs typeface="Calibri" panose="020F0502020204030204" pitchFamily="34" charset="0"/>
              </a:rPr>
              <a:t>PwD</a:t>
            </a:r>
            <a:r>
              <a:rPr lang="en-US" sz="1200" b="0" i="0">
                <a:solidFill>
                  <a:srgbClr val="000000"/>
                </a:solidFill>
                <a:effectLst/>
                <a:ea typeface="Calibri" panose="020F0502020204030204" pitchFamily="34" charset="0"/>
                <a:cs typeface="Calibri" panose="020F0502020204030204" pitchFamily="34" charset="0"/>
              </a:rPr>
              <a:t> meet the targeted SLAs, server health is within the threshold limit</a:t>
            </a:r>
            <a:endParaRPr lang="en-US" sz="1200">
              <a:ea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86AE2499-1D27-245C-83DF-A347549684E3}"/>
              </a:ext>
            </a:extLst>
          </p:cNvPr>
          <p:cNvSpPr txBox="1"/>
          <p:nvPr/>
        </p:nvSpPr>
        <p:spPr>
          <a:xfrm>
            <a:off x="670102" y="1623198"/>
            <a:ext cx="3044964" cy="276999"/>
          </a:xfrm>
          <a:prstGeom prst="rect">
            <a:avLst/>
          </a:prstGeom>
          <a:noFill/>
        </p:spPr>
        <p:txBody>
          <a:bodyPr wrap="square">
            <a:spAutoFit/>
          </a:bodyPr>
          <a:lstStyle/>
          <a:p>
            <a:r>
              <a:rPr lang="en-US" sz="1200" b="1" i="0">
                <a:solidFill>
                  <a:srgbClr val="000000"/>
                </a:solidFill>
                <a:effectLst/>
                <a:latin typeface="+mj-lt"/>
                <a:ea typeface="Calibri" panose="020F0502020204030204" pitchFamily="34" charset="0"/>
                <a:cs typeface="Calibri" panose="020F0502020204030204" pitchFamily="34" charset="0"/>
              </a:rPr>
              <a:t>1.5 </a:t>
            </a:r>
            <a:r>
              <a:rPr lang="en-US" sz="1200" b="1">
                <a:latin typeface="+mj-lt"/>
                <a:ea typeface="Calibri" panose="020F0502020204030204" pitchFamily="34" charset="0"/>
                <a:cs typeface="Calibri" panose="020F0502020204030204" pitchFamily="34" charset="0"/>
              </a:rPr>
              <a:t>FMR</a:t>
            </a:r>
            <a:r>
              <a:rPr lang="en-US" sz="1200" b="1" i="0">
                <a:solidFill>
                  <a:srgbClr val="000000"/>
                </a:solidFill>
                <a:effectLst/>
                <a:latin typeface="+mj-lt"/>
                <a:ea typeface="Calibri" panose="020F0502020204030204" pitchFamily="34" charset="0"/>
                <a:cs typeface="Calibri" panose="020F0502020204030204" pitchFamily="34" charset="0"/>
              </a:rPr>
              <a:t> In-scope List of Features:</a:t>
            </a:r>
            <a:endParaRPr lang="en-US" sz="1200" b="1">
              <a:latin typeface="+mj-lt"/>
              <a:ea typeface="Calibri" panose="020F0502020204030204" pitchFamily="34" charset="0"/>
              <a:cs typeface="Calibri" panose="020F0502020204030204" pitchFamily="34" charset="0"/>
            </a:endParaRPr>
          </a:p>
        </p:txBody>
      </p:sp>
      <p:sp>
        <p:nvSpPr>
          <p:cNvPr id="36" name="Rectangle 35">
            <a:extLst>
              <a:ext uri="{FF2B5EF4-FFF2-40B4-BE49-F238E27FC236}">
                <a16:creationId xmlns:a16="http://schemas.microsoft.com/office/drawing/2014/main" id="{E5C6DA5B-6445-E301-709C-353A72D6E46D}"/>
              </a:ext>
            </a:extLst>
          </p:cNvPr>
          <p:cNvSpPr/>
          <p:nvPr/>
        </p:nvSpPr>
        <p:spPr>
          <a:xfrm>
            <a:off x="670102" y="152672"/>
            <a:ext cx="10776857"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spcAft>
                <a:spcPts val="600"/>
              </a:spcAft>
            </a:pPr>
            <a:r>
              <a:rPr lang="en-US" sz="2400" b="1">
                <a:latin typeface="+mj-lt"/>
                <a:cs typeface="Times New Roman" panose="02020603050405020304" pitchFamily="18" charset="0"/>
              </a:rPr>
              <a:t>Objective &amp; Feature Details for Q1’2025</a:t>
            </a:r>
          </a:p>
        </p:txBody>
      </p:sp>
      <p:graphicFrame>
        <p:nvGraphicFramePr>
          <p:cNvPr id="2" name="Table 1">
            <a:extLst>
              <a:ext uri="{FF2B5EF4-FFF2-40B4-BE49-F238E27FC236}">
                <a16:creationId xmlns:a16="http://schemas.microsoft.com/office/drawing/2014/main" id="{AD570D86-4735-2D0D-E54C-B20522D78261}"/>
              </a:ext>
            </a:extLst>
          </p:cNvPr>
          <p:cNvGraphicFramePr>
            <a:graphicFrameLocks noGrp="1"/>
          </p:cNvGraphicFramePr>
          <p:nvPr>
            <p:extLst>
              <p:ext uri="{D42A27DB-BD31-4B8C-83A1-F6EECF244321}">
                <p14:modId xmlns:p14="http://schemas.microsoft.com/office/powerpoint/2010/main" val="3554462223"/>
              </p:ext>
            </p:extLst>
          </p:nvPr>
        </p:nvGraphicFramePr>
        <p:xfrm>
          <a:off x="623522" y="1962073"/>
          <a:ext cx="10823439" cy="2383376"/>
        </p:xfrm>
        <a:graphic>
          <a:graphicData uri="http://schemas.openxmlformats.org/drawingml/2006/table">
            <a:tbl>
              <a:tblPr firstRow="1" bandRow="1">
                <a:tableStyleId>{5C22544A-7EE6-4342-B048-85BDC9FD1C3A}</a:tableStyleId>
              </a:tblPr>
              <a:tblGrid>
                <a:gridCol w="1488375">
                  <a:extLst>
                    <a:ext uri="{9D8B030D-6E8A-4147-A177-3AD203B41FA5}">
                      <a16:colId xmlns:a16="http://schemas.microsoft.com/office/drawing/2014/main" val="4162674647"/>
                    </a:ext>
                  </a:extLst>
                </a:gridCol>
                <a:gridCol w="1178088">
                  <a:extLst>
                    <a:ext uri="{9D8B030D-6E8A-4147-A177-3AD203B41FA5}">
                      <a16:colId xmlns:a16="http://schemas.microsoft.com/office/drawing/2014/main" val="2596175646"/>
                    </a:ext>
                  </a:extLst>
                </a:gridCol>
                <a:gridCol w="1103878">
                  <a:extLst>
                    <a:ext uri="{9D8B030D-6E8A-4147-A177-3AD203B41FA5}">
                      <a16:colId xmlns:a16="http://schemas.microsoft.com/office/drawing/2014/main" val="3391331019"/>
                    </a:ext>
                  </a:extLst>
                </a:gridCol>
                <a:gridCol w="5318887">
                  <a:extLst>
                    <a:ext uri="{9D8B030D-6E8A-4147-A177-3AD203B41FA5}">
                      <a16:colId xmlns:a16="http://schemas.microsoft.com/office/drawing/2014/main" val="748178747"/>
                    </a:ext>
                  </a:extLst>
                </a:gridCol>
                <a:gridCol w="1734211">
                  <a:extLst>
                    <a:ext uri="{9D8B030D-6E8A-4147-A177-3AD203B41FA5}">
                      <a16:colId xmlns:a16="http://schemas.microsoft.com/office/drawing/2014/main" val="954654562"/>
                    </a:ext>
                  </a:extLst>
                </a:gridCol>
              </a:tblGrid>
              <a:tr h="466263">
                <a:tc>
                  <a:txBody>
                    <a:bodyPr/>
                    <a:lstStyle/>
                    <a:p>
                      <a:pPr algn="ctr"/>
                      <a:r>
                        <a:rPr lang="en-US" sz="1100"/>
                        <a:t>Feature Number</a:t>
                      </a:r>
                    </a:p>
                  </a:txBody>
                  <a:tcPr/>
                </a:tc>
                <a:tc>
                  <a:txBody>
                    <a:bodyPr/>
                    <a:lstStyle/>
                    <a:p>
                      <a:pPr algn="ctr"/>
                      <a:r>
                        <a:rPr lang="en-US" sz="1100"/>
                        <a:t>Year &amp; Quarter </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a:t>Type of Feature </a:t>
                      </a:r>
                    </a:p>
                  </a:txBody>
                  <a:tcPr/>
                </a:tc>
                <a:tc>
                  <a:txBody>
                    <a:bodyPr/>
                    <a:lstStyle/>
                    <a:p>
                      <a:pPr algn="ctr"/>
                      <a:r>
                        <a:rPr lang="en-US" sz="1100"/>
                        <a:t>Description</a:t>
                      </a:r>
                    </a:p>
                  </a:txBody>
                  <a:tcPr/>
                </a:tc>
                <a:tc>
                  <a:txBody>
                    <a:bodyPr/>
                    <a:lstStyle/>
                    <a:p>
                      <a:pPr algn="ctr"/>
                      <a:r>
                        <a:rPr lang="en-US" sz="1100"/>
                        <a:t>Status</a:t>
                      </a:r>
                    </a:p>
                  </a:txBody>
                  <a:tcPr/>
                </a:tc>
                <a:extLst>
                  <a:ext uri="{0D108BD9-81ED-4DB2-BD59-A6C34878D82A}">
                    <a16:rowId xmlns:a16="http://schemas.microsoft.com/office/drawing/2014/main" val="1012688494"/>
                  </a:ext>
                </a:extLst>
              </a:tr>
              <a:tr h="618239">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b="0" i="0" kern="1200">
                          <a:solidFill>
                            <a:schemeClr val="dk1"/>
                          </a:solidFill>
                          <a:effectLst/>
                          <a:latin typeface="+mn-lt"/>
                          <a:ea typeface="+mn-ea"/>
                          <a:cs typeface="+mn-cs"/>
                          <a:hlinkClick r:id="rId4">
                            <a:extLst>
                              <a:ext uri="{A12FA001-AC4F-418D-AE19-62706E023703}">
                                <ahyp:hlinkClr xmlns:ahyp="http://schemas.microsoft.com/office/drawing/2018/hyperlinkcolor" val="tx"/>
                              </a:ext>
                            </a:extLst>
                          </a:hlinkClick>
                        </a:rPr>
                        <a:t>INSIGHT-776</a:t>
                      </a:r>
                      <a:endParaRPr lang="en-US" sz="1100" b="0" i="0" kern="1200">
                        <a:solidFill>
                          <a:schemeClr val="dk1"/>
                        </a:solidFill>
                        <a:effectLst/>
                        <a:latin typeface="+mn-lt"/>
                        <a:ea typeface="+mn-ea"/>
                        <a:cs typeface="+mn-cs"/>
                      </a:endParaRPr>
                    </a:p>
                  </a:txBody>
                  <a:tcPr/>
                </a:tc>
                <a:tc>
                  <a:txBody>
                    <a:bodyPr/>
                    <a:lstStyle/>
                    <a:p>
                      <a:r>
                        <a:rPr lang="en-US" sz="1100"/>
                        <a:t>2025 &amp; Q1</a:t>
                      </a:r>
                    </a:p>
                  </a:txBody>
                  <a:tcPr/>
                </a:tc>
                <a:tc>
                  <a:txBody>
                    <a:bodyPr/>
                    <a:lstStyle/>
                    <a:p>
                      <a:r>
                        <a:rPr lang="en-US" sz="1100"/>
                        <a:t>API Only</a:t>
                      </a:r>
                    </a:p>
                  </a:txBody>
                  <a:tcPr/>
                </a:tc>
                <a:tc>
                  <a:txBody>
                    <a:bodyPr/>
                    <a:lstStyle/>
                    <a:p>
                      <a:r>
                        <a:rPr lang="en-US" sz="1100" dirty="0"/>
                        <a:t>Performance team will discover all the identified workflows (Navigations, search, invitations, report gen) and prepare API scripts in the available PF environment</a:t>
                      </a:r>
                    </a:p>
                    <a:p>
                      <a:r>
                        <a:rPr lang="en-US" sz="1100" kern="1200" dirty="0">
                          <a:solidFill>
                            <a:schemeClr val="dk1"/>
                          </a:solidFill>
                          <a:latin typeface="+mn-lt"/>
                          <a:ea typeface="+mn-ea"/>
                          <a:cs typeface="+mn-cs"/>
                        </a:rPr>
                        <a:t>FMR 1.5 Release Performance Test for Discover HCP &amp; </a:t>
                      </a:r>
                      <a:r>
                        <a:rPr lang="en-US" sz="1100" kern="1200" dirty="0" err="1">
                          <a:solidFill>
                            <a:schemeClr val="dk1"/>
                          </a:solidFill>
                          <a:latin typeface="+mn-lt"/>
                          <a:ea typeface="+mn-ea"/>
                          <a:cs typeface="+mn-cs"/>
                        </a:rPr>
                        <a:t>PwD</a:t>
                      </a:r>
                      <a:r>
                        <a:rPr lang="en-US" sz="1100" kern="1200" dirty="0">
                          <a:solidFill>
                            <a:schemeClr val="dk1"/>
                          </a:solidFill>
                          <a:latin typeface="+mn-lt"/>
                          <a:ea typeface="+mn-ea"/>
                          <a:cs typeface="+mn-cs"/>
                        </a:rPr>
                        <a:t> - API Only</a:t>
                      </a:r>
                    </a:p>
                  </a:txBody>
                  <a:tcPr/>
                </a:tc>
                <a:tc>
                  <a:txBody>
                    <a:bodyPr/>
                    <a:lstStyle/>
                    <a:p>
                      <a:r>
                        <a:rPr lang="en-US" sz="1100"/>
                        <a:t>In-Progress</a:t>
                      </a:r>
                    </a:p>
                  </a:txBody>
                  <a:tcPr/>
                </a:tc>
                <a:extLst>
                  <a:ext uri="{0D108BD9-81ED-4DB2-BD59-A6C34878D82A}">
                    <a16:rowId xmlns:a16="http://schemas.microsoft.com/office/drawing/2014/main" val="168465913"/>
                  </a:ext>
                </a:extLst>
              </a:tr>
              <a:tr h="649437">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b="0" i="0" kern="1200">
                          <a:solidFill>
                            <a:schemeClr val="dk1"/>
                          </a:solidFill>
                          <a:effectLst/>
                          <a:latin typeface="+mn-lt"/>
                          <a:ea typeface="+mn-ea"/>
                          <a:cs typeface="+mn-cs"/>
                          <a:hlinkClick r:id="rId5">
                            <a:extLst>
                              <a:ext uri="{A12FA001-AC4F-418D-AE19-62706E023703}">
                                <ahyp:hlinkClr xmlns:ahyp="http://schemas.microsoft.com/office/drawing/2018/hyperlinkcolor" val="tx"/>
                              </a:ext>
                            </a:extLst>
                          </a:hlinkClick>
                        </a:rPr>
                        <a:t>INSIGHT-738</a:t>
                      </a:r>
                      <a:endParaRPr lang="en-US" sz="1100" b="0" i="0" kern="1200">
                        <a:solidFill>
                          <a:schemeClr val="dk1"/>
                        </a:solidFill>
                        <a:effectLst/>
                        <a:latin typeface="+mn-lt"/>
                        <a:ea typeface="+mn-ea"/>
                        <a:cs typeface="+mn-cs"/>
                      </a:endParaRPr>
                    </a:p>
                  </a:txBody>
                  <a:tcPr/>
                </a:tc>
                <a:tc>
                  <a:txBody>
                    <a:bodyPr/>
                    <a:lstStyle/>
                    <a:p>
                      <a:r>
                        <a:rPr lang="en-US" sz="1100"/>
                        <a:t>2025 &amp; Q1</a:t>
                      </a:r>
                    </a:p>
                  </a:txBody>
                  <a:tcPr/>
                </a:tc>
                <a:tc>
                  <a:txBody>
                    <a:bodyPr/>
                    <a:lstStyle/>
                    <a:p>
                      <a:r>
                        <a:rPr lang="en-US" sz="1100"/>
                        <a:t>API Only</a:t>
                      </a:r>
                    </a:p>
                  </a:txBody>
                  <a:tcPr/>
                </a:tc>
                <a:tc>
                  <a:txBody>
                    <a:bodyPr/>
                    <a:lstStyle/>
                    <a:p>
                      <a:r>
                        <a:rPr lang="en-US" sz="1100" kern="1200">
                          <a:solidFill>
                            <a:schemeClr val="dk1"/>
                          </a:solidFill>
                          <a:latin typeface="+mn-lt"/>
                          <a:ea typeface="+mn-ea"/>
                          <a:cs typeface="+mn-cs"/>
                        </a:rPr>
                        <a:t>Perf Test: API Performance Testing on 1.5 code in Perf test with 1.6 numbers (including report generation and hybrid cloud ETL)</a:t>
                      </a:r>
                    </a:p>
                  </a:txBody>
                  <a:tcPr/>
                </a:tc>
                <a:tc>
                  <a:txBody>
                    <a:bodyPr/>
                    <a:lstStyle/>
                    <a:p>
                      <a:r>
                        <a:rPr lang="en-US" sz="1100"/>
                        <a:t>To-Do</a:t>
                      </a:r>
                    </a:p>
                  </a:txBody>
                  <a:tcPr/>
                </a:tc>
                <a:extLst>
                  <a:ext uri="{0D108BD9-81ED-4DB2-BD59-A6C34878D82A}">
                    <a16:rowId xmlns:a16="http://schemas.microsoft.com/office/drawing/2014/main" val="2237517643"/>
                  </a:ext>
                </a:extLst>
              </a:tr>
              <a:tr h="649437">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b="0" i="0" kern="1200">
                          <a:solidFill>
                            <a:schemeClr val="dk1"/>
                          </a:solidFill>
                          <a:effectLst/>
                          <a:latin typeface="+mn-lt"/>
                          <a:ea typeface="+mn-ea"/>
                          <a:cs typeface="+mn-cs"/>
                          <a:hlinkClick r:id="rId6">
                            <a:extLst>
                              <a:ext uri="{A12FA001-AC4F-418D-AE19-62706E023703}">
                                <ahyp:hlinkClr xmlns:ahyp="http://schemas.microsoft.com/office/drawing/2018/hyperlinkcolor" val="tx"/>
                              </a:ext>
                            </a:extLst>
                          </a:hlinkClick>
                        </a:rPr>
                        <a:t>INSIGHT-736</a:t>
                      </a:r>
                      <a:endParaRPr lang="en-US" sz="1100" b="0" i="0" kern="1200">
                        <a:solidFill>
                          <a:schemeClr val="dk1"/>
                        </a:solidFill>
                        <a:effectLst/>
                        <a:latin typeface="+mn-lt"/>
                        <a:ea typeface="+mn-ea"/>
                        <a:cs typeface="+mn-cs"/>
                      </a:endParaRPr>
                    </a:p>
                  </a:txBody>
                  <a:tcPr/>
                </a:tc>
                <a:tc>
                  <a:txBody>
                    <a:bodyPr/>
                    <a:lstStyle/>
                    <a:p>
                      <a:r>
                        <a:rPr lang="en-US" sz="1100"/>
                        <a:t>2025 &amp; Q1</a:t>
                      </a:r>
                    </a:p>
                  </a:txBody>
                  <a:tcPr/>
                </a:tc>
                <a:tc>
                  <a:txBody>
                    <a:bodyPr/>
                    <a:lstStyle/>
                    <a:p>
                      <a:r>
                        <a:rPr lang="en-US" sz="1100"/>
                        <a:t>API </a:t>
                      </a:r>
                    </a:p>
                  </a:txBody>
                  <a:tcPr/>
                </a:tc>
                <a:tc>
                  <a:txBody>
                    <a:bodyPr/>
                    <a:lstStyle/>
                    <a:p>
                      <a:r>
                        <a:rPr lang="en-US" sz="1100"/>
                        <a:t>All in-scope scenario API scripts to be migrated to PF2 environment (DV Testing), perform validations, identify test data needs for scripting and execution. Design test scenarios and perform dry run or sanity checks.</a:t>
                      </a:r>
                    </a:p>
                  </a:txBody>
                  <a:tcPr/>
                </a:tc>
                <a:tc>
                  <a:txBody>
                    <a:bodyPr/>
                    <a:lstStyle/>
                    <a:p>
                      <a:r>
                        <a:rPr lang="en-US" sz="1100" dirty="0"/>
                        <a:t>To-Do</a:t>
                      </a:r>
                    </a:p>
                  </a:txBody>
                  <a:tcPr/>
                </a:tc>
                <a:extLst>
                  <a:ext uri="{0D108BD9-81ED-4DB2-BD59-A6C34878D82A}">
                    <a16:rowId xmlns:a16="http://schemas.microsoft.com/office/drawing/2014/main" val="3070229845"/>
                  </a:ext>
                </a:extLst>
              </a:tr>
            </a:tbl>
          </a:graphicData>
        </a:graphic>
      </p:graphicFrame>
    </p:spTree>
    <p:extLst>
      <p:ext uri="{BB962C8B-B14F-4D97-AF65-F5344CB8AC3E}">
        <p14:creationId xmlns:p14="http://schemas.microsoft.com/office/powerpoint/2010/main" val="3996948524"/>
      </p:ext>
    </p:extLst>
  </p:cSld>
  <p:clrMapOvr>
    <a:masterClrMapping/>
  </p:clrMapOvr>
  <p:transition>
    <p:fade/>
  </p:transition>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C420A-5A40-C32A-F8ED-D30DFCD9EFC8}"/>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0F73A75-BFC1-E9C3-AD77-9A39E921BD8A}"/>
              </a:ext>
            </a:extLst>
          </p:cNvPr>
          <p:cNvSpPr>
            <a:spLocks noGrp="1"/>
          </p:cNvSpPr>
          <p:nvPr>
            <p:ph type="ftr" sz="quarter" idx="15"/>
          </p:nvPr>
        </p:nvSpPr>
        <p:spPr/>
        <p:txBody>
          <a:bodyPr/>
          <a:lstStyle/>
          <a:p>
            <a:r>
              <a:rPr lang="en-US"/>
              <a:t>CONFIDENTIAL</a:t>
            </a:r>
          </a:p>
        </p:txBody>
      </p:sp>
      <p:sp>
        <p:nvSpPr>
          <p:cNvPr id="3" name="Slide Number Placeholder 2">
            <a:extLst>
              <a:ext uri="{FF2B5EF4-FFF2-40B4-BE49-F238E27FC236}">
                <a16:creationId xmlns:a16="http://schemas.microsoft.com/office/drawing/2014/main" id="{D805F558-6FCA-E426-FFB3-B6260CA998AE}"/>
              </a:ext>
            </a:extLst>
          </p:cNvPr>
          <p:cNvSpPr>
            <a:spLocks noGrp="1"/>
          </p:cNvSpPr>
          <p:nvPr>
            <p:ph type="sldNum" sz="quarter" idx="16"/>
          </p:nvPr>
        </p:nvSpPr>
        <p:spPr/>
        <p:txBody>
          <a:bodyPr/>
          <a:lstStyle/>
          <a:p>
            <a:fld id="{4F90343F-D056-4E24-BE3D-A305BDC1A23E}" type="slidenum">
              <a:rPr lang="en-US" smtClean="0"/>
              <a:pPr/>
              <a:t>4</a:t>
            </a:fld>
            <a:endParaRPr lang="en-US"/>
          </a:p>
        </p:txBody>
      </p:sp>
      <p:sp>
        <p:nvSpPr>
          <p:cNvPr id="4" name="Rectangle 3">
            <a:extLst>
              <a:ext uri="{FF2B5EF4-FFF2-40B4-BE49-F238E27FC236}">
                <a16:creationId xmlns:a16="http://schemas.microsoft.com/office/drawing/2014/main" id="{2D6C7AD0-043A-78B2-0D7F-5A8EA1362464}"/>
              </a:ext>
            </a:extLst>
          </p:cNvPr>
          <p:cNvSpPr/>
          <p:nvPr/>
        </p:nvSpPr>
        <p:spPr>
          <a:xfrm>
            <a:off x="718456" y="123099"/>
            <a:ext cx="10776857"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a:solidFill>
                  <a:schemeClr val="bg1"/>
                </a:solidFill>
              </a:rPr>
              <a:t>Architecture Diagram</a:t>
            </a:r>
          </a:p>
        </p:txBody>
      </p:sp>
      <p:pic>
        <p:nvPicPr>
          <p:cNvPr id="7" name="Picture 6">
            <a:extLst>
              <a:ext uri="{FF2B5EF4-FFF2-40B4-BE49-F238E27FC236}">
                <a16:creationId xmlns:a16="http://schemas.microsoft.com/office/drawing/2014/main" id="{9FCAFA0C-BCCD-4B20-73DD-A322DE7BBBDC}"/>
              </a:ext>
            </a:extLst>
          </p:cNvPr>
          <p:cNvPicPr>
            <a:picLocks noChangeAspect="1"/>
          </p:cNvPicPr>
          <p:nvPr/>
        </p:nvPicPr>
        <p:blipFill>
          <a:blip r:embed="rId3"/>
          <a:stretch>
            <a:fillRect/>
          </a:stretch>
        </p:blipFill>
        <p:spPr>
          <a:xfrm>
            <a:off x="718455" y="795937"/>
            <a:ext cx="10776857" cy="5549221"/>
          </a:xfrm>
          <a:prstGeom prst="rect">
            <a:avLst/>
          </a:prstGeom>
        </p:spPr>
      </p:pic>
    </p:spTree>
    <p:extLst>
      <p:ext uri="{BB962C8B-B14F-4D97-AF65-F5344CB8AC3E}">
        <p14:creationId xmlns:p14="http://schemas.microsoft.com/office/powerpoint/2010/main" val="184457293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40739-03CD-CA0D-F5CF-DF0DC7849DF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3C81660-1D98-16BA-FF5B-4A0CE465DF8F}"/>
              </a:ext>
            </a:extLst>
          </p:cNvPr>
          <p:cNvSpPr>
            <a:spLocks noGrp="1"/>
          </p:cNvSpPr>
          <p:nvPr>
            <p:ph type="ftr" sz="quarter" idx="15"/>
          </p:nvPr>
        </p:nvSpPr>
        <p:spPr/>
        <p:txBody>
          <a:bodyPr/>
          <a:lstStyle/>
          <a:p>
            <a:r>
              <a:rPr lang="en-US"/>
              <a:t>CONFIDENTIAL</a:t>
            </a:r>
          </a:p>
        </p:txBody>
      </p:sp>
      <p:sp>
        <p:nvSpPr>
          <p:cNvPr id="4" name="Slide Number Placeholder 3">
            <a:extLst>
              <a:ext uri="{FF2B5EF4-FFF2-40B4-BE49-F238E27FC236}">
                <a16:creationId xmlns:a16="http://schemas.microsoft.com/office/drawing/2014/main" id="{8272BCAE-0EE3-1247-B300-85BC98365B0C}"/>
              </a:ext>
            </a:extLst>
          </p:cNvPr>
          <p:cNvSpPr>
            <a:spLocks noGrp="1"/>
          </p:cNvSpPr>
          <p:nvPr>
            <p:ph type="sldNum" sz="quarter" idx="16"/>
          </p:nvPr>
        </p:nvSpPr>
        <p:spPr/>
        <p:txBody>
          <a:bodyPr/>
          <a:lstStyle/>
          <a:p>
            <a:fld id="{4F90343F-D056-4E24-BE3D-A305BDC1A23E}" type="slidenum">
              <a:rPr lang="en-US" smtClean="0"/>
              <a:pPr/>
              <a:t>5</a:t>
            </a:fld>
            <a:endParaRPr lang="en-US"/>
          </a:p>
        </p:txBody>
      </p:sp>
      <p:sp>
        <p:nvSpPr>
          <p:cNvPr id="8" name="Rectangle 2">
            <a:extLst>
              <a:ext uri="{FF2B5EF4-FFF2-40B4-BE49-F238E27FC236}">
                <a16:creationId xmlns:a16="http://schemas.microsoft.com/office/drawing/2014/main" id="{B43327C2-CD7F-711E-467A-E8B74A04B578}"/>
              </a:ext>
            </a:extLst>
          </p:cNvPr>
          <p:cNvSpPr>
            <a:spLocks noChangeArrowheads="1"/>
          </p:cNvSpPr>
          <p:nvPr/>
        </p:nvSpPr>
        <p:spPr bwMode="auto">
          <a:xfrm>
            <a:off x="0" y="57862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8" name="Rectangle 67">
            <a:extLst>
              <a:ext uri="{FF2B5EF4-FFF2-40B4-BE49-F238E27FC236}">
                <a16:creationId xmlns:a16="http://schemas.microsoft.com/office/drawing/2014/main" id="{26E8A29A-BCE5-A943-7174-E358A835A151}"/>
              </a:ext>
            </a:extLst>
          </p:cNvPr>
          <p:cNvSpPr/>
          <p:nvPr/>
        </p:nvSpPr>
        <p:spPr>
          <a:xfrm>
            <a:off x="625008" y="232336"/>
            <a:ext cx="11240421"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a:solidFill>
                  <a:schemeClr val="bg1"/>
                </a:solidFill>
              </a:rPr>
              <a:t>Dependencies </a:t>
            </a:r>
          </a:p>
        </p:txBody>
      </p:sp>
      <p:graphicFrame>
        <p:nvGraphicFramePr>
          <p:cNvPr id="6" name="Table 5">
            <a:extLst>
              <a:ext uri="{FF2B5EF4-FFF2-40B4-BE49-F238E27FC236}">
                <a16:creationId xmlns:a16="http://schemas.microsoft.com/office/drawing/2014/main" id="{6E0CE0EF-5870-BF2D-CA58-62329D87A801}"/>
              </a:ext>
            </a:extLst>
          </p:cNvPr>
          <p:cNvGraphicFramePr>
            <a:graphicFrameLocks noGrp="1"/>
          </p:cNvGraphicFramePr>
          <p:nvPr>
            <p:extLst>
              <p:ext uri="{D42A27DB-BD31-4B8C-83A1-F6EECF244321}">
                <p14:modId xmlns:p14="http://schemas.microsoft.com/office/powerpoint/2010/main" val="1477504845"/>
              </p:ext>
            </p:extLst>
          </p:nvPr>
        </p:nvGraphicFramePr>
        <p:xfrm>
          <a:off x="625008" y="799410"/>
          <a:ext cx="11240420" cy="5872873"/>
        </p:xfrm>
        <a:graphic>
          <a:graphicData uri="http://schemas.openxmlformats.org/drawingml/2006/table">
            <a:tbl>
              <a:tblPr firstRow="1" bandRow="1">
                <a:tableStyleId>{5C22544A-7EE6-4342-B048-85BDC9FD1C3A}</a:tableStyleId>
              </a:tblPr>
              <a:tblGrid>
                <a:gridCol w="880518">
                  <a:extLst>
                    <a:ext uri="{9D8B030D-6E8A-4147-A177-3AD203B41FA5}">
                      <a16:colId xmlns:a16="http://schemas.microsoft.com/office/drawing/2014/main" val="2789283812"/>
                    </a:ext>
                  </a:extLst>
                </a:gridCol>
                <a:gridCol w="3194490">
                  <a:extLst>
                    <a:ext uri="{9D8B030D-6E8A-4147-A177-3AD203B41FA5}">
                      <a16:colId xmlns:a16="http://schemas.microsoft.com/office/drawing/2014/main" val="1244455659"/>
                    </a:ext>
                  </a:extLst>
                </a:gridCol>
                <a:gridCol w="2039112">
                  <a:extLst>
                    <a:ext uri="{9D8B030D-6E8A-4147-A177-3AD203B41FA5}">
                      <a16:colId xmlns:a16="http://schemas.microsoft.com/office/drawing/2014/main" val="40245843"/>
                    </a:ext>
                  </a:extLst>
                </a:gridCol>
                <a:gridCol w="5126300">
                  <a:extLst>
                    <a:ext uri="{9D8B030D-6E8A-4147-A177-3AD203B41FA5}">
                      <a16:colId xmlns:a16="http://schemas.microsoft.com/office/drawing/2014/main" val="2214275070"/>
                    </a:ext>
                  </a:extLst>
                </a:gridCol>
              </a:tblGrid>
              <a:tr h="250057">
                <a:tc>
                  <a:txBody>
                    <a:bodyPr/>
                    <a:lstStyle/>
                    <a:p>
                      <a:pPr algn="ctr"/>
                      <a:r>
                        <a:rPr lang="en-US" sz="1200">
                          <a:latin typeface="+mn-lt"/>
                        </a:rPr>
                        <a:t> Sl. No.</a:t>
                      </a:r>
                    </a:p>
                  </a:txBody>
                  <a:tcPr/>
                </a:tc>
                <a:tc>
                  <a:txBody>
                    <a:bodyPr/>
                    <a:lstStyle/>
                    <a:p>
                      <a:pPr algn="ctr"/>
                      <a:r>
                        <a:rPr lang="en-US" sz="1200">
                          <a:latin typeface="+mn-lt"/>
                        </a:rPr>
                        <a:t>Dependency</a:t>
                      </a:r>
                    </a:p>
                  </a:txBody>
                  <a:tcPr/>
                </a:tc>
                <a:tc>
                  <a:txBody>
                    <a:bodyPr/>
                    <a:lstStyle/>
                    <a:p>
                      <a:pPr algn="ctr"/>
                      <a:r>
                        <a:rPr lang="en-US" sz="1200">
                          <a:latin typeface="+mn-lt"/>
                        </a:rPr>
                        <a:t>Owner</a:t>
                      </a:r>
                    </a:p>
                  </a:txBody>
                  <a:tcPr/>
                </a:tc>
                <a:tc>
                  <a:txBody>
                    <a:bodyPr/>
                    <a:lstStyle/>
                    <a:p>
                      <a:pPr algn="ctr"/>
                      <a:r>
                        <a:rPr lang="en-US" sz="1200">
                          <a:latin typeface="+mn-lt"/>
                        </a:rPr>
                        <a:t>Comments</a:t>
                      </a:r>
                    </a:p>
                  </a:txBody>
                  <a:tcPr/>
                </a:tc>
                <a:extLst>
                  <a:ext uri="{0D108BD9-81ED-4DB2-BD59-A6C34878D82A}">
                    <a16:rowId xmlns:a16="http://schemas.microsoft.com/office/drawing/2014/main" val="82340524"/>
                  </a:ext>
                </a:extLst>
              </a:tr>
              <a:tr h="416762">
                <a:tc>
                  <a:txBody>
                    <a:bodyPr/>
                    <a:lstStyle/>
                    <a:p>
                      <a:pPr algn="ctr"/>
                      <a:r>
                        <a:rPr lang="en-US" sz="1150">
                          <a:latin typeface="+mn-lt"/>
                        </a:rPr>
                        <a:t>1</a:t>
                      </a:r>
                    </a:p>
                  </a:txBody>
                  <a:tcPr/>
                </a:tc>
                <a:tc>
                  <a:txBody>
                    <a:bodyPr/>
                    <a:lstStyle/>
                    <a:p>
                      <a:r>
                        <a:rPr lang="en-US" sz="1150">
                          <a:latin typeface="+mn-lt"/>
                        </a:rPr>
                        <a:t>PF &amp; PF2 environment availability</a:t>
                      </a:r>
                    </a:p>
                  </a:txBody>
                  <a:tcPr/>
                </a:tc>
                <a:tc>
                  <a:txBody>
                    <a:bodyPr/>
                    <a:lstStyle/>
                    <a:p>
                      <a:r>
                        <a:rPr lang="en-US" sz="1150">
                          <a:latin typeface="+mn-lt"/>
                        </a:rPr>
                        <a:t>Alejandro Duran Orozco</a:t>
                      </a:r>
                    </a:p>
                  </a:txBody>
                  <a:tcPr/>
                </a:tc>
                <a:tc>
                  <a:txBody>
                    <a:bodyPr/>
                    <a:lstStyle/>
                    <a:p>
                      <a:r>
                        <a:rPr lang="en-US" sz="1150">
                          <a:latin typeface="+mn-lt"/>
                        </a:rPr>
                        <a:t>Stable environment, test data to be available with OQ and IQ process complete</a:t>
                      </a:r>
                    </a:p>
                  </a:txBody>
                  <a:tcPr/>
                </a:tc>
                <a:extLst>
                  <a:ext uri="{0D108BD9-81ED-4DB2-BD59-A6C34878D82A}">
                    <a16:rowId xmlns:a16="http://schemas.microsoft.com/office/drawing/2014/main" val="628032591"/>
                  </a:ext>
                </a:extLst>
              </a:tr>
              <a:tr h="250057">
                <a:tc>
                  <a:txBody>
                    <a:bodyPr/>
                    <a:lstStyle/>
                    <a:p>
                      <a:pPr algn="ctr"/>
                      <a:r>
                        <a:rPr lang="en-US" sz="1150">
                          <a:latin typeface="+mn-lt"/>
                        </a:rPr>
                        <a:t>2</a:t>
                      </a:r>
                    </a:p>
                  </a:txBody>
                  <a:tcPr/>
                </a:tc>
                <a:tc>
                  <a:txBody>
                    <a:bodyPr/>
                    <a:lstStyle/>
                    <a:p>
                      <a:r>
                        <a:rPr lang="en-US" sz="1150">
                          <a:latin typeface="+mn-lt"/>
                        </a:rPr>
                        <a:t>ETL Services and Insights Services</a:t>
                      </a:r>
                    </a:p>
                  </a:txBody>
                  <a:tcPr/>
                </a:tc>
                <a:tc>
                  <a:txBody>
                    <a:bodyPr/>
                    <a:lstStyle/>
                    <a:p>
                      <a:r>
                        <a:rPr lang="en-US" sz="1150">
                          <a:latin typeface="+mn-lt"/>
                        </a:rPr>
                        <a:t>Ramses García Duran</a:t>
                      </a:r>
                    </a:p>
                  </a:txBody>
                  <a:tcPr/>
                </a:tc>
                <a:tc>
                  <a:txBody>
                    <a:bodyPr/>
                    <a:lstStyle/>
                    <a:p>
                      <a:r>
                        <a:rPr lang="en-US" sz="1150">
                          <a:latin typeface="+mn-lt"/>
                        </a:rPr>
                        <a:t>ETL and Insights services to be working.</a:t>
                      </a:r>
                    </a:p>
                  </a:txBody>
                  <a:tcPr/>
                </a:tc>
                <a:extLst>
                  <a:ext uri="{0D108BD9-81ED-4DB2-BD59-A6C34878D82A}">
                    <a16:rowId xmlns:a16="http://schemas.microsoft.com/office/drawing/2014/main" val="386734928"/>
                  </a:ext>
                </a:extLst>
              </a:tr>
              <a:tr h="416762">
                <a:tc>
                  <a:txBody>
                    <a:bodyPr/>
                    <a:lstStyle/>
                    <a:p>
                      <a:pPr algn="ctr"/>
                      <a:r>
                        <a:rPr lang="en-US" sz="1150">
                          <a:latin typeface="+mn-lt"/>
                        </a:rPr>
                        <a:t>2</a:t>
                      </a:r>
                    </a:p>
                  </a:txBody>
                  <a:tcPr/>
                </a:tc>
                <a:tc>
                  <a:txBody>
                    <a:bodyPr/>
                    <a:lstStyle/>
                    <a:p>
                      <a:r>
                        <a:rPr lang="en-US" sz="1150">
                          <a:latin typeface="+mn-lt"/>
                        </a:rPr>
                        <a:t>API mock okta setup in PF</a:t>
                      </a:r>
                    </a:p>
                  </a:txBody>
                  <a:tcPr/>
                </a:tc>
                <a:tc>
                  <a:txBody>
                    <a:bodyPr/>
                    <a:lstStyle/>
                    <a:p>
                      <a:r>
                        <a:rPr lang="en-US" sz="1150">
                          <a:latin typeface="+mn-lt"/>
                        </a:rPr>
                        <a:t>Aline </a:t>
                      </a:r>
                      <a:r>
                        <a:rPr lang="en-US" sz="1150" err="1">
                          <a:latin typeface="+mn-lt"/>
                        </a:rPr>
                        <a:t>Thomé</a:t>
                      </a:r>
                      <a:r>
                        <a:rPr lang="en-US" sz="1150">
                          <a:latin typeface="+mn-lt"/>
                        </a:rPr>
                        <a:t> Williams</a:t>
                      </a:r>
                    </a:p>
                  </a:txBody>
                  <a:tcPr/>
                </a:tc>
                <a:tc>
                  <a:txBody>
                    <a:bodyPr/>
                    <a:lstStyle/>
                    <a:p>
                      <a:r>
                        <a:rPr lang="en-US" sz="1150">
                          <a:latin typeface="+mn-lt"/>
                        </a:rPr>
                        <a:t>Mock okta to be deployed in PF. Perf team to perform sanity check with all in-scope scenarios to ensure the readiness</a:t>
                      </a:r>
                    </a:p>
                  </a:txBody>
                  <a:tcPr/>
                </a:tc>
                <a:extLst>
                  <a:ext uri="{0D108BD9-81ED-4DB2-BD59-A6C34878D82A}">
                    <a16:rowId xmlns:a16="http://schemas.microsoft.com/office/drawing/2014/main" val="3414435255"/>
                  </a:ext>
                </a:extLst>
              </a:tr>
              <a:tr h="416762">
                <a:tc>
                  <a:txBody>
                    <a:bodyPr/>
                    <a:lstStyle/>
                    <a:p>
                      <a:pPr algn="ctr"/>
                      <a:r>
                        <a:rPr lang="en-US" sz="1150">
                          <a:latin typeface="+mn-lt"/>
                        </a:rPr>
                        <a:t>3</a:t>
                      </a:r>
                    </a:p>
                  </a:txBody>
                  <a:tcPr/>
                </a:tc>
                <a:tc>
                  <a:txBody>
                    <a:bodyPr/>
                    <a:lstStyle/>
                    <a:p>
                      <a:r>
                        <a:rPr lang="en-US" sz="1150">
                          <a:latin typeface="+mn-lt"/>
                        </a:rPr>
                        <a:t>GUI Mock Okta setup in PF</a:t>
                      </a:r>
                    </a:p>
                  </a:txBody>
                  <a:tcPr/>
                </a:tc>
                <a:tc>
                  <a:txBody>
                    <a:bodyPr/>
                    <a:lstStyle/>
                    <a:p>
                      <a:r>
                        <a:rPr lang="en-US" sz="1150">
                          <a:latin typeface="+mn-lt"/>
                        </a:rPr>
                        <a:t>Daniel Vital Sánchez</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50">
                          <a:latin typeface="+mn-lt"/>
                        </a:rPr>
                        <a:t>Mock okta to be deployed in PF. Perf team to perform sanity check with all in-scope scenarios to ensure the readiness</a:t>
                      </a:r>
                    </a:p>
                  </a:txBody>
                  <a:tcPr/>
                </a:tc>
                <a:extLst>
                  <a:ext uri="{0D108BD9-81ED-4DB2-BD59-A6C34878D82A}">
                    <a16:rowId xmlns:a16="http://schemas.microsoft.com/office/drawing/2014/main" val="362767961"/>
                  </a:ext>
                </a:extLst>
              </a:tr>
              <a:tr h="328786">
                <a:tc>
                  <a:txBody>
                    <a:bodyPr/>
                    <a:lstStyle/>
                    <a:p>
                      <a:pPr algn="ctr"/>
                      <a:r>
                        <a:rPr lang="en-US" sz="1150">
                          <a:latin typeface="+mn-lt"/>
                        </a:rPr>
                        <a:t>4</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50">
                          <a:latin typeface="+mn-lt"/>
                        </a:rPr>
                        <a:t>User Creation for  HCP &amp; PwD applications</a:t>
                      </a:r>
                    </a:p>
                  </a:txBody>
                  <a:tcPr/>
                </a:tc>
                <a:tc>
                  <a:txBody>
                    <a:bodyPr/>
                    <a:lstStyle/>
                    <a:p>
                      <a:r>
                        <a:rPr lang="en-US" sz="1150">
                          <a:latin typeface="+mn-lt"/>
                        </a:rPr>
                        <a:t>Alli </a:t>
                      </a:r>
                      <a:r>
                        <a:rPr lang="en-US" sz="1150" err="1">
                          <a:latin typeface="+mn-lt"/>
                        </a:rPr>
                        <a:t>Przybylowicz</a:t>
                      </a:r>
                      <a:endParaRPr lang="en-US" sz="1150">
                        <a:latin typeface="+mn-lt"/>
                      </a:endParaRPr>
                    </a:p>
                  </a:txBody>
                  <a:tcPr/>
                </a:tc>
                <a:tc>
                  <a:txBody>
                    <a:bodyPr/>
                    <a:lstStyle/>
                    <a:p>
                      <a:r>
                        <a:rPr lang="en-US" sz="1150">
                          <a:latin typeface="+mn-lt"/>
                        </a:rPr>
                        <a:t>All required active login users to be created with help of E2E team</a:t>
                      </a:r>
                    </a:p>
                  </a:txBody>
                  <a:tcPr/>
                </a:tc>
                <a:extLst>
                  <a:ext uri="{0D108BD9-81ED-4DB2-BD59-A6C34878D82A}">
                    <a16:rowId xmlns:a16="http://schemas.microsoft.com/office/drawing/2014/main" val="3488571310"/>
                  </a:ext>
                </a:extLst>
              </a:tr>
              <a:tr h="416762">
                <a:tc>
                  <a:txBody>
                    <a:bodyPr/>
                    <a:lstStyle/>
                    <a:p>
                      <a:pPr algn="ctr"/>
                      <a:r>
                        <a:rPr lang="en-US" sz="1150">
                          <a:latin typeface="+mn-lt"/>
                        </a:rPr>
                        <a:t>5</a:t>
                      </a:r>
                    </a:p>
                  </a:txBody>
                  <a:tcPr/>
                </a:tc>
                <a:tc>
                  <a:txBody>
                    <a:bodyPr/>
                    <a:lstStyle/>
                    <a:p>
                      <a:r>
                        <a:rPr lang="en-US" sz="1150">
                          <a:latin typeface="+mn-lt"/>
                        </a:rPr>
                        <a:t>MFA Disable for all the users </a:t>
                      </a:r>
                    </a:p>
                  </a:txBody>
                  <a:tcPr/>
                </a:tc>
                <a:tc>
                  <a:txBody>
                    <a:bodyPr/>
                    <a:lstStyle/>
                    <a:p>
                      <a:r>
                        <a:rPr lang="en-US" sz="1150">
                          <a:latin typeface="+mn-lt"/>
                        </a:rPr>
                        <a:t>Arturo Garcia Martinez</a:t>
                      </a:r>
                    </a:p>
                  </a:txBody>
                  <a:tcPr/>
                </a:tc>
                <a:tc>
                  <a:txBody>
                    <a:bodyPr/>
                    <a:lstStyle/>
                    <a:p>
                      <a:r>
                        <a:rPr lang="en-US" sz="1150">
                          <a:latin typeface="+mn-lt"/>
                        </a:rPr>
                        <a:t>With help of Arturo, all active users to be added to the group to skip the MFA</a:t>
                      </a:r>
                    </a:p>
                  </a:txBody>
                  <a:tcPr/>
                </a:tc>
                <a:extLst>
                  <a:ext uri="{0D108BD9-81ED-4DB2-BD59-A6C34878D82A}">
                    <a16:rowId xmlns:a16="http://schemas.microsoft.com/office/drawing/2014/main" val="2473919382"/>
                  </a:ext>
                </a:extLst>
              </a:tr>
              <a:tr h="416762">
                <a:tc>
                  <a:txBody>
                    <a:bodyPr/>
                    <a:lstStyle/>
                    <a:p>
                      <a:pPr algn="ctr"/>
                      <a:r>
                        <a:rPr lang="en-US" sz="1150">
                          <a:latin typeface="+mn-lt"/>
                        </a:rPr>
                        <a:t>6</a:t>
                      </a:r>
                    </a:p>
                  </a:txBody>
                  <a:tcPr/>
                </a:tc>
                <a:tc>
                  <a:txBody>
                    <a:bodyPr/>
                    <a:lstStyle/>
                    <a:p>
                      <a:r>
                        <a:rPr lang="en-US" sz="1150">
                          <a:latin typeface="+mn-lt"/>
                        </a:rPr>
                        <a:t>1.5 latest code along with Hybrid pull availability</a:t>
                      </a:r>
                    </a:p>
                  </a:txBody>
                  <a:tcPr/>
                </a:tc>
                <a:tc>
                  <a:txBody>
                    <a:bodyPr/>
                    <a:lstStyle/>
                    <a:p>
                      <a:r>
                        <a:rPr lang="en-US" sz="1150">
                          <a:latin typeface="+mn-lt"/>
                        </a:rPr>
                        <a:t>Eduardo Portal </a:t>
                      </a:r>
                      <a:r>
                        <a:rPr lang="en-US" sz="1150" err="1">
                          <a:latin typeface="+mn-lt"/>
                        </a:rPr>
                        <a:t>Geroy</a:t>
                      </a:r>
                      <a:endParaRPr lang="en-US" sz="1150">
                        <a:latin typeface="+mn-lt"/>
                      </a:endParaRPr>
                    </a:p>
                  </a:txBody>
                  <a:tcPr/>
                </a:tc>
                <a:tc>
                  <a:txBody>
                    <a:bodyPr/>
                    <a:lstStyle/>
                    <a:p>
                      <a:r>
                        <a:rPr lang="en-US" sz="1150">
                          <a:latin typeface="+mn-lt"/>
                        </a:rPr>
                        <a:t>Dev team to close the development as the report generation is dependent on the hybrid pull feature.</a:t>
                      </a:r>
                    </a:p>
                  </a:txBody>
                  <a:tcPr/>
                </a:tc>
                <a:extLst>
                  <a:ext uri="{0D108BD9-81ED-4DB2-BD59-A6C34878D82A}">
                    <a16:rowId xmlns:a16="http://schemas.microsoft.com/office/drawing/2014/main" val="795686842"/>
                  </a:ext>
                </a:extLst>
              </a:tr>
              <a:tr h="583467">
                <a:tc>
                  <a:txBody>
                    <a:bodyPr/>
                    <a:lstStyle/>
                    <a:p>
                      <a:pPr algn="ctr"/>
                      <a:r>
                        <a:rPr lang="en-US" sz="1150">
                          <a:latin typeface="+mn-lt"/>
                        </a:rPr>
                        <a:t>7</a:t>
                      </a:r>
                    </a:p>
                  </a:txBody>
                  <a:tcPr/>
                </a:tc>
                <a:tc>
                  <a:txBody>
                    <a:bodyPr/>
                    <a:lstStyle/>
                    <a:p>
                      <a:r>
                        <a:rPr lang="en-US" sz="1150">
                          <a:latin typeface="+mn-lt"/>
                        </a:rPr>
                        <a:t>Code deployment</a:t>
                      </a:r>
                    </a:p>
                  </a:txBody>
                  <a:tcPr/>
                </a:tc>
                <a:tc>
                  <a:txBody>
                    <a:bodyPr/>
                    <a:lstStyle/>
                    <a:p>
                      <a:r>
                        <a:rPr lang="en-US" sz="1150">
                          <a:latin typeface="+mn-lt"/>
                        </a:rPr>
                        <a:t>Eduardo Miranda Ramirez</a:t>
                      </a:r>
                    </a:p>
                  </a:txBody>
                  <a:tcPr/>
                </a:tc>
                <a:tc>
                  <a:txBody>
                    <a:bodyPr/>
                    <a:lstStyle/>
                    <a:p>
                      <a:r>
                        <a:rPr lang="en-US" sz="1150">
                          <a:latin typeface="+mn-lt"/>
                        </a:rPr>
                        <a:t>Team to help or shadow Perf team on latest code deployment into PF. Perf team to perform OQ to ensure the environment, application readiness</a:t>
                      </a:r>
                    </a:p>
                  </a:txBody>
                  <a:tcPr/>
                </a:tc>
                <a:extLst>
                  <a:ext uri="{0D108BD9-81ED-4DB2-BD59-A6C34878D82A}">
                    <a16:rowId xmlns:a16="http://schemas.microsoft.com/office/drawing/2014/main" val="739711220"/>
                  </a:ext>
                </a:extLst>
              </a:tr>
              <a:tr h="416762">
                <a:tc>
                  <a:txBody>
                    <a:bodyPr/>
                    <a:lstStyle/>
                    <a:p>
                      <a:pPr algn="ctr"/>
                      <a:r>
                        <a:rPr lang="en-US" sz="1150">
                          <a:latin typeface="+mn-lt"/>
                        </a:rPr>
                        <a:t>8</a:t>
                      </a:r>
                    </a:p>
                  </a:txBody>
                  <a:tcPr/>
                </a:tc>
                <a:tc>
                  <a:txBody>
                    <a:bodyPr/>
                    <a:lstStyle/>
                    <a:p>
                      <a:r>
                        <a:rPr lang="en-US" sz="1150">
                          <a:latin typeface="+mn-lt"/>
                        </a:rPr>
                        <a:t>Historical data for 90 days and 2 weeks of futuristic data to be loaded to PF</a:t>
                      </a:r>
                    </a:p>
                  </a:txBody>
                  <a:tcPr/>
                </a:tc>
                <a:tc>
                  <a:txBody>
                    <a:bodyPr/>
                    <a:lstStyle/>
                    <a:p>
                      <a:r>
                        <a:rPr lang="en-US" sz="1150">
                          <a:latin typeface="+mn-lt"/>
                        </a:rPr>
                        <a:t>Laura </a:t>
                      </a:r>
                      <a:r>
                        <a:rPr lang="en-US" sz="1150" err="1">
                          <a:latin typeface="+mn-lt"/>
                        </a:rPr>
                        <a:t>Zacherl</a:t>
                      </a:r>
                      <a:endParaRPr lang="en-US" sz="1150">
                        <a:latin typeface="+mn-lt"/>
                      </a:endParaRPr>
                    </a:p>
                  </a:txBody>
                  <a:tcPr/>
                </a:tc>
                <a:tc>
                  <a:txBody>
                    <a:bodyPr/>
                    <a:lstStyle/>
                    <a:p>
                      <a:r>
                        <a:rPr lang="en-US" sz="1150">
                          <a:latin typeface="+mn-lt"/>
                        </a:rPr>
                        <a:t>Team to load the required data into PF</a:t>
                      </a:r>
                    </a:p>
                  </a:txBody>
                  <a:tcPr/>
                </a:tc>
                <a:extLst>
                  <a:ext uri="{0D108BD9-81ED-4DB2-BD59-A6C34878D82A}">
                    <a16:rowId xmlns:a16="http://schemas.microsoft.com/office/drawing/2014/main" val="1333569622"/>
                  </a:ext>
                </a:extLst>
              </a:tr>
              <a:tr h="583467">
                <a:tc>
                  <a:txBody>
                    <a:bodyPr/>
                    <a:lstStyle/>
                    <a:p>
                      <a:pPr algn="ctr"/>
                      <a:r>
                        <a:rPr lang="en-US" sz="1150">
                          <a:latin typeface="+mn-lt"/>
                        </a:rPr>
                        <a:t>9</a:t>
                      </a:r>
                    </a:p>
                  </a:txBody>
                  <a:tcPr/>
                </a:tc>
                <a:tc>
                  <a:txBody>
                    <a:bodyPr/>
                    <a:lstStyle/>
                    <a:p>
                      <a:r>
                        <a:rPr lang="en-US" sz="1150">
                          <a:latin typeface="+mn-lt"/>
                        </a:rPr>
                        <a:t>Issue / Bug fixes in PF</a:t>
                      </a:r>
                    </a:p>
                  </a:txBody>
                  <a:tcPr/>
                </a:tc>
                <a:tc>
                  <a:txBody>
                    <a:bodyPr/>
                    <a:lstStyle/>
                    <a:p>
                      <a:r>
                        <a:rPr lang="en-US" sz="1150">
                          <a:latin typeface="+mn-lt"/>
                        </a:rPr>
                        <a:t>Andrew Zheng</a:t>
                      </a:r>
                    </a:p>
                  </a:txBody>
                  <a:tcPr/>
                </a:tc>
                <a:tc>
                  <a:txBody>
                    <a:bodyPr/>
                    <a:lstStyle/>
                    <a:p>
                      <a:r>
                        <a:rPr lang="en-US" sz="1150">
                          <a:latin typeface="+mn-lt"/>
                        </a:rPr>
                        <a:t>Dependency on Dev team to provide the fixes, optimize for the identified issues from the executions. So, that Perf team can re-execute or unblock from continuing from next planned executions</a:t>
                      </a:r>
                    </a:p>
                  </a:txBody>
                  <a:tcPr/>
                </a:tc>
                <a:extLst>
                  <a:ext uri="{0D108BD9-81ED-4DB2-BD59-A6C34878D82A}">
                    <a16:rowId xmlns:a16="http://schemas.microsoft.com/office/drawing/2014/main" val="1971352420"/>
                  </a:ext>
                </a:extLst>
              </a:tr>
              <a:tr h="250057">
                <a:tc>
                  <a:txBody>
                    <a:bodyPr/>
                    <a:lstStyle/>
                    <a:p>
                      <a:pPr algn="ctr"/>
                      <a:r>
                        <a:rPr lang="en-US" sz="1150">
                          <a:latin typeface="+mn-lt"/>
                        </a:rPr>
                        <a:t>10</a:t>
                      </a:r>
                    </a:p>
                  </a:txBody>
                  <a:tcPr/>
                </a:tc>
                <a:tc>
                  <a:txBody>
                    <a:bodyPr/>
                    <a:lstStyle/>
                    <a:p>
                      <a:r>
                        <a:rPr lang="en-US" sz="1150">
                          <a:latin typeface="+mn-lt"/>
                        </a:rPr>
                        <a:t>Server-side Monitoring</a:t>
                      </a:r>
                    </a:p>
                  </a:txBody>
                  <a:tcPr/>
                </a:tc>
                <a:tc>
                  <a:txBody>
                    <a:bodyPr/>
                    <a:lstStyle/>
                    <a:p>
                      <a:r>
                        <a:rPr lang="en-US" sz="1150">
                          <a:latin typeface="+mn-lt"/>
                        </a:rPr>
                        <a:t>Mohammad Islam</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50">
                          <a:latin typeface="+mn-lt"/>
                        </a:rPr>
                        <a:t>Optional, Datadog setup for monitoring the server-side  metrics </a:t>
                      </a:r>
                    </a:p>
                  </a:txBody>
                  <a:tcPr/>
                </a:tc>
                <a:extLst>
                  <a:ext uri="{0D108BD9-81ED-4DB2-BD59-A6C34878D82A}">
                    <a16:rowId xmlns:a16="http://schemas.microsoft.com/office/drawing/2014/main" val="2131656732"/>
                  </a:ext>
                </a:extLst>
              </a:tr>
              <a:tr h="416762">
                <a:tc>
                  <a:txBody>
                    <a:bodyPr/>
                    <a:lstStyle/>
                    <a:p>
                      <a:pPr algn="ctr"/>
                      <a:r>
                        <a:rPr lang="en-US" sz="1150">
                          <a:latin typeface="+mn-lt"/>
                        </a:rPr>
                        <a:t>11</a:t>
                      </a:r>
                    </a:p>
                  </a:txBody>
                  <a:tcPr/>
                </a:tc>
                <a:tc>
                  <a:txBody>
                    <a:bodyPr/>
                    <a:lstStyle/>
                    <a:p>
                      <a:r>
                        <a:rPr lang="en-US" sz="1150">
                          <a:latin typeface="+mn-lt"/>
                        </a:rPr>
                        <a:t>Data model</a:t>
                      </a:r>
                    </a:p>
                  </a:txBody>
                  <a:tcPr/>
                </a:tc>
                <a:tc>
                  <a:txBody>
                    <a:bodyPr/>
                    <a:lstStyle/>
                    <a:p>
                      <a:r>
                        <a:rPr lang="en-US" sz="1150" kern="1200">
                          <a:solidFill>
                            <a:schemeClr val="dk1"/>
                          </a:solidFill>
                          <a:latin typeface="+mn-lt"/>
                          <a:ea typeface="+mn-ea"/>
                          <a:cs typeface="+mn-cs"/>
                        </a:rPr>
                        <a:t>Teresa Janz</a:t>
                      </a:r>
                    </a:p>
                  </a:txBody>
                  <a:tcPr/>
                </a:tc>
                <a:tc>
                  <a:txBody>
                    <a:bodyPr/>
                    <a:lstStyle/>
                    <a:p>
                      <a:r>
                        <a:rPr lang="en-US" sz="1150">
                          <a:latin typeface="+mn-lt"/>
                        </a:rPr>
                        <a:t>Data model for all in-scope scenarios to be completed, finalize the numbers to start with the execution</a:t>
                      </a:r>
                    </a:p>
                  </a:txBody>
                  <a:tcPr/>
                </a:tc>
                <a:extLst>
                  <a:ext uri="{0D108BD9-81ED-4DB2-BD59-A6C34878D82A}">
                    <a16:rowId xmlns:a16="http://schemas.microsoft.com/office/drawing/2014/main" val="140793589"/>
                  </a:ext>
                </a:extLst>
              </a:tr>
              <a:tr h="416762">
                <a:tc>
                  <a:txBody>
                    <a:bodyPr/>
                    <a:lstStyle/>
                    <a:p>
                      <a:pPr algn="ctr"/>
                      <a:r>
                        <a:rPr lang="en-US" sz="1150">
                          <a:latin typeface="+mn-lt"/>
                        </a:rPr>
                        <a:t>12</a:t>
                      </a:r>
                    </a:p>
                  </a:txBody>
                  <a:tcPr/>
                </a:tc>
                <a:tc>
                  <a:txBody>
                    <a:bodyPr/>
                    <a:lstStyle/>
                    <a:p>
                      <a:r>
                        <a:rPr lang="en-US" sz="1150">
                          <a:latin typeface="+mn-lt"/>
                        </a:rPr>
                        <a:t>SRS creation or finalization</a:t>
                      </a:r>
                    </a:p>
                  </a:txBody>
                  <a:tcPr/>
                </a:tc>
                <a:tc>
                  <a:txBody>
                    <a:bodyPr/>
                    <a:lstStyle/>
                    <a:p>
                      <a:r>
                        <a:rPr lang="en-US" sz="1150">
                          <a:latin typeface="+mn-lt"/>
                        </a:rPr>
                        <a:t>Marshall </a:t>
                      </a:r>
                      <a:r>
                        <a:rPr lang="en-US" sz="1150" err="1">
                          <a:latin typeface="+mn-lt"/>
                        </a:rPr>
                        <a:t>Bernklow</a:t>
                      </a:r>
                      <a:endParaRPr lang="en-US" sz="1150">
                        <a:latin typeface="+mn-lt"/>
                      </a:endParaRPr>
                    </a:p>
                  </a:txBody>
                  <a:tcPr/>
                </a:tc>
                <a:tc>
                  <a:txBody>
                    <a:bodyPr/>
                    <a:lstStyle/>
                    <a:p>
                      <a:r>
                        <a:rPr lang="en-US" sz="1150">
                          <a:latin typeface="+mn-lt"/>
                        </a:rPr>
                        <a:t>Confirm if SRS to be created, provide metrics to compare with the actual results</a:t>
                      </a:r>
                    </a:p>
                  </a:txBody>
                  <a:tcPr/>
                </a:tc>
                <a:extLst>
                  <a:ext uri="{0D108BD9-81ED-4DB2-BD59-A6C34878D82A}">
                    <a16:rowId xmlns:a16="http://schemas.microsoft.com/office/drawing/2014/main" val="1327191869"/>
                  </a:ext>
                </a:extLst>
              </a:tr>
            </a:tbl>
          </a:graphicData>
        </a:graphic>
      </p:graphicFrame>
    </p:spTree>
    <p:extLst>
      <p:ext uri="{BB962C8B-B14F-4D97-AF65-F5344CB8AC3E}">
        <p14:creationId xmlns:p14="http://schemas.microsoft.com/office/powerpoint/2010/main" val="286125863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46AE8-4B39-40AE-0EEA-162FA80401B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EB4E3AF-B61A-F5AC-56E1-8C2C4E13B756}"/>
              </a:ext>
            </a:extLst>
          </p:cNvPr>
          <p:cNvSpPr>
            <a:spLocks noGrp="1"/>
          </p:cNvSpPr>
          <p:nvPr>
            <p:ph type="ftr" sz="quarter" idx="15"/>
          </p:nvPr>
        </p:nvSpPr>
        <p:spPr/>
        <p:txBody>
          <a:bodyPr/>
          <a:lstStyle/>
          <a:p>
            <a:r>
              <a:rPr lang="en-US"/>
              <a:t>CONFIDENTIAL</a:t>
            </a:r>
          </a:p>
        </p:txBody>
      </p:sp>
      <p:sp>
        <p:nvSpPr>
          <p:cNvPr id="4" name="Slide Number Placeholder 3">
            <a:extLst>
              <a:ext uri="{FF2B5EF4-FFF2-40B4-BE49-F238E27FC236}">
                <a16:creationId xmlns:a16="http://schemas.microsoft.com/office/drawing/2014/main" id="{8632C05E-EA33-1759-C617-9B88EEC41338}"/>
              </a:ext>
            </a:extLst>
          </p:cNvPr>
          <p:cNvSpPr>
            <a:spLocks noGrp="1"/>
          </p:cNvSpPr>
          <p:nvPr>
            <p:ph type="sldNum" sz="quarter" idx="16"/>
          </p:nvPr>
        </p:nvSpPr>
        <p:spPr/>
        <p:txBody>
          <a:bodyPr/>
          <a:lstStyle/>
          <a:p>
            <a:fld id="{4F90343F-D056-4E24-BE3D-A305BDC1A23E}" type="slidenum">
              <a:rPr lang="en-US" smtClean="0"/>
              <a:pPr/>
              <a:t>6</a:t>
            </a:fld>
            <a:endParaRPr lang="en-US"/>
          </a:p>
        </p:txBody>
      </p:sp>
      <p:sp>
        <p:nvSpPr>
          <p:cNvPr id="2" name="Rectangle 1">
            <a:extLst>
              <a:ext uri="{FF2B5EF4-FFF2-40B4-BE49-F238E27FC236}">
                <a16:creationId xmlns:a16="http://schemas.microsoft.com/office/drawing/2014/main" id="{3448FC8C-4595-0735-1ACB-08E87AE59A9E}"/>
              </a:ext>
            </a:extLst>
          </p:cNvPr>
          <p:cNvSpPr/>
          <p:nvPr/>
        </p:nvSpPr>
        <p:spPr>
          <a:xfrm>
            <a:off x="718456" y="123100"/>
            <a:ext cx="10776857" cy="388530"/>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a:solidFill>
                  <a:schemeClr val="bg1"/>
                </a:solidFill>
              </a:rPr>
              <a:t>Pre-requisites and Tools</a:t>
            </a:r>
          </a:p>
        </p:txBody>
      </p:sp>
      <p:sp>
        <p:nvSpPr>
          <p:cNvPr id="5" name="TextBox 4">
            <a:extLst>
              <a:ext uri="{FF2B5EF4-FFF2-40B4-BE49-F238E27FC236}">
                <a16:creationId xmlns:a16="http://schemas.microsoft.com/office/drawing/2014/main" id="{DB60936F-A234-F549-81D2-30EE850E2346}"/>
              </a:ext>
            </a:extLst>
          </p:cNvPr>
          <p:cNvSpPr txBox="1"/>
          <p:nvPr/>
        </p:nvSpPr>
        <p:spPr>
          <a:xfrm rot="10800000" flipV="1">
            <a:off x="718456" y="547916"/>
            <a:ext cx="10570030" cy="423129"/>
          </a:xfrm>
          <a:prstGeom prst="rect">
            <a:avLst/>
          </a:prstGeom>
          <a:noFill/>
        </p:spPr>
        <p:txBody>
          <a:bodyPr wrap="square" lIns="91440" tIns="0" rIns="91440" bIns="0" rtlCol="0" anchor="ctr">
            <a:spAutoFit/>
          </a:bodyPr>
          <a:lstStyle/>
          <a:p>
            <a:pPr>
              <a:lnSpc>
                <a:spcPct val="85000"/>
              </a:lnSpc>
            </a:pPr>
            <a:r>
              <a:rPr lang="en-US" sz="1600" b="1"/>
              <a:t>As part of 1.5 FMR release activities, the below activities needs to completed in order to start performance testing activities</a:t>
            </a:r>
          </a:p>
        </p:txBody>
      </p:sp>
      <p:sp>
        <p:nvSpPr>
          <p:cNvPr id="7" name="TextBox 6">
            <a:extLst>
              <a:ext uri="{FF2B5EF4-FFF2-40B4-BE49-F238E27FC236}">
                <a16:creationId xmlns:a16="http://schemas.microsoft.com/office/drawing/2014/main" id="{A5497B3F-E852-C489-7962-C05932F3B1DD}"/>
              </a:ext>
            </a:extLst>
          </p:cNvPr>
          <p:cNvSpPr txBox="1"/>
          <p:nvPr/>
        </p:nvSpPr>
        <p:spPr>
          <a:xfrm>
            <a:off x="768072" y="1120676"/>
            <a:ext cx="10570031" cy="4401205"/>
          </a:xfrm>
          <a:prstGeom prst="rect">
            <a:avLst/>
          </a:prstGeom>
          <a:noFill/>
        </p:spPr>
        <p:txBody>
          <a:bodyPr wrap="square">
            <a:spAutoFit/>
          </a:bodyPr>
          <a:lstStyle/>
          <a:p>
            <a:pPr marL="228600" indent="-228600">
              <a:buFont typeface="+mj-lt"/>
              <a:buAutoNum type="arabicPeriod"/>
            </a:pPr>
            <a:r>
              <a:rPr lang="en-US" sz="1400" dirty="0"/>
              <a:t>Ensure that 1.5 code is being deployed into Performance environment </a:t>
            </a:r>
          </a:p>
          <a:p>
            <a:pPr marL="685800" lvl="1" indent="-228600">
              <a:buFont typeface="+mj-lt"/>
              <a:buAutoNum type="arabicPeriod"/>
            </a:pPr>
            <a:r>
              <a:rPr lang="en-US" sz="1400" dirty="0"/>
              <a:t>Okta to be mocked in Performance environment</a:t>
            </a:r>
          </a:p>
          <a:p>
            <a:pPr marL="685800" lvl="1" indent="-228600">
              <a:buFont typeface="+mj-lt"/>
              <a:buAutoNum type="arabicPeriod"/>
            </a:pPr>
            <a:r>
              <a:rPr lang="en-US" sz="1400" dirty="0"/>
              <a:t>OQ process is completed </a:t>
            </a:r>
          </a:p>
          <a:p>
            <a:pPr marL="685800" lvl="1" indent="-228600">
              <a:buFont typeface="+mj-lt"/>
              <a:buAutoNum type="arabicPeriod"/>
            </a:pPr>
            <a:r>
              <a:rPr lang="en-US" sz="1400" dirty="0"/>
              <a:t>List all the new functionalities which are being deployed and available for testing</a:t>
            </a:r>
          </a:p>
          <a:p>
            <a:pPr marL="228600" indent="-228600">
              <a:buFont typeface="+mj-lt"/>
              <a:buAutoNum type="arabicPeriod"/>
            </a:pPr>
            <a:r>
              <a:rPr lang="en-US" sz="1400" dirty="0"/>
              <a:t>Per WLM with addition of buffer on the volume. Following users to be created in the system before start of the executions. </a:t>
            </a:r>
          </a:p>
          <a:p>
            <a:pPr marL="685800" lvl="1" indent="-228600">
              <a:buFont typeface="+mj-lt"/>
              <a:buAutoNum type="arabicPeriod"/>
            </a:pPr>
            <a:r>
              <a:rPr lang="en-US" sz="1400" dirty="0"/>
              <a:t>Please refer to section 1.3 1.5 Volumes for the volume details</a:t>
            </a:r>
          </a:p>
          <a:p>
            <a:pPr marL="228600" indent="-228600">
              <a:buFont typeface="+mj-lt"/>
              <a:buAutoNum type="arabicPeriod"/>
            </a:pPr>
            <a:r>
              <a:rPr lang="en-US" sz="1400" dirty="0"/>
              <a:t>Below steps to be followed to load 50,000 PWD </a:t>
            </a:r>
          </a:p>
          <a:p>
            <a:pPr marL="685800" lvl="1" indent="-228600">
              <a:buFont typeface="+mj-lt"/>
              <a:buAutoNum type="arabicPeriod"/>
            </a:pPr>
            <a:r>
              <a:rPr lang="en-US" sz="1400" dirty="0"/>
              <a:t>1,50,000 &amp; 4,00,000 CIDs to be created by Cloud and share with Perf team </a:t>
            </a:r>
          </a:p>
          <a:p>
            <a:pPr marL="685800" lvl="1" indent="-228600">
              <a:buFont typeface="+mj-lt"/>
              <a:buAutoNum type="arabicPeriod"/>
            </a:pPr>
            <a:r>
              <a:rPr lang="en-US" sz="1400" dirty="0"/>
              <a:t>Perf team to inject 150k &amp; 400K CIDs to Performance environment using user injection scripts provided by BE team </a:t>
            </a:r>
          </a:p>
          <a:p>
            <a:pPr marL="685800" lvl="1" indent="-228600">
              <a:buFont typeface="+mj-lt"/>
              <a:buAutoNum type="arabicPeriod"/>
            </a:pPr>
            <a:r>
              <a:rPr lang="en-US" sz="1400" dirty="0"/>
              <a:t>Cloud team to load historical data of 90 days for 150K CID</a:t>
            </a:r>
          </a:p>
          <a:p>
            <a:pPr marL="685800" lvl="1" indent="-228600">
              <a:buFont typeface="+mj-lt"/>
              <a:buAutoNum type="arabicPeriod"/>
            </a:pPr>
            <a:r>
              <a:rPr lang="en-US" sz="1400" dirty="0"/>
              <a:t>Once the historical data is loaded, Cloud team to load Two weeks of data into the system. Provided the dates to update.</a:t>
            </a:r>
          </a:p>
          <a:p>
            <a:pPr marL="228600" indent="-228600">
              <a:buFont typeface="+mj-lt"/>
              <a:buAutoNum type="arabicPeriod"/>
            </a:pPr>
            <a:r>
              <a:rPr lang="en-US" sz="1400" dirty="0"/>
              <a:t>Ensure 24hrs ETL process is working fine in Performance environment</a:t>
            </a:r>
          </a:p>
          <a:p>
            <a:pPr marL="228600" indent="-228600">
              <a:buFont typeface="+mj-lt"/>
              <a:buAutoNum type="arabicPeriod"/>
            </a:pPr>
            <a:r>
              <a:rPr lang="en-US" sz="1400" dirty="0"/>
              <a:t>Ensure the RDP machine is setup with JMeter and good to execute the performance runs</a:t>
            </a:r>
          </a:p>
          <a:p>
            <a:pPr marL="228600" indent="-228600">
              <a:buFont typeface="+mj-lt"/>
              <a:buAutoNum type="arabicPeriod"/>
            </a:pPr>
            <a:r>
              <a:rPr lang="en-US" sz="1400" dirty="0"/>
              <a:t>PT Team to prepare the performance test scripts with all assertions, error handling, transaction controller etc., for all the identified / in-scope scenarios</a:t>
            </a:r>
          </a:p>
          <a:p>
            <a:pPr marL="228600" indent="-228600">
              <a:buFont typeface="+mj-lt"/>
              <a:buAutoNum type="arabicPeriod"/>
            </a:pPr>
            <a:r>
              <a:rPr lang="en-US" sz="1400" dirty="0"/>
              <a:t>PT Team to prepare the script / identify the easy way to capture the bearer tokens, Patient ID URLs to form the proper end points and load them the test data file i.e., .csv and configure in JMeter</a:t>
            </a:r>
          </a:p>
          <a:p>
            <a:pPr marL="228600" indent="-228600">
              <a:buFont typeface="+mj-lt"/>
              <a:buAutoNum type="arabicPeriod"/>
            </a:pPr>
            <a:r>
              <a:rPr lang="en-US" sz="1400" dirty="0"/>
              <a:t>Once all scripts are completed, PT Team to run the dry run test for 1 hour to ensure all scripts are working fine without any issues and able to achieve the TPS as per the requirement</a:t>
            </a:r>
          </a:p>
          <a:p>
            <a:pPr marL="228600" indent="-228600">
              <a:buFont typeface="+mj-lt"/>
              <a:buAutoNum type="arabicPeriod"/>
            </a:pPr>
            <a:r>
              <a:rPr lang="en-US" sz="1400" dirty="0"/>
              <a:t> PT Team to confirm that they are able to access the servers to be monitored from Azure and good for the execution</a:t>
            </a:r>
          </a:p>
        </p:txBody>
      </p:sp>
    </p:spTree>
    <p:extLst>
      <p:ext uri="{BB962C8B-B14F-4D97-AF65-F5344CB8AC3E}">
        <p14:creationId xmlns:p14="http://schemas.microsoft.com/office/powerpoint/2010/main" val="133050786"/>
      </p:ext>
    </p:extLst>
  </p:cSld>
  <p:clrMapOvr>
    <a:masterClrMapping/>
  </p:clrMapOvr>
  <p:transition>
    <p:fade/>
  </p:transition>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0BCF3-68E8-9D37-9FE5-9EFAFEE8F8EE}"/>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8DDF2F6-5701-3A8A-5C3C-B68835AF9171}"/>
              </a:ext>
            </a:extLst>
          </p:cNvPr>
          <p:cNvGraphicFramePr>
            <a:graphicFrameLocks noGrp="1"/>
          </p:cNvGraphicFramePr>
          <p:nvPr>
            <p:extLst>
              <p:ext uri="{D42A27DB-BD31-4B8C-83A1-F6EECF244321}">
                <p14:modId xmlns:p14="http://schemas.microsoft.com/office/powerpoint/2010/main" val="309838008"/>
              </p:ext>
            </p:extLst>
          </p:nvPr>
        </p:nvGraphicFramePr>
        <p:xfrm>
          <a:off x="718457" y="1052103"/>
          <a:ext cx="10776852" cy="2096584"/>
        </p:xfrm>
        <a:graphic>
          <a:graphicData uri="http://schemas.openxmlformats.org/drawingml/2006/table">
            <a:tbl>
              <a:tblPr firstRow="1" bandRow="1">
                <a:tableStyleId>{5C22544A-7EE6-4342-B048-85BDC9FD1C3A}</a:tableStyleId>
              </a:tblPr>
              <a:tblGrid>
                <a:gridCol w="1449006">
                  <a:extLst>
                    <a:ext uri="{9D8B030D-6E8A-4147-A177-3AD203B41FA5}">
                      <a16:colId xmlns:a16="http://schemas.microsoft.com/office/drawing/2014/main" val="913897804"/>
                    </a:ext>
                  </a:extLst>
                </a:gridCol>
                <a:gridCol w="2776610">
                  <a:extLst>
                    <a:ext uri="{9D8B030D-6E8A-4147-A177-3AD203B41FA5}">
                      <a16:colId xmlns:a16="http://schemas.microsoft.com/office/drawing/2014/main" val="1610183308"/>
                    </a:ext>
                  </a:extLst>
                </a:gridCol>
                <a:gridCol w="1860334">
                  <a:extLst>
                    <a:ext uri="{9D8B030D-6E8A-4147-A177-3AD203B41FA5}">
                      <a16:colId xmlns:a16="http://schemas.microsoft.com/office/drawing/2014/main" val="3555548847"/>
                    </a:ext>
                  </a:extLst>
                </a:gridCol>
                <a:gridCol w="1780605">
                  <a:extLst>
                    <a:ext uri="{9D8B030D-6E8A-4147-A177-3AD203B41FA5}">
                      <a16:colId xmlns:a16="http://schemas.microsoft.com/office/drawing/2014/main" val="2103332853"/>
                    </a:ext>
                  </a:extLst>
                </a:gridCol>
                <a:gridCol w="2910297">
                  <a:extLst>
                    <a:ext uri="{9D8B030D-6E8A-4147-A177-3AD203B41FA5}">
                      <a16:colId xmlns:a16="http://schemas.microsoft.com/office/drawing/2014/main" val="901360714"/>
                    </a:ext>
                  </a:extLst>
                </a:gridCol>
              </a:tblGrid>
              <a:tr h="385810">
                <a:tc>
                  <a:txBody>
                    <a:bodyPr/>
                    <a:lstStyle/>
                    <a:p>
                      <a:pPr algn="ctr" fontAlgn="ctr"/>
                      <a:r>
                        <a:rPr lang="en-US" sz="1200">
                          <a:latin typeface="+mn-lt"/>
                        </a:rPr>
                        <a:t>S. No. </a:t>
                      </a:r>
                      <a:endParaRPr lang="en-US" sz="1200" b="1" i="0" u="none" strike="noStrike">
                        <a:solidFill>
                          <a:schemeClr val="bg1"/>
                        </a:solidFill>
                        <a:effectLst/>
                        <a:latin typeface="+mn-lt"/>
                      </a:endParaRPr>
                    </a:p>
                  </a:txBody>
                  <a:tcPr marL="4277" marR="4277" marT="4277" marB="30792" anchor="ctr"/>
                </a:tc>
                <a:tc>
                  <a:txBody>
                    <a:bodyPr/>
                    <a:lstStyle/>
                    <a:p>
                      <a:pPr algn="ctr" fontAlgn="ctr"/>
                      <a:r>
                        <a:rPr lang="en-US" sz="1200" b="1" i="0" u="none" strike="noStrike">
                          <a:solidFill>
                            <a:schemeClr val="bg1"/>
                          </a:solidFill>
                          <a:effectLst/>
                          <a:latin typeface="+mn-lt"/>
                        </a:rPr>
                        <a:t>Application Name</a:t>
                      </a:r>
                    </a:p>
                  </a:txBody>
                  <a:tcPr marL="4277" marR="4277" marT="4277" marB="30792" anchor="ctr"/>
                </a:tc>
                <a:tc>
                  <a:txBody>
                    <a:bodyPr/>
                    <a:lstStyle/>
                    <a:p>
                      <a:pPr algn="ctr" fontAlgn="ctr"/>
                      <a:r>
                        <a:rPr lang="en-US" sz="1200" b="1" i="0" u="none" strike="noStrike" dirty="0">
                          <a:solidFill>
                            <a:schemeClr val="bg1"/>
                          </a:solidFill>
                          <a:effectLst/>
                          <a:latin typeface="+mn-lt"/>
                        </a:rPr>
                        <a:t>Current Users</a:t>
                      </a:r>
                    </a:p>
                  </a:txBody>
                  <a:tcPr marL="4277" marR="4277" marT="4277" marB="30792" anchor="ctr"/>
                </a:tc>
                <a:tc>
                  <a:txBody>
                    <a:bodyPr/>
                    <a:lstStyle/>
                    <a:p>
                      <a:pPr algn="ctr" fontAlgn="ctr"/>
                      <a:r>
                        <a:rPr lang="en-US" sz="1200" b="1" i="0" u="none" strike="noStrike" dirty="0">
                          <a:solidFill>
                            <a:schemeClr val="bg1"/>
                          </a:solidFill>
                          <a:effectLst/>
                          <a:latin typeface="+mn-lt"/>
                        </a:rPr>
                        <a:t>Buffer Users</a:t>
                      </a:r>
                    </a:p>
                  </a:txBody>
                  <a:tcPr marL="4277" marR="4277" marT="4277" marB="30792" anchor="ctr"/>
                </a:tc>
                <a:tc>
                  <a:txBody>
                    <a:bodyPr/>
                    <a:lstStyle/>
                    <a:p>
                      <a:pPr algn="ctr" fontAlgn="ctr"/>
                      <a:r>
                        <a:rPr lang="en-US" sz="1200" b="1" i="0" u="none" strike="noStrike" dirty="0">
                          <a:solidFill>
                            <a:schemeClr val="bg1"/>
                          </a:solidFill>
                          <a:effectLst/>
                          <a:latin typeface="+mn-lt"/>
                        </a:rPr>
                        <a:t>Total Users (Round off)</a:t>
                      </a:r>
                    </a:p>
                    <a:p>
                      <a:pPr algn="ctr" fontAlgn="ctr"/>
                      <a:r>
                        <a:rPr lang="en-US" sz="1200" b="1" i="0" u="none" strike="noStrike" dirty="0">
                          <a:solidFill>
                            <a:schemeClr val="bg1"/>
                          </a:solidFill>
                          <a:effectLst/>
                          <a:latin typeface="+mn-lt"/>
                        </a:rPr>
                        <a:t>(Current + Buffer Users)</a:t>
                      </a:r>
                    </a:p>
                  </a:txBody>
                  <a:tcPr marL="4277" marR="4277" marT="4277" marB="30792" anchor="ctr"/>
                </a:tc>
                <a:extLst>
                  <a:ext uri="{0D108BD9-81ED-4DB2-BD59-A6C34878D82A}">
                    <a16:rowId xmlns:a16="http://schemas.microsoft.com/office/drawing/2014/main" val="3985106747"/>
                  </a:ext>
                </a:extLst>
              </a:tr>
              <a:tr h="339151">
                <a:tc>
                  <a:txBody>
                    <a:bodyPr/>
                    <a:lstStyle/>
                    <a:p>
                      <a:pPr algn="ctr" fontAlgn="ctr"/>
                      <a:r>
                        <a:rPr lang="en-US" sz="1200" b="0" i="0" u="none" strike="noStrike">
                          <a:solidFill>
                            <a:schemeClr val="tx1"/>
                          </a:solidFill>
                          <a:effectLst/>
                          <a:latin typeface="+mn-lt"/>
                        </a:rPr>
                        <a:t>1</a:t>
                      </a:r>
                    </a:p>
                  </a:txBody>
                  <a:tcPr marL="4277" marR="4277" marT="4277" marB="30792" anchor="ctr"/>
                </a:tc>
                <a:tc>
                  <a:txBody>
                    <a:bodyPr/>
                    <a:lstStyle/>
                    <a:p>
                      <a:pPr algn="ctr" fontAlgn="ctr"/>
                      <a:r>
                        <a:rPr lang="en-US" sz="1200" b="0" i="0" u="none" strike="noStrike" err="1">
                          <a:solidFill>
                            <a:schemeClr val="tx1"/>
                          </a:solidFill>
                          <a:effectLst/>
                          <a:latin typeface="+mn-lt"/>
                        </a:rPr>
                        <a:t>PwD</a:t>
                      </a:r>
                      <a:r>
                        <a:rPr lang="en-US" sz="1200" b="0" i="0" u="none" strike="noStrike">
                          <a:solidFill>
                            <a:schemeClr val="tx1"/>
                          </a:solidFill>
                          <a:effectLst/>
                          <a:latin typeface="+mn-lt"/>
                        </a:rPr>
                        <a:t> </a:t>
                      </a:r>
                    </a:p>
                  </a:txBody>
                  <a:tcPr marL="4277" marR="4277" marT="4277" marB="30792" anchor="ctr"/>
                </a:tc>
                <a:tc>
                  <a:txBody>
                    <a:bodyPr/>
                    <a:lstStyle/>
                    <a:p>
                      <a:pPr algn="ctr" fontAlgn="ctr"/>
                      <a:r>
                        <a:rPr lang="en-US" sz="1200" b="0" i="0" u="none" strike="noStrike">
                          <a:solidFill>
                            <a:schemeClr val="tx1"/>
                          </a:solidFill>
                          <a:effectLst/>
                          <a:latin typeface="+mn-lt"/>
                        </a:rPr>
                        <a:t>22500</a:t>
                      </a:r>
                    </a:p>
                  </a:txBody>
                  <a:tcPr marL="4277" marR="4277" marT="4277" marB="30792" anchor="ctr"/>
                </a:tc>
                <a:tc>
                  <a:txBody>
                    <a:bodyPr/>
                    <a:lstStyle/>
                    <a:p>
                      <a:pPr algn="ctr" fontAlgn="ctr"/>
                      <a:r>
                        <a:rPr lang="en-US" sz="1200" b="0" i="0" u="none" strike="noStrike">
                          <a:solidFill>
                            <a:schemeClr val="tx1"/>
                          </a:solidFill>
                          <a:effectLst/>
                          <a:latin typeface="+mn-lt"/>
                        </a:rPr>
                        <a:t>27450</a:t>
                      </a:r>
                    </a:p>
                  </a:txBody>
                  <a:tcPr marL="4277" marR="4277" marT="4277" marB="30792" anchor="ctr"/>
                </a:tc>
                <a:tc>
                  <a:txBody>
                    <a:bodyPr/>
                    <a:lstStyle/>
                    <a:p>
                      <a:pPr algn="ctr" fontAlgn="ctr"/>
                      <a:r>
                        <a:rPr lang="en-US" sz="1200" b="0" i="0" u="none" strike="noStrike">
                          <a:solidFill>
                            <a:schemeClr val="tx1"/>
                          </a:solidFill>
                          <a:effectLst/>
                          <a:latin typeface="+mn-lt"/>
                        </a:rPr>
                        <a:t>50000</a:t>
                      </a:r>
                    </a:p>
                  </a:txBody>
                  <a:tcPr marL="4277" marR="4277" marT="4277" marB="30792" anchor="ctr"/>
                </a:tc>
                <a:extLst>
                  <a:ext uri="{0D108BD9-81ED-4DB2-BD59-A6C34878D82A}">
                    <a16:rowId xmlns:a16="http://schemas.microsoft.com/office/drawing/2014/main" val="2176958638"/>
                  </a:ext>
                </a:extLst>
              </a:tr>
              <a:tr h="339151">
                <a:tc>
                  <a:txBody>
                    <a:bodyPr/>
                    <a:lstStyle/>
                    <a:p>
                      <a:pPr algn="ctr" fontAlgn="ctr"/>
                      <a:r>
                        <a:rPr lang="en-US" sz="1200" b="0" i="0" u="none" strike="noStrike">
                          <a:solidFill>
                            <a:schemeClr val="tx1"/>
                          </a:solidFill>
                          <a:effectLst/>
                          <a:latin typeface="+mn-lt"/>
                        </a:rPr>
                        <a:t>2</a:t>
                      </a:r>
                    </a:p>
                  </a:txBody>
                  <a:tcPr marL="4277" marR="4277" marT="4277" marB="30792" anchor="ctr"/>
                </a:tc>
                <a:tc>
                  <a:txBody>
                    <a:bodyPr/>
                    <a:lstStyle/>
                    <a:p>
                      <a:pPr algn="ctr" fontAlgn="ctr"/>
                      <a:r>
                        <a:rPr lang="en-US" sz="1200" b="0" i="0" u="none" strike="noStrike">
                          <a:solidFill>
                            <a:schemeClr val="tx1"/>
                          </a:solidFill>
                          <a:effectLst/>
                          <a:latin typeface="+mn-lt"/>
                        </a:rPr>
                        <a:t>HCP</a:t>
                      </a:r>
                    </a:p>
                  </a:txBody>
                  <a:tcPr marL="4277" marR="4277" marT="4277" marB="30792" anchor="ctr"/>
                </a:tc>
                <a:tc>
                  <a:txBody>
                    <a:bodyPr/>
                    <a:lstStyle/>
                    <a:p>
                      <a:pPr algn="ctr" fontAlgn="ctr"/>
                      <a:r>
                        <a:rPr lang="en-US" sz="1200" b="0" i="0" u="none" strike="noStrike">
                          <a:solidFill>
                            <a:schemeClr val="tx1"/>
                          </a:solidFill>
                          <a:effectLst/>
                          <a:latin typeface="+mn-lt"/>
                        </a:rPr>
                        <a:t>1125</a:t>
                      </a:r>
                    </a:p>
                  </a:txBody>
                  <a:tcPr marL="4277" marR="4277" marT="4277" marB="30792" anchor="ctr"/>
                </a:tc>
                <a:tc>
                  <a:txBody>
                    <a:bodyPr/>
                    <a:lstStyle/>
                    <a:p>
                      <a:pPr algn="ctr" fontAlgn="ctr"/>
                      <a:r>
                        <a:rPr lang="en-US" sz="1200" b="0" i="0" u="none" strike="noStrike">
                          <a:solidFill>
                            <a:schemeClr val="tx1"/>
                          </a:solidFill>
                          <a:effectLst/>
                          <a:latin typeface="+mn-lt"/>
                        </a:rPr>
                        <a:t>1125</a:t>
                      </a:r>
                    </a:p>
                  </a:txBody>
                  <a:tcPr marL="4277" marR="4277" marT="4277" marB="30792" anchor="ctr"/>
                </a:tc>
                <a:tc>
                  <a:txBody>
                    <a:bodyPr/>
                    <a:lstStyle/>
                    <a:p>
                      <a:pPr algn="ctr" fontAlgn="ctr"/>
                      <a:r>
                        <a:rPr lang="en-US" sz="1200" b="0" i="0" u="none" strike="noStrike">
                          <a:solidFill>
                            <a:schemeClr val="tx1"/>
                          </a:solidFill>
                          <a:effectLst/>
                          <a:latin typeface="+mn-lt"/>
                        </a:rPr>
                        <a:t>2250</a:t>
                      </a:r>
                    </a:p>
                  </a:txBody>
                  <a:tcPr marL="4277" marR="4277" marT="4277" marB="30792" anchor="ctr"/>
                </a:tc>
                <a:extLst>
                  <a:ext uri="{0D108BD9-81ED-4DB2-BD59-A6C34878D82A}">
                    <a16:rowId xmlns:a16="http://schemas.microsoft.com/office/drawing/2014/main" val="1141214100"/>
                  </a:ext>
                </a:extLst>
              </a:tr>
              <a:tr h="339151">
                <a:tc>
                  <a:txBody>
                    <a:bodyPr/>
                    <a:lstStyle/>
                    <a:p>
                      <a:pPr algn="ctr" fontAlgn="ctr"/>
                      <a:r>
                        <a:rPr lang="en-US" sz="1200" b="0" i="0" u="none" strike="noStrike">
                          <a:solidFill>
                            <a:schemeClr val="tx1"/>
                          </a:solidFill>
                          <a:effectLst/>
                          <a:latin typeface="+mn-lt"/>
                        </a:rPr>
                        <a:t>3</a:t>
                      </a:r>
                    </a:p>
                  </a:txBody>
                  <a:tcPr marL="4277" marR="4277" marT="4277" marB="30792" anchor="ctr"/>
                </a:tc>
                <a:tc>
                  <a:txBody>
                    <a:bodyPr/>
                    <a:lstStyle/>
                    <a:p>
                      <a:pPr algn="ctr" fontAlgn="ctr"/>
                      <a:r>
                        <a:rPr lang="en-US" sz="1200" b="0" i="0" u="none" strike="noStrike">
                          <a:solidFill>
                            <a:schemeClr val="tx1"/>
                          </a:solidFill>
                          <a:effectLst/>
                          <a:latin typeface="+mn-lt"/>
                        </a:rPr>
                        <a:t>Clinic</a:t>
                      </a:r>
                    </a:p>
                  </a:txBody>
                  <a:tcPr marL="4277" marR="4277" marT="4277" marB="30792" anchor="ctr"/>
                </a:tc>
                <a:tc>
                  <a:txBody>
                    <a:bodyPr/>
                    <a:lstStyle/>
                    <a:p>
                      <a:pPr algn="ctr" fontAlgn="ctr"/>
                      <a:r>
                        <a:rPr lang="en-US" sz="1200" b="0" i="0" u="none" strike="noStrike">
                          <a:solidFill>
                            <a:schemeClr val="tx1"/>
                          </a:solidFill>
                          <a:effectLst/>
                          <a:latin typeface="+mn-lt"/>
                        </a:rPr>
                        <a:t>225</a:t>
                      </a:r>
                    </a:p>
                  </a:txBody>
                  <a:tcPr marL="4277" marR="4277" marT="4277" marB="30792" anchor="ctr"/>
                </a:tc>
                <a:tc>
                  <a:txBody>
                    <a:bodyPr/>
                    <a:lstStyle/>
                    <a:p>
                      <a:pPr algn="ctr" fontAlgn="ctr"/>
                      <a:r>
                        <a:rPr lang="en-US" sz="1200" b="0" i="0" u="none" strike="noStrike">
                          <a:solidFill>
                            <a:schemeClr val="tx1"/>
                          </a:solidFill>
                          <a:effectLst/>
                          <a:latin typeface="+mn-lt"/>
                        </a:rPr>
                        <a:t>274</a:t>
                      </a:r>
                    </a:p>
                  </a:txBody>
                  <a:tcPr marL="4277" marR="4277" marT="4277" marB="30792" anchor="ctr"/>
                </a:tc>
                <a:tc>
                  <a:txBody>
                    <a:bodyPr/>
                    <a:lstStyle/>
                    <a:p>
                      <a:pPr algn="ctr" fontAlgn="ctr"/>
                      <a:r>
                        <a:rPr lang="en-US" sz="1200" b="0" i="0" u="none" strike="noStrike">
                          <a:solidFill>
                            <a:schemeClr val="tx1"/>
                          </a:solidFill>
                          <a:effectLst/>
                          <a:latin typeface="+mn-lt"/>
                        </a:rPr>
                        <a:t>500</a:t>
                      </a:r>
                    </a:p>
                  </a:txBody>
                  <a:tcPr marL="4277" marR="4277" marT="4277" marB="30792" anchor="ctr"/>
                </a:tc>
                <a:extLst>
                  <a:ext uri="{0D108BD9-81ED-4DB2-BD59-A6C34878D82A}">
                    <a16:rowId xmlns:a16="http://schemas.microsoft.com/office/drawing/2014/main" val="954009764"/>
                  </a:ext>
                </a:extLst>
              </a:tr>
              <a:tr h="339151">
                <a:tc>
                  <a:txBody>
                    <a:bodyPr/>
                    <a:lstStyle/>
                    <a:p>
                      <a:pPr algn="ctr" fontAlgn="ctr"/>
                      <a:r>
                        <a:rPr lang="en-US" sz="1200" b="0" i="0" u="none" strike="noStrike">
                          <a:solidFill>
                            <a:schemeClr val="tx1"/>
                          </a:solidFill>
                          <a:effectLst/>
                          <a:latin typeface="+mn-lt"/>
                        </a:rPr>
                        <a:t>4</a:t>
                      </a:r>
                    </a:p>
                  </a:txBody>
                  <a:tcPr marL="4277" marR="4277" marT="4277" marB="30792" anchor="ctr"/>
                </a:tc>
                <a:tc>
                  <a:txBody>
                    <a:bodyPr/>
                    <a:lstStyle/>
                    <a:p>
                      <a:pPr algn="ctr" fontAlgn="ctr"/>
                      <a:r>
                        <a:rPr lang="en-US" sz="1200" b="0" i="0" u="none" strike="noStrike">
                          <a:solidFill>
                            <a:schemeClr val="tx1"/>
                          </a:solidFill>
                          <a:effectLst/>
                          <a:latin typeface="+mn-lt"/>
                        </a:rPr>
                        <a:t>Most Patients in One Clinic</a:t>
                      </a:r>
                    </a:p>
                  </a:txBody>
                  <a:tcPr marL="4277" marR="4277" marT="4277" marB="30792" anchor="ctr"/>
                </a:tc>
                <a:tc>
                  <a:txBody>
                    <a:bodyPr/>
                    <a:lstStyle/>
                    <a:p>
                      <a:pPr algn="ctr" fontAlgn="ctr"/>
                      <a:r>
                        <a:rPr lang="en-US" sz="1200" b="0" i="0" u="none" strike="noStrike">
                          <a:solidFill>
                            <a:schemeClr val="tx1"/>
                          </a:solidFill>
                          <a:effectLst/>
                          <a:latin typeface="+mn-lt"/>
                        </a:rPr>
                        <a:t>1500</a:t>
                      </a:r>
                    </a:p>
                  </a:txBody>
                  <a:tcPr marL="4277" marR="4277" marT="4277" marB="30792" anchor="ctr"/>
                </a:tc>
                <a:tc>
                  <a:txBody>
                    <a:bodyPr/>
                    <a:lstStyle/>
                    <a:p>
                      <a:pPr algn="ctr" fontAlgn="ctr"/>
                      <a:r>
                        <a:rPr lang="en-US" sz="1200" b="0" i="0" u="none" strike="noStrike">
                          <a:solidFill>
                            <a:schemeClr val="tx1"/>
                          </a:solidFill>
                          <a:effectLst/>
                          <a:latin typeface="+mn-lt"/>
                        </a:rPr>
                        <a:t>500</a:t>
                      </a:r>
                    </a:p>
                  </a:txBody>
                  <a:tcPr marL="4277" marR="4277" marT="4277" marB="30792" anchor="ctr"/>
                </a:tc>
                <a:tc>
                  <a:txBody>
                    <a:bodyPr/>
                    <a:lstStyle/>
                    <a:p>
                      <a:pPr algn="ctr" fontAlgn="ctr"/>
                      <a:r>
                        <a:rPr lang="en-US" sz="1200" b="0" i="0" u="none" strike="noStrike">
                          <a:solidFill>
                            <a:schemeClr val="tx1"/>
                          </a:solidFill>
                          <a:effectLst/>
                          <a:latin typeface="+mn-lt"/>
                        </a:rPr>
                        <a:t>2000</a:t>
                      </a:r>
                    </a:p>
                  </a:txBody>
                  <a:tcPr marL="4277" marR="4277" marT="4277" marB="30792" anchor="ctr"/>
                </a:tc>
                <a:extLst>
                  <a:ext uri="{0D108BD9-81ED-4DB2-BD59-A6C34878D82A}">
                    <a16:rowId xmlns:a16="http://schemas.microsoft.com/office/drawing/2014/main" val="559246936"/>
                  </a:ext>
                </a:extLst>
              </a:tr>
              <a:tr h="339151">
                <a:tc>
                  <a:txBody>
                    <a:bodyPr/>
                    <a:lstStyle/>
                    <a:p>
                      <a:pPr algn="ctr" fontAlgn="ctr"/>
                      <a:r>
                        <a:rPr lang="en-US" sz="1200" b="0" i="0" u="none" strike="noStrike">
                          <a:solidFill>
                            <a:schemeClr val="tx1"/>
                          </a:solidFill>
                          <a:effectLst/>
                          <a:latin typeface="+mn-lt"/>
                        </a:rPr>
                        <a:t>5</a:t>
                      </a:r>
                    </a:p>
                  </a:txBody>
                  <a:tcPr marL="4277" marR="4277" marT="4277" marB="30792" anchor="ctr"/>
                </a:tc>
                <a:tc>
                  <a:txBody>
                    <a:bodyPr/>
                    <a:lstStyle/>
                    <a:p>
                      <a:pPr algn="ctr" fontAlgn="ctr"/>
                      <a:r>
                        <a:rPr lang="en-US" sz="1200" b="0" i="0" u="none" strike="noStrike">
                          <a:solidFill>
                            <a:schemeClr val="tx1"/>
                          </a:solidFill>
                          <a:effectLst/>
                          <a:latin typeface="+mn-lt"/>
                        </a:rPr>
                        <a:t>Most HCP / Staff in One Clinic</a:t>
                      </a:r>
                    </a:p>
                  </a:txBody>
                  <a:tcPr marL="4277" marR="4277" marT="4277" marB="30792" anchor="ctr"/>
                </a:tc>
                <a:tc>
                  <a:txBody>
                    <a:bodyPr/>
                    <a:lstStyle/>
                    <a:p>
                      <a:pPr algn="ctr" fontAlgn="ctr"/>
                      <a:r>
                        <a:rPr lang="en-US" sz="1200" b="0" i="0" u="none" strike="noStrike">
                          <a:solidFill>
                            <a:schemeClr val="tx1"/>
                          </a:solidFill>
                          <a:effectLst/>
                          <a:latin typeface="+mn-lt"/>
                        </a:rPr>
                        <a:t>120</a:t>
                      </a:r>
                    </a:p>
                  </a:txBody>
                  <a:tcPr marL="4277" marR="4277" marT="4277" marB="30792" anchor="ctr"/>
                </a:tc>
                <a:tc>
                  <a:txBody>
                    <a:bodyPr/>
                    <a:lstStyle/>
                    <a:p>
                      <a:pPr algn="ctr" fontAlgn="ctr"/>
                      <a:r>
                        <a:rPr lang="en-US" sz="1200" b="0" i="0" u="none" strike="noStrike">
                          <a:solidFill>
                            <a:schemeClr val="tx1"/>
                          </a:solidFill>
                          <a:effectLst/>
                          <a:latin typeface="+mn-lt"/>
                        </a:rPr>
                        <a:t>80</a:t>
                      </a:r>
                    </a:p>
                  </a:txBody>
                  <a:tcPr marL="4277" marR="4277" marT="4277" marB="30792" anchor="ctr"/>
                </a:tc>
                <a:tc>
                  <a:txBody>
                    <a:bodyPr/>
                    <a:lstStyle/>
                    <a:p>
                      <a:pPr algn="ctr" fontAlgn="ctr"/>
                      <a:r>
                        <a:rPr lang="en-US" sz="1200" b="0" i="0" u="none" strike="noStrike" dirty="0">
                          <a:solidFill>
                            <a:schemeClr val="tx1"/>
                          </a:solidFill>
                          <a:effectLst/>
                          <a:latin typeface="+mn-lt"/>
                        </a:rPr>
                        <a:t>200</a:t>
                      </a:r>
                    </a:p>
                  </a:txBody>
                  <a:tcPr marL="4277" marR="4277" marT="4277" marB="30792" anchor="ctr"/>
                </a:tc>
                <a:extLst>
                  <a:ext uri="{0D108BD9-81ED-4DB2-BD59-A6C34878D82A}">
                    <a16:rowId xmlns:a16="http://schemas.microsoft.com/office/drawing/2014/main" val="3599076992"/>
                  </a:ext>
                </a:extLst>
              </a:tr>
            </a:tbl>
          </a:graphicData>
        </a:graphic>
      </p:graphicFrame>
      <p:sp>
        <p:nvSpPr>
          <p:cNvPr id="7" name="Rectangle 6">
            <a:extLst>
              <a:ext uri="{FF2B5EF4-FFF2-40B4-BE49-F238E27FC236}">
                <a16:creationId xmlns:a16="http://schemas.microsoft.com/office/drawing/2014/main" id="{508C2529-0D87-4FDC-44AF-A96F57EFD1BD}"/>
              </a:ext>
            </a:extLst>
          </p:cNvPr>
          <p:cNvSpPr/>
          <p:nvPr/>
        </p:nvSpPr>
        <p:spPr>
          <a:xfrm>
            <a:off x="718456" y="123099"/>
            <a:ext cx="10776857"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dirty="0">
                <a:solidFill>
                  <a:schemeClr val="bg1"/>
                </a:solidFill>
              </a:rPr>
              <a:t>User Details (API &amp; ETL)</a:t>
            </a:r>
          </a:p>
        </p:txBody>
      </p:sp>
      <p:sp>
        <p:nvSpPr>
          <p:cNvPr id="8" name="TextBox 7">
            <a:extLst>
              <a:ext uri="{FF2B5EF4-FFF2-40B4-BE49-F238E27FC236}">
                <a16:creationId xmlns:a16="http://schemas.microsoft.com/office/drawing/2014/main" id="{4C6E51F8-F375-C325-D271-EB7C92B63DF0}"/>
              </a:ext>
            </a:extLst>
          </p:cNvPr>
          <p:cNvSpPr txBox="1"/>
          <p:nvPr/>
        </p:nvSpPr>
        <p:spPr>
          <a:xfrm>
            <a:off x="876931" y="718452"/>
            <a:ext cx="3140612" cy="276999"/>
          </a:xfrm>
          <a:prstGeom prst="rect">
            <a:avLst/>
          </a:prstGeom>
          <a:noFill/>
        </p:spPr>
        <p:txBody>
          <a:bodyPr wrap="square">
            <a:spAutoFit/>
          </a:bodyPr>
          <a:lstStyle/>
          <a:p>
            <a:r>
              <a:rPr lang="en-US" sz="1200" b="1" dirty="0"/>
              <a:t>Total User Details (API only)</a:t>
            </a:r>
          </a:p>
        </p:txBody>
      </p:sp>
      <p:sp>
        <p:nvSpPr>
          <p:cNvPr id="9" name="TextBox 8">
            <a:extLst>
              <a:ext uri="{FF2B5EF4-FFF2-40B4-BE49-F238E27FC236}">
                <a16:creationId xmlns:a16="http://schemas.microsoft.com/office/drawing/2014/main" id="{66A1A127-69E9-F912-2271-B78F549C7B2C}"/>
              </a:ext>
            </a:extLst>
          </p:cNvPr>
          <p:cNvSpPr txBox="1"/>
          <p:nvPr/>
        </p:nvSpPr>
        <p:spPr>
          <a:xfrm>
            <a:off x="618313" y="3331017"/>
            <a:ext cx="3140612" cy="276999"/>
          </a:xfrm>
          <a:prstGeom prst="rect">
            <a:avLst/>
          </a:prstGeom>
          <a:noFill/>
        </p:spPr>
        <p:txBody>
          <a:bodyPr wrap="square">
            <a:spAutoFit/>
          </a:bodyPr>
          <a:lstStyle/>
          <a:p>
            <a:r>
              <a:rPr lang="en-US" sz="1200" b="1" dirty="0"/>
              <a:t>Total ETL User  process </a:t>
            </a:r>
          </a:p>
        </p:txBody>
      </p:sp>
      <p:sp>
        <p:nvSpPr>
          <p:cNvPr id="10" name="TextBox 9">
            <a:extLst>
              <a:ext uri="{FF2B5EF4-FFF2-40B4-BE49-F238E27FC236}">
                <a16:creationId xmlns:a16="http://schemas.microsoft.com/office/drawing/2014/main" id="{CE83BE7A-2BF4-E9F1-F94B-2EA73859F01B}"/>
              </a:ext>
            </a:extLst>
          </p:cNvPr>
          <p:cNvSpPr txBox="1"/>
          <p:nvPr/>
        </p:nvSpPr>
        <p:spPr>
          <a:xfrm>
            <a:off x="718453" y="4435956"/>
            <a:ext cx="3891012" cy="276999"/>
          </a:xfrm>
          <a:prstGeom prst="rect">
            <a:avLst/>
          </a:prstGeom>
          <a:noFill/>
        </p:spPr>
        <p:txBody>
          <a:bodyPr wrap="square">
            <a:spAutoFit/>
          </a:bodyPr>
          <a:lstStyle/>
          <a:p>
            <a:r>
              <a:rPr lang="en-US" sz="1200" b="1"/>
              <a:t>User Creation – Unique data (Overall)</a:t>
            </a:r>
          </a:p>
        </p:txBody>
      </p:sp>
      <p:graphicFrame>
        <p:nvGraphicFramePr>
          <p:cNvPr id="11" name="Table 10">
            <a:extLst>
              <a:ext uri="{FF2B5EF4-FFF2-40B4-BE49-F238E27FC236}">
                <a16:creationId xmlns:a16="http://schemas.microsoft.com/office/drawing/2014/main" id="{5A16AC0E-4536-65F7-F875-9EB8AD2EC742}"/>
              </a:ext>
            </a:extLst>
          </p:cNvPr>
          <p:cNvGraphicFramePr>
            <a:graphicFrameLocks noGrp="1"/>
          </p:cNvGraphicFramePr>
          <p:nvPr>
            <p:extLst>
              <p:ext uri="{D42A27DB-BD31-4B8C-83A1-F6EECF244321}">
                <p14:modId xmlns:p14="http://schemas.microsoft.com/office/powerpoint/2010/main" val="2289567448"/>
              </p:ext>
            </p:extLst>
          </p:nvPr>
        </p:nvGraphicFramePr>
        <p:xfrm>
          <a:off x="718453" y="3724332"/>
          <a:ext cx="10776856" cy="555817"/>
        </p:xfrm>
        <a:graphic>
          <a:graphicData uri="http://schemas.openxmlformats.org/drawingml/2006/table">
            <a:tbl>
              <a:tblPr firstRow="1" bandRow="1">
                <a:tableStyleId>{5C22544A-7EE6-4342-B048-85BDC9FD1C3A}</a:tableStyleId>
              </a:tblPr>
              <a:tblGrid>
                <a:gridCol w="2694214">
                  <a:extLst>
                    <a:ext uri="{9D8B030D-6E8A-4147-A177-3AD203B41FA5}">
                      <a16:colId xmlns:a16="http://schemas.microsoft.com/office/drawing/2014/main" val="3017751880"/>
                    </a:ext>
                  </a:extLst>
                </a:gridCol>
                <a:gridCol w="2694214">
                  <a:extLst>
                    <a:ext uri="{9D8B030D-6E8A-4147-A177-3AD203B41FA5}">
                      <a16:colId xmlns:a16="http://schemas.microsoft.com/office/drawing/2014/main" val="844738308"/>
                    </a:ext>
                  </a:extLst>
                </a:gridCol>
                <a:gridCol w="2694214">
                  <a:extLst>
                    <a:ext uri="{9D8B030D-6E8A-4147-A177-3AD203B41FA5}">
                      <a16:colId xmlns:a16="http://schemas.microsoft.com/office/drawing/2014/main" val="4059862128"/>
                    </a:ext>
                  </a:extLst>
                </a:gridCol>
                <a:gridCol w="2694214">
                  <a:extLst>
                    <a:ext uri="{9D8B030D-6E8A-4147-A177-3AD203B41FA5}">
                      <a16:colId xmlns:a16="http://schemas.microsoft.com/office/drawing/2014/main" val="2916916657"/>
                    </a:ext>
                  </a:extLst>
                </a:gridCol>
              </a:tblGrid>
              <a:tr h="228324">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1" kern="1200">
                          <a:solidFill>
                            <a:schemeClr val="lt1"/>
                          </a:solidFill>
                          <a:latin typeface="+mn-lt"/>
                          <a:ea typeface="+mn-ea"/>
                          <a:cs typeface="+mn-cs"/>
                        </a:rPr>
                        <a:t>S. No. </a:t>
                      </a:r>
                    </a:p>
                  </a:txBody>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1" kern="1200">
                          <a:solidFill>
                            <a:schemeClr val="lt1"/>
                          </a:solidFill>
                          <a:latin typeface="+mn-lt"/>
                          <a:ea typeface="+mn-ea"/>
                          <a:cs typeface="+mn-cs"/>
                        </a:rPr>
                        <a:t>Process Type</a:t>
                      </a:r>
                    </a:p>
                  </a:txBody>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1" kern="1200">
                          <a:solidFill>
                            <a:schemeClr val="lt1"/>
                          </a:solidFill>
                          <a:latin typeface="+mn-lt"/>
                          <a:ea typeface="+mn-ea"/>
                          <a:cs typeface="+mn-cs"/>
                        </a:rPr>
                        <a:t>No. of hours</a:t>
                      </a:r>
                    </a:p>
                  </a:txBody>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1" kern="1200" dirty="0">
                          <a:solidFill>
                            <a:schemeClr val="lt1"/>
                          </a:solidFill>
                          <a:latin typeface="+mn-lt"/>
                          <a:ea typeface="+mn-ea"/>
                          <a:cs typeface="+mn-cs"/>
                        </a:rPr>
                        <a:t>Expected Users</a:t>
                      </a:r>
                    </a:p>
                  </a:txBody>
                  <a:tcPr/>
                </a:tc>
                <a:extLst>
                  <a:ext uri="{0D108BD9-81ED-4DB2-BD59-A6C34878D82A}">
                    <a16:rowId xmlns:a16="http://schemas.microsoft.com/office/drawing/2014/main" val="2130503187"/>
                  </a:ext>
                </a:extLst>
              </a:tr>
              <a:tr h="281497">
                <a:tc>
                  <a:txBody>
                    <a:bodyPr/>
                    <a:lstStyle/>
                    <a:p>
                      <a:pPr marL="0" algn="ctr" defTabSz="1219170" rtl="0" eaLnBrk="1" fontAlgn="ctr" latinLnBrk="0" hangingPunct="1"/>
                      <a:r>
                        <a:rPr lang="en-US" sz="1200" b="0" i="0" u="none" strike="noStrike" kern="1200">
                          <a:solidFill>
                            <a:schemeClr val="tx1"/>
                          </a:solidFill>
                          <a:effectLst/>
                          <a:latin typeface="+mn-lt"/>
                          <a:ea typeface="+mn-ea"/>
                          <a:cs typeface="+mn-cs"/>
                        </a:rPr>
                        <a:t>1</a:t>
                      </a:r>
                    </a:p>
                  </a:txBody>
                  <a:tcPr/>
                </a:tc>
                <a:tc>
                  <a:txBody>
                    <a:bodyPr/>
                    <a:lstStyle/>
                    <a:p>
                      <a:pPr marL="0" algn="ctr" defTabSz="1219170" rtl="0" eaLnBrk="1" fontAlgn="ctr" latinLnBrk="0" hangingPunct="1"/>
                      <a:r>
                        <a:rPr lang="en-US" sz="1200" b="0" i="0" u="none" strike="noStrike" kern="1200">
                          <a:solidFill>
                            <a:schemeClr val="tx1"/>
                          </a:solidFill>
                          <a:effectLst/>
                          <a:latin typeface="+mn-lt"/>
                          <a:ea typeface="+mn-ea"/>
                          <a:cs typeface="+mn-cs"/>
                        </a:rPr>
                        <a:t>ETL</a:t>
                      </a:r>
                    </a:p>
                  </a:txBody>
                  <a:tcPr/>
                </a:tc>
                <a:tc>
                  <a:txBody>
                    <a:bodyPr/>
                    <a:lstStyle/>
                    <a:p>
                      <a:pPr marL="0" algn="ctr" defTabSz="1219170" rtl="0" eaLnBrk="1" fontAlgn="ctr" latinLnBrk="0" hangingPunct="1"/>
                      <a:r>
                        <a:rPr lang="en-US" sz="1200" b="0" i="0" u="none" strike="noStrike" kern="1200">
                          <a:solidFill>
                            <a:schemeClr val="tx1"/>
                          </a:solidFill>
                          <a:effectLst/>
                          <a:latin typeface="+mn-lt"/>
                          <a:ea typeface="+mn-ea"/>
                          <a:cs typeface="+mn-cs"/>
                        </a:rPr>
                        <a:t>24</a:t>
                      </a:r>
                    </a:p>
                  </a:txBody>
                  <a:tcPr/>
                </a:tc>
                <a:tc>
                  <a:txBody>
                    <a:bodyPr/>
                    <a:lstStyle/>
                    <a:p>
                      <a:pPr marL="0" algn="ctr" defTabSz="1219170" rtl="0" eaLnBrk="1" fontAlgn="ctr" latinLnBrk="0" hangingPunct="1"/>
                      <a:r>
                        <a:rPr lang="en-US" sz="1200" b="0" i="0" u="none" strike="noStrike" kern="1200" dirty="0">
                          <a:solidFill>
                            <a:schemeClr val="tx1"/>
                          </a:solidFill>
                          <a:effectLst/>
                          <a:latin typeface="+mn-lt"/>
                          <a:ea typeface="+mn-ea"/>
                          <a:cs typeface="+mn-cs"/>
                        </a:rPr>
                        <a:t>50000</a:t>
                      </a:r>
                    </a:p>
                  </a:txBody>
                  <a:tcPr/>
                </a:tc>
                <a:extLst>
                  <a:ext uri="{0D108BD9-81ED-4DB2-BD59-A6C34878D82A}">
                    <a16:rowId xmlns:a16="http://schemas.microsoft.com/office/drawing/2014/main" val="1343857955"/>
                  </a:ext>
                </a:extLst>
              </a:tr>
            </a:tbl>
          </a:graphicData>
        </a:graphic>
      </p:graphicFrame>
      <p:graphicFrame>
        <p:nvGraphicFramePr>
          <p:cNvPr id="13" name="Table 12">
            <a:extLst>
              <a:ext uri="{FF2B5EF4-FFF2-40B4-BE49-F238E27FC236}">
                <a16:creationId xmlns:a16="http://schemas.microsoft.com/office/drawing/2014/main" id="{FC7DBBD0-81F7-8944-1E02-3D6ACA583D40}"/>
              </a:ext>
            </a:extLst>
          </p:cNvPr>
          <p:cNvGraphicFramePr>
            <a:graphicFrameLocks noGrp="1"/>
          </p:cNvGraphicFramePr>
          <p:nvPr>
            <p:extLst>
              <p:ext uri="{D42A27DB-BD31-4B8C-83A1-F6EECF244321}">
                <p14:modId xmlns:p14="http://schemas.microsoft.com/office/powerpoint/2010/main" val="135851360"/>
              </p:ext>
            </p:extLst>
          </p:nvPr>
        </p:nvGraphicFramePr>
        <p:xfrm>
          <a:off x="618313" y="4789781"/>
          <a:ext cx="10776856" cy="1380785"/>
        </p:xfrm>
        <a:graphic>
          <a:graphicData uri="http://schemas.openxmlformats.org/drawingml/2006/table">
            <a:tbl>
              <a:tblPr firstRow="1" bandRow="1">
                <a:tableStyleId>{5C22544A-7EE6-4342-B048-85BDC9FD1C3A}</a:tableStyleId>
              </a:tblPr>
              <a:tblGrid>
                <a:gridCol w="1515287">
                  <a:extLst>
                    <a:ext uri="{9D8B030D-6E8A-4147-A177-3AD203B41FA5}">
                      <a16:colId xmlns:a16="http://schemas.microsoft.com/office/drawing/2014/main" val="3017751880"/>
                    </a:ext>
                  </a:extLst>
                </a:gridCol>
                <a:gridCol w="2807855">
                  <a:extLst>
                    <a:ext uri="{9D8B030D-6E8A-4147-A177-3AD203B41FA5}">
                      <a16:colId xmlns:a16="http://schemas.microsoft.com/office/drawing/2014/main" val="844738308"/>
                    </a:ext>
                  </a:extLst>
                </a:gridCol>
                <a:gridCol w="1884218">
                  <a:extLst>
                    <a:ext uri="{9D8B030D-6E8A-4147-A177-3AD203B41FA5}">
                      <a16:colId xmlns:a16="http://schemas.microsoft.com/office/drawing/2014/main" val="4059862128"/>
                    </a:ext>
                  </a:extLst>
                </a:gridCol>
                <a:gridCol w="4569496">
                  <a:extLst>
                    <a:ext uri="{9D8B030D-6E8A-4147-A177-3AD203B41FA5}">
                      <a16:colId xmlns:a16="http://schemas.microsoft.com/office/drawing/2014/main" val="3674886416"/>
                    </a:ext>
                  </a:extLst>
                </a:gridCol>
              </a:tblGrid>
              <a:tr h="395166">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1" kern="1200">
                          <a:solidFill>
                            <a:schemeClr val="lt1"/>
                          </a:solidFill>
                          <a:latin typeface="+mn-lt"/>
                          <a:ea typeface="+mn-ea"/>
                          <a:cs typeface="+mn-cs"/>
                        </a:rPr>
                        <a:t>S. No. </a:t>
                      </a:r>
                    </a:p>
                  </a:txBody>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1" kern="1200">
                          <a:solidFill>
                            <a:schemeClr val="lt1"/>
                          </a:solidFill>
                          <a:latin typeface="+mn-lt"/>
                          <a:ea typeface="+mn-ea"/>
                          <a:cs typeface="+mn-cs"/>
                        </a:rPr>
                        <a:t>HCP</a:t>
                      </a:r>
                    </a:p>
                  </a:txBody>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1" kern="1200" err="1">
                          <a:solidFill>
                            <a:schemeClr val="lt1"/>
                          </a:solidFill>
                          <a:latin typeface="+mn-lt"/>
                          <a:ea typeface="+mn-ea"/>
                          <a:cs typeface="+mn-cs"/>
                        </a:rPr>
                        <a:t>PwD</a:t>
                      </a:r>
                      <a:endParaRPr lang="en-US" sz="1200" b="1" kern="1200">
                        <a:solidFill>
                          <a:schemeClr val="lt1"/>
                        </a:solidFill>
                        <a:latin typeface="+mn-lt"/>
                        <a:ea typeface="+mn-ea"/>
                        <a:cs typeface="+mn-cs"/>
                      </a:endParaRPr>
                    </a:p>
                  </a:txBody>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1" kern="1200">
                          <a:solidFill>
                            <a:schemeClr val="lt1"/>
                          </a:solidFill>
                          <a:latin typeface="+mn-lt"/>
                          <a:ea typeface="+mn-ea"/>
                          <a:cs typeface="+mn-cs"/>
                        </a:rPr>
                        <a:t>Clinic Admin (Largest Clinic)</a:t>
                      </a:r>
                    </a:p>
                  </a:txBody>
                  <a:tcPr/>
                </a:tc>
                <a:extLst>
                  <a:ext uri="{0D108BD9-81ED-4DB2-BD59-A6C34878D82A}">
                    <a16:rowId xmlns:a16="http://schemas.microsoft.com/office/drawing/2014/main" val="2130503187"/>
                  </a:ext>
                </a:extLst>
              </a:tr>
              <a:tr h="243303">
                <a:tc>
                  <a:txBody>
                    <a:bodyPr/>
                    <a:lstStyle/>
                    <a:p>
                      <a:pPr marL="0" algn="ctr" defTabSz="1219170" rtl="0" eaLnBrk="1" fontAlgn="ctr" latinLnBrk="0" hangingPunct="1"/>
                      <a:r>
                        <a:rPr lang="en-US" sz="1200" b="0" i="0" u="none" strike="noStrike" kern="1200">
                          <a:solidFill>
                            <a:schemeClr val="tx1"/>
                          </a:solidFill>
                          <a:effectLst/>
                          <a:latin typeface="+mn-lt"/>
                          <a:ea typeface="+mn-ea"/>
                          <a:cs typeface="+mn-cs"/>
                        </a:rPr>
                        <a:t>1</a:t>
                      </a:r>
                    </a:p>
                  </a:txBody>
                  <a:tcPr/>
                </a:tc>
                <a:tc>
                  <a:txBody>
                    <a:bodyPr/>
                    <a:lstStyle/>
                    <a:p>
                      <a:pPr marL="0" algn="ctr" defTabSz="1219170" rtl="0" eaLnBrk="1" fontAlgn="ctr" latinLnBrk="0" hangingPunct="1"/>
                      <a:r>
                        <a:rPr lang="en-US" sz="1200" b="0" i="0" u="none" strike="noStrike" kern="1200">
                          <a:solidFill>
                            <a:schemeClr val="tx1"/>
                          </a:solidFill>
                          <a:effectLst/>
                          <a:latin typeface="+mn-lt"/>
                          <a:ea typeface="+mn-ea"/>
                          <a:cs typeface="+mn-cs"/>
                        </a:rPr>
                        <a:t>3550</a:t>
                      </a:r>
                    </a:p>
                  </a:txBody>
                  <a:tcPr/>
                </a:tc>
                <a:tc>
                  <a:txBody>
                    <a:bodyPr/>
                    <a:lstStyle/>
                    <a:p>
                      <a:pPr marL="0" algn="ctr" defTabSz="1219170" rtl="0" eaLnBrk="1" fontAlgn="ctr" latinLnBrk="0" hangingPunct="1"/>
                      <a:r>
                        <a:rPr lang="en-US" sz="1200" b="0" i="0" u="none" strike="noStrike" kern="1200">
                          <a:solidFill>
                            <a:schemeClr val="tx1"/>
                          </a:solidFill>
                          <a:effectLst/>
                          <a:latin typeface="+mn-lt"/>
                          <a:ea typeface="+mn-ea"/>
                          <a:cs typeface="+mn-cs"/>
                        </a:rPr>
                        <a:t>50100</a:t>
                      </a:r>
                    </a:p>
                  </a:txBody>
                  <a:tcPr/>
                </a:tc>
                <a:tc>
                  <a:txBody>
                    <a:bodyPr/>
                    <a:lstStyle/>
                    <a:p>
                      <a:pPr marL="0" algn="ctr" defTabSz="1219170" rtl="0" eaLnBrk="1" fontAlgn="ctr" latinLnBrk="0" hangingPunct="1"/>
                      <a:r>
                        <a:rPr lang="en-US" sz="1200" b="0" i="0" u="none" strike="noStrike" kern="1200">
                          <a:solidFill>
                            <a:schemeClr val="tx1"/>
                          </a:solidFill>
                          <a:effectLst/>
                          <a:latin typeface="+mn-lt"/>
                          <a:ea typeface="+mn-ea"/>
                          <a:cs typeface="+mn-cs"/>
                        </a:rPr>
                        <a:t>NA</a:t>
                      </a:r>
                    </a:p>
                  </a:txBody>
                  <a:tcPr/>
                </a:tc>
                <a:extLst>
                  <a:ext uri="{0D108BD9-81ED-4DB2-BD59-A6C34878D82A}">
                    <a16:rowId xmlns:a16="http://schemas.microsoft.com/office/drawing/2014/main" val="1343857955"/>
                  </a:ext>
                </a:extLst>
              </a:tr>
              <a:tr h="711299">
                <a:tc>
                  <a:txBody>
                    <a:bodyPr/>
                    <a:lstStyle/>
                    <a:p>
                      <a:pPr marL="0" algn="ctr" defTabSz="1219170" rtl="0" eaLnBrk="1" fontAlgn="ctr" latinLnBrk="0" hangingPunct="1"/>
                      <a:endParaRPr lang="en-US" sz="1200" b="0" i="0" u="none" strike="noStrike" kern="1200">
                        <a:solidFill>
                          <a:schemeClr val="tx1"/>
                        </a:solidFill>
                        <a:effectLst/>
                        <a:latin typeface="+mn-lt"/>
                        <a:ea typeface="+mn-ea"/>
                        <a:cs typeface="+mn-cs"/>
                      </a:endParaRPr>
                    </a:p>
                    <a:p>
                      <a:pPr marL="0" algn="ctr" defTabSz="1219170" rtl="0" eaLnBrk="1" fontAlgn="ctr" latinLnBrk="0" hangingPunct="1"/>
                      <a:r>
                        <a:rPr lang="en-US" sz="1200" b="0" i="0" u="none" strike="noStrike" kern="1200">
                          <a:solidFill>
                            <a:schemeClr val="tx1"/>
                          </a:solidFill>
                          <a:effectLst/>
                          <a:latin typeface="+mn-lt"/>
                          <a:ea typeface="+mn-ea"/>
                          <a:cs typeface="+mn-cs"/>
                        </a:rPr>
                        <a:t>2</a:t>
                      </a:r>
                    </a:p>
                  </a:txBody>
                  <a:tcPr/>
                </a:tc>
                <a:tc>
                  <a:txBody>
                    <a:bodyPr/>
                    <a:lstStyle/>
                    <a:p>
                      <a:pPr marL="0" algn="ctr" defTabSz="1219170" rtl="0" eaLnBrk="1" fontAlgn="ctr" latinLnBrk="0" hangingPunct="1"/>
                      <a:endParaRPr lang="en-US" sz="1200" b="0" i="0" u="none" strike="noStrike" kern="1200">
                        <a:solidFill>
                          <a:schemeClr val="tx1"/>
                        </a:solidFill>
                        <a:effectLst/>
                        <a:latin typeface="+mn-lt"/>
                        <a:ea typeface="+mn-ea"/>
                        <a:cs typeface="+mn-cs"/>
                      </a:endParaRPr>
                    </a:p>
                    <a:p>
                      <a:pPr marL="0" algn="ctr" defTabSz="1219170" rtl="0" eaLnBrk="1" fontAlgn="ctr" latinLnBrk="0" hangingPunct="1"/>
                      <a:r>
                        <a:rPr lang="en-US" sz="1200" b="0" i="0" u="none" strike="noStrike" kern="1200">
                          <a:solidFill>
                            <a:schemeClr val="tx1"/>
                          </a:solidFill>
                          <a:effectLst/>
                          <a:latin typeface="+mn-lt"/>
                          <a:ea typeface="+mn-ea"/>
                          <a:cs typeface="+mn-cs"/>
                        </a:rPr>
                        <a:t>NA</a:t>
                      </a:r>
                    </a:p>
                  </a:txBody>
                  <a:tcPr/>
                </a:tc>
                <a:tc>
                  <a:txBody>
                    <a:bodyPr/>
                    <a:lstStyle/>
                    <a:p>
                      <a:pPr marL="0" algn="ctr" defTabSz="1219170" rtl="0" eaLnBrk="1" fontAlgn="ctr" latinLnBrk="0" hangingPunct="1"/>
                      <a:endParaRPr lang="en-US" sz="1200" b="0" i="0" u="none" strike="noStrike" kern="1200">
                        <a:solidFill>
                          <a:schemeClr val="tx1"/>
                        </a:solidFill>
                        <a:effectLst/>
                        <a:latin typeface="+mn-lt"/>
                        <a:ea typeface="+mn-ea"/>
                        <a:cs typeface="+mn-cs"/>
                      </a:endParaRPr>
                    </a:p>
                    <a:p>
                      <a:pPr marL="0" algn="ctr" defTabSz="1219170" rtl="0" eaLnBrk="1" fontAlgn="ctr" latinLnBrk="0" hangingPunct="1"/>
                      <a:r>
                        <a:rPr lang="en-US" sz="1200" b="0" i="0" u="none" strike="noStrike" kern="1200">
                          <a:solidFill>
                            <a:schemeClr val="tx1"/>
                          </a:solidFill>
                          <a:effectLst/>
                          <a:latin typeface="+mn-lt"/>
                          <a:ea typeface="+mn-ea"/>
                          <a:cs typeface="+mn-cs"/>
                        </a:rPr>
                        <a:t>NA</a:t>
                      </a:r>
                    </a:p>
                  </a:txBody>
                  <a:tcPr/>
                </a:tc>
                <a:tc>
                  <a:txBody>
                    <a:bodyPr/>
                    <a:lstStyle/>
                    <a:p>
                      <a:pPr marL="0" algn="ctr" defTabSz="1219170" rtl="0" eaLnBrk="1" fontAlgn="ctr" latinLnBrk="0" hangingPunct="1"/>
                      <a:r>
                        <a:rPr lang="en-US" sz="1200" b="0" i="0" u="none" strike="noStrike" kern="1200">
                          <a:solidFill>
                            <a:schemeClr val="tx1"/>
                          </a:solidFill>
                          <a:effectLst/>
                          <a:latin typeface="+mn-lt"/>
                          <a:ea typeface="+mn-ea"/>
                          <a:cs typeface="+mn-cs"/>
                        </a:rPr>
                        <a:t>1 User – 300 Patients, 1 User - 500 Patients, </a:t>
                      </a:r>
                    </a:p>
                    <a:p>
                      <a:pPr marL="0" algn="ctr" defTabSz="1219170" rtl="0" eaLnBrk="1" fontAlgn="ctr" latinLnBrk="0" hangingPunct="1"/>
                      <a:r>
                        <a:rPr lang="en-US" sz="1200" b="0" i="0" u="none" strike="noStrike" kern="1200">
                          <a:solidFill>
                            <a:schemeClr val="tx1"/>
                          </a:solidFill>
                          <a:effectLst/>
                          <a:latin typeface="+mn-lt"/>
                          <a:ea typeface="+mn-ea"/>
                          <a:cs typeface="+mn-cs"/>
                        </a:rPr>
                        <a:t>1 User - 1000 Patients, 1 User – 2000 Patients</a:t>
                      </a:r>
                    </a:p>
                  </a:txBody>
                  <a:tcPr/>
                </a:tc>
                <a:extLst>
                  <a:ext uri="{0D108BD9-81ED-4DB2-BD59-A6C34878D82A}">
                    <a16:rowId xmlns:a16="http://schemas.microsoft.com/office/drawing/2014/main" val="1987611910"/>
                  </a:ext>
                </a:extLst>
              </a:tr>
            </a:tbl>
          </a:graphicData>
        </a:graphic>
      </p:graphicFrame>
    </p:spTree>
    <p:extLst>
      <p:ext uri="{BB962C8B-B14F-4D97-AF65-F5344CB8AC3E}">
        <p14:creationId xmlns:p14="http://schemas.microsoft.com/office/powerpoint/2010/main" val="3687607229"/>
      </p:ext>
    </p:extLst>
  </p:cSld>
  <p:clrMapOvr>
    <a:masterClrMapping/>
  </p:clrMapOvr>
  <p:transition>
    <p:fade/>
  </p:transition>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A12D6-7369-9A8D-4420-310B825BD7D4}"/>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40F3AA5-6537-27DB-2DF3-8DAB181BB0B4}"/>
              </a:ext>
            </a:extLst>
          </p:cNvPr>
          <p:cNvSpPr>
            <a:spLocks noGrp="1"/>
          </p:cNvSpPr>
          <p:nvPr>
            <p:ph type="ftr" sz="quarter" idx="15"/>
          </p:nvPr>
        </p:nvSpPr>
        <p:spPr/>
        <p:txBody>
          <a:bodyPr/>
          <a:lstStyle/>
          <a:p>
            <a:r>
              <a:rPr lang="en-US"/>
              <a:t>CONFIDENTIAL</a:t>
            </a:r>
          </a:p>
        </p:txBody>
      </p:sp>
      <p:sp>
        <p:nvSpPr>
          <p:cNvPr id="4" name="Slide Number Placeholder 3">
            <a:extLst>
              <a:ext uri="{FF2B5EF4-FFF2-40B4-BE49-F238E27FC236}">
                <a16:creationId xmlns:a16="http://schemas.microsoft.com/office/drawing/2014/main" id="{7F83CA01-C846-5F18-DBA4-5B22D0D473F7}"/>
              </a:ext>
            </a:extLst>
          </p:cNvPr>
          <p:cNvSpPr>
            <a:spLocks noGrp="1"/>
          </p:cNvSpPr>
          <p:nvPr>
            <p:ph type="sldNum" sz="quarter" idx="16"/>
          </p:nvPr>
        </p:nvSpPr>
        <p:spPr/>
        <p:txBody>
          <a:bodyPr/>
          <a:lstStyle/>
          <a:p>
            <a:fld id="{4F90343F-D056-4E24-BE3D-A305BDC1A23E}" type="slidenum">
              <a:rPr lang="en-US" smtClean="0"/>
              <a:pPr/>
              <a:t>8</a:t>
            </a:fld>
            <a:endParaRPr lang="en-US"/>
          </a:p>
        </p:txBody>
      </p:sp>
      <p:sp>
        <p:nvSpPr>
          <p:cNvPr id="7" name="Rectangle 6">
            <a:extLst>
              <a:ext uri="{FF2B5EF4-FFF2-40B4-BE49-F238E27FC236}">
                <a16:creationId xmlns:a16="http://schemas.microsoft.com/office/drawing/2014/main" id="{C4226391-4F9D-271D-1840-80E1369AF397}"/>
              </a:ext>
            </a:extLst>
          </p:cNvPr>
          <p:cNvSpPr/>
          <p:nvPr/>
        </p:nvSpPr>
        <p:spPr>
          <a:xfrm>
            <a:off x="718456" y="123099"/>
            <a:ext cx="10776857"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a:solidFill>
                  <a:schemeClr val="bg1"/>
                </a:solidFill>
              </a:rPr>
              <a:t>NFRs and In-scope Scenarios</a:t>
            </a:r>
          </a:p>
        </p:txBody>
      </p:sp>
      <p:sp>
        <p:nvSpPr>
          <p:cNvPr id="8" name="TextBox 7">
            <a:extLst>
              <a:ext uri="{FF2B5EF4-FFF2-40B4-BE49-F238E27FC236}">
                <a16:creationId xmlns:a16="http://schemas.microsoft.com/office/drawing/2014/main" id="{4D9BAA0C-E5F4-94A3-7CE5-39931C728F5C}"/>
              </a:ext>
            </a:extLst>
          </p:cNvPr>
          <p:cNvSpPr txBox="1"/>
          <p:nvPr/>
        </p:nvSpPr>
        <p:spPr>
          <a:xfrm>
            <a:off x="670101" y="700917"/>
            <a:ext cx="8909834" cy="276999"/>
          </a:xfrm>
          <a:prstGeom prst="rect">
            <a:avLst/>
          </a:prstGeom>
          <a:noFill/>
        </p:spPr>
        <p:txBody>
          <a:bodyPr wrap="square">
            <a:spAutoFit/>
          </a:bodyPr>
          <a:lstStyle/>
          <a:p>
            <a:r>
              <a:rPr lang="en-US" sz="1200" b="1"/>
              <a:t>NFRs and In-Scope scenario - </a:t>
            </a:r>
            <a:r>
              <a:rPr lang="en-US" sz="1200" b="0" i="0">
                <a:solidFill>
                  <a:srgbClr val="172B4D"/>
                </a:solidFill>
                <a:effectLst/>
                <a:latin typeface="-apple-system"/>
              </a:rPr>
              <a:t>Following are the scenarios which will be tested using both API and GUI</a:t>
            </a:r>
            <a:endParaRPr lang="en-US" sz="1200" b="1"/>
          </a:p>
        </p:txBody>
      </p:sp>
      <p:graphicFrame>
        <p:nvGraphicFramePr>
          <p:cNvPr id="10" name="Table 9">
            <a:extLst>
              <a:ext uri="{FF2B5EF4-FFF2-40B4-BE49-F238E27FC236}">
                <a16:creationId xmlns:a16="http://schemas.microsoft.com/office/drawing/2014/main" id="{F809EA94-1BAF-10C1-980F-1B82C46CA80A}"/>
              </a:ext>
            </a:extLst>
          </p:cNvPr>
          <p:cNvGraphicFramePr>
            <a:graphicFrameLocks noGrp="1"/>
          </p:cNvGraphicFramePr>
          <p:nvPr>
            <p:extLst>
              <p:ext uri="{D42A27DB-BD31-4B8C-83A1-F6EECF244321}">
                <p14:modId xmlns:p14="http://schemas.microsoft.com/office/powerpoint/2010/main" val="518860946"/>
              </p:ext>
            </p:extLst>
          </p:nvPr>
        </p:nvGraphicFramePr>
        <p:xfrm>
          <a:off x="718455" y="1033224"/>
          <a:ext cx="10776857" cy="4600891"/>
        </p:xfrm>
        <a:graphic>
          <a:graphicData uri="http://schemas.openxmlformats.org/drawingml/2006/table">
            <a:tbl>
              <a:tblPr firstRow="1" bandRow="1">
                <a:tableStyleId>{5C22544A-7EE6-4342-B048-85BDC9FD1C3A}</a:tableStyleId>
              </a:tblPr>
              <a:tblGrid>
                <a:gridCol w="4112163">
                  <a:extLst>
                    <a:ext uri="{9D8B030D-6E8A-4147-A177-3AD203B41FA5}">
                      <a16:colId xmlns:a16="http://schemas.microsoft.com/office/drawing/2014/main" val="1610183308"/>
                    </a:ext>
                  </a:extLst>
                </a:gridCol>
                <a:gridCol w="831273">
                  <a:extLst>
                    <a:ext uri="{9D8B030D-6E8A-4147-A177-3AD203B41FA5}">
                      <a16:colId xmlns:a16="http://schemas.microsoft.com/office/drawing/2014/main" val="3170924326"/>
                    </a:ext>
                  </a:extLst>
                </a:gridCol>
                <a:gridCol w="844853">
                  <a:extLst>
                    <a:ext uri="{9D8B030D-6E8A-4147-A177-3AD203B41FA5}">
                      <a16:colId xmlns:a16="http://schemas.microsoft.com/office/drawing/2014/main" val="3555548847"/>
                    </a:ext>
                  </a:extLst>
                </a:gridCol>
                <a:gridCol w="1680789">
                  <a:extLst>
                    <a:ext uri="{9D8B030D-6E8A-4147-A177-3AD203B41FA5}">
                      <a16:colId xmlns:a16="http://schemas.microsoft.com/office/drawing/2014/main" val="12552978"/>
                    </a:ext>
                  </a:extLst>
                </a:gridCol>
                <a:gridCol w="1365756">
                  <a:extLst>
                    <a:ext uri="{9D8B030D-6E8A-4147-A177-3AD203B41FA5}">
                      <a16:colId xmlns:a16="http://schemas.microsoft.com/office/drawing/2014/main" val="901360714"/>
                    </a:ext>
                  </a:extLst>
                </a:gridCol>
                <a:gridCol w="1020338">
                  <a:extLst>
                    <a:ext uri="{9D8B030D-6E8A-4147-A177-3AD203B41FA5}">
                      <a16:colId xmlns:a16="http://schemas.microsoft.com/office/drawing/2014/main" val="2263846041"/>
                    </a:ext>
                  </a:extLst>
                </a:gridCol>
                <a:gridCol w="921685">
                  <a:extLst>
                    <a:ext uri="{9D8B030D-6E8A-4147-A177-3AD203B41FA5}">
                      <a16:colId xmlns:a16="http://schemas.microsoft.com/office/drawing/2014/main" val="3819082592"/>
                    </a:ext>
                  </a:extLst>
                </a:gridCol>
              </a:tblGrid>
              <a:tr h="566360">
                <a:tc>
                  <a:txBody>
                    <a:bodyPr/>
                    <a:lstStyle/>
                    <a:p>
                      <a:pPr algn="ctr" fontAlgn="ctr"/>
                      <a:r>
                        <a:rPr lang="en-US" sz="1200" b="1" i="0" u="none" strike="noStrike">
                          <a:solidFill>
                            <a:schemeClr val="bg1"/>
                          </a:solidFill>
                          <a:effectLst/>
                          <a:latin typeface="+mn-lt"/>
                        </a:rPr>
                        <a:t>Scenario</a:t>
                      </a:r>
                    </a:p>
                  </a:txBody>
                  <a:tcPr marL="4277" marR="4277" marT="4277" marB="30792" anchor="ctr"/>
                </a:tc>
                <a:tc>
                  <a:txBody>
                    <a:bodyPr/>
                    <a:lstStyle/>
                    <a:p>
                      <a:pPr algn="ctr" fontAlgn="ctr"/>
                      <a:r>
                        <a:rPr lang="en-US" sz="1200" b="1" i="0" u="none" strike="noStrike">
                          <a:solidFill>
                            <a:schemeClr val="bg1"/>
                          </a:solidFill>
                          <a:effectLst/>
                          <a:latin typeface="+mn-lt"/>
                        </a:rPr>
                        <a:t>Duration</a:t>
                      </a:r>
                    </a:p>
                  </a:txBody>
                  <a:tcPr marL="4277" marR="4277" marT="4277" marB="30792" anchor="ctr"/>
                </a:tc>
                <a:tc>
                  <a:txBody>
                    <a:bodyPr/>
                    <a:lstStyle/>
                    <a:p>
                      <a:pPr algn="ctr" fontAlgn="ctr"/>
                      <a:r>
                        <a:rPr lang="en-US" sz="1200" b="1" i="0" u="none" strike="noStrike">
                          <a:solidFill>
                            <a:schemeClr val="bg1"/>
                          </a:solidFill>
                          <a:effectLst/>
                          <a:latin typeface="+mn-lt"/>
                        </a:rPr>
                        <a:t>Application Name</a:t>
                      </a:r>
                    </a:p>
                  </a:txBody>
                  <a:tcPr marL="4277" marR="4277" marT="4277" marB="30792" anchor="ctr"/>
                </a:tc>
                <a:tc>
                  <a:txBody>
                    <a:bodyPr/>
                    <a:lstStyle/>
                    <a:p>
                      <a:pPr algn="ctr" fontAlgn="ctr"/>
                      <a:r>
                        <a:rPr lang="en-US" sz="1200" b="1" i="0" u="none" strike="noStrike">
                          <a:solidFill>
                            <a:schemeClr val="bg1"/>
                          </a:solidFill>
                          <a:effectLst/>
                          <a:latin typeface="+mn-lt"/>
                        </a:rPr>
                        <a:t>Transactions per Hour (TPH)</a:t>
                      </a:r>
                    </a:p>
                  </a:txBody>
                  <a:tcPr marL="4277" marR="4277" marT="4277" marB="30792" anchor="ctr"/>
                </a:tc>
                <a:tc>
                  <a:txBody>
                    <a:bodyPr/>
                    <a:lstStyle/>
                    <a:p>
                      <a:pPr algn="ctr" fontAlgn="ctr"/>
                      <a:r>
                        <a:rPr lang="en-US" sz="1200" b="1" i="0" u="none" strike="noStrike">
                          <a:solidFill>
                            <a:schemeClr val="bg1"/>
                          </a:solidFill>
                          <a:effectLst/>
                          <a:latin typeface="+mn-lt"/>
                        </a:rPr>
                        <a:t>Transactions per Min (TPM)</a:t>
                      </a:r>
                    </a:p>
                  </a:txBody>
                  <a:tcPr marL="4277" marR="4277" marT="4277" marB="30792" anchor="ctr"/>
                </a:tc>
                <a:tc>
                  <a:txBody>
                    <a:bodyPr/>
                    <a:lstStyle/>
                    <a:p>
                      <a:pPr algn="ctr" fontAlgn="ctr"/>
                      <a:r>
                        <a:rPr lang="en-US" sz="1200" b="1" i="0" u="none" strike="noStrike">
                          <a:solidFill>
                            <a:schemeClr val="bg1"/>
                          </a:solidFill>
                          <a:effectLst/>
                          <a:latin typeface="+mn-lt"/>
                        </a:rPr>
                        <a:t>Transactions per sec (TPS)</a:t>
                      </a:r>
                    </a:p>
                  </a:txBody>
                  <a:tcPr marL="4277" marR="4277" marT="4277" marB="30792" anchor="ctr"/>
                </a:tc>
                <a:tc>
                  <a:txBody>
                    <a:bodyPr/>
                    <a:lstStyle/>
                    <a:p>
                      <a:pPr algn="ctr" fontAlgn="ctr"/>
                      <a:r>
                        <a:rPr lang="en-US" sz="1200" b="1" i="0" u="none" strike="noStrike">
                          <a:solidFill>
                            <a:schemeClr val="bg1"/>
                          </a:solidFill>
                          <a:effectLst/>
                          <a:latin typeface="+mn-lt"/>
                        </a:rPr>
                        <a:t>Response Time (in sec)</a:t>
                      </a:r>
                    </a:p>
                  </a:txBody>
                  <a:tcPr marL="4277" marR="4277" marT="4277" marB="30792" anchor="ctr"/>
                </a:tc>
                <a:extLst>
                  <a:ext uri="{0D108BD9-81ED-4DB2-BD59-A6C34878D82A}">
                    <a16:rowId xmlns:a16="http://schemas.microsoft.com/office/drawing/2014/main" val="3985106747"/>
                  </a:ext>
                </a:extLst>
              </a:tr>
              <a:tr h="213180">
                <a:tc>
                  <a:txBody>
                    <a:bodyPr/>
                    <a:lstStyle/>
                    <a:p>
                      <a:pPr algn="l" fontAlgn="ctr"/>
                      <a:r>
                        <a:rPr lang="en-US" sz="1200" b="0" i="0" u="none" strike="noStrike">
                          <a:solidFill>
                            <a:srgbClr val="000000"/>
                          </a:solidFill>
                          <a:effectLst/>
                          <a:latin typeface="+mn-lt"/>
                        </a:rPr>
                        <a:t>Report generation with 90 &amp; 14, 7 days (Equal Distribution)</a:t>
                      </a:r>
                    </a:p>
                    <a:p>
                      <a:pPr algn="l" fontAlgn="ctr"/>
                      <a:r>
                        <a:rPr lang="en-US" sz="1200" b="0" i="0" u="none" strike="noStrike">
                          <a:solidFill>
                            <a:srgbClr val="000000"/>
                          </a:solidFill>
                          <a:effectLst/>
                          <a:latin typeface="+mn-lt"/>
                        </a:rPr>
                        <a:t>Scenario - 6d (Best Case)</a:t>
                      </a:r>
                    </a:p>
                  </a:txBody>
                  <a:tcPr marL="6350" marR="6350" marT="6350" anchor="ctr"/>
                </a:tc>
                <a:tc>
                  <a:txBody>
                    <a:bodyPr/>
                    <a:lstStyle/>
                    <a:p>
                      <a:pPr algn="ctr" fontAlgn="ctr"/>
                      <a:r>
                        <a:rPr lang="en-US" sz="1200" b="0" i="0" u="none" strike="noStrike">
                          <a:solidFill>
                            <a:srgbClr val="000000"/>
                          </a:solidFill>
                          <a:effectLst/>
                          <a:latin typeface="+mn-lt"/>
                        </a:rPr>
                        <a:t>1 Hr.</a:t>
                      </a:r>
                    </a:p>
                  </a:txBody>
                  <a:tcPr marL="6350" marR="6350" marT="6350" anchor="ctr"/>
                </a:tc>
                <a:tc>
                  <a:txBody>
                    <a:bodyPr/>
                    <a:lstStyle/>
                    <a:p>
                      <a:pPr algn="ctr" fontAlgn="ctr"/>
                      <a:r>
                        <a:rPr lang="en-US" sz="1200" b="0" i="0" u="none" strike="noStrike">
                          <a:solidFill>
                            <a:srgbClr val="000000"/>
                          </a:solidFill>
                          <a:effectLst/>
                          <a:latin typeface="+mn-lt"/>
                        </a:rPr>
                        <a:t>HCP</a:t>
                      </a:r>
                    </a:p>
                  </a:txBody>
                  <a:tcPr marL="6350" marR="6350" marT="6350" anchor="ctr"/>
                </a:tc>
                <a:tc>
                  <a:txBody>
                    <a:bodyPr/>
                    <a:lstStyle/>
                    <a:p>
                      <a:pPr algn="ctr" fontAlgn="ctr"/>
                      <a:r>
                        <a:rPr lang="en-US" sz="1200" b="0" i="0" u="none" strike="noStrike">
                          <a:solidFill>
                            <a:srgbClr val="000000"/>
                          </a:solidFill>
                          <a:effectLst/>
                          <a:latin typeface="+mn-lt"/>
                        </a:rPr>
                        <a:t>6250</a:t>
                      </a:r>
                    </a:p>
                  </a:txBody>
                  <a:tcPr marL="6350" marR="6350" marT="6350" anchor="ctr"/>
                </a:tc>
                <a:tc>
                  <a:txBody>
                    <a:bodyPr/>
                    <a:lstStyle/>
                    <a:p>
                      <a:pPr algn="ctr" fontAlgn="ctr"/>
                      <a:r>
                        <a:rPr lang="en-US" sz="1200" b="0" i="0" u="none" strike="noStrike">
                          <a:solidFill>
                            <a:srgbClr val="000000"/>
                          </a:solidFill>
                          <a:effectLst/>
                          <a:latin typeface="+mn-lt"/>
                        </a:rPr>
                        <a:t>104</a:t>
                      </a:r>
                    </a:p>
                  </a:txBody>
                  <a:tcPr marL="6350" marR="6350" marT="6350" anchor="ctr"/>
                </a:tc>
                <a:tc>
                  <a:txBody>
                    <a:bodyPr/>
                    <a:lstStyle/>
                    <a:p>
                      <a:pPr algn="ctr" fontAlgn="ctr"/>
                      <a:r>
                        <a:rPr lang="en-US" sz="1200" b="0" i="0" u="none" strike="noStrike">
                          <a:solidFill>
                            <a:srgbClr val="000000"/>
                          </a:solidFill>
                          <a:effectLst/>
                          <a:latin typeface="+mn-lt"/>
                        </a:rPr>
                        <a:t>1.74</a:t>
                      </a:r>
                    </a:p>
                  </a:txBody>
                  <a:tcPr marL="6350" marR="6350" marT="6350" anchor="ctr"/>
                </a:tc>
                <a:tc>
                  <a:txBody>
                    <a:bodyPr/>
                    <a:lstStyle/>
                    <a:p>
                      <a:pPr algn="ctr" fontAlgn="ctr"/>
                      <a:r>
                        <a:rPr lang="en-US" sz="1200" b="0" i="0" u="none" strike="noStrike">
                          <a:solidFill>
                            <a:srgbClr val="000000"/>
                          </a:solidFill>
                          <a:effectLst/>
                          <a:latin typeface="+mn-lt"/>
                        </a:rPr>
                        <a:t>&lt;20</a:t>
                      </a:r>
                    </a:p>
                  </a:txBody>
                  <a:tcPr marL="6350" marR="6350" marT="6350" anchor="ctr"/>
                </a:tc>
                <a:extLst>
                  <a:ext uri="{0D108BD9-81ED-4DB2-BD59-A6C34878D82A}">
                    <a16:rowId xmlns:a16="http://schemas.microsoft.com/office/drawing/2014/main" val="801667192"/>
                  </a:ext>
                </a:extLst>
              </a:tr>
              <a:tr h="388915">
                <a:tc>
                  <a:txBody>
                    <a:bodyPr/>
                    <a:lstStyle/>
                    <a:p>
                      <a:pPr algn="l" fontAlgn="ctr"/>
                      <a:r>
                        <a:rPr lang="en-US" sz="1200" b="0" i="0" u="none" strike="noStrike">
                          <a:solidFill>
                            <a:srgbClr val="000000"/>
                          </a:solidFill>
                          <a:effectLst/>
                          <a:latin typeface="+mn-lt"/>
                        </a:rPr>
                        <a:t>Insight generation</a:t>
                      </a:r>
                      <a:br>
                        <a:rPr lang="en-US" sz="1200" b="0" i="0" u="none" strike="noStrike">
                          <a:solidFill>
                            <a:srgbClr val="000000"/>
                          </a:solidFill>
                          <a:effectLst/>
                          <a:latin typeface="+mn-lt"/>
                        </a:rPr>
                      </a:br>
                      <a:r>
                        <a:rPr lang="en-US" sz="1200" b="0" i="0" u="none" strike="noStrike">
                          <a:solidFill>
                            <a:srgbClr val="000000"/>
                          </a:solidFill>
                          <a:effectLst/>
                          <a:latin typeface="+mn-lt"/>
                        </a:rPr>
                        <a:t>Insights - Schedule Every Sunday at 1am EST</a:t>
                      </a:r>
                    </a:p>
                  </a:txBody>
                  <a:tcPr marL="4277" marR="4277" marT="4277" marB="30792" anchor="ctr"/>
                </a:tc>
                <a:tc>
                  <a:txBody>
                    <a:bodyPr/>
                    <a:lstStyle/>
                    <a:p>
                      <a:pPr algn="ctr" fontAlgn="ctr"/>
                      <a:r>
                        <a:rPr lang="en-US" sz="1200" b="0" i="0" u="none" strike="noStrike">
                          <a:solidFill>
                            <a:srgbClr val="000000"/>
                          </a:solidFill>
                          <a:effectLst/>
                          <a:latin typeface="+mn-lt"/>
                        </a:rPr>
                        <a:t>NA</a:t>
                      </a:r>
                    </a:p>
                  </a:txBody>
                  <a:tcPr marL="4277" marR="4277" marT="4277" marB="30792" anchor="ctr"/>
                </a:tc>
                <a:tc>
                  <a:txBody>
                    <a:bodyPr/>
                    <a:lstStyle/>
                    <a:p>
                      <a:pPr algn="ctr" fontAlgn="ctr"/>
                      <a:r>
                        <a:rPr lang="en-US" sz="1200" b="0" i="0" u="none" strike="noStrike" err="1">
                          <a:solidFill>
                            <a:srgbClr val="000000"/>
                          </a:solidFill>
                          <a:effectLst/>
                          <a:latin typeface="+mn-lt"/>
                        </a:rPr>
                        <a:t>PwD</a:t>
                      </a:r>
                      <a:endParaRPr lang="en-US" sz="1200" b="0" i="0" u="none" strike="noStrike">
                        <a:solidFill>
                          <a:srgbClr val="000000"/>
                        </a:solidFill>
                        <a:effectLst/>
                        <a:latin typeface="+mn-lt"/>
                      </a:endParaRPr>
                    </a:p>
                  </a:txBody>
                  <a:tcPr marL="4277" marR="4277" marT="4277" marB="30792" anchor="ctr"/>
                </a:tc>
                <a:tc>
                  <a:txBody>
                    <a:bodyPr/>
                    <a:lstStyle/>
                    <a:p>
                      <a:pPr algn="ctr" fontAlgn="ctr"/>
                      <a:r>
                        <a:rPr lang="en-US" sz="1200" b="0" i="0" u="none" strike="noStrike">
                          <a:solidFill>
                            <a:srgbClr val="000000"/>
                          </a:solidFill>
                          <a:effectLst/>
                          <a:latin typeface="+mn-lt"/>
                        </a:rPr>
                        <a:t>n/a</a:t>
                      </a:r>
                    </a:p>
                  </a:txBody>
                  <a:tcPr marL="4277" marR="4277" marT="4277" marB="30792" anchor="ctr"/>
                </a:tc>
                <a:tc>
                  <a:txBody>
                    <a:bodyPr/>
                    <a:lstStyle/>
                    <a:p>
                      <a:pPr algn="ctr" fontAlgn="ctr"/>
                      <a:r>
                        <a:rPr lang="en-US" sz="1200" b="0" i="0" u="none" strike="noStrike">
                          <a:solidFill>
                            <a:srgbClr val="000000"/>
                          </a:solidFill>
                          <a:effectLst/>
                          <a:latin typeface="+mn-lt"/>
                        </a:rPr>
                        <a:t>n/a</a:t>
                      </a:r>
                    </a:p>
                  </a:txBody>
                  <a:tcPr marL="4277" marR="4277" marT="4277" marB="30792" anchor="ctr"/>
                </a:tc>
                <a:tc>
                  <a:txBody>
                    <a:bodyPr/>
                    <a:lstStyle/>
                    <a:p>
                      <a:pPr algn="ctr" fontAlgn="ctr"/>
                      <a:r>
                        <a:rPr lang="en-US" sz="1200" b="0" i="0" u="none" strike="noStrike">
                          <a:solidFill>
                            <a:srgbClr val="000000"/>
                          </a:solidFill>
                          <a:effectLst/>
                          <a:latin typeface="+mn-lt"/>
                        </a:rPr>
                        <a:t>n/a</a:t>
                      </a:r>
                    </a:p>
                  </a:txBody>
                  <a:tcPr marL="4277" marR="4277" marT="4277" marB="30792" anchor="ctr"/>
                </a:tc>
                <a:tc>
                  <a:txBody>
                    <a:bodyPr/>
                    <a:lstStyle/>
                    <a:p>
                      <a:pPr algn="ctr" fontAlgn="ctr"/>
                      <a:r>
                        <a:rPr lang="en-US" sz="1200" b="0" i="0" u="none" strike="noStrike">
                          <a:solidFill>
                            <a:srgbClr val="000000"/>
                          </a:solidFill>
                          <a:effectLst/>
                          <a:latin typeface="+mn-lt"/>
                        </a:rPr>
                        <a:t>4 hours</a:t>
                      </a:r>
                    </a:p>
                  </a:txBody>
                  <a:tcPr marL="4277" marR="4277" marT="4277" marB="30792" anchor="ctr"/>
                </a:tc>
                <a:extLst>
                  <a:ext uri="{0D108BD9-81ED-4DB2-BD59-A6C34878D82A}">
                    <a16:rowId xmlns:a16="http://schemas.microsoft.com/office/drawing/2014/main" val="1220037854"/>
                  </a:ext>
                </a:extLst>
              </a:tr>
              <a:tr h="292578">
                <a:tc>
                  <a:txBody>
                    <a:bodyPr/>
                    <a:lstStyle/>
                    <a:p>
                      <a:pPr algn="l" fontAlgn="ctr"/>
                      <a:r>
                        <a:rPr lang="en-US" sz="1200" b="0" i="0" u="none" strike="noStrike">
                          <a:solidFill>
                            <a:srgbClr val="000000"/>
                          </a:solidFill>
                          <a:effectLst/>
                          <a:latin typeface="+mn-lt"/>
                        </a:rPr>
                        <a:t>Navigation (landing page - patient directory)</a:t>
                      </a:r>
                    </a:p>
                  </a:txBody>
                  <a:tcPr marL="4277" marR="4277" marT="4277" marB="30792" anchor="ctr"/>
                </a:tc>
                <a:tc>
                  <a:txBody>
                    <a:bodyPr/>
                    <a:lstStyle/>
                    <a:p>
                      <a:pPr algn="ctr" fontAlgn="ctr"/>
                      <a:r>
                        <a:rPr lang="en-US" sz="1200" b="0" i="0" u="none" strike="noStrike">
                          <a:solidFill>
                            <a:srgbClr val="000000"/>
                          </a:solidFill>
                          <a:effectLst/>
                          <a:latin typeface="+mn-lt"/>
                        </a:rPr>
                        <a:t>1 Hr.</a:t>
                      </a:r>
                    </a:p>
                  </a:txBody>
                  <a:tcPr marL="4277" marR="4277" marT="4277" marB="30792" anchor="ctr"/>
                </a:tc>
                <a:tc>
                  <a:txBody>
                    <a:bodyPr/>
                    <a:lstStyle/>
                    <a:p>
                      <a:pPr algn="ctr" fontAlgn="ctr"/>
                      <a:r>
                        <a:rPr lang="en-US" sz="1200" b="0" i="0" u="none" strike="noStrike">
                          <a:solidFill>
                            <a:srgbClr val="000000"/>
                          </a:solidFill>
                          <a:effectLst/>
                          <a:latin typeface="+mn-lt"/>
                        </a:rPr>
                        <a:t>HCP</a:t>
                      </a:r>
                    </a:p>
                  </a:txBody>
                  <a:tcPr marL="4277" marR="4277" marT="4277" marB="30792" anchor="ctr"/>
                </a:tc>
                <a:tc>
                  <a:txBody>
                    <a:bodyPr/>
                    <a:lstStyle/>
                    <a:p>
                      <a:pPr marL="0" algn="ctr" defTabSz="1219170" rtl="0" eaLnBrk="1" fontAlgn="ctr" latinLnBrk="0" hangingPunct="1"/>
                      <a:r>
                        <a:rPr lang="en-US" sz="1200" b="0" i="0" u="none" strike="noStrike" kern="1200">
                          <a:solidFill>
                            <a:srgbClr val="000000"/>
                          </a:solidFill>
                          <a:effectLst/>
                          <a:latin typeface="+mn-lt"/>
                          <a:ea typeface="+mn-ea"/>
                          <a:cs typeface="+mn-cs"/>
                        </a:rPr>
                        <a:t>828</a:t>
                      </a:r>
                    </a:p>
                  </a:txBody>
                  <a:tcPr marL="4277" marR="4277" marT="4277" marB="30792" anchor="ctr"/>
                </a:tc>
                <a:tc>
                  <a:txBody>
                    <a:bodyPr/>
                    <a:lstStyle/>
                    <a:p>
                      <a:pPr algn="ctr" fontAlgn="ctr"/>
                      <a:r>
                        <a:rPr lang="en-US" sz="1200" b="0" i="0" u="none" strike="noStrike">
                          <a:solidFill>
                            <a:srgbClr val="000000"/>
                          </a:solidFill>
                          <a:effectLst/>
                          <a:latin typeface="+mn-lt"/>
                        </a:rPr>
                        <a:t>13.80</a:t>
                      </a:r>
                    </a:p>
                  </a:txBody>
                  <a:tcPr marL="4277" marR="4277" marT="4277" marB="30792" anchor="ctr"/>
                </a:tc>
                <a:tc>
                  <a:txBody>
                    <a:bodyPr/>
                    <a:lstStyle/>
                    <a:p>
                      <a:pPr marL="0" algn="ctr" defTabSz="1219170" rtl="0" eaLnBrk="1" fontAlgn="ctr" latinLnBrk="0" hangingPunct="1"/>
                      <a:r>
                        <a:rPr lang="en-US" sz="1200" b="0" i="0" u="none" strike="noStrike" kern="1200">
                          <a:solidFill>
                            <a:srgbClr val="000000"/>
                          </a:solidFill>
                          <a:effectLst/>
                          <a:latin typeface="+mn-lt"/>
                          <a:ea typeface="+mn-ea"/>
                          <a:cs typeface="+mn-cs"/>
                        </a:rPr>
                        <a:t>0.23</a:t>
                      </a:r>
                    </a:p>
                  </a:txBody>
                  <a:tcPr marL="4277" marR="4277" marT="4277" marB="30792" anchor="ctr"/>
                </a:tc>
                <a:tc>
                  <a:txBody>
                    <a:bodyPr/>
                    <a:lstStyle/>
                    <a:p>
                      <a:pPr algn="ctr" fontAlgn="ctr"/>
                      <a:r>
                        <a:rPr lang="en-US" sz="1200" b="0" i="0" u="none" strike="noStrike">
                          <a:solidFill>
                            <a:srgbClr val="000000"/>
                          </a:solidFill>
                          <a:effectLst/>
                          <a:latin typeface="+mn-lt"/>
                        </a:rPr>
                        <a:t>&lt;5</a:t>
                      </a:r>
                    </a:p>
                  </a:txBody>
                  <a:tcPr marL="4277" marR="4277" marT="4277" marB="30792" anchor="ctr"/>
                </a:tc>
                <a:extLst>
                  <a:ext uri="{0D108BD9-81ED-4DB2-BD59-A6C34878D82A}">
                    <a16:rowId xmlns:a16="http://schemas.microsoft.com/office/drawing/2014/main" val="4054001827"/>
                  </a:ext>
                </a:extLst>
              </a:tr>
              <a:tr h="211471">
                <a:tc>
                  <a:txBody>
                    <a:bodyPr/>
                    <a:lstStyle/>
                    <a:p>
                      <a:pPr algn="l" fontAlgn="ctr"/>
                      <a:r>
                        <a:rPr lang="en-US" sz="1200" b="0" i="0" u="none" strike="noStrike">
                          <a:solidFill>
                            <a:srgbClr val="000000"/>
                          </a:solidFill>
                          <a:effectLst/>
                          <a:latin typeface="+mn-lt"/>
                        </a:rPr>
                        <a:t>Search patient with name to generate the report </a:t>
                      </a:r>
                    </a:p>
                  </a:txBody>
                  <a:tcPr marL="4277" marR="4277" marT="4277" marB="30792" anchor="ctr"/>
                </a:tc>
                <a:tc>
                  <a:txBody>
                    <a:bodyPr/>
                    <a:lstStyle/>
                    <a:p>
                      <a:pPr algn="ctr" fontAlgn="ctr"/>
                      <a:r>
                        <a:rPr lang="en-US" sz="1200" b="0" i="0" u="none" strike="noStrike">
                          <a:solidFill>
                            <a:srgbClr val="000000"/>
                          </a:solidFill>
                          <a:effectLst/>
                          <a:latin typeface="+mn-lt"/>
                        </a:rPr>
                        <a:t>1 Hr.</a:t>
                      </a:r>
                    </a:p>
                  </a:txBody>
                  <a:tcPr marL="4277" marR="4277" marT="4277" marB="30792" anchor="ctr"/>
                </a:tc>
                <a:tc>
                  <a:txBody>
                    <a:bodyPr/>
                    <a:lstStyle/>
                    <a:p>
                      <a:pPr algn="ctr" fontAlgn="ctr"/>
                      <a:r>
                        <a:rPr lang="en-US" sz="1200" b="0" i="0" u="none" strike="noStrike">
                          <a:solidFill>
                            <a:srgbClr val="000000"/>
                          </a:solidFill>
                          <a:effectLst/>
                          <a:latin typeface="+mn-lt"/>
                        </a:rPr>
                        <a:t>HCP</a:t>
                      </a:r>
                    </a:p>
                  </a:txBody>
                  <a:tcPr marL="4277" marR="4277" marT="4277" marB="30792" anchor="ctr"/>
                </a:tc>
                <a:tc>
                  <a:txBody>
                    <a:bodyPr/>
                    <a:lstStyle/>
                    <a:p>
                      <a:pPr marL="0" algn="ctr" defTabSz="1219170" rtl="0" eaLnBrk="1" fontAlgn="ctr" latinLnBrk="0" hangingPunct="1"/>
                      <a:r>
                        <a:rPr lang="en-US" sz="1200" b="0" i="0" u="none" strike="noStrike" kern="1200">
                          <a:solidFill>
                            <a:srgbClr val="000000"/>
                          </a:solidFill>
                          <a:effectLst/>
                          <a:latin typeface="+mn-lt"/>
                          <a:ea typeface="+mn-ea"/>
                          <a:cs typeface="+mn-cs"/>
                        </a:rPr>
                        <a:t>828</a:t>
                      </a:r>
                    </a:p>
                  </a:txBody>
                  <a:tcPr marL="4277" marR="4277" marT="4277" marB="30792" anchor="ctr"/>
                </a:tc>
                <a:tc>
                  <a:txBody>
                    <a:bodyPr/>
                    <a:lstStyle/>
                    <a:p>
                      <a:pPr algn="ctr" fontAlgn="ctr"/>
                      <a:r>
                        <a:rPr lang="en-US" sz="1200" b="0" i="0" u="none" strike="noStrike">
                          <a:solidFill>
                            <a:srgbClr val="000000"/>
                          </a:solidFill>
                          <a:effectLst/>
                          <a:latin typeface="+mn-lt"/>
                        </a:rPr>
                        <a:t>13.80</a:t>
                      </a:r>
                    </a:p>
                  </a:txBody>
                  <a:tcPr marL="4277" marR="4277" marT="4277" marB="30792" anchor="ctr"/>
                </a:tc>
                <a:tc>
                  <a:txBody>
                    <a:bodyPr/>
                    <a:lstStyle/>
                    <a:p>
                      <a:pPr marL="0" algn="ctr" defTabSz="1219170" rtl="0" eaLnBrk="1" fontAlgn="ctr" latinLnBrk="0" hangingPunct="1"/>
                      <a:r>
                        <a:rPr lang="en-US" sz="1200" b="0" i="0" u="none" strike="noStrike" kern="1200">
                          <a:solidFill>
                            <a:srgbClr val="000000"/>
                          </a:solidFill>
                          <a:effectLst/>
                          <a:latin typeface="+mn-lt"/>
                          <a:ea typeface="+mn-ea"/>
                          <a:cs typeface="+mn-cs"/>
                        </a:rPr>
                        <a:t>0.23</a:t>
                      </a:r>
                    </a:p>
                  </a:txBody>
                  <a:tcPr marL="4277" marR="4277" marT="4277" marB="30792" anchor="ctr"/>
                </a:tc>
                <a:tc>
                  <a:txBody>
                    <a:bodyPr/>
                    <a:lstStyle/>
                    <a:p>
                      <a:pPr algn="ctr" fontAlgn="ctr"/>
                      <a:r>
                        <a:rPr lang="en-US" sz="1200" b="0" i="0" u="none" strike="noStrike">
                          <a:solidFill>
                            <a:srgbClr val="000000"/>
                          </a:solidFill>
                          <a:effectLst/>
                          <a:latin typeface="+mn-lt"/>
                        </a:rPr>
                        <a:t>&lt;5</a:t>
                      </a:r>
                    </a:p>
                  </a:txBody>
                  <a:tcPr marL="4277" marR="4277" marT="4277" marB="30792" anchor="ctr"/>
                </a:tc>
                <a:extLst>
                  <a:ext uri="{0D108BD9-81ED-4DB2-BD59-A6C34878D82A}">
                    <a16:rowId xmlns:a16="http://schemas.microsoft.com/office/drawing/2014/main" val="4162868981"/>
                  </a:ext>
                </a:extLst>
              </a:tr>
              <a:tr h="211471">
                <a:tc>
                  <a:txBody>
                    <a:bodyPr/>
                    <a:lstStyle/>
                    <a:p>
                      <a:pPr algn="l" fontAlgn="ctr"/>
                      <a:r>
                        <a:rPr lang="en-US" sz="1200" b="0" i="0" u="none" strike="noStrike">
                          <a:solidFill>
                            <a:srgbClr val="000000"/>
                          </a:solidFill>
                          <a:effectLst/>
                          <a:latin typeface="+mn-lt"/>
                        </a:rPr>
                        <a:t>HCP Invite to </a:t>
                      </a:r>
                      <a:r>
                        <a:rPr lang="en-US" sz="1200" b="0" i="0" u="none" strike="noStrike" err="1">
                          <a:solidFill>
                            <a:srgbClr val="000000"/>
                          </a:solidFill>
                          <a:effectLst/>
                          <a:latin typeface="+mn-lt"/>
                        </a:rPr>
                        <a:t>PwD</a:t>
                      </a:r>
                      <a:r>
                        <a:rPr lang="en-US" sz="1200" b="0" i="0" u="none" strike="noStrike">
                          <a:solidFill>
                            <a:srgbClr val="000000"/>
                          </a:solidFill>
                          <a:effectLst/>
                          <a:latin typeface="+mn-lt"/>
                        </a:rPr>
                        <a:t> </a:t>
                      </a:r>
                    </a:p>
                  </a:txBody>
                  <a:tcPr marL="4277" marR="4277" marT="4277" marB="30792" anchor="ctr"/>
                </a:tc>
                <a:tc>
                  <a:txBody>
                    <a:bodyPr/>
                    <a:lstStyle/>
                    <a:p>
                      <a:pPr algn="ctr" fontAlgn="ctr"/>
                      <a:r>
                        <a:rPr lang="en-US" sz="1200" b="0" i="0" u="none" strike="noStrike">
                          <a:solidFill>
                            <a:srgbClr val="000000"/>
                          </a:solidFill>
                          <a:effectLst/>
                          <a:latin typeface="+mn-lt"/>
                        </a:rPr>
                        <a:t>1 Hr.</a:t>
                      </a:r>
                    </a:p>
                  </a:txBody>
                  <a:tcPr marL="4277" marR="4277" marT="4277" marB="30792" anchor="ctr"/>
                </a:tc>
                <a:tc>
                  <a:txBody>
                    <a:bodyPr/>
                    <a:lstStyle/>
                    <a:p>
                      <a:pPr algn="ctr" fontAlgn="ctr"/>
                      <a:r>
                        <a:rPr lang="en-US" sz="1200" b="0" i="0" u="none" strike="noStrike">
                          <a:solidFill>
                            <a:srgbClr val="000000"/>
                          </a:solidFill>
                          <a:effectLst/>
                          <a:latin typeface="+mn-lt"/>
                        </a:rPr>
                        <a:t>HCP</a:t>
                      </a:r>
                    </a:p>
                  </a:txBody>
                  <a:tcPr marL="4277" marR="4277" marT="4277" marB="30792" anchor="ctr"/>
                </a:tc>
                <a:tc>
                  <a:txBody>
                    <a:bodyPr/>
                    <a:lstStyle/>
                    <a:p>
                      <a:pPr marL="0" algn="ctr" defTabSz="1219170" rtl="0" eaLnBrk="1" fontAlgn="ctr" latinLnBrk="0" hangingPunct="1"/>
                      <a:r>
                        <a:rPr lang="en-US" sz="1200" b="0" i="0" u="none" strike="noStrike" kern="1200">
                          <a:solidFill>
                            <a:srgbClr val="000000"/>
                          </a:solidFill>
                          <a:effectLst/>
                          <a:latin typeface="+mn-lt"/>
                          <a:ea typeface="+mn-ea"/>
                          <a:cs typeface="+mn-cs"/>
                        </a:rPr>
                        <a:t>1600</a:t>
                      </a:r>
                    </a:p>
                  </a:txBody>
                  <a:tcPr marL="4277" marR="4277" marT="4277" marB="30792" anchor="ctr"/>
                </a:tc>
                <a:tc>
                  <a:txBody>
                    <a:bodyPr/>
                    <a:lstStyle/>
                    <a:p>
                      <a:pPr algn="ctr" fontAlgn="ctr"/>
                      <a:r>
                        <a:rPr lang="en-US" sz="1200" b="0" i="0" u="none" strike="noStrike">
                          <a:solidFill>
                            <a:srgbClr val="000000"/>
                          </a:solidFill>
                          <a:effectLst/>
                          <a:latin typeface="+mn-lt"/>
                        </a:rPr>
                        <a:t>26.67</a:t>
                      </a:r>
                    </a:p>
                  </a:txBody>
                  <a:tcPr marL="4277" marR="4277" marT="4277" marB="30792" anchor="ctr"/>
                </a:tc>
                <a:tc>
                  <a:txBody>
                    <a:bodyPr/>
                    <a:lstStyle/>
                    <a:p>
                      <a:pPr marL="0" algn="ctr" defTabSz="1219170" rtl="0" eaLnBrk="1" fontAlgn="ctr" latinLnBrk="0" hangingPunct="1"/>
                      <a:r>
                        <a:rPr lang="en-US" sz="1200" b="0" i="0" u="none" strike="noStrike" kern="1200">
                          <a:solidFill>
                            <a:srgbClr val="000000"/>
                          </a:solidFill>
                          <a:effectLst/>
                          <a:latin typeface="+mn-lt"/>
                          <a:ea typeface="+mn-ea"/>
                          <a:cs typeface="+mn-cs"/>
                        </a:rPr>
                        <a:t>0.44</a:t>
                      </a:r>
                    </a:p>
                  </a:txBody>
                  <a:tcPr marL="4277" marR="4277" marT="4277" marB="30792" anchor="ctr"/>
                </a:tc>
                <a:tc>
                  <a:txBody>
                    <a:bodyPr/>
                    <a:lstStyle/>
                    <a:p>
                      <a:pPr algn="ctr" fontAlgn="ctr"/>
                      <a:r>
                        <a:rPr lang="en-US" sz="1200" b="0" i="0" u="none" strike="noStrike">
                          <a:solidFill>
                            <a:srgbClr val="000000"/>
                          </a:solidFill>
                          <a:effectLst/>
                          <a:latin typeface="+mn-lt"/>
                        </a:rPr>
                        <a:t>&lt;5</a:t>
                      </a:r>
                    </a:p>
                  </a:txBody>
                  <a:tcPr marL="4277" marR="4277" marT="4277" marB="30792" anchor="ctr"/>
                </a:tc>
                <a:extLst>
                  <a:ext uri="{0D108BD9-81ED-4DB2-BD59-A6C34878D82A}">
                    <a16:rowId xmlns:a16="http://schemas.microsoft.com/office/drawing/2014/main" val="1868385818"/>
                  </a:ext>
                </a:extLst>
              </a:tr>
              <a:tr h="211471">
                <a:tc>
                  <a:txBody>
                    <a:bodyPr/>
                    <a:lstStyle/>
                    <a:p>
                      <a:pPr algn="l" fontAlgn="ctr"/>
                      <a:r>
                        <a:rPr lang="en-US" sz="1200" b="0" i="0" u="none" strike="noStrike">
                          <a:solidFill>
                            <a:srgbClr val="000000"/>
                          </a:solidFill>
                          <a:effectLst/>
                          <a:latin typeface="+mn-lt"/>
                        </a:rPr>
                        <a:t>Staff navigation (Go to staff directory)</a:t>
                      </a:r>
                    </a:p>
                  </a:txBody>
                  <a:tcPr marL="4277" marR="4277" marT="4277" marB="30792" anchor="ctr"/>
                </a:tc>
                <a:tc>
                  <a:txBody>
                    <a:bodyPr/>
                    <a:lstStyle/>
                    <a:p>
                      <a:pPr algn="ctr" fontAlgn="ctr"/>
                      <a:r>
                        <a:rPr lang="en-US" sz="1200" b="0" i="0" u="none" strike="noStrike">
                          <a:solidFill>
                            <a:srgbClr val="000000"/>
                          </a:solidFill>
                          <a:effectLst/>
                          <a:latin typeface="+mn-lt"/>
                        </a:rPr>
                        <a:t>1 Hr. </a:t>
                      </a:r>
                    </a:p>
                  </a:txBody>
                  <a:tcPr marL="4277" marR="4277" marT="4277" marB="30792" anchor="ctr"/>
                </a:tc>
                <a:tc>
                  <a:txBody>
                    <a:bodyPr/>
                    <a:lstStyle/>
                    <a:p>
                      <a:pPr algn="ctr" fontAlgn="ctr"/>
                      <a:r>
                        <a:rPr lang="en-US" sz="1200" b="0" i="0" u="none" strike="noStrike">
                          <a:solidFill>
                            <a:srgbClr val="000000"/>
                          </a:solidFill>
                          <a:effectLst/>
                          <a:latin typeface="+mn-lt"/>
                        </a:rPr>
                        <a:t>HCP</a:t>
                      </a:r>
                    </a:p>
                  </a:txBody>
                  <a:tcPr marL="4277" marR="4277" marT="4277" marB="30792" anchor="ctr"/>
                </a:tc>
                <a:tc>
                  <a:txBody>
                    <a:bodyPr/>
                    <a:lstStyle/>
                    <a:p>
                      <a:pPr marL="0" algn="ctr" defTabSz="1219170" rtl="0" eaLnBrk="1" fontAlgn="ctr" latinLnBrk="0" hangingPunct="1"/>
                      <a:r>
                        <a:rPr lang="en-US" sz="1200" b="0" i="0" u="none" strike="noStrike" kern="1200">
                          <a:solidFill>
                            <a:srgbClr val="000000"/>
                          </a:solidFill>
                          <a:effectLst/>
                          <a:latin typeface="+mn-lt"/>
                          <a:ea typeface="+mn-ea"/>
                          <a:cs typeface="+mn-cs"/>
                        </a:rPr>
                        <a:t>250</a:t>
                      </a:r>
                    </a:p>
                  </a:txBody>
                  <a:tcPr marL="4277" marR="4277" marT="4277" marB="30792" anchor="ctr"/>
                </a:tc>
                <a:tc>
                  <a:txBody>
                    <a:bodyPr/>
                    <a:lstStyle/>
                    <a:p>
                      <a:pPr algn="ctr" fontAlgn="ctr"/>
                      <a:r>
                        <a:rPr lang="en-US" sz="1200" b="0" i="0" u="none" strike="noStrike">
                          <a:solidFill>
                            <a:srgbClr val="000000"/>
                          </a:solidFill>
                          <a:effectLst/>
                          <a:latin typeface="+mn-lt"/>
                        </a:rPr>
                        <a:t>4.17</a:t>
                      </a:r>
                    </a:p>
                  </a:txBody>
                  <a:tcPr marL="4277" marR="4277" marT="4277" marB="30792" anchor="ctr"/>
                </a:tc>
                <a:tc>
                  <a:txBody>
                    <a:bodyPr/>
                    <a:lstStyle/>
                    <a:p>
                      <a:pPr marL="0" algn="ctr" defTabSz="1219170" rtl="0" eaLnBrk="1" fontAlgn="ctr" latinLnBrk="0" hangingPunct="1"/>
                      <a:r>
                        <a:rPr lang="en-US" sz="1200" b="0" i="0" u="none" strike="noStrike" kern="1200">
                          <a:solidFill>
                            <a:srgbClr val="000000"/>
                          </a:solidFill>
                          <a:effectLst/>
                          <a:latin typeface="+mn-lt"/>
                          <a:ea typeface="+mn-ea"/>
                          <a:cs typeface="+mn-cs"/>
                        </a:rPr>
                        <a:t>0.07</a:t>
                      </a:r>
                    </a:p>
                  </a:txBody>
                  <a:tcPr marL="4277" marR="4277" marT="4277" marB="30792" anchor="ctr"/>
                </a:tc>
                <a:tc>
                  <a:txBody>
                    <a:bodyPr/>
                    <a:lstStyle/>
                    <a:p>
                      <a:pPr algn="ctr" fontAlgn="ctr"/>
                      <a:r>
                        <a:rPr lang="en-US" sz="1200" b="0" i="0" u="none" strike="noStrike">
                          <a:solidFill>
                            <a:srgbClr val="000000"/>
                          </a:solidFill>
                          <a:effectLst/>
                          <a:latin typeface="+mn-lt"/>
                        </a:rPr>
                        <a:t>&lt;5</a:t>
                      </a:r>
                    </a:p>
                  </a:txBody>
                  <a:tcPr marL="4277" marR="4277" marT="4277" marB="30792" anchor="ctr"/>
                </a:tc>
                <a:extLst>
                  <a:ext uri="{0D108BD9-81ED-4DB2-BD59-A6C34878D82A}">
                    <a16:rowId xmlns:a16="http://schemas.microsoft.com/office/drawing/2014/main" val="112780816"/>
                  </a:ext>
                </a:extLst>
              </a:tr>
              <a:tr h="211471">
                <a:tc>
                  <a:txBody>
                    <a:bodyPr/>
                    <a:lstStyle/>
                    <a:p>
                      <a:pPr algn="l" fontAlgn="ctr"/>
                      <a:r>
                        <a:rPr lang="en-US" sz="1200" b="0" i="0" u="none" strike="noStrike">
                          <a:solidFill>
                            <a:srgbClr val="000000"/>
                          </a:solidFill>
                          <a:effectLst/>
                          <a:latin typeface="+mn-lt"/>
                        </a:rPr>
                        <a:t>Patient navigation (go to help and click on IFU)</a:t>
                      </a:r>
                    </a:p>
                  </a:txBody>
                  <a:tcPr marL="4277" marR="4277" marT="4277" marB="30792" anchor="ctr"/>
                </a:tc>
                <a:tc>
                  <a:txBody>
                    <a:bodyPr/>
                    <a:lstStyle/>
                    <a:p>
                      <a:pPr algn="ctr" fontAlgn="ctr"/>
                      <a:r>
                        <a:rPr lang="en-US" sz="1200" b="0" i="0" u="none" strike="noStrike">
                          <a:solidFill>
                            <a:srgbClr val="000000"/>
                          </a:solidFill>
                          <a:effectLst/>
                          <a:latin typeface="+mn-lt"/>
                        </a:rPr>
                        <a:t>1 Hr.</a:t>
                      </a:r>
                    </a:p>
                  </a:txBody>
                  <a:tcPr marL="4277" marR="4277" marT="4277" marB="30792" anchor="ctr"/>
                </a:tc>
                <a:tc>
                  <a:txBody>
                    <a:bodyPr/>
                    <a:lstStyle/>
                    <a:p>
                      <a:pPr algn="ctr" fontAlgn="ctr"/>
                      <a:r>
                        <a:rPr lang="en-US" sz="1200" b="0" i="0" u="none" strike="noStrike">
                          <a:solidFill>
                            <a:srgbClr val="000000"/>
                          </a:solidFill>
                          <a:effectLst/>
                          <a:latin typeface="+mn-lt"/>
                        </a:rPr>
                        <a:t>HCP</a:t>
                      </a:r>
                    </a:p>
                  </a:txBody>
                  <a:tcPr marL="4277" marR="4277" marT="4277" marB="30792" anchor="ctr"/>
                </a:tc>
                <a:tc>
                  <a:txBody>
                    <a:bodyPr/>
                    <a:lstStyle/>
                    <a:p>
                      <a:pPr algn="ctr" fontAlgn="ctr"/>
                      <a:r>
                        <a:rPr lang="en-US" sz="1200" b="0" i="0" u="none" strike="noStrike">
                          <a:solidFill>
                            <a:srgbClr val="000000"/>
                          </a:solidFill>
                          <a:effectLst/>
                          <a:latin typeface="+mn-lt"/>
                        </a:rPr>
                        <a:t>1000</a:t>
                      </a:r>
                    </a:p>
                  </a:txBody>
                  <a:tcPr marL="4277" marR="4277" marT="4277" marB="30792" anchor="ctr"/>
                </a:tc>
                <a:tc>
                  <a:txBody>
                    <a:bodyPr/>
                    <a:lstStyle/>
                    <a:p>
                      <a:pPr algn="ctr" fontAlgn="ctr"/>
                      <a:r>
                        <a:rPr lang="en-US" sz="1200" b="0" i="0" u="none" strike="noStrike">
                          <a:solidFill>
                            <a:srgbClr val="000000"/>
                          </a:solidFill>
                          <a:effectLst/>
                          <a:latin typeface="+mn-lt"/>
                        </a:rPr>
                        <a:t>16.70</a:t>
                      </a:r>
                    </a:p>
                  </a:txBody>
                  <a:tcPr marL="4277" marR="4277" marT="4277" marB="30792" anchor="ctr"/>
                </a:tc>
                <a:tc>
                  <a:txBody>
                    <a:bodyPr/>
                    <a:lstStyle/>
                    <a:p>
                      <a:pPr algn="ctr" fontAlgn="ctr"/>
                      <a:r>
                        <a:rPr lang="en-US" sz="1200" b="0" i="0" u="none" strike="noStrike">
                          <a:solidFill>
                            <a:srgbClr val="000000"/>
                          </a:solidFill>
                          <a:effectLst/>
                          <a:latin typeface="+mn-lt"/>
                        </a:rPr>
                        <a:t>0.28</a:t>
                      </a:r>
                    </a:p>
                  </a:txBody>
                  <a:tcPr marL="4277" marR="4277" marT="4277" marB="30792" anchor="ctr"/>
                </a:tc>
                <a:tc>
                  <a:txBody>
                    <a:bodyPr/>
                    <a:lstStyle/>
                    <a:p>
                      <a:pPr algn="ctr" fontAlgn="ctr"/>
                      <a:r>
                        <a:rPr lang="en-US" sz="1200" b="0" i="0" u="none" strike="noStrike">
                          <a:solidFill>
                            <a:srgbClr val="000000"/>
                          </a:solidFill>
                          <a:effectLst/>
                          <a:latin typeface="+mn-lt"/>
                        </a:rPr>
                        <a:t>&lt;10</a:t>
                      </a:r>
                    </a:p>
                  </a:txBody>
                  <a:tcPr marL="4277" marR="4277" marT="4277" marB="30792" anchor="ctr"/>
                </a:tc>
                <a:extLst>
                  <a:ext uri="{0D108BD9-81ED-4DB2-BD59-A6C34878D82A}">
                    <a16:rowId xmlns:a16="http://schemas.microsoft.com/office/drawing/2014/main" val="2463156443"/>
                  </a:ext>
                </a:extLst>
              </a:tr>
              <a:tr h="211471">
                <a:tc>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mn-lt"/>
                        </a:rPr>
                        <a:t>Patient navigation (Landing Page OP5 Insights)</a:t>
                      </a:r>
                    </a:p>
                  </a:txBody>
                  <a:tcPr marL="4277" marR="4277" marT="4277" marB="30792" anchor="ctr"/>
                </a:tc>
                <a:tc>
                  <a:txBody>
                    <a:bodyPr/>
                    <a:lstStyle/>
                    <a:p>
                      <a:pPr algn="ctr" fontAlgn="ctr"/>
                      <a:r>
                        <a:rPr lang="en-US" sz="1200" b="0" i="0" u="none" strike="noStrike">
                          <a:solidFill>
                            <a:srgbClr val="000000"/>
                          </a:solidFill>
                          <a:effectLst/>
                          <a:latin typeface="+mn-lt"/>
                        </a:rPr>
                        <a:t>1 Hr.</a:t>
                      </a:r>
                    </a:p>
                  </a:txBody>
                  <a:tcPr marL="4277" marR="4277" marT="4277" marB="30792" anchor="ctr"/>
                </a:tc>
                <a:tc>
                  <a:txBody>
                    <a:bodyPr/>
                    <a:lstStyle/>
                    <a:p>
                      <a:pPr algn="ctr" fontAlgn="ctr"/>
                      <a:r>
                        <a:rPr lang="en-US" sz="1200" b="0" i="0" u="none" strike="noStrike" err="1">
                          <a:solidFill>
                            <a:srgbClr val="000000"/>
                          </a:solidFill>
                          <a:effectLst/>
                          <a:latin typeface="+mn-lt"/>
                        </a:rPr>
                        <a:t>PwD</a:t>
                      </a:r>
                      <a:endParaRPr lang="en-US" sz="1200" b="0" i="0" u="none" strike="noStrike">
                        <a:solidFill>
                          <a:srgbClr val="000000"/>
                        </a:solidFill>
                        <a:effectLst/>
                        <a:latin typeface="+mn-lt"/>
                      </a:endParaRPr>
                    </a:p>
                  </a:txBody>
                  <a:tcPr marL="4277" marR="4277" marT="4277" marB="30792" anchor="ctr"/>
                </a:tc>
                <a:tc>
                  <a:txBody>
                    <a:bodyPr/>
                    <a:lstStyle/>
                    <a:p>
                      <a:pPr algn="ctr" fontAlgn="ctr"/>
                      <a:r>
                        <a:rPr lang="en-US" sz="1200" b="0" i="0" u="none" strike="noStrike">
                          <a:solidFill>
                            <a:srgbClr val="000000"/>
                          </a:solidFill>
                          <a:effectLst/>
                          <a:latin typeface="+mn-lt"/>
                        </a:rPr>
                        <a:t>19998</a:t>
                      </a:r>
                    </a:p>
                  </a:txBody>
                  <a:tcPr marL="4277" marR="4277" marT="4277" marB="30792" anchor="ctr"/>
                </a:tc>
                <a:tc>
                  <a:txBody>
                    <a:bodyPr/>
                    <a:lstStyle/>
                    <a:p>
                      <a:pPr algn="ctr" fontAlgn="ctr"/>
                      <a:r>
                        <a:rPr lang="en-US" sz="1200" b="0" i="0" u="none" strike="noStrike">
                          <a:solidFill>
                            <a:srgbClr val="000000"/>
                          </a:solidFill>
                          <a:effectLst/>
                          <a:latin typeface="+mn-lt"/>
                        </a:rPr>
                        <a:t>333.3</a:t>
                      </a:r>
                    </a:p>
                  </a:txBody>
                  <a:tcPr marL="4277" marR="4277" marT="4277" marB="30792" anchor="ctr"/>
                </a:tc>
                <a:tc>
                  <a:txBody>
                    <a:bodyPr/>
                    <a:lstStyle/>
                    <a:p>
                      <a:pPr algn="ctr" fontAlgn="ctr"/>
                      <a:r>
                        <a:rPr lang="en-US" sz="1200" b="0" i="0" u="none" strike="noStrike">
                          <a:solidFill>
                            <a:srgbClr val="000000"/>
                          </a:solidFill>
                          <a:effectLst/>
                          <a:latin typeface="+mn-lt"/>
                        </a:rPr>
                        <a:t>5.55</a:t>
                      </a:r>
                    </a:p>
                  </a:txBody>
                  <a:tcPr marL="4277" marR="4277" marT="4277" marB="30792" anchor="ctr"/>
                </a:tc>
                <a:tc>
                  <a:txBody>
                    <a:bodyPr/>
                    <a:lstStyle/>
                    <a:p>
                      <a:pPr algn="ctr" fontAlgn="ctr"/>
                      <a:r>
                        <a:rPr lang="en-US" sz="1200" b="0" i="0" u="none" strike="noStrike">
                          <a:solidFill>
                            <a:srgbClr val="000000"/>
                          </a:solidFill>
                          <a:effectLst/>
                          <a:latin typeface="+mn-lt"/>
                        </a:rPr>
                        <a:t>&lt;5 </a:t>
                      </a:r>
                    </a:p>
                  </a:txBody>
                  <a:tcPr marL="4277" marR="4277" marT="4277" marB="30792" anchor="ctr"/>
                </a:tc>
                <a:extLst>
                  <a:ext uri="{0D108BD9-81ED-4DB2-BD59-A6C34878D82A}">
                    <a16:rowId xmlns:a16="http://schemas.microsoft.com/office/drawing/2014/main" val="3867180273"/>
                  </a:ext>
                </a:extLst>
              </a:tr>
              <a:tr h="211471">
                <a:tc>
                  <a:txBody>
                    <a:bodyPr/>
                    <a:lstStyle/>
                    <a:p>
                      <a:pPr lvl="1" algn="l" fontAlgn="ctr"/>
                      <a:r>
                        <a:rPr lang="en-US" sz="1200" b="0" i="0" u="none" strike="noStrike">
                          <a:solidFill>
                            <a:srgbClr val="000000"/>
                          </a:solidFill>
                          <a:effectLst/>
                          <a:latin typeface="+mn-lt"/>
                        </a:rPr>
                        <a:t>Select any week</a:t>
                      </a:r>
                    </a:p>
                  </a:txBody>
                  <a:tcPr marL="4277" marR="4277" marT="4277" marB="30792" anchor="ctr"/>
                </a:tc>
                <a:tc rowSpan="5">
                  <a:txBody>
                    <a:bodyPr/>
                    <a:lstStyle/>
                    <a:p>
                      <a:pPr algn="ctr" fontAlgn="ctr"/>
                      <a:r>
                        <a:rPr lang="en-US" sz="1200" b="0" i="0" u="none" strike="noStrike">
                          <a:solidFill>
                            <a:srgbClr val="000000"/>
                          </a:solidFill>
                          <a:effectLst/>
                          <a:latin typeface="+mn-lt"/>
                        </a:rPr>
                        <a:t>1 Hr.</a:t>
                      </a:r>
                    </a:p>
                  </a:txBody>
                  <a:tcPr marL="4277" marR="4277" marT="4277" marB="30792" anchor="ctr"/>
                </a:tc>
                <a:tc rowSpan="5">
                  <a:txBody>
                    <a:bodyPr/>
                    <a:lstStyle/>
                    <a:p>
                      <a:pPr algn="ctr" fontAlgn="ctr"/>
                      <a:r>
                        <a:rPr lang="en-US" sz="1200" b="0" i="0" u="none" strike="noStrike" err="1">
                          <a:solidFill>
                            <a:srgbClr val="000000"/>
                          </a:solidFill>
                          <a:effectLst/>
                          <a:latin typeface="+mn-lt"/>
                        </a:rPr>
                        <a:t>PwD</a:t>
                      </a:r>
                      <a:r>
                        <a:rPr lang="en-US" sz="1200" b="0" i="0" u="none" strike="noStrike">
                          <a:solidFill>
                            <a:srgbClr val="000000"/>
                          </a:solidFill>
                          <a:effectLst/>
                          <a:latin typeface="+mn-lt"/>
                        </a:rPr>
                        <a:t> </a:t>
                      </a:r>
                    </a:p>
                  </a:txBody>
                  <a:tcPr marL="4277" marR="4277" marT="4277" marB="30792" anchor="ctr"/>
                </a:tc>
                <a:tc rowSpan="5">
                  <a:txBody>
                    <a:bodyPr/>
                    <a:lstStyle/>
                    <a:p>
                      <a:pPr algn="ctr" fontAlgn="ctr"/>
                      <a:r>
                        <a:rPr lang="en-US" sz="1200" b="0" i="0" u="none" strike="noStrike">
                          <a:solidFill>
                            <a:srgbClr val="000000"/>
                          </a:solidFill>
                          <a:effectLst/>
                          <a:latin typeface="+mn-lt"/>
                        </a:rPr>
                        <a:t>19998</a:t>
                      </a:r>
                    </a:p>
                  </a:txBody>
                  <a:tcPr marL="4277" marR="4277" marT="4277" marB="30792" anchor="ctr"/>
                </a:tc>
                <a:tc rowSpan="5">
                  <a:txBody>
                    <a:bodyPr/>
                    <a:lstStyle/>
                    <a:p>
                      <a:pPr algn="ctr" fontAlgn="ctr"/>
                      <a:r>
                        <a:rPr lang="en-US" sz="1200" b="0" i="0" u="none" strike="noStrike">
                          <a:solidFill>
                            <a:srgbClr val="000000"/>
                          </a:solidFill>
                          <a:effectLst/>
                          <a:latin typeface="+mn-lt"/>
                        </a:rPr>
                        <a:t>333.3</a:t>
                      </a:r>
                    </a:p>
                  </a:txBody>
                  <a:tcPr marL="4277" marR="4277" marT="4277" marB="30792" anchor="ctr"/>
                </a:tc>
                <a:tc rowSpan="5">
                  <a:txBody>
                    <a:bodyPr/>
                    <a:lstStyle/>
                    <a:p>
                      <a:pPr algn="ctr" fontAlgn="ctr"/>
                      <a:r>
                        <a:rPr lang="en-US" sz="1200" b="0" i="0" u="none" strike="noStrike">
                          <a:solidFill>
                            <a:srgbClr val="000000"/>
                          </a:solidFill>
                          <a:effectLst/>
                          <a:latin typeface="+mn-lt"/>
                        </a:rPr>
                        <a:t>5.56</a:t>
                      </a:r>
                    </a:p>
                  </a:txBody>
                  <a:tcPr marL="4277" marR="4277" marT="4277" marB="30792" anchor="ctr"/>
                </a:tc>
                <a:tc rowSpan="5">
                  <a:txBody>
                    <a:bodyPr/>
                    <a:lstStyle/>
                    <a:p>
                      <a:pPr algn="ctr" fontAlgn="ctr"/>
                      <a:r>
                        <a:rPr lang="en-US" sz="1200" b="0" i="0" u="none" strike="noStrike">
                          <a:solidFill>
                            <a:srgbClr val="000000"/>
                          </a:solidFill>
                          <a:effectLst/>
                          <a:latin typeface="+mn-lt"/>
                        </a:rPr>
                        <a:t>&lt;5</a:t>
                      </a:r>
                    </a:p>
                  </a:txBody>
                  <a:tcPr marL="4277" marR="4277" marT="4277" marB="30792" anchor="ctr"/>
                </a:tc>
                <a:extLst>
                  <a:ext uri="{0D108BD9-81ED-4DB2-BD59-A6C34878D82A}">
                    <a16:rowId xmlns:a16="http://schemas.microsoft.com/office/drawing/2014/main" val="3616313969"/>
                  </a:ext>
                </a:extLst>
              </a:tr>
              <a:tr h="211471">
                <a:tc>
                  <a:txBody>
                    <a:bodyPr/>
                    <a:lstStyle/>
                    <a:p>
                      <a:pPr lvl="1" algn="l" fontAlgn="ctr"/>
                      <a:r>
                        <a:rPr lang="en-US" sz="1200" b="0" i="0" u="none" strike="noStrike">
                          <a:solidFill>
                            <a:srgbClr val="000000"/>
                          </a:solidFill>
                          <a:effectLst/>
                          <a:latin typeface="+mn-lt"/>
                        </a:rPr>
                        <a:t>After Bolus Highs, click any week</a:t>
                      </a:r>
                    </a:p>
                  </a:txBody>
                  <a:tcPr marL="4277" marR="4277" marT="4277" marB="30792" anchor="ctr"/>
                </a:tc>
                <a:tc vMerge="1">
                  <a:txBody>
                    <a:bodyPr/>
                    <a:lstStyle/>
                    <a:p>
                      <a:endParaRPr lang="en-US"/>
                    </a:p>
                  </a:txBody>
                  <a:tcP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extLst>
                  <a:ext uri="{0D108BD9-81ED-4DB2-BD59-A6C34878D82A}">
                    <a16:rowId xmlns:a16="http://schemas.microsoft.com/office/drawing/2014/main" val="2360285925"/>
                  </a:ext>
                </a:extLst>
              </a:tr>
              <a:tr h="211471">
                <a:tc>
                  <a:txBody>
                    <a:bodyPr/>
                    <a:lstStyle/>
                    <a:p>
                      <a:pPr lvl="1" algn="l" fontAlgn="ctr"/>
                      <a:r>
                        <a:rPr lang="en-US" sz="1200" b="0" i="0" u="none" strike="noStrike">
                          <a:solidFill>
                            <a:srgbClr val="000000"/>
                          </a:solidFill>
                          <a:effectLst/>
                          <a:latin typeface="+mn-lt"/>
                        </a:rPr>
                        <a:t>Morning Highs</a:t>
                      </a:r>
                    </a:p>
                  </a:txBody>
                  <a:tcPr marL="4277" marR="4277" marT="4277" marB="30792" anchor="ctr"/>
                </a:tc>
                <a:tc vMerge="1">
                  <a:txBody>
                    <a:bodyPr/>
                    <a:lstStyle/>
                    <a:p>
                      <a:endParaRPr lang="en-US"/>
                    </a:p>
                  </a:txBody>
                  <a:tcP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extLst>
                  <a:ext uri="{0D108BD9-81ED-4DB2-BD59-A6C34878D82A}">
                    <a16:rowId xmlns:a16="http://schemas.microsoft.com/office/drawing/2014/main" val="927386131"/>
                  </a:ext>
                </a:extLst>
              </a:tr>
              <a:tr h="211471">
                <a:tc>
                  <a:txBody>
                    <a:bodyPr/>
                    <a:lstStyle/>
                    <a:p>
                      <a:pPr lvl="1" algn="l" fontAlgn="ctr"/>
                      <a:r>
                        <a:rPr lang="en-US" sz="1200" b="0" i="0" u="none" strike="noStrike">
                          <a:solidFill>
                            <a:srgbClr val="000000"/>
                          </a:solidFill>
                          <a:effectLst/>
                          <a:latin typeface="+mn-lt"/>
                        </a:rPr>
                        <a:t>Afternoon Highs</a:t>
                      </a:r>
                    </a:p>
                  </a:txBody>
                  <a:tcPr marL="4277" marR="4277" marT="4277" marB="30792" anchor="ctr"/>
                </a:tc>
                <a:tc vMerge="1">
                  <a:txBody>
                    <a:bodyPr/>
                    <a:lstStyle/>
                    <a:p>
                      <a:endParaRPr lang="en-US"/>
                    </a:p>
                  </a:txBody>
                  <a:tcP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extLst>
                  <a:ext uri="{0D108BD9-81ED-4DB2-BD59-A6C34878D82A}">
                    <a16:rowId xmlns:a16="http://schemas.microsoft.com/office/drawing/2014/main" val="73898047"/>
                  </a:ext>
                </a:extLst>
              </a:tr>
              <a:tr h="211471">
                <a:tc>
                  <a:txBody>
                    <a:bodyPr/>
                    <a:lstStyle/>
                    <a:p>
                      <a:pPr lvl="1" algn="l" fontAlgn="ctr"/>
                      <a:r>
                        <a:rPr lang="en-US" sz="1200" b="0" i="0" u="none" strike="noStrike">
                          <a:solidFill>
                            <a:srgbClr val="000000"/>
                          </a:solidFill>
                          <a:effectLst/>
                          <a:latin typeface="+mn-lt"/>
                        </a:rPr>
                        <a:t>Evening Highs</a:t>
                      </a:r>
                    </a:p>
                  </a:txBody>
                  <a:tcPr marL="4277" marR="4277" marT="4277" marB="30792" anchor="ctr"/>
                </a:tc>
                <a:tc vMerge="1">
                  <a:txBody>
                    <a:bodyPr/>
                    <a:lstStyle/>
                    <a:p>
                      <a:endParaRPr lang="en-US"/>
                    </a:p>
                  </a:txBody>
                  <a:tcP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extLst>
                  <a:ext uri="{0D108BD9-81ED-4DB2-BD59-A6C34878D82A}">
                    <a16:rowId xmlns:a16="http://schemas.microsoft.com/office/drawing/2014/main" val="2295920259"/>
                  </a:ext>
                </a:extLst>
              </a:tr>
              <a:tr h="743804">
                <a:tc>
                  <a:txBody>
                    <a:bodyPr/>
                    <a:lstStyle/>
                    <a:p>
                      <a:pPr algn="l" fontAlgn="ctr"/>
                      <a:r>
                        <a:rPr lang="en-US" sz="1200" b="0" i="0" u="none" strike="noStrike">
                          <a:solidFill>
                            <a:srgbClr val="000000"/>
                          </a:solidFill>
                          <a:effectLst/>
                          <a:latin typeface="+mn-lt"/>
                        </a:rPr>
                        <a:t>Staff Largest Clinics – Single User Test</a:t>
                      </a:r>
                      <a:br>
                        <a:rPr lang="en-US" sz="1200" b="0" i="0" u="none" strike="noStrike">
                          <a:solidFill>
                            <a:srgbClr val="000000"/>
                          </a:solidFill>
                          <a:effectLst/>
                          <a:latin typeface="+mn-lt"/>
                        </a:rPr>
                      </a:br>
                      <a:r>
                        <a:rPr lang="en-US" sz="1200" b="0" i="0" u="none" strike="noStrike">
                          <a:solidFill>
                            <a:srgbClr val="000000"/>
                          </a:solidFill>
                          <a:effectLst/>
                          <a:latin typeface="+mn-lt"/>
                        </a:rPr>
                        <a:t>      1 User 300 Patients, 1 User 500 Patients</a:t>
                      </a:r>
                      <a:br>
                        <a:rPr lang="en-US" sz="1200" b="0" i="0" u="none" strike="noStrike">
                          <a:solidFill>
                            <a:srgbClr val="000000"/>
                          </a:solidFill>
                          <a:effectLst/>
                          <a:latin typeface="+mn-lt"/>
                        </a:rPr>
                      </a:br>
                      <a:r>
                        <a:rPr lang="en-US" sz="1200" b="0" i="0" u="none" strike="noStrike">
                          <a:solidFill>
                            <a:srgbClr val="000000"/>
                          </a:solidFill>
                          <a:effectLst/>
                          <a:latin typeface="+mn-lt"/>
                        </a:rPr>
                        <a:t>      1 User 1000 Patients, 1 User 2000 Patients</a:t>
                      </a:r>
                    </a:p>
                  </a:txBody>
                  <a:tcPr marL="4277" marR="4277" marT="4277" marB="30792" anchor="ctr"/>
                </a:tc>
                <a:tc>
                  <a:txBody>
                    <a:bodyPr/>
                    <a:lstStyle/>
                    <a:p>
                      <a:pPr algn="ctr" fontAlgn="ctr"/>
                      <a:r>
                        <a:rPr lang="en-US" sz="1200" b="0" i="0" u="none" strike="noStrike">
                          <a:solidFill>
                            <a:srgbClr val="000000"/>
                          </a:solidFill>
                          <a:effectLst/>
                          <a:latin typeface="+mn-lt"/>
                        </a:rPr>
                        <a:t>30 Min</a:t>
                      </a:r>
                    </a:p>
                  </a:txBody>
                  <a:tcPr marL="4277" marR="4277" marT="4277" marB="30792" anchor="ctr"/>
                </a:tc>
                <a:tc>
                  <a:txBody>
                    <a:bodyPr/>
                    <a:lstStyle/>
                    <a:p>
                      <a:pPr algn="ctr" fontAlgn="ctr"/>
                      <a:r>
                        <a:rPr lang="en-US" sz="1200" b="0" i="0" u="none" strike="noStrike">
                          <a:solidFill>
                            <a:srgbClr val="000000"/>
                          </a:solidFill>
                          <a:effectLst/>
                          <a:latin typeface="+mn-lt"/>
                        </a:rPr>
                        <a:t>Clinic Admin</a:t>
                      </a:r>
                    </a:p>
                  </a:txBody>
                  <a:tcPr marL="4277" marR="4277" marT="4277" marB="30792" anchor="ctr"/>
                </a:tc>
                <a:tc>
                  <a:txBody>
                    <a:bodyPr/>
                    <a:lstStyle/>
                    <a:p>
                      <a:pPr algn="ctr" fontAlgn="ctr"/>
                      <a:r>
                        <a:rPr lang="en-US" sz="1200" b="0" i="0" u="none" strike="noStrike">
                          <a:solidFill>
                            <a:srgbClr val="000000"/>
                          </a:solidFill>
                          <a:effectLst/>
                          <a:latin typeface="+mn-lt"/>
                        </a:rPr>
                        <a:t>414</a:t>
                      </a:r>
                    </a:p>
                  </a:txBody>
                  <a:tcPr marL="4277" marR="4277" marT="4277" marB="30792" anchor="ctr"/>
                </a:tc>
                <a:tc>
                  <a:txBody>
                    <a:bodyPr/>
                    <a:lstStyle/>
                    <a:p>
                      <a:pPr algn="ctr" fontAlgn="ctr"/>
                      <a:r>
                        <a:rPr lang="en-US" sz="1200" b="0" i="0" u="none" strike="noStrike">
                          <a:solidFill>
                            <a:srgbClr val="000000"/>
                          </a:solidFill>
                          <a:effectLst/>
                          <a:latin typeface="+mn-lt"/>
                        </a:rPr>
                        <a:t>13.80</a:t>
                      </a:r>
                    </a:p>
                  </a:txBody>
                  <a:tcPr marL="4277" marR="4277" marT="4277" marB="30792" anchor="ctr"/>
                </a:tc>
                <a:tc>
                  <a:txBody>
                    <a:bodyPr/>
                    <a:lstStyle/>
                    <a:p>
                      <a:pPr algn="ctr" fontAlgn="ctr"/>
                      <a:r>
                        <a:rPr lang="en-US" sz="1200" b="0" i="0" u="none" strike="noStrike">
                          <a:solidFill>
                            <a:srgbClr val="000000"/>
                          </a:solidFill>
                          <a:effectLst/>
                          <a:latin typeface="+mn-lt"/>
                        </a:rPr>
                        <a:t>0.23</a:t>
                      </a:r>
                    </a:p>
                  </a:txBody>
                  <a:tcPr marL="4277" marR="4277" marT="4277" marB="30792" anchor="ctr"/>
                </a:tc>
                <a:tc>
                  <a:txBody>
                    <a:bodyPr/>
                    <a:lstStyle/>
                    <a:p>
                      <a:pPr algn="ctr" fontAlgn="ctr"/>
                      <a:r>
                        <a:rPr lang="en-US" sz="1200" b="0" i="0" u="none" strike="noStrike">
                          <a:solidFill>
                            <a:srgbClr val="000000"/>
                          </a:solidFill>
                          <a:effectLst/>
                          <a:latin typeface="+mn-lt"/>
                        </a:rPr>
                        <a:t>&lt;5</a:t>
                      </a:r>
                    </a:p>
                  </a:txBody>
                  <a:tcPr marL="4277" marR="4277" marT="4277" marB="30792" anchor="ctr"/>
                </a:tc>
                <a:extLst>
                  <a:ext uri="{0D108BD9-81ED-4DB2-BD59-A6C34878D82A}">
                    <a16:rowId xmlns:a16="http://schemas.microsoft.com/office/drawing/2014/main" val="2550359264"/>
                  </a:ext>
                </a:extLst>
              </a:tr>
            </a:tbl>
          </a:graphicData>
        </a:graphic>
      </p:graphicFrame>
      <p:sp>
        <p:nvSpPr>
          <p:cNvPr id="2" name="TextBox 1">
            <a:extLst>
              <a:ext uri="{FF2B5EF4-FFF2-40B4-BE49-F238E27FC236}">
                <a16:creationId xmlns:a16="http://schemas.microsoft.com/office/drawing/2014/main" id="{70AF9426-EFB2-E4EC-FE69-85B686DCD5FB}"/>
              </a:ext>
            </a:extLst>
          </p:cNvPr>
          <p:cNvSpPr txBox="1"/>
          <p:nvPr/>
        </p:nvSpPr>
        <p:spPr>
          <a:xfrm>
            <a:off x="718454" y="5834207"/>
            <a:ext cx="10776857" cy="187518"/>
          </a:xfrm>
          <a:prstGeom prst="rect">
            <a:avLst/>
          </a:prstGeom>
          <a:noFill/>
        </p:spPr>
        <p:txBody>
          <a:bodyPr wrap="square" lIns="91440" tIns="0" rIns="91440" bIns="0" rtlCol="0" anchor="ctr">
            <a:spAutoFit/>
          </a:bodyPr>
          <a:lstStyle/>
          <a:p>
            <a:pPr>
              <a:lnSpc>
                <a:spcPct val="85000"/>
              </a:lnSpc>
            </a:pPr>
            <a:r>
              <a:rPr lang="en-US" sz="1400" b="1" i="1"/>
              <a:t>Note: The above response time SLA’s will be compared against with the 95</a:t>
            </a:r>
            <a:r>
              <a:rPr lang="en-US" sz="1400" b="1" i="1" baseline="30000"/>
              <a:t>th</a:t>
            </a:r>
            <a:r>
              <a:rPr lang="en-US" sz="1400" b="1" i="1"/>
              <a:t> Percentile as per the standards.</a:t>
            </a:r>
          </a:p>
        </p:txBody>
      </p:sp>
    </p:spTree>
    <p:extLst>
      <p:ext uri="{BB962C8B-B14F-4D97-AF65-F5344CB8AC3E}">
        <p14:creationId xmlns:p14="http://schemas.microsoft.com/office/powerpoint/2010/main" val="363505647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743AF-1AD3-D0AD-AF06-F3968F5B97D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E70C057-391A-5EEC-DAF4-477D6C598066}"/>
              </a:ext>
            </a:extLst>
          </p:cNvPr>
          <p:cNvSpPr>
            <a:spLocks noGrp="1"/>
          </p:cNvSpPr>
          <p:nvPr>
            <p:ph type="ftr" sz="quarter" idx="15"/>
          </p:nvPr>
        </p:nvSpPr>
        <p:spPr/>
        <p:txBody>
          <a:bodyPr/>
          <a:lstStyle/>
          <a:p>
            <a:r>
              <a:rPr lang="en-US" sz="1000">
                <a:latin typeface="Calibri" panose="020F0502020204030204" pitchFamily="34" charset="0"/>
                <a:ea typeface="Calibri" panose="020F0502020204030204" pitchFamily="34" charset="0"/>
                <a:cs typeface="Calibri" panose="020F0502020204030204" pitchFamily="34" charset="0"/>
              </a:rPr>
              <a:t>CONFIDENTIAL</a:t>
            </a:r>
          </a:p>
        </p:txBody>
      </p:sp>
      <p:sp>
        <p:nvSpPr>
          <p:cNvPr id="4" name="Slide Number Placeholder 3">
            <a:extLst>
              <a:ext uri="{FF2B5EF4-FFF2-40B4-BE49-F238E27FC236}">
                <a16:creationId xmlns:a16="http://schemas.microsoft.com/office/drawing/2014/main" id="{0998606B-7980-CB73-AA73-03CB11E900D7}"/>
              </a:ext>
            </a:extLst>
          </p:cNvPr>
          <p:cNvSpPr>
            <a:spLocks noGrp="1"/>
          </p:cNvSpPr>
          <p:nvPr>
            <p:ph type="sldNum" sz="quarter" idx="16"/>
          </p:nvPr>
        </p:nvSpPr>
        <p:spPr/>
        <p:txBody>
          <a:bodyPr/>
          <a:lstStyle/>
          <a:p>
            <a:fld id="{4F90343F-D056-4E24-BE3D-A305BDC1A23E}" type="slidenum">
              <a:rPr lang="en-US" sz="1000" smtClean="0">
                <a:latin typeface="Calibri" panose="020F0502020204030204" pitchFamily="34" charset="0"/>
                <a:ea typeface="Calibri" panose="020F0502020204030204" pitchFamily="34" charset="0"/>
                <a:cs typeface="Calibri" panose="020F0502020204030204" pitchFamily="34" charset="0"/>
              </a:rPr>
              <a:pPr/>
              <a:t>9</a:t>
            </a:fld>
            <a:endParaRPr lang="en-US" sz="1000">
              <a:latin typeface="Calibri" panose="020F0502020204030204" pitchFamily="34" charset="0"/>
              <a:ea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14F481F8-58AC-BA6C-2D16-8EB1EBB17417}"/>
              </a:ext>
            </a:extLst>
          </p:cNvPr>
          <p:cNvSpPr/>
          <p:nvPr/>
        </p:nvSpPr>
        <p:spPr>
          <a:xfrm>
            <a:off x="214511" y="123722"/>
            <a:ext cx="11762978" cy="346818"/>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a:solidFill>
                  <a:schemeClr val="bg1"/>
                </a:solidFill>
                <a:ea typeface="Calibri" panose="020F0502020204030204" pitchFamily="34" charset="0"/>
                <a:cs typeface="Calibri" panose="020F0502020204030204" pitchFamily="34" charset="0"/>
              </a:rPr>
              <a:t>Overall Execution Summary for API Only</a:t>
            </a:r>
          </a:p>
        </p:txBody>
      </p:sp>
      <p:sp>
        <p:nvSpPr>
          <p:cNvPr id="8" name="TextBox 7">
            <a:extLst>
              <a:ext uri="{FF2B5EF4-FFF2-40B4-BE49-F238E27FC236}">
                <a16:creationId xmlns:a16="http://schemas.microsoft.com/office/drawing/2014/main" id="{3D4F0960-6BEE-FA97-BB1F-A0DFA066043C}"/>
              </a:ext>
            </a:extLst>
          </p:cNvPr>
          <p:cNvSpPr txBox="1"/>
          <p:nvPr/>
        </p:nvSpPr>
        <p:spPr>
          <a:xfrm>
            <a:off x="213024" y="485037"/>
            <a:ext cx="5971778" cy="338554"/>
          </a:xfrm>
          <a:prstGeom prst="rect">
            <a:avLst/>
          </a:prstGeom>
          <a:noFill/>
        </p:spPr>
        <p:txBody>
          <a:bodyPr wrap="square">
            <a:spAutoFit/>
          </a:bodyPr>
          <a:lstStyle/>
          <a:p>
            <a:r>
              <a:rPr lang="en-US" sz="1600" b="1">
                <a:ea typeface="Calibri" panose="020F0502020204030204" pitchFamily="34" charset="0"/>
                <a:cs typeface="Calibri" panose="020F0502020204030204" pitchFamily="34" charset="0"/>
              </a:rPr>
              <a:t>API Test Execution Plan</a:t>
            </a:r>
          </a:p>
        </p:txBody>
      </p:sp>
      <p:graphicFrame>
        <p:nvGraphicFramePr>
          <p:cNvPr id="5" name="Table 4">
            <a:extLst>
              <a:ext uri="{FF2B5EF4-FFF2-40B4-BE49-F238E27FC236}">
                <a16:creationId xmlns:a16="http://schemas.microsoft.com/office/drawing/2014/main" id="{BA32170F-2400-51FE-09B4-741AD080F56E}"/>
              </a:ext>
            </a:extLst>
          </p:cNvPr>
          <p:cNvGraphicFramePr>
            <a:graphicFrameLocks noGrp="1"/>
          </p:cNvGraphicFramePr>
          <p:nvPr>
            <p:extLst>
              <p:ext uri="{D42A27DB-BD31-4B8C-83A1-F6EECF244321}">
                <p14:modId xmlns:p14="http://schemas.microsoft.com/office/powerpoint/2010/main" val="599555553"/>
              </p:ext>
            </p:extLst>
          </p:nvPr>
        </p:nvGraphicFramePr>
        <p:xfrm>
          <a:off x="227117" y="777320"/>
          <a:ext cx="11750373" cy="4860400"/>
        </p:xfrm>
        <a:graphic>
          <a:graphicData uri="http://schemas.openxmlformats.org/drawingml/2006/table">
            <a:tbl>
              <a:tblPr firstRow="1" bandRow="1">
                <a:tableStyleId>{5C22544A-7EE6-4342-B048-85BDC9FD1C3A}</a:tableStyleId>
              </a:tblPr>
              <a:tblGrid>
                <a:gridCol w="440553">
                  <a:extLst>
                    <a:ext uri="{9D8B030D-6E8A-4147-A177-3AD203B41FA5}">
                      <a16:colId xmlns:a16="http://schemas.microsoft.com/office/drawing/2014/main" val="4051123191"/>
                    </a:ext>
                  </a:extLst>
                </a:gridCol>
                <a:gridCol w="2999818">
                  <a:extLst>
                    <a:ext uri="{9D8B030D-6E8A-4147-A177-3AD203B41FA5}">
                      <a16:colId xmlns:a16="http://schemas.microsoft.com/office/drawing/2014/main" val="3511626335"/>
                    </a:ext>
                  </a:extLst>
                </a:gridCol>
                <a:gridCol w="2685134">
                  <a:extLst>
                    <a:ext uri="{9D8B030D-6E8A-4147-A177-3AD203B41FA5}">
                      <a16:colId xmlns:a16="http://schemas.microsoft.com/office/drawing/2014/main" val="1830456476"/>
                    </a:ext>
                  </a:extLst>
                </a:gridCol>
                <a:gridCol w="1374270">
                  <a:extLst>
                    <a:ext uri="{9D8B030D-6E8A-4147-A177-3AD203B41FA5}">
                      <a16:colId xmlns:a16="http://schemas.microsoft.com/office/drawing/2014/main" val="2312423078"/>
                    </a:ext>
                  </a:extLst>
                </a:gridCol>
                <a:gridCol w="1333248">
                  <a:extLst>
                    <a:ext uri="{9D8B030D-6E8A-4147-A177-3AD203B41FA5}">
                      <a16:colId xmlns:a16="http://schemas.microsoft.com/office/drawing/2014/main" val="864379418"/>
                    </a:ext>
                  </a:extLst>
                </a:gridCol>
                <a:gridCol w="1085107">
                  <a:extLst>
                    <a:ext uri="{9D8B030D-6E8A-4147-A177-3AD203B41FA5}">
                      <a16:colId xmlns:a16="http://schemas.microsoft.com/office/drawing/2014/main" val="1092972083"/>
                    </a:ext>
                  </a:extLst>
                </a:gridCol>
                <a:gridCol w="1048027">
                  <a:extLst>
                    <a:ext uri="{9D8B030D-6E8A-4147-A177-3AD203B41FA5}">
                      <a16:colId xmlns:a16="http://schemas.microsoft.com/office/drawing/2014/main" val="3260127342"/>
                    </a:ext>
                  </a:extLst>
                </a:gridCol>
                <a:gridCol w="784216">
                  <a:extLst>
                    <a:ext uri="{9D8B030D-6E8A-4147-A177-3AD203B41FA5}">
                      <a16:colId xmlns:a16="http://schemas.microsoft.com/office/drawing/2014/main" val="2786087848"/>
                    </a:ext>
                  </a:extLst>
                </a:gridCol>
              </a:tblGrid>
              <a:tr h="222869">
                <a:tc rowSpan="2">
                  <a:txBody>
                    <a:bodyPr/>
                    <a:lstStyle/>
                    <a:p>
                      <a:pPr algn="ctr" fontAlgn="ctr"/>
                      <a:r>
                        <a:rPr lang="en-US" sz="900">
                          <a:latin typeface="+mn-lt"/>
                          <a:ea typeface="Calibri" panose="020F0502020204030204" pitchFamily="34" charset="0"/>
                          <a:cs typeface="Calibri" panose="020F0502020204030204" pitchFamily="34" charset="0"/>
                        </a:rPr>
                        <a:t>#</a:t>
                      </a:r>
                      <a:endParaRPr lang="en-US" sz="900" b="1" i="0" u="none" strike="noStrike">
                        <a:solidFill>
                          <a:schemeClr val="bg1"/>
                        </a:solidFill>
                        <a:effectLst/>
                        <a:latin typeface="+mn-lt"/>
                        <a:ea typeface="Calibri" panose="020F0502020204030204" pitchFamily="34" charset="0"/>
                        <a:cs typeface="Calibri" panose="020F0502020204030204" pitchFamily="34" charset="0"/>
                      </a:endParaRPr>
                    </a:p>
                  </a:txBody>
                  <a:tcPr marL="4277" marR="4277" marT="4277" marB="30792" anchor="ctr"/>
                </a:tc>
                <a:tc rowSpan="2">
                  <a:txBody>
                    <a:bodyPr/>
                    <a:lstStyle/>
                    <a:p>
                      <a:pPr algn="ctr" fontAlgn="ctr"/>
                      <a:r>
                        <a:rPr lang="en-US" sz="900" b="1" i="0" u="none" strike="noStrike">
                          <a:solidFill>
                            <a:schemeClr val="bg1"/>
                          </a:solidFill>
                          <a:effectLst/>
                          <a:latin typeface="+mn-lt"/>
                          <a:ea typeface="Calibri" panose="020F0502020204030204" pitchFamily="34" charset="0"/>
                          <a:cs typeface="Calibri" panose="020F0502020204030204" pitchFamily="34" charset="0"/>
                        </a:rPr>
                        <a:t>Description</a:t>
                      </a:r>
                    </a:p>
                  </a:txBody>
                  <a:tcPr marL="4277" marR="4277" marT="4277" marB="30792" anchor="ctr"/>
                </a:tc>
                <a:tc rowSpan="2">
                  <a:txBody>
                    <a:bodyPr/>
                    <a:lstStyle/>
                    <a:p>
                      <a:pPr algn="ctr" fontAlgn="ctr"/>
                      <a:r>
                        <a:rPr lang="en-US" sz="900" b="1" i="0" u="none" strike="noStrike">
                          <a:solidFill>
                            <a:schemeClr val="bg1"/>
                          </a:solidFill>
                          <a:effectLst/>
                          <a:latin typeface="+mn-lt"/>
                          <a:ea typeface="Calibri" panose="020F0502020204030204" pitchFamily="34" charset="0"/>
                          <a:cs typeface="Calibri" panose="020F0502020204030204" pitchFamily="34" charset="0"/>
                        </a:rPr>
                        <a:t>Goals</a:t>
                      </a:r>
                    </a:p>
                  </a:txBody>
                  <a:tcPr marL="4277" marR="4277" marT="4277" marB="30792" anchor="ctr"/>
                </a:tc>
                <a:tc rowSpan="2">
                  <a:txBody>
                    <a:bodyPr/>
                    <a:lstStyle/>
                    <a:p>
                      <a:pPr algn="ctr" fontAlgn="ctr"/>
                      <a:r>
                        <a:rPr lang="en-US" sz="900" b="1" i="0" u="none" strike="noStrike">
                          <a:solidFill>
                            <a:schemeClr val="bg1"/>
                          </a:solidFill>
                          <a:effectLst/>
                          <a:latin typeface="+mn-lt"/>
                          <a:ea typeface="Calibri" panose="020F0502020204030204" pitchFamily="34" charset="0"/>
                          <a:cs typeface="Calibri" panose="020F0502020204030204" pitchFamily="34" charset="0"/>
                        </a:rPr>
                        <a:t>Type of Test</a:t>
                      </a:r>
                    </a:p>
                  </a:txBody>
                  <a:tcPr marL="4277" marR="4277" marT="4277" marB="30792" anchor="ctr"/>
                </a:tc>
                <a:tc rowSpan="2">
                  <a:txBody>
                    <a:bodyPr/>
                    <a:lstStyle/>
                    <a:p>
                      <a:pPr algn="ctr" fontAlgn="ctr"/>
                      <a:r>
                        <a:rPr lang="en-US" sz="900" b="1" i="0" u="none" strike="noStrike">
                          <a:solidFill>
                            <a:schemeClr val="bg1"/>
                          </a:solidFill>
                          <a:effectLst/>
                          <a:latin typeface="+mn-lt"/>
                          <a:ea typeface="Calibri" panose="020F0502020204030204" pitchFamily="34" charset="0"/>
                          <a:cs typeface="Calibri" panose="020F0502020204030204" pitchFamily="34" charset="0"/>
                        </a:rPr>
                        <a:t>No. of Cycles</a:t>
                      </a:r>
                    </a:p>
                  </a:txBody>
                  <a:tcPr marL="4277" marR="4277" marT="4277" marB="30792" anchor="ctr"/>
                </a:tc>
                <a:tc gridSpan="2">
                  <a:txBody>
                    <a:bodyPr/>
                    <a:lstStyle/>
                    <a:p>
                      <a:pPr marL="0" algn="ctr" defTabSz="1219170" rtl="0" eaLnBrk="1" fontAlgn="ctr" latinLnBrk="0" hangingPunct="1"/>
                      <a:r>
                        <a:rPr lang="en-US" sz="900" b="1" i="0" u="none" strike="noStrike" kern="1200">
                          <a:solidFill>
                            <a:schemeClr val="bg1"/>
                          </a:solidFill>
                          <a:effectLst/>
                          <a:latin typeface="+mn-lt"/>
                          <a:ea typeface="Calibri" panose="020F0502020204030204" pitchFamily="34" charset="0"/>
                          <a:cs typeface="Calibri" panose="020F0502020204030204" pitchFamily="34" charset="0"/>
                        </a:rPr>
                        <a:t>Execution Timelines</a:t>
                      </a:r>
                    </a:p>
                  </a:txBody>
                  <a:tcPr/>
                </a:tc>
                <a:tc hMerge="1">
                  <a:txBody>
                    <a:bodyPr/>
                    <a:lstStyle/>
                    <a:p>
                      <a:endParaRPr lang="en-US"/>
                    </a:p>
                  </a:txBody>
                  <a:tcPr/>
                </a:tc>
                <a:tc rowSpan="2">
                  <a:txBody>
                    <a:bodyPr/>
                    <a:lstStyle/>
                    <a:p>
                      <a:pPr algn="ctr"/>
                      <a:r>
                        <a:rPr lang="en-US" sz="900" b="1" i="0" u="none" strike="noStrike" kern="1200">
                          <a:solidFill>
                            <a:schemeClr val="bg1"/>
                          </a:solidFill>
                          <a:effectLst/>
                          <a:latin typeface="+mn-lt"/>
                          <a:ea typeface="Calibri" panose="020F0502020204030204" pitchFamily="34" charset="0"/>
                          <a:cs typeface="Calibri" panose="020F0502020204030204" pitchFamily="34" charset="0"/>
                        </a:rPr>
                        <a:t>No. of days</a:t>
                      </a:r>
                    </a:p>
                  </a:txBody>
                  <a:tcPr/>
                </a:tc>
                <a:extLst>
                  <a:ext uri="{0D108BD9-81ED-4DB2-BD59-A6C34878D82A}">
                    <a16:rowId xmlns:a16="http://schemas.microsoft.com/office/drawing/2014/main" val="3397604140"/>
                  </a:ext>
                </a:extLst>
              </a:tr>
              <a:tr h="364257">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r>
                        <a:rPr lang="en-US" sz="900" b="1" i="0" u="none" strike="noStrike" kern="1200">
                          <a:solidFill>
                            <a:schemeClr val="tx1"/>
                          </a:solidFill>
                          <a:effectLst/>
                          <a:latin typeface="+mn-lt"/>
                          <a:ea typeface="Calibri" panose="020F0502020204030204" pitchFamily="34" charset="0"/>
                          <a:cs typeface="Calibri" panose="020F0502020204030204" pitchFamily="34" charset="0"/>
                        </a:rPr>
                        <a:t>Start Date</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900" b="1" i="0" u="none" strike="noStrike" kern="1200">
                          <a:solidFill>
                            <a:schemeClr val="tx1"/>
                          </a:solidFill>
                          <a:effectLst/>
                          <a:latin typeface="+mn-lt"/>
                          <a:ea typeface="Calibri" panose="020F0502020204030204" pitchFamily="34" charset="0"/>
                          <a:cs typeface="Calibri" panose="020F0502020204030204" pitchFamily="34" charset="0"/>
                        </a:rPr>
                        <a:t>End Date</a:t>
                      </a:r>
                    </a:p>
                    <a:p>
                      <a:pPr algn="ctr"/>
                      <a:endParaRPr lang="en-US" sz="900" b="1" i="0" u="none" strike="noStrike" kern="1200">
                        <a:solidFill>
                          <a:schemeClr val="tx1"/>
                        </a:solidFill>
                        <a:effectLst/>
                        <a:latin typeface="+mn-lt"/>
                        <a:ea typeface="Calibri" panose="020F0502020204030204" pitchFamily="34" charset="0"/>
                        <a:cs typeface="Calibri" panose="020F0502020204030204" pitchFamily="34" charset="0"/>
                      </a:endParaRPr>
                    </a:p>
                  </a:txBody>
                  <a:tcPr/>
                </a:tc>
                <a:tc vMerge="1">
                  <a:txBody>
                    <a:bodyPr/>
                    <a:lstStyle/>
                    <a:p>
                      <a:endParaRPr lang="en-US" sz="1200" b="1" i="0" u="none" strike="noStrike" kern="1200">
                        <a:solidFill>
                          <a:schemeClr val="bg1"/>
                        </a:solidFill>
                        <a:effectLst/>
                        <a:latin typeface="Segoe UI" panose="020B0502040204020203" pitchFamily="34" charset="0"/>
                        <a:ea typeface="+mn-ea"/>
                        <a:cs typeface="+mn-cs"/>
                      </a:endParaRPr>
                    </a:p>
                  </a:txBody>
                  <a:tcPr/>
                </a:tc>
                <a:extLst>
                  <a:ext uri="{0D108BD9-81ED-4DB2-BD59-A6C34878D82A}">
                    <a16:rowId xmlns:a16="http://schemas.microsoft.com/office/drawing/2014/main" val="2137669670"/>
                  </a:ext>
                </a:extLst>
              </a:tr>
              <a:tr h="295109">
                <a:tc rowSpan="3">
                  <a:txBody>
                    <a:bodyPr/>
                    <a:lstStyle/>
                    <a:p>
                      <a:pPr algn="ctr"/>
                      <a:endParaRPr lang="en-US" sz="900">
                        <a:latin typeface="+mn-lt"/>
                        <a:ea typeface="Calibri" panose="020F0502020204030204" pitchFamily="34" charset="0"/>
                        <a:cs typeface="Calibri" panose="020F0502020204030204" pitchFamily="34" charset="0"/>
                      </a:endParaRPr>
                    </a:p>
                    <a:p>
                      <a:pPr algn="ctr"/>
                      <a:endParaRPr lang="en-US" sz="900">
                        <a:latin typeface="+mn-lt"/>
                        <a:ea typeface="Calibri" panose="020F0502020204030204" pitchFamily="34" charset="0"/>
                        <a:cs typeface="Calibri" panose="020F0502020204030204" pitchFamily="34" charset="0"/>
                      </a:endParaRPr>
                    </a:p>
                    <a:p>
                      <a:pPr algn="ctr"/>
                      <a:endParaRPr lang="en-US" sz="900">
                        <a:latin typeface="+mn-lt"/>
                        <a:ea typeface="Calibri" panose="020F0502020204030204" pitchFamily="34" charset="0"/>
                        <a:cs typeface="Calibri" panose="020F0502020204030204" pitchFamily="34" charset="0"/>
                      </a:endParaRPr>
                    </a:p>
                    <a:p>
                      <a:pPr algn="ctr"/>
                      <a:endParaRPr lang="en-US" sz="900">
                        <a:latin typeface="+mn-lt"/>
                        <a:ea typeface="Calibri" panose="020F0502020204030204" pitchFamily="34" charset="0"/>
                        <a:cs typeface="Calibri" panose="020F0502020204030204" pitchFamily="34" charset="0"/>
                      </a:endParaRPr>
                    </a:p>
                    <a:p>
                      <a:pPr algn="ctr"/>
                      <a:r>
                        <a:rPr lang="en-US" sz="900">
                          <a:latin typeface="+mn-lt"/>
                          <a:ea typeface="Calibri" panose="020F0502020204030204" pitchFamily="34" charset="0"/>
                          <a:cs typeface="Calibri" panose="020F0502020204030204" pitchFamily="34" charset="0"/>
                        </a:rPr>
                        <a:t>1</a:t>
                      </a:r>
                    </a:p>
                  </a:txBody>
                  <a:tcPr/>
                </a:tc>
                <a:tc rowSpan="3">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lang="en-US" sz="900">
                        <a:latin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lang="en-US" sz="900" b="1">
                        <a:latin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900">
                          <a:latin typeface="+mn-lt"/>
                        </a:rPr>
                        <a:t>All in-scope scenarios for HCP &amp; </a:t>
                      </a:r>
                      <a:r>
                        <a:rPr lang="en-US" sz="900" err="1">
                          <a:latin typeface="+mn-lt"/>
                        </a:rPr>
                        <a:t>PwD</a:t>
                      </a:r>
                      <a:r>
                        <a:rPr lang="en-US" sz="900">
                          <a:latin typeface="+mn-lt"/>
                        </a:rPr>
                        <a:t> (Include - Report Gen scenarios)</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900" b="1">
                          <a:latin typeface="+mn-lt"/>
                        </a:rPr>
                        <a:t>(Refer slide 8 - NFRs and In-Scope scenarios) </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900" b="1" i="1" u="none">
                          <a:latin typeface="+mn-lt"/>
                          <a:ea typeface="Calibri" panose="020F0502020204030204" pitchFamily="34" charset="0"/>
                          <a:cs typeface="Calibri" panose="020F0502020204030204" pitchFamily="34" charset="0"/>
                        </a:rPr>
                        <a:t>Note: Lollipop feature should be available in PF environment before 01/28 (Sprint #1)</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US" sz="900" b="1">
                        <a:latin typeface="+mn-lt"/>
                      </a:endParaRPr>
                    </a:p>
                  </a:txBody>
                  <a:tcPr/>
                </a:tc>
                <a:tc>
                  <a:txBody>
                    <a:bodyPr/>
                    <a:lstStyle/>
                    <a:p>
                      <a:r>
                        <a:rPr lang="en-US" sz="900">
                          <a:latin typeface="+mn-lt"/>
                        </a:rPr>
                        <a:t>Load Test - Achieve targeted users and TPS </a:t>
                      </a:r>
                    </a:p>
                  </a:txBody>
                  <a:tcPr/>
                </a:tc>
                <a:tc>
                  <a:txBody>
                    <a:bodyPr/>
                    <a:lstStyle/>
                    <a:p>
                      <a:r>
                        <a:rPr lang="en-US" sz="900">
                          <a:latin typeface="+mn-lt"/>
                          <a:ea typeface="Calibri" panose="020F0502020204030204" pitchFamily="34" charset="0"/>
                          <a:cs typeface="Calibri" panose="020F0502020204030204" pitchFamily="34" charset="0"/>
                        </a:rPr>
                        <a:t>Load Test </a:t>
                      </a:r>
                    </a:p>
                  </a:txBody>
                  <a:tcPr/>
                </a:tc>
                <a:tc>
                  <a:txBody>
                    <a:bodyPr/>
                    <a:lstStyle/>
                    <a:p>
                      <a:pPr algn="ctr"/>
                      <a:r>
                        <a:rPr lang="en-US" sz="900">
                          <a:latin typeface="+mn-lt"/>
                          <a:ea typeface="Calibri" panose="020F0502020204030204" pitchFamily="34" charset="0"/>
                          <a:cs typeface="Calibri" panose="020F0502020204030204" pitchFamily="34" charset="0"/>
                        </a:rPr>
                        <a:t>2</a:t>
                      </a:r>
                    </a:p>
                  </a:txBody>
                  <a:tcPr/>
                </a:tc>
                <a:tc rowSpan="3">
                  <a:txBody>
                    <a:bodyPr/>
                    <a:lstStyle/>
                    <a:p>
                      <a:pPr algn="ctr"/>
                      <a:endParaRPr lang="en-US" sz="900">
                        <a:latin typeface="+mn-lt"/>
                        <a:ea typeface="Calibri" panose="020F0502020204030204" pitchFamily="34" charset="0"/>
                        <a:cs typeface="Calibri" panose="020F0502020204030204" pitchFamily="34" charset="0"/>
                      </a:endParaRPr>
                    </a:p>
                    <a:p>
                      <a:pPr algn="ctr"/>
                      <a:endParaRPr lang="en-US" sz="900">
                        <a:latin typeface="+mn-lt"/>
                        <a:ea typeface="Calibri" panose="020F0502020204030204" pitchFamily="34" charset="0"/>
                        <a:cs typeface="Calibri" panose="020F0502020204030204" pitchFamily="34" charset="0"/>
                      </a:endParaRPr>
                    </a:p>
                    <a:p>
                      <a:pPr algn="ctr"/>
                      <a:endParaRPr lang="en-US" sz="900">
                        <a:latin typeface="+mn-lt"/>
                        <a:ea typeface="Calibri" panose="020F0502020204030204" pitchFamily="34" charset="0"/>
                        <a:cs typeface="Calibri" panose="020F0502020204030204" pitchFamily="34" charset="0"/>
                      </a:endParaRPr>
                    </a:p>
                    <a:p>
                      <a:pPr algn="ctr"/>
                      <a:r>
                        <a:rPr lang="en-US" sz="900">
                          <a:latin typeface="+mn-lt"/>
                          <a:ea typeface="Calibri" panose="020F0502020204030204" pitchFamily="34" charset="0"/>
                          <a:cs typeface="Calibri" panose="020F0502020204030204" pitchFamily="34" charset="0"/>
                        </a:rPr>
                        <a:t>29</a:t>
                      </a:r>
                      <a:r>
                        <a:rPr lang="en-US" sz="900" baseline="30000">
                          <a:latin typeface="+mn-lt"/>
                          <a:ea typeface="Calibri" panose="020F0502020204030204" pitchFamily="34" charset="0"/>
                          <a:cs typeface="Calibri" panose="020F0502020204030204" pitchFamily="34" charset="0"/>
                        </a:rPr>
                        <a:t>th</a:t>
                      </a:r>
                      <a:r>
                        <a:rPr lang="en-US" sz="900">
                          <a:latin typeface="+mn-lt"/>
                          <a:ea typeface="Calibri" panose="020F0502020204030204" pitchFamily="34" charset="0"/>
                          <a:cs typeface="Calibri" panose="020F0502020204030204" pitchFamily="34" charset="0"/>
                        </a:rPr>
                        <a:t> Jan 2025</a:t>
                      </a:r>
                    </a:p>
                    <a:p>
                      <a:pPr algn="ctr"/>
                      <a:r>
                        <a:rPr lang="en-US" sz="900">
                          <a:latin typeface="+mn-lt"/>
                          <a:ea typeface="Calibri" panose="020F0502020204030204" pitchFamily="34" charset="0"/>
                          <a:cs typeface="Calibri" panose="020F0502020204030204" pitchFamily="34" charset="0"/>
                        </a:rPr>
                        <a:t>(Sprint #2)</a:t>
                      </a:r>
                    </a:p>
                  </a:txBody>
                  <a:tcPr/>
                </a:tc>
                <a:tc rowSpan="3">
                  <a:txBody>
                    <a:bodyPr/>
                    <a:lstStyle/>
                    <a:p>
                      <a:pPr algn="ctr"/>
                      <a:endParaRPr lang="en-US" sz="900">
                        <a:latin typeface="+mn-lt"/>
                        <a:ea typeface="Calibri" panose="020F0502020204030204" pitchFamily="34" charset="0"/>
                        <a:cs typeface="Calibri" panose="020F0502020204030204" pitchFamily="34" charset="0"/>
                      </a:endParaRPr>
                    </a:p>
                    <a:p>
                      <a:pPr algn="ctr"/>
                      <a:endParaRPr lang="en-US" sz="900">
                        <a:latin typeface="+mn-lt"/>
                        <a:ea typeface="Calibri" panose="020F0502020204030204" pitchFamily="34" charset="0"/>
                        <a:cs typeface="Calibri" panose="020F0502020204030204" pitchFamily="34" charset="0"/>
                      </a:endParaRPr>
                    </a:p>
                    <a:p>
                      <a:pPr algn="ctr"/>
                      <a:endParaRPr lang="en-US" sz="900">
                        <a:latin typeface="+mn-lt"/>
                        <a:ea typeface="Calibri" panose="020F0502020204030204" pitchFamily="34" charset="0"/>
                        <a:cs typeface="Calibri" panose="020F0502020204030204" pitchFamily="34" charset="0"/>
                      </a:endParaRPr>
                    </a:p>
                    <a:p>
                      <a:pPr algn="ctr"/>
                      <a:r>
                        <a:rPr lang="en-US" sz="900">
                          <a:latin typeface="+mn-lt"/>
                          <a:ea typeface="Calibri" panose="020F0502020204030204" pitchFamily="34" charset="0"/>
                          <a:cs typeface="Calibri" panose="020F0502020204030204" pitchFamily="34" charset="0"/>
                        </a:rPr>
                        <a:t>25</a:t>
                      </a:r>
                      <a:r>
                        <a:rPr lang="en-US" sz="900" baseline="30000">
                          <a:latin typeface="+mn-lt"/>
                          <a:ea typeface="Calibri" panose="020F0502020204030204" pitchFamily="34" charset="0"/>
                          <a:cs typeface="Calibri" panose="020F0502020204030204" pitchFamily="34" charset="0"/>
                        </a:rPr>
                        <a:t>th</a:t>
                      </a:r>
                      <a:r>
                        <a:rPr lang="en-US" sz="900">
                          <a:latin typeface="+mn-lt"/>
                          <a:ea typeface="Calibri" panose="020F0502020204030204" pitchFamily="34" charset="0"/>
                          <a:cs typeface="Calibri" panose="020F0502020204030204" pitchFamily="34" charset="0"/>
                        </a:rPr>
                        <a:t> Feb 2025</a:t>
                      </a:r>
                    </a:p>
                    <a:p>
                      <a:pPr algn="ctr"/>
                      <a:r>
                        <a:rPr lang="en-US" sz="900">
                          <a:latin typeface="+mn-lt"/>
                          <a:ea typeface="Calibri" panose="020F0502020204030204" pitchFamily="34" charset="0"/>
                          <a:cs typeface="Calibri" panose="020F0502020204030204" pitchFamily="34" charset="0"/>
                        </a:rPr>
                        <a:t>(Sprint #3)</a:t>
                      </a:r>
                    </a:p>
                  </a:txBody>
                  <a:tcPr/>
                </a:tc>
                <a:tc rowSpan="3">
                  <a:txBody>
                    <a:bodyPr/>
                    <a:lstStyle/>
                    <a:p>
                      <a:pPr algn="ctr"/>
                      <a:endParaRPr lang="en-US" sz="900">
                        <a:latin typeface="+mn-lt"/>
                        <a:ea typeface="Calibri" panose="020F0502020204030204" pitchFamily="34" charset="0"/>
                        <a:cs typeface="Calibri" panose="020F0502020204030204" pitchFamily="34" charset="0"/>
                      </a:endParaRPr>
                    </a:p>
                    <a:p>
                      <a:pPr algn="ctr"/>
                      <a:endParaRPr lang="en-US" sz="900">
                        <a:latin typeface="+mn-lt"/>
                        <a:ea typeface="Calibri" panose="020F0502020204030204" pitchFamily="34" charset="0"/>
                        <a:cs typeface="Calibri" panose="020F0502020204030204" pitchFamily="34" charset="0"/>
                      </a:endParaRPr>
                    </a:p>
                    <a:p>
                      <a:pPr algn="ctr"/>
                      <a:endParaRPr lang="en-US" sz="900">
                        <a:latin typeface="+mn-lt"/>
                        <a:ea typeface="Calibri" panose="020F0502020204030204" pitchFamily="34" charset="0"/>
                        <a:cs typeface="Calibri" panose="020F0502020204030204" pitchFamily="34" charset="0"/>
                      </a:endParaRPr>
                    </a:p>
                    <a:p>
                      <a:pPr algn="ctr"/>
                      <a:r>
                        <a:rPr lang="en-US" sz="900">
                          <a:latin typeface="+mn-lt"/>
                          <a:ea typeface="Calibri" panose="020F0502020204030204" pitchFamily="34" charset="0"/>
                          <a:cs typeface="Calibri" panose="020F0502020204030204" pitchFamily="34" charset="0"/>
                        </a:rPr>
                        <a:t>20 days</a:t>
                      </a:r>
                    </a:p>
                  </a:txBody>
                  <a:tcPr/>
                </a:tc>
                <a:extLst>
                  <a:ext uri="{0D108BD9-81ED-4DB2-BD59-A6C34878D82A}">
                    <a16:rowId xmlns:a16="http://schemas.microsoft.com/office/drawing/2014/main" val="1257574285"/>
                  </a:ext>
                </a:extLst>
              </a:tr>
              <a:tr h="509960">
                <a:tc vMerge="1">
                  <a:txBody>
                    <a:bodyPr/>
                    <a:lstStyle/>
                    <a:p>
                      <a:pPr algn="ctr"/>
                      <a:endParaRPr lang="en-US" sz="900">
                        <a:latin typeface="+mn-lt"/>
                        <a:ea typeface="Calibri" panose="020F0502020204030204" pitchFamily="34" charset="0"/>
                        <a:cs typeface="Calibri" panose="020F0502020204030204" pitchFamily="34" charset="0"/>
                      </a:endParaRPr>
                    </a:p>
                  </a:txBody>
                  <a:tcPr/>
                </a:tc>
                <a:tc vMerge="1">
                  <a:txBody>
                    <a:bodyPr/>
                    <a:lstStyle/>
                    <a:p>
                      <a:endParaRPr lang="en-US" sz="900">
                        <a:latin typeface="+mn-lt"/>
                        <a:ea typeface="Calibri" panose="020F0502020204030204" pitchFamily="34" charset="0"/>
                        <a:cs typeface="Calibri" panose="020F0502020204030204" pitchFamily="34" charset="0"/>
                      </a:endParaRP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a:latin typeface="+mn-lt"/>
                        </a:rPr>
                        <a:t>Scalability Test – HCP worst case scenario to achieve 209 </a:t>
                      </a:r>
                    </a:p>
                  </a:txBody>
                  <a:tcPr/>
                </a:tc>
                <a:tc>
                  <a:txBody>
                    <a:bodyPr/>
                    <a:lstStyle/>
                    <a:p>
                      <a:r>
                        <a:rPr lang="en-US" sz="900">
                          <a:latin typeface="+mn-lt"/>
                          <a:ea typeface="Calibri" panose="020F0502020204030204" pitchFamily="34" charset="0"/>
                          <a:cs typeface="Calibri" panose="020F0502020204030204" pitchFamily="34" charset="0"/>
                        </a:rPr>
                        <a:t>Scalability Test</a:t>
                      </a:r>
                    </a:p>
                  </a:txBody>
                  <a:tcPr/>
                </a:tc>
                <a:tc>
                  <a:txBody>
                    <a:bodyPr/>
                    <a:lstStyle/>
                    <a:p>
                      <a:pPr algn="ctr"/>
                      <a:r>
                        <a:rPr lang="en-US" sz="900">
                          <a:latin typeface="+mn-lt"/>
                          <a:ea typeface="Calibri" panose="020F0502020204030204" pitchFamily="34" charset="0"/>
                          <a:cs typeface="Calibri" panose="020F0502020204030204" pitchFamily="34" charset="0"/>
                        </a:rPr>
                        <a:t>1</a:t>
                      </a:r>
                    </a:p>
                  </a:txBody>
                  <a:tcPr/>
                </a:tc>
                <a:tc vMerge="1">
                  <a:txBody>
                    <a:bodyPr/>
                    <a:lstStyle/>
                    <a:p>
                      <a:pPr algn="ctr"/>
                      <a:endParaRPr lang="en-US" sz="900">
                        <a:latin typeface="+mn-lt"/>
                        <a:ea typeface="Calibri" panose="020F0502020204030204" pitchFamily="34" charset="0"/>
                        <a:cs typeface="Calibri" panose="020F0502020204030204" pitchFamily="34" charset="0"/>
                      </a:endParaRPr>
                    </a:p>
                  </a:txBody>
                  <a:tcPr/>
                </a:tc>
                <a:tc vMerge="1">
                  <a:txBody>
                    <a:bodyPr/>
                    <a:lstStyle/>
                    <a:p>
                      <a:pPr algn="ctr"/>
                      <a:endParaRPr lang="en-US" sz="900">
                        <a:latin typeface="+mn-lt"/>
                        <a:ea typeface="Calibri" panose="020F0502020204030204" pitchFamily="34" charset="0"/>
                        <a:cs typeface="Calibri" panose="020F0502020204030204" pitchFamily="34" charset="0"/>
                      </a:endParaRPr>
                    </a:p>
                  </a:txBody>
                  <a:tcPr/>
                </a:tc>
                <a:tc vMerge="1">
                  <a:txBody>
                    <a:bodyPr/>
                    <a:lstStyle/>
                    <a:p>
                      <a:pPr algn="ctr"/>
                      <a:endParaRPr lang="en-US" sz="900">
                        <a:latin typeface="+mn-lt"/>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4135241036"/>
                  </a:ext>
                </a:extLst>
              </a:tr>
              <a:tr h="354280">
                <a:tc vMerge="1">
                  <a:txBody>
                    <a:bodyPr/>
                    <a:lstStyle/>
                    <a:p>
                      <a:pPr algn="ctr"/>
                      <a:endParaRPr lang="en-US" sz="900">
                        <a:latin typeface="+mn-lt"/>
                        <a:ea typeface="Calibri" panose="020F0502020204030204" pitchFamily="34" charset="0"/>
                        <a:cs typeface="Calibri" panose="020F0502020204030204" pitchFamily="34" charset="0"/>
                      </a:endParaRPr>
                    </a:p>
                  </a:txBody>
                  <a:tcPr/>
                </a:tc>
                <a:tc vMerge="1">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lang="en-US" sz="900" b="1">
                        <a:latin typeface="+mn-lt"/>
                      </a:endParaRP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a:latin typeface="+mn-lt"/>
                        </a:rPr>
                        <a:t>Identify any memory leaks while during extending duration testing</a:t>
                      </a:r>
                      <a:endParaRPr lang="en-US" sz="900" b="1">
                        <a:latin typeface="+mn-lt"/>
                      </a:endParaRPr>
                    </a:p>
                  </a:txBody>
                  <a:tcPr/>
                </a:tc>
                <a:tc>
                  <a:txBody>
                    <a:bodyPr/>
                    <a:lstStyle/>
                    <a:p>
                      <a:r>
                        <a:rPr lang="en-US" sz="900">
                          <a:latin typeface="+mn-lt"/>
                          <a:ea typeface="Calibri" panose="020F0502020204030204" pitchFamily="34" charset="0"/>
                          <a:cs typeface="Calibri" panose="020F0502020204030204" pitchFamily="34" charset="0"/>
                        </a:rPr>
                        <a:t>Endurance Test (24 hours)</a:t>
                      </a:r>
                    </a:p>
                  </a:txBody>
                  <a:tcPr/>
                </a:tc>
                <a:tc>
                  <a:txBody>
                    <a:bodyPr/>
                    <a:lstStyle/>
                    <a:p>
                      <a:pPr algn="ctr"/>
                      <a:r>
                        <a:rPr lang="en-US" sz="900">
                          <a:latin typeface="+mn-lt"/>
                          <a:ea typeface="Calibri" panose="020F0502020204030204" pitchFamily="34" charset="0"/>
                          <a:cs typeface="Calibri" panose="020F0502020204030204" pitchFamily="34" charset="0"/>
                        </a:rPr>
                        <a:t>1</a:t>
                      </a:r>
                    </a:p>
                  </a:txBody>
                  <a:tcPr/>
                </a:tc>
                <a:tc vMerge="1">
                  <a:txBody>
                    <a:bodyPr/>
                    <a:lstStyle/>
                    <a:p>
                      <a:pPr algn="ctr"/>
                      <a:endParaRPr lang="en-US" sz="900">
                        <a:latin typeface="+mn-lt"/>
                        <a:ea typeface="Calibri" panose="020F0502020204030204" pitchFamily="34" charset="0"/>
                        <a:cs typeface="Calibri" panose="020F0502020204030204" pitchFamily="34" charset="0"/>
                      </a:endParaRPr>
                    </a:p>
                  </a:txBody>
                  <a:tcPr/>
                </a:tc>
                <a:tc vMerge="1">
                  <a:txBody>
                    <a:bodyPr/>
                    <a:lstStyle/>
                    <a:p>
                      <a:pPr algn="ctr"/>
                      <a:endParaRPr lang="en-US" sz="900">
                        <a:latin typeface="+mn-lt"/>
                        <a:ea typeface="Calibri" panose="020F0502020204030204" pitchFamily="34" charset="0"/>
                        <a:cs typeface="Calibri" panose="020F0502020204030204" pitchFamily="34" charset="0"/>
                      </a:endParaRPr>
                    </a:p>
                  </a:txBody>
                  <a:tcPr/>
                </a:tc>
                <a:tc vMerge="1">
                  <a:txBody>
                    <a:bodyPr/>
                    <a:lstStyle/>
                    <a:p>
                      <a:pPr algn="ctr"/>
                      <a:endParaRPr lang="en-US" sz="900">
                        <a:latin typeface="+mn-lt"/>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985037804"/>
                  </a:ext>
                </a:extLst>
              </a:tr>
              <a:tr h="757753">
                <a:tc>
                  <a:txBody>
                    <a:bodyPr/>
                    <a:lstStyle/>
                    <a:p>
                      <a:pPr algn="ctr"/>
                      <a:r>
                        <a:rPr lang="en-US" sz="900">
                          <a:latin typeface="+mn-lt"/>
                          <a:ea typeface="Calibri" panose="020F0502020204030204" pitchFamily="34" charset="0"/>
                          <a:cs typeface="Calibri" panose="020F0502020204030204" pitchFamily="34" charset="0"/>
                        </a:rPr>
                        <a:t>2</a:t>
                      </a:r>
                    </a:p>
                  </a:txBody>
                  <a:tcPr/>
                </a:tc>
                <a:tc>
                  <a:txBody>
                    <a:bodyPr/>
                    <a:lstStyle/>
                    <a:p>
                      <a:r>
                        <a:rPr lang="en-US" sz="900" b="1">
                          <a:latin typeface="+mn-lt"/>
                          <a:ea typeface="Calibri" panose="020F0502020204030204" pitchFamily="34" charset="0"/>
                          <a:cs typeface="Calibri" panose="020F0502020204030204" pitchFamily="34" charset="0"/>
                        </a:rPr>
                        <a:t>[Option]: </a:t>
                      </a:r>
                    </a:p>
                    <a:p>
                      <a:r>
                        <a:rPr lang="en-US" sz="900">
                          <a:latin typeface="+mn-lt"/>
                          <a:ea typeface="Calibri" panose="020F0502020204030204" pitchFamily="34" charset="0"/>
                          <a:cs typeface="Calibri" panose="020F0502020204030204" pitchFamily="34" charset="0"/>
                        </a:rPr>
                        <a:t>If there are any delay in deploying the Lollipop feature into PF environment,  Performance team will execute a separate HCP report Gen for 90, 14, 7 days (Equal distribution of report length) – Refer Slide Number: 12</a:t>
                      </a:r>
                    </a:p>
                  </a:txBody>
                  <a:tcPr/>
                </a:tc>
                <a:tc>
                  <a:txBody>
                    <a:bodyPr/>
                    <a:lstStyle/>
                    <a:p>
                      <a:r>
                        <a:rPr lang="en-US" sz="900">
                          <a:latin typeface="+mn-lt"/>
                          <a:ea typeface="Calibri" panose="020F0502020204030204" pitchFamily="34" charset="0"/>
                          <a:cs typeface="Calibri" panose="020F0502020204030204" pitchFamily="34" charset="0"/>
                        </a:rPr>
                        <a:t>To Achieve targeted users and TPS </a:t>
                      </a:r>
                    </a:p>
                  </a:txBody>
                  <a:tcPr/>
                </a:tc>
                <a:tc>
                  <a:txBody>
                    <a:bodyPr/>
                    <a:lstStyle/>
                    <a:p>
                      <a:r>
                        <a:rPr lang="en-US" sz="900">
                          <a:latin typeface="+mn-lt"/>
                          <a:ea typeface="Calibri" panose="020F0502020204030204" pitchFamily="34" charset="0"/>
                          <a:cs typeface="Calibri" panose="020F0502020204030204" pitchFamily="34" charset="0"/>
                        </a:rPr>
                        <a:t>Scalability Test</a:t>
                      </a:r>
                    </a:p>
                  </a:txBody>
                  <a:tcPr/>
                </a:tc>
                <a:tc>
                  <a:txBody>
                    <a:bodyPr/>
                    <a:lstStyle/>
                    <a:p>
                      <a:pPr algn="ctr"/>
                      <a:r>
                        <a:rPr lang="en-US" sz="900">
                          <a:latin typeface="+mn-lt"/>
                          <a:ea typeface="Calibri" panose="020F0502020204030204" pitchFamily="34" charset="0"/>
                          <a:cs typeface="Calibri" panose="020F0502020204030204" pitchFamily="34" charset="0"/>
                        </a:rPr>
                        <a:t>2</a:t>
                      </a:r>
                    </a:p>
                    <a:p>
                      <a:pPr algn="ctr"/>
                      <a:r>
                        <a:rPr lang="en-US" sz="900">
                          <a:latin typeface="+mn-lt"/>
                          <a:ea typeface="Calibri" panose="020F0502020204030204" pitchFamily="34" charset="0"/>
                          <a:cs typeface="Calibri" panose="020F0502020204030204" pitchFamily="34" charset="0"/>
                        </a:rPr>
                        <a:t>(One best case TPS </a:t>
                      </a:r>
                    </a:p>
                    <a:p>
                      <a:pPr algn="ctr"/>
                      <a:r>
                        <a:rPr lang="en-US" sz="900">
                          <a:latin typeface="+mn-lt"/>
                          <a:ea typeface="Calibri" panose="020F0502020204030204" pitchFamily="34" charset="0"/>
                          <a:cs typeface="Calibri" panose="020F0502020204030204" pitchFamily="34" charset="0"/>
                        </a:rPr>
                        <a:t>One Worst case TPS)</a:t>
                      </a:r>
                    </a:p>
                  </a:txBody>
                  <a:tcPr/>
                </a:tc>
                <a:tc>
                  <a:txBody>
                    <a:bodyPr/>
                    <a:lstStyle/>
                    <a:p>
                      <a:pPr algn="ctr"/>
                      <a:r>
                        <a:rPr lang="en-US" sz="900">
                          <a:latin typeface="+mn-lt"/>
                          <a:ea typeface="Calibri" panose="020F0502020204030204" pitchFamily="34" charset="0"/>
                          <a:cs typeface="Calibri" panose="020F0502020204030204" pitchFamily="34" charset="0"/>
                        </a:rPr>
                        <a:t>12</a:t>
                      </a:r>
                      <a:r>
                        <a:rPr lang="en-US" sz="900" baseline="30000">
                          <a:latin typeface="+mn-lt"/>
                          <a:ea typeface="Calibri" panose="020F0502020204030204" pitchFamily="34" charset="0"/>
                          <a:cs typeface="Calibri" panose="020F0502020204030204" pitchFamily="34" charset="0"/>
                        </a:rPr>
                        <a:t>th</a:t>
                      </a:r>
                      <a:r>
                        <a:rPr lang="en-US" sz="900">
                          <a:latin typeface="+mn-lt"/>
                          <a:ea typeface="Calibri" panose="020F0502020204030204" pitchFamily="34" charset="0"/>
                          <a:cs typeface="Calibri" panose="020F0502020204030204" pitchFamily="34" charset="0"/>
                        </a:rPr>
                        <a:t> Feb 2025</a:t>
                      </a:r>
                    </a:p>
                    <a:p>
                      <a:pPr algn="ctr"/>
                      <a:r>
                        <a:rPr lang="en-US" sz="900">
                          <a:latin typeface="+mn-lt"/>
                          <a:ea typeface="Calibri" panose="020F0502020204030204" pitchFamily="34" charset="0"/>
                          <a:cs typeface="Calibri" panose="020F0502020204030204" pitchFamily="34" charset="0"/>
                        </a:rPr>
                        <a:t>(Sprint #3)</a:t>
                      </a:r>
                    </a:p>
                  </a:txBody>
                  <a:tcPr/>
                </a:tc>
                <a:tc>
                  <a:txBody>
                    <a:bodyPr/>
                    <a:lstStyle/>
                    <a:p>
                      <a:pPr algn="ctr"/>
                      <a:r>
                        <a:rPr lang="en-US" sz="900">
                          <a:latin typeface="+mn-lt"/>
                          <a:ea typeface="Calibri" panose="020F0502020204030204" pitchFamily="34" charset="0"/>
                          <a:cs typeface="Calibri" panose="020F0502020204030204" pitchFamily="34" charset="0"/>
                        </a:rPr>
                        <a:t>25</a:t>
                      </a:r>
                      <a:r>
                        <a:rPr lang="en-US" sz="900" baseline="30000">
                          <a:latin typeface="+mn-lt"/>
                          <a:ea typeface="Calibri" panose="020F0502020204030204" pitchFamily="34" charset="0"/>
                          <a:cs typeface="Calibri" panose="020F0502020204030204" pitchFamily="34" charset="0"/>
                        </a:rPr>
                        <a:t>th</a:t>
                      </a:r>
                      <a:r>
                        <a:rPr lang="en-US" sz="900">
                          <a:latin typeface="+mn-lt"/>
                          <a:ea typeface="Calibri" panose="020F0502020204030204" pitchFamily="34" charset="0"/>
                          <a:cs typeface="Calibri" panose="020F0502020204030204" pitchFamily="34" charset="0"/>
                        </a:rPr>
                        <a:t> Feb 2025</a:t>
                      </a:r>
                    </a:p>
                    <a:p>
                      <a:pPr marL="0" marR="0" lvl="0" indent="0" algn="ctr" defTabSz="1219170" rtl="0" eaLnBrk="1" fontAlgn="auto" latinLnBrk="0" hangingPunct="1">
                        <a:lnSpc>
                          <a:spcPct val="100000"/>
                        </a:lnSpc>
                        <a:spcBef>
                          <a:spcPts val="0"/>
                        </a:spcBef>
                        <a:spcAft>
                          <a:spcPts val="0"/>
                        </a:spcAft>
                        <a:buClrTx/>
                        <a:buSzTx/>
                        <a:buFontTx/>
                        <a:buNone/>
                        <a:tabLst/>
                        <a:defRPr/>
                      </a:pPr>
                      <a:r>
                        <a:rPr lang="en-US" sz="900">
                          <a:latin typeface="+mn-lt"/>
                          <a:ea typeface="Calibri" panose="020F0502020204030204" pitchFamily="34" charset="0"/>
                          <a:cs typeface="Calibri" panose="020F0502020204030204" pitchFamily="34" charset="0"/>
                        </a:rPr>
                        <a:t>(Sprint #3)</a:t>
                      </a:r>
                    </a:p>
                  </a:txBody>
                  <a:tcPr/>
                </a:tc>
                <a:tc>
                  <a:txBody>
                    <a:bodyPr/>
                    <a:lstStyle/>
                    <a:p>
                      <a:pPr algn="ctr"/>
                      <a:r>
                        <a:rPr lang="en-US" sz="900">
                          <a:latin typeface="+mn-lt"/>
                          <a:ea typeface="Calibri" panose="020F0502020204030204" pitchFamily="34" charset="0"/>
                          <a:cs typeface="Calibri" panose="020F0502020204030204" pitchFamily="34" charset="0"/>
                        </a:rPr>
                        <a:t>10 days</a:t>
                      </a:r>
                    </a:p>
                  </a:txBody>
                  <a:tcPr/>
                </a:tc>
                <a:extLst>
                  <a:ext uri="{0D108BD9-81ED-4DB2-BD59-A6C34878D82A}">
                    <a16:rowId xmlns:a16="http://schemas.microsoft.com/office/drawing/2014/main" val="4240306570"/>
                  </a:ext>
                </a:extLst>
              </a:tr>
              <a:tr h="624032">
                <a:tc>
                  <a:txBody>
                    <a:bodyPr/>
                    <a:lstStyle/>
                    <a:p>
                      <a:pPr algn="ctr"/>
                      <a:r>
                        <a:rPr lang="en-US" sz="900">
                          <a:latin typeface="+mn-lt"/>
                          <a:ea typeface="Calibri" panose="020F0502020204030204" pitchFamily="34" charset="0"/>
                          <a:cs typeface="Calibri" panose="020F0502020204030204" pitchFamily="34" charset="0"/>
                        </a:rPr>
                        <a:t>3</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a:latin typeface="+mn-lt"/>
                        </a:rPr>
                        <a:t>All in-scope scenarios for HCP &amp; </a:t>
                      </a:r>
                      <a:r>
                        <a:rPr lang="en-US" sz="900" err="1">
                          <a:latin typeface="+mn-lt"/>
                        </a:rPr>
                        <a:t>PwD</a:t>
                      </a:r>
                      <a:r>
                        <a:rPr lang="en-US" sz="900">
                          <a:latin typeface="+mn-lt"/>
                        </a:rPr>
                        <a:t> (Include - Report Gen scenarios)</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900" b="1">
                          <a:latin typeface="+mn-lt"/>
                        </a:rPr>
                        <a:t>Note: Including report preparation + re-execution if there are any failure in the test execution</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a:latin typeface="+mn-lt"/>
                        </a:rPr>
                        <a:t>Stress Test - Identify the breakpoint with 2x and 3x numbers</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US" sz="900" b="0">
                        <a:latin typeface="+mn-lt"/>
                      </a:endParaRPr>
                    </a:p>
                  </a:txBody>
                  <a:tcPr/>
                </a:tc>
                <a:tc>
                  <a:txBody>
                    <a:bodyPr/>
                    <a:lstStyle/>
                    <a:p>
                      <a:r>
                        <a:rPr lang="en-US" sz="900">
                          <a:latin typeface="+mn-lt"/>
                          <a:ea typeface="Calibri" panose="020F0502020204030204" pitchFamily="34" charset="0"/>
                          <a:cs typeface="Calibri" panose="020F0502020204030204" pitchFamily="34" charset="0"/>
                        </a:rPr>
                        <a:t>Stress Test</a:t>
                      </a:r>
                    </a:p>
                  </a:txBody>
                  <a:tcPr/>
                </a:tc>
                <a:tc>
                  <a:txBody>
                    <a:bodyPr/>
                    <a:lstStyle/>
                    <a:p>
                      <a:pPr algn="ctr"/>
                      <a:r>
                        <a:rPr lang="en-US" sz="900">
                          <a:latin typeface="+mn-lt"/>
                          <a:ea typeface="Calibri" panose="020F0502020204030204" pitchFamily="34" charset="0"/>
                          <a:cs typeface="Calibri" panose="020F0502020204030204" pitchFamily="34" charset="0"/>
                        </a:rPr>
                        <a:t>2</a:t>
                      </a:r>
                    </a:p>
                  </a:txBody>
                  <a:tcPr/>
                </a:tc>
                <a:tc>
                  <a:txBody>
                    <a:bodyPr/>
                    <a:lstStyle/>
                    <a:p>
                      <a:pPr algn="ctr"/>
                      <a:r>
                        <a:rPr lang="en-US" sz="900">
                          <a:latin typeface="+mn-lt"/>
                          <a:ea typeface="Calibri" panose="020F0502020204030204" pitchFamily="34" charset="0"/>
                          <a:cs typeface="Calibri" panose="020F0502020204030204" pitchFamily="34" charset="0"/>
                        </a:rPr>
                        <a:t>26</a:t>
                      </a:r>
                      <a:r>
                        <a:rPr lang="en-US" sz="900" baseline="30000">
                          <a:latin typeface="+mn-lt"/>
                          <a:ea typeface="Calibri" panose="020F0502020204030204" pitchFamily="34" charset="0"/>
                          <a:cs typeface="Calibri" panose="020F0502020204030204" pitchFamily="34" charset="0"/>
                        </a:rPr>
                        <a:t>th</a:t>
                      </a:r>
                      <a:r>
                        <a:rPr lang="en-US" sz="900">
                          <a:latin typeface="+mn-lt"/>
                          <a:ea typeface="Calibri" panose="020F0502020204030204" pitchFamily="34" charset="0"/>
                          <a:cs typeface="Calibri" panose="020F0502020204030204" pitchFamily="34" charset="0"/>
                        </a:rPr>
                        <a:t> Feb 2025</a:t>
                      </a:r>
                    </a:p>
                    <a:p>
                      <a:pPr algn="ctr"/>
                      <a:r>
                        <a:rPr lang="en-US" sz="900">
                          <a:latin typeface="+mn-lt"/>
                          <a:ea typeface="Calibri" panose="020F0502020204030204" pitchFamily="34" charset="0"/>
                          <a:cs typeface="Calibri" panose="020F0502020204030204" pitchFamily="34" charset="0"/>
                        </a:rPr>
                        <a:t>(Sprint #4)</a:t>
                      </a:r>
                    </a:p>
                  </a:txBody>
                  <a:tcPr/>
                </a:tc>
                <a:tc>
                  <a:txBody>
                    <a:bodyPr/>
                    <a:lstStyle/>
                    <a:p>
                      <a:pPr algn="ctr"/>
                      <a:r>
                        <a:rPr lang="en-US" sz="900">
                          <a:latin typeface="+mn-lt"/>
                          <a:ea typeface="Calibri" panose="020F0502020204030204" pitchFamily="34" charset="0"/>
                          <a:cs typeface="Calibri" panose="020F0502020204030204" pitchFamily="34" charset="0"/>
                        </a:rPr>
                        <a:t>11</a:t>
                      </a:r>
                      <a:r>
                        <a:rPr lang="en-US" sz="900" baseline="30000">
                          <a:latin typeface="+mn-lt"/>
                          <a:ea typeface="Calibri" panose="020F0502020204030204" pitchFamily="34" charset="0"/>
                          <a:cs typeface="Calibri" panose="020F0502020204030204" pitchFamily="34" charset="0"/>
                        </a:rPr>
                        <a:t>th</a:t>
                      </a:r>
                      <a:r>
                        <a:rPr lang="en-US" sz="900">
                          <a:latin typeface="+mn-lt"/>
                          <a:ea typeface="Calibri" panose="020F0502020204030204" pitchFamily="34" charset="0"/>
                          <a:cs typeface="Calibri" panose="020F0502020204030204" pitchFamily="34" charset="0"/>
                        </a:rPr>
                        <a:t> March 2025</a:t>
                      </a:r>
                    </a:p>
                    <a:p>
                      <a:pPr marL="0" marR="0" lvl="0" indent="0" algn="ctr" defTabSz="1219170" rtl="0" eaLnBrk="1" fontAlgn="auto" latinLnBrk="0" hangingPunct="1">
                        <a:lnSpc>
                          <a:spcPct val="100000"/>
                        </a:lnSpc>
                        <a:spcBef>
                          <a:spcPts val="0"/>
                        </a:spcBef>
                        <a:spcAft>
                          <a:spcPts val="0"/>
                        </a:spcAft>
                        <a:buClrTx/>
                        <a:buSzTx/>
                        <a:buFontTx/>
                        <a:buNone/>
                        <a:tabLst/>
                        <a:defRPr/>
                      </a:pPr>
                      <a:r>
                        <a:rPr lang="en-US" sz="900">
                          <a:latin typeface="+mn-lt"/>
                          <a:ea typeface="Calibri" panose="020F0502020204030204" pitchFamily="34" charset="0"/>
                          <a:cs typeface="Calibri" panose="020F0502020204030204" pitchFamily="34" charset="0"/>
                        </a:rPr>
                        <a:t>(Sprint #4)</a:t>
                      </a:r>
                    </a:p>
                  </a:txBody>
                  <a:tcPr/>
                </a:tc>
                <a:tc>
                  <a:txBody>
                    <a:bodyPr/>
                    <a:lstStyle/>
                    <a:p>
                      <a:pPr algn="ctr"/>
                      <a:r>
                        <a:rPr lang="en-US" sz="900">
                          <a:latin typeface="+mn-lt"/>
                          <a:ea typeface="Calibri" panose="020F0502020204030204" pitchFamily="34" charset="0"/>
                          <a:cs typeface="Calibri" panose="020F0502020204030204" pitchFamily="34" charset="0"/>
                        </a:rPr>
                        <a:t>10 Days</a:t>
                      </a:r>
                    </a:p>
                  </a:txBody>
                  <a:tcPr/>
                </a:tc>
                <a:extLst>
                  <a:ext uri="{0D108BD9-81ED-4DB2-BD59-A6C34878D82A}">
                    <a16:rowId xmlns:a16="http://schemas.microsoft.com/office/drawing/2014/main" val="1370001214"/>
                  </a:ext>
                </a:extLst>
              </a:tr>
              <a:tr h="624032">
                <a:tc>
                  <a:txBody>
                    <a:bodyPr/>
                    <a:lstStyle/>
                    <a:p>
                      <a:pPr algn="ctr"/>
                      <a:r>
                        <a:rPr lang="en-US" sz="900">
                          <a:latin typeface="+mn-lt"/>
                          <a:ea typeface="Calibri" panose="020F0502020204030204" pitchFamily="34" charset="0"/>
                          <a:cs typeface="Calibri" panose="020F0502020204030204" pitchFamily="34" charset="0"/>
                        </a:rPr>
                        <a:t>4</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a:latin typeface="+mn-lt"/>
                        </a:rPr>
                        <a:t>1.5 numbers (150k transaction) test execution with 1.5 code  in PF environment</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US" sz="900">
                        <a:latin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900">
                          <a:latin typeface="+mn-lt"/>
                        </a:rPr>
                        <a:t>DV testing Prep activities</a:t>
                      </a:r>
                    </a:p>
                  </a:txBody>
                  <a:tcPr/>
                </a:tc>
                <a:tc>
                  <a:txBody>
                    <a:bodyPr/>
                    <a:lstStyle/>
                    <a:p>
                      <a:r>
                        <a:rPr lang="en-US" sz="900">
                          <a:latin typeface="+mn-lt"/>
                        </a:rPr>
                        <a:t>Load Test – Execute load test with 150k transactions in 1.5 code</a:t>
                      </a:r>
                    </a:p>
                  </a:txBody>
                  <a:tcPr/>
                </a:tc>
                <a:tc>
                  <a:txBody>
                    <a:bodyPr/>
                    <a:lstStyle/>
                    <a:p>
                      <a:r>
                        <a:rPr lang="en-US" sz="900">
                          <a:latin typeface="+mn-lt"/>
                          <a:ea typeface="Calibri" panose="020F0502020204030204" pitchFamily="34" charset="0"/>
                          <a:cs typeface="Calibri" panose="020F0502020204030204" pitchFamily="34" charset="0"/>
                        </a:rPr>
                        <a:t>Load Test </a:t>
                      </a:r>
                    </a:p>
                  </a:txBody>
                  <a:tcPr/>
                </a:tc>
                <a:tc>
                  <a:txBody>
                    <a:bodyPr/>
                    <a:lstStyle/>
                    <a:p>
                      <a:pPr algn="ctr"/>
                      <a:r>
                        <a:rPr lang="en-US" sz="900">
                          <a:latin typeface="+mn-lt"/>
                          <a:ea typeface="Calibri" panose="020F0502020204030204" pitchFamily="34" charset="0"/>
                          <a:cs typeface="Calibri" panose="020F0502020204030204" pitchFamily="34" charset="0"/>
                        </a:rPr>
                        <a:t>1</a:t>
                      </a:r>
                    </a:p>
                  </a:txBody>
                  <a:tcPr/>
                </a:tc>
                <a:tc rowSpan="2">
                  <a:txBody>
                    <a:bodyPr/>
                    <a:lstStyle/>
                    <a:p>
                      <a:pPr algn="ctr"/>
                      <a:endParaRPr lang="en-US" sz="900">
                        <a:latin typeface="+mn-lt"/>
                        <a:ea typeface="Calibri" panose="020F0502020204030204" pitchFamily="34" charset="0"/>
                        <a:cs typeface="Calibri" panose="020F0502020204030204" pitchFamily="34" charset="0"/>
                      </a:endParaRPr>
                    </a:p>
                    <a:p>
                      <a:pPr algn="ctr"/>
                      <a:endParaRPr lang="en-US" sz="900">
                        <a:latin typeface="+mn-lt"/>
                        <a:ea typeface="Calibri" panose="020F0502020204030204" pitchFamily="34" charset="0"/>
                        <a:cs typeface="Calibri" panose="020F0502020204030204" pitchFamily="34" charset="0"/>
                      </a:endParaRPr>
                    </a:p>
                    <a:p>
                      <a:pPr algn="ctr"/>
                      <a:endParaRPr lang="en-US" sz="900">
                        <a:latin typeface="+mn-lt"/>
                        <a:ea typeface="Calibri" panose="020F0502020204030204" pitchFamily="34" charset="0"/>
                        <a:cs typeface="Calibri" panose="020F0502020204030204" pitchFamily="34" charset="0"/>
                      </a:endParaRPr>
                    </a:p>
                    <a:p>
                      <a:pPr algn="ctr"/>
                      <a:r>
                        <a:rPr lang="en-US" sz="900">
                          <a:latin typeface="+mn-lt"/>
                          <a:ea typeface="Calibri" panose="020F0502020204030204" pitchFamily="34" charset="0"/>
                          <a:cs typeface="Calibri" panose="020F0502020204030204" pitchFamily="34" charset="0"/>
                        </a:rPr>
                        <a:t>12</a:t>
                      </a:r>
                      <a:r>
                        <a:rPr lang="en-US" sz="900" baseline="30000">
                          <a:latin typeface="+mn-lt"/>
                          <a:ea typeface="Calibri" panose="020F0502020204030204" pitchFamily="34" charset="0"/>
                          <a:cs typeface="Calibri" panose="020F0502020204030204" pitchFamily="34" charset="0"/>
                        </a:rPr>
                        <a:t>th</a:t>
                      </a:r>
                      <a:r>
                        <a:rPr lang="en-US" sz="900">
                          <a:latin typeface="+mn-lt"/>
                          <a:ea typeface="Calibri" panose="020F0502020204030204" pitchFamily="34" charset="0"/>
                          <a:cs typeface="Calibri" panose="020F0502020204030204" pitchFamily="34" charset="0"/>
                        </a:rPr>
                        <a:t> March 2025</a:t>
                      </a:r>
                    </a:p>
                    <a:p>
                      <a:pPr algn="ctr"/>
                      <a:r>
                        <a:rPr lang="en-US" sz="900">
                          <a:latin typeface="+mn-lt"/>
                          <a:ea typeface="Calibri" panose="020F0502020204030204" pitchFamily="34" charset="0"/>
                          <a:cs typeface="Calibri" panose="020F0502020204030204" pitchFamily="34" charset="0"/>
                        </a:rPr>
                        <a:t>(Sprint #5)</a:t>
                      </a:r>
                    </a:p>
                  </a:txBody>
                  <a:tcPr/>
                </a:tc>
                <a:tc rowSpan="2">
                  <a:txBody>
                    <a:bodyPr/>
                    <a:lstStyle/>
                    <a:p>
                      <a:pPr algn="ctr"/>
                      <a:endParaRPr lang="en-US" sz="900">
                        <a:latin typeface="+mn-lt"/>
                        <a:ea typeface="Calibri" panose="020F0502020204030204" pitchFamily="34" charset="0"/>
                        <a:cs typeface="Calibri" panose="020F0502020204030204" pitchFamily="34" charset="0"/>
                      </a:endParaRPr>
                    </a:p>
                    <a:p>
                      <a:pPr algn="ctr"/>
                      <a:endParaRPr lang="en-US" sz="900">
                        <a:latin typeface="+mn-lt"/>
                        <a:ea typeface="Calibri" panose="020F0502020204030204" pitchFamily="34" charset="0"/>
                        <a:cs typeface="Calibri" panose="020F0502020204030204" pitchFamily="34" charset="0"/>
                      </a:endParaRPr>
                    </a:p>
                    <a:p>
                      <a:pPr algn="ctr"/>
                      <a:endParaRPr lang="en-US" sz="900">
                        <a:latin typeface="+mn-lt"/>
                        <a:ea typeface="Calibri" panose="020F0502020204030204" pitchFamily="34" charset="0"/>
                        <a:cs typeface="Calibri" panose="020F0502020204030204" pitchFamily="34" charset="0"/>
                      </a:endParaRPr>
                    </a:p>
                    <a:p>
                      <a:pPr algn="ctr"/>
                      <a:r>
                        <a:rPr lang="en-US" sz="900">
                          <a:latin typeface="+mn-lt"/>
                          <a:ea typeface="Calibri" panose="020F0502020204030204" pitchFamily="34" charset="0"/>
                          <a:cs typeface="Calibri" panose="020F0502020204030204" pitchFamily="34" charset="0"/>
                        </a:rPr>
                        <a:t>25</a:t>
                      </a:r>
                      <a:r>
                        <a:rPr lang="en-US" sz="900" baseline="30000">
                          <a:latin typeface="+mn-lt"/>
                          <a:ea typeface="Calibri" panose="020F0502020204030204" pitchFamily="34" charset="0"/>
                          <a:cs typeface="Calibri" panose="020F0502020204030204" pitchFamily="34" charset="0"/>
                        </a:rPr>
                        <a:t>th</a:t>
                      </a:r>
                      <a:r>
                        <a:rPr lang="en-US" sz="900">
                          <a:latin typeface="+mn-lt"/>
                          <a:ea typeface="Calibri" panose="020F0502020204030204" pitchFamily="34" charset="0"/>
                          <a:cs typeface="Calibri" panose="020F0502020204030204" pitchFamily="34" charset="0"/>
                        </a:rPr>
                        <a:t> March 2025</a:t>
                      </a:r>
                    </a:p>
                    <a:p>
                      <a:pPr algn="ctr"/>
                      <a:r>
                        <a:rPr lang="en-US" sz="900">
                          <a:latin typeface="+mn-lt"/>
                          <a:ea typeface="Calibri" panose="020F0502020204030204" pitchFamily="34" charset="0"/>
                          <a:cs typeface="Calibri" panose="020F0502020204030204" pitchFamily="34" charset="0"/>
                        </a:rPr>
                        <a:t>(Sprint #5)</a:t>
                      </a:r>
                    </a:p>
                  </a:txBody>
                  <a:tcPr/>
                </a:tc>
                <a:tc rowSpan="2">
                  <a:txBody>
                    <a:bodyPr/>
                    <a:lstStyle/>
                    <a:p>
                      <a:pPr algn="ctr"/>
                      <a:endParaRPr lang="en-US" sz="900">
                        <a:latin typeface="+mn-lt"/>
                        <a:ea typeface="Calibri" panose="020F0502020204030204" pitchFamily="34" charset="0"/>
                        <a:cs typeface="Calibri" panose="020F0502020204030204" pitchFamily="34" charset="0"/>
                      </a:endParaRPr>
                    </a:p>
                    <a:p>
                      <a:pPr algn="ctr"/>
                      <a:endParaRPr lang="en-US" sz="900">
                        <a:latin typeface="+mn-lt"/>
                        <a:ea typeface="Calibri" panose="020F0502020204030204" pitchFamily="34" charset="0"/>
                        <a:cs typeface="Calibri" panose="020F0502020204030204" pitchFamily="34" charset="0"/>
                      </a:endParaRPr>
                    </a:p>
                    <a:p>
                      <a:pPr algn="ctr"/>
                      <a:endParaRPr lang="en-US" sz="900">
                        <a:latin typeface="+mn-lt"/>
                        <a:ea typeface="Calibri" panose="020F0502020204030204" pitchFamily="34" charset="0"/>
                        <a:cs typeface="Calibri" panose="020F0502020204030204" pitchFamily="34" charset="0"/>
                      </a:endParaRPr>
                    </a:p>
                    <a:p>
                      <a:pPr algn="ctr"/>
                      <a:r>
                        <a:rPr lang="en-US" sz="900">
                          <a:latin typeface="+mn-lt"/>
                          <a:ea typeface="Calibri" panose="020F0502020204030204" pitchFamily="34" charset="0"/>
                          <a:cs typeface="Calibri" panose="020F0502020204030204" pitchFamily="34" charset="0"/>
                        </a:rPr>
                        <a:t>10 days</a:t>
                      </a:r>
                    </a:p>
                  </a:txBody>
                  <a:tcPr/>
                </a:tc>
                <a:extLst>
                  <a:ext uri="{0D108BD9-81ED-4DB2-BD59-A6C34878D82A}">
                    <a16:rowId xmlns:a16="http://schemas.microsoft.com/office/drawing/2014/main" val="2601142314"/>
                  </a:ext>
                </a:extLst>
              </a:tr>
              <a:tr h="509960">
                <a:tc>
                  <a:txBody>
                    <a:bodyPr/>
                    <a:lstStyle/>
                    <a:p>
                      <a:pPr algn="ctr"/>
                      <a:r>
                        <a:rPr lang="en-US" sz="900">
                          <a:latin typeface="+mn-lt"/>
                          <a:ea typeface="Calibri" panose="020F0502020204030204" pitchFamily="34" charset="0"/>
                          <a:cs typeface="Calibri" panose="020F0502020204030204" pitchFamily="34" charset="0"/>
                        </a:rPr>
                        <a:t>5</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a:latin typeface="+mn-lt"/>
                        </a:rPr>
                        <a:t>DV Testing Prep activities (PF2 environment validation, data setup, dry runs</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1">
                          <a:latin typeface="+mn-lt"/>
                        </a:rPr>
                        <a:t>Dry run in PF 2 environment after all setup completed </a:t>
                      </a:r>
                    </a:p>
                  </a:txBody>
                  <a:tcPr/>
                </a:tc>
                <a:tc>
                  <a:txBody>
                    <a:bodyPr/>
                    <a:lstStyle/>
                    <a:p>
                      <a:r>
                        <a:rPr lang="en-US" sz="900">
                          <a:latin typeface="+mn-lt"/>
                          <a:ea typeface="Calibri" panose="020F0502020204030204" pitchFamily="34" charset="0"/>
                          <a:cs typeface="Calibri" panose="020F0502020204030204" pitchFamily="34" charset="0"/>
                        </a:rPr>
                        <a:t>Dry Run</a:t>
                      </a:r>
                    </a:p>
                  </a:txBody>
                  <a:tcPr/>
                </a:tc>
                <a:tc>
                  <a:txBody>
                    <a:bodyPr/>
                    <a:lstStyle/>
                    <a:p>
                      <a:pPr algn="ctr"/>
                      <a:r>
                        <a:rPr lang="en-US" sz="900">
                          <a:latin typeface="+mn-lt"/>
                          <a:ea typeface="Calibri" panose="020F0502020204030204" pitchFamily="34" charset="0"/>
                          <a:cs typeface="Calibri" panose="020F0502020204030204" pitchFamily="34" charset="0"/>
                        </a:rPr>
                        <a:t>1</a:t>
                      </a:r>
                    </a:p>
                  </a:txBody>
                  <a:tcPr/>
                </a:tc>
                <a:tc vMerge="1">
                  <a:txBody>
                    <a:bodyPr/>
                    <a:lstStyle/>
                    <a:p>
                      <a:pPr algn="ctr"/>
                      <a:endParaRPr lang="en-US" sz="900">
                        <a:latin typeface="+mn-lt"/>
                        <a:ea typeface="Calibri" panose="020F0502020204030204" pitchFamily="34" charset="0"/>
                        <a:cs typeface="Calibri" panose="020F0502020204030204" pitchFamily="34" charset="0"/>
                      </a:endParaRPr>
                    </a:p>
                  </a:txBody>
                  <a:tcPr/>
                </a:tc>
                <a:tc vMerge="1">
                  <a:txBody>
                    <a:bodyPr/>
                    <a:lstStyle/>
                    <a:p>
                      <a:pPr algn="ctr"/>
                      <a:endParaRPr lang="en-US" sz="900">
                        <a:latin typeface="+mn-lt"/>
                        <a:ea typeface="Calibri" panose="020F0502020204030204" pitchFamily="34" charset="0"/>
                        <a:cs typeface="Calibri" panose="020F0502020204030204" pitchFamily="34" charset="0"/>
                      </a:endParaRPr>
                    </a:p>
                  </a:txBody>
                  <a:tcPr/>
                </a:tc>
                <a:tc vMerge="1">
                  <a:txBody>
                    <a:bodyPr/>
                    <a:lstStyle/>
                    <a:p>
                      <a:pPr algn="ctr"/>
                      <a:endParaRPr lang="en-US" sz="900">
                        <a:latin typeface="+mn-lt"/>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465046637"/>
                  </a:ext>
                </a:extLst>
              </a:tr>
              <a:tr h="509960">
                <a:tc>
                  <a:txBody>
                    <a:bodyPr/>
                    <a:lstStyle/>
                    <a:p>
                      <a:pPr algn="ctr"/>
                      <a:r>
                        <a:rPr lang="en-US" sz="900">
                          <a:latin typeface="+mn-lt"/>
                          <a:ea typeface="Calibri" panose="020F0502020204030204" pitchFamily="34" charset="0"/>
                          <a:cs typeface="Calibri" panose="020F0502020204030204" pitchFamily="34" charset="0"/>
                        </a:rPr>
                        <a:t>5</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a:latin typeface="+mn-lt"/>
                        </a:rPr>
                        <a:t>DV Testing </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1">
                          <a:latin typeface="+mn-lt"/>
                        </a:rPr>
                        <a:t>Load Test – Achieve the Targeted users and TPS in PF2 environment before go-live </a:t>
                      </a:r>
                    </a:p>
                  </a:txBody>
                  <a:tcPr/>
                </a:tc>
                <a:tc>
                  <a:txBody>
                    <a:bodyPr/>
                    <a:lstStyle/>
                    <a:p>
                      <a:r>
                        <a:rPr lang="en-US" sz="900">
                          <a:latin typeface="+mn-lt"/>
                          <a:ea typeface="Calibri" panose="020F0502020204030204" pitchFamily="34" charset="0"/>
                          <a:cs typeface="Calibri" panose="020F0502020204030204" pitchFamily="34" charset="0"/>
                        </a:rPr>
                        <a:t>Load Test </a:t>
                      </a:r>
                    </a:p>
                    <a:p>
                      <a:r>
                        <a:rPr lang="en-US" sz="900">
                          <a:latin typeface="+mn-lt"/>
                          <a:ea typeface="Calibri" panose="020F0502020204030204" pitchFamily="34" charset="0"/>
                          <a:cs typeface="Calibri" panose="020F0502020204030204" pitchFamily="34" charset="0"/>
                        </a:rPr>
                        <a:t>Dry Run – 1 &amp; Load Test  2 – 400k</a:t>
                      </a:r>
                    </a:p>
                  </a:txBody>
                  <a:tcPr/>
                </a:tc>
                <a:tc>
                  <a:txBody>
                    <a:bodyPr/>
                    <a:lstStyle/>
                    <a:p>
                      <a:pPr algn="ctr"/>
                      <a:r>
                        <a:rPr lang="en-US" sz="900">
                          <a:latin typeface="+mn-lt"/>
                          <a:ea typeface="Calibri" panose="020F0502020204030204" pitchFamily="34" charset="0"/>
                          <a:cs typeface="Calibri" panose="020F0502020204030204" pitchFamily="34" charset="0"/>
                        </a:rPr>
                        <a:t>2</a:t>
                      </a:r>
                    </a:p>
                    <a:p>
                      <a:pPr algn="ctr"/>
                      <a:r>
                        <a:rPr lang="en-US" sz="900">
                          <a:latin typeface="+mn-lt"/>
                          <a:ea typeface="Calibri" panose="020F0502020204030204" pitchFamily="34" charset="0"/>
                          <a:cs typeface="Calibri" panose="020F0502020204030204" pitchFamily="34" charset="0"/>
                        </a:rPr>
                        <a:t>3</a:t>
                      </a:r>
                    </a:p>
                  </a:txBody>
                  <a:tcPr/>
                </a:tc>
                <a:tc>
                  <a:txBody>
                    <a:bodyPr/>
                    <a:lstStyle/>
                    <a:p>
                      <a:pPr algn="ctr"/>
                      <a:r>
                        <a:rPr lang="en-US" sz="900">
                          <a:latin typeface="+mn-lt"/>
                          <a:ea typeface="Calibri" panose="020F0502020204030204" pitchFamily="34" charset="0"/>
                          <a:cs typeface="Calibri" panose="020F0502020204030204" pitchFamily="34" charset="0"/>
                        </a:rPr>
                        <a:t>26</a:t>
                      </a:r>
                      <a:r>
                        <a:rPr lang="en-US" sz="900" baseline="30000">
                          <a:latin typeface="+mn-lt"/>
                          <a:ea typeface="Calibri" panose="020F0502020204030204" pitchFamily="34" charset="0"/>
                          <a:cs typeface="Calibri" panose="020F0502020204030204" pitchFamily="34" charset="0"/>
                        </a:rPr>
                        <a:t>th</a:t>
                      </a:r>
                      <a:r>
                        <a:rPr lang="en-US" sz="900">
                          <a:latin typeface="+mn-lt"/>
                          <a:ea typeface="Calibri" panose="020F0502020204030204" pitchFamily="34" charset="0"/>
                          <a:cs typeface="Calibri" panose="020F0502020204030204" pitchFamily="34" charset="0"/>
                        </a:rPr>
                        <a:t> March 2025</a:t>
                      </a:r>
                    </a:p>
                    <a:p>
                      <a:pPr algn="ctr"/>
                      <a:r>
                        <a:rPr lang="en-US" sz="900">
                          <a:latin typeface="+mn-lt"/>
                          <a:ea typeface="Calibri" panose="020F0502020204030204" pitchFamily="34" charset="0"/>
                          <a:cs typeface="Calibri" panose="020F0502020204030204" pitchFamily="34" charset="0"/>
                        </a:rPr>
                        <a:t>(Sprint #6)</a:t>
                      </a:r>
                    </a:p>
                  </a:txBody>
                  <a:tcPr/>
                </a:tc>
                <a:tc>
                  <a:txBody>
                    <a:bodyPr/>
                    <a:lstStyle/>
                    <a:p>
                      <a:pPr algn="ctr"/>
                      <a:r>
                        <a:rPr lang="en-US" sz="900">
                          <a:latin typeface="+mn-lt"/>
                          <a:ea typeface="Calibri" panose="020F0502020204030204" pitchFamily="34" charset="0"/>
                          <a:cs typeface="Calibri" panose="020F0502020204030204" pitchFamily="34" charset="0"/>
                        </a:rPr>
                        <a:t>8</a:t>
                      </a:r>
                      <a:r>
                        <a:rPr lang="en-US" sz="900" baseline="30000">
                          <a:latin typeface="+mn-lt"/>
                          <a:ea typeface="Calibri" panose="020F0502020204030204" pitchFamily="34" charset="0"/>
                          <a:cs typeface="Calibri" panose="020F0502020204030204" pitchFamily="34" charset="0"/>
                        </a:rPr>
                        <a:t>th</a:t>
                      </a:r>
                      <a:r>
                        <a:rPr lang="en-US" sz="900">
                          <a:latin typeface="+mn-lt"/>
                          <a:ea typeface="Calibri" panose="020F0502020204030204" pitchFamily="34" charset="0"/>
                          <a:cs typeface="Calibri" panose="020F0502020204030204" pitchFamily="34" charset="0"/>
                        </a:rPr>
                        <a:t> April 2025</a:t>
                      </a:r>
                    </a:p>
                    <a:p>
                      <a:pPr marL="0" marR="0" lvl="0" indent="0" algn="ctr" defTabSz="1219170" rtl="0" eaLnBrk="1" fontAlgn="auto" latinLnBrk="0" hangingPunct="1">
                        <a:lnSpc>
                          <a:spcPct val="100000"/>
                        </a:lnSpc>
                        <a:spcBef>
                          <a:spcPts val="0"/>
                        </a:spcBef>
                        <a:spcAft>
                          <a:spcPts val="0"/>
                        </a:spcAft>
                        <a:buClrTx/>
                        <a:buSzTx/>
                        <a:buFontTx/>
                        <a:buNone/>
                        <a:tabLst/>
                        <a:defRPr/>
                      </a:pPr>
                      <a:r>
                        <a:rPr lang="en-US" sz="900">
                          <a:latin typeface="+mn-lt"/>
                          <a:ea typeface="Calibri" panose="020F0502020204030204" pitchFamily="34" charset="0"/>
                          <a:cs typeface="Calibri" panose="020F0502020204030204" pitchFamily="34" charset="0"/>
                        </a:rPr>
                        <a:t>(Sprint #6)</a:t>
                      </a:r>
                    </a:p>
                  </a:txBody>
                  <a:tcPr/>
                </a:tc>
                <a:tc>
                  <a:txBody>
                    <a:bodyPr/>
                    <a:lstStyle/>
                    <a:p>
                      <a:pPr algn="ctr"/>
                      <a:r>
                        <a:rPr lang="en-US" sz="900">
                          <a:latin typeface="+mn-lt"/>
                          <a:ea typeface="Calibri" panose="020F0502020204030204" pitchFamily="34" charset="0"/>
                          <a:cs typeface="Calibri" panose="020F0502020204030204" pitchFamily="34" charset="0"/>
                        </a:rPr>
                        <a:t>10 days</a:t>
                      </a:r>
                    </a:p>
                  </a:txBody>
                  <a:tcPr/>
                </a:tc>
                <a:extLst>
                  <a:ext uri="{0D108BD9-81ED-4DB2-BD59-A6C34878D82A}">
                    <a16:rowId xmlns:a16="http://schemas.microsoft.com/office/drawing/2014/main" val="2956595122"/>
                  </a:ext>
                </a:extLst>
              </a:tr>
            </a:tbl>
          </a:graphicData>
        </a:graphic>
      </p:graphicFrame>
      <p:sp>
        <p:nvSpPr>
          <p:cNvPr id="17" name="TextBox 16">
            <a:extLst>
              <a:ext uri="{FF2B5EF4-FFF2-40B4-BE49-F238E27FC236}">
                <a16:creationId xmlns:a16="http://schemas.microsoft.com/office/drawing/2014/main" id="{8E0477F8-230D-B57F-46C1-A352F8A34AB6}"/>
              </a:ext>
            </a:extLst>
          </p:cNvPr>
          <p:cNvSpPr txBox="1"/>
          <p:nvPr/>
        </p:nvSpPr>
        <p:spPr>
          <a:xfrm>
            <a:off x="227117" y="5819070"/>
            <a:ext cx="11750371" cy="523220"/>
          </a:xfrm>
          <a:prstGeom prst="rect">
            <a:avLst/>
          </a:prstGeom>
          <a:noFill/>
        </p:spPr>
        <p:txBody>
          <a:bodyPr wrap="square">
            <a:spAutoFit/>
          </a:bodyPr>
          <a:lstStyle/>
          <a:p>
            <a:r>
              <a:rPr lang="en-US" sz="1400" b="1" i="1">
                <a:ea typeface="Calibri" panose="020F0502020204030204" pitchFamily="34" charset="0"/>
                <a:cs typeface="Calibri" panose="020F0502020204030204" pitchFamily="34" charset="0"/>
              </a:rPr>
              <a:t>Note - </a:t>
            </a:r>
            <a:r>
              <a:rPr lang="en-US" sz="1400" i="1">
                <a:ea typeface="Calibri" panose="020F0502020204030204" pitchFamily="34" charset="0"/>
                <a:cs typeface="Calibri" panose="020F0502020204030204" pitchFamily="34" charset="0"/>
              </a:rPr>
              <a:t>Above mentioned timelines are subject to availability of the environment, completion of the scripts, creation of the test data and closure of all pre-requisites.</a:t>
            </a:r>
          </a:p>
        </p:txBody>
      </p:sp>
    </p:spTree>
    <p:extLst>
      <p:ext uri="{BB962C8B-B14F-4D97-AF65-F5344CB8AC3E}">
        <p14:creationId xmlns:p14="http://schemas.microsoft.com/office/powerpoint/2010/main" val="123145242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0E1CE-A706-2AE0-A68B-B479AE87FD4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52D8B3F-1F52-BDEF-0B84-6578C3A5D5A1}"/>
              </a:ext>
            </a:extLst>
          </p:cNvPr>
          <p:cNvSpPr>
            <a:spLocks noGrp="1"/>
          </p:cNvSpPr>
          <p:nvPr>
            <p:ph type="ftr" sz="quarter" idx="15"/>
          </p:nvPr>
        </p:nvSpPr>
        <p:spPr/>
        <p:txBody>
          <a:bodyPr/>
          <a:lstStyle/>
          <a:p>
            <a:r>
              <a:rPr lang="en-US"/>
              <a:t>CONFIDENTIAL</a:t>
            </a:r>
          </a:p>
        </p:txBody>
      </p:sp>
      <p:sp>
        <p:nvSpPr>
          <p:cNvPr id="4" name="Slide Number Placeholder 3">
            <a:extLst>
              <a:ext uri="{FF2B5EF4-FFF2-40B4-BE49-F238E27FC236}">
                <a16:creationId xmlns:a16="http://schemas.microsoft.com/office/drawing/2014/main" id="{D97E61A0-D6B2-C4F5-5BB2-9DB443B3E576}"/>
              </a:ext>
            </a:extLst>
          </p:cNvPr>
          <p:cNvSpPr>
            <a:spLocks noGrp="1"/>
          </p:cNvSpPr>
          <p:nvPr>
            <p:ph type="sldNum" sz="quarter" idx="16"/>
          </p:nvPr>
        </p:nvSpPr>
        <p:spPr/>
        <p:txBody>
          <a:bodyPr/>
          <a:lstStyle/>
          <a:p>
            <a:fld id="{4F90343F-D056-4E24-BE3D-A305BDC1A23E}" type="slidenum">
              <a:rPr lang="en-US" smtClean="0"/>
              <a:pPr/>
              <a:t>10</a:t>
            </a:fld>
            <a:endParaRPr lang="en-US"/>
          </a:p>
        </p:txBody>
      </p:sp>
      <p:grpSp>
        <p:nvGrpSpPr>
          <p:cNvPr id="63" name="Group 62">
            <a:extLst>
              <a:ext uri="{FF2B5EF4-FFF2-40B4-BE49-F238E27FC236}">
                <a16:creationId xmlns:a16="http://schemas.microsoft.com/office/drawing/2014/main" id="{8EF2F524-8D88-F5CD-6414-CD8A920BA74B}"/>
              </a:ext>
            </a:extLst>
          </p:cNvPr>
          <p:cNvGrpSpPr/>
          <p:nvPr/>
        </p:nvGrpSpPr>
        <p:grpSpPr>
          <a:xfrm>
            <a:off x="765800" y="3329061"/>
            <a:ext cx="10135880" cy="3199326"/>
            <a:chOff x="35496" y="741378"/>
            <a:chExt cx="8953207" cy="4036821"/>
          </a:xfrm>
        </p:grpSpPr>
        <p:grpSp>
          <p:nvGrpSpPr>
            <p:cNvPr id="64" name="Group 63">
              <a:extLst>
                <a:ext uri="{FF2B5EF4-FFF2-40B4-BE49-F238E27FC236}">
                  <a16:creationId xmlns:a16="http://schemas.microsoft.com/office/drawing/2014/main" id="{A68D8401-E70F-D427-83C2-9C1CF7F59656}"/>
                </a:ext>
              </a:extLst>
            </p:cNvPr>
            <p:cNvGrpSpPr/>
            <p:nvPr/>
          </p:nvGrpSpPr>
          <p:grpSpPr>
            <a:xfrm>
              <a:off x="96907" y="1069239"/>
              <a:ext cx="3266674" cy="2495723"/>
              <a:chOff x="96907" y="1069237"/>
              <a:chExt cx="3266674" cy="2495723"/>
            </a:xfrm>
          </p:grpSpPr>
          <p:pic>
            <p:nvPicPr>
              <p:cNvPr id="103" name="Picture 102">
                <a:extLst>
                  <a:ext uri="{FF2B5EF4-FFF2-40B4-BE49-F238E27FC236}">
                    <a16:creationId xmlns:a16="http://schemas.microsoft.com/office/drawing/2014/main" id="{A7BB1E28-347D-8412-251E-492763F57498}"/>
                  </a:ext>
                </a:extLst>
              </p:cNvPr>
              <p:cNvPicPr>
                <a:picLocks noChangeAspect="1"/>
              </p:cNvPicPr>
              <p:nvPr/>
            </p:nvPicPr>
            <p:blipFill>
              <a:blip r:embed="rId4"/>
              <a:stretch>
                <a:fillRect/>
              </a:stretch>
            </p:blipFill>
            <p:spPr>
              <a:xfrm>
                <a:off x="323528" y="2173149"/>
                <a:ext cx="511249" cy="398601"/>
              </a:xfrm>
              <a:prstGeom prst="rect">
                <a:avLst/>
              </a:prstGeom>
            </p:spPr>
          </p:pic>
          <p:sp>
            <p:nvSpPr>
              <p:cNvPr id="104" name="TextBox 103">
                <a:extLst>
                  <a:ext uri="{FF2B5EF4-FFF2-40B4-BE49-F238E27FC236}">
                    <a16:creationId xmlns:a16="http://schemas.microsoft.com/office/drawing/2014/main" id="{0531A129-C923-3608-F3FF-17D3DAF80B62}"/>
                  </a:ext>
                </a:extLst>
              </p:cNvPr>
              <p:cNvSpPr txBox="1"/>
              <p:nvPr/>
            </p:nvSpPr>
            <p:spPr>
              <a:xfrm>
                <a:off x="96907" y="2595761"/>
                <a:ext cx="960147" cy="500155"/>
              </a:xfrm>
              <a:prstGeom prst="rect">
                <a:avLst/>
              </a:prstGeom>
              <a:noFill/>
            </p:spPr>
            <p:txBody>
              <a:bodyPr wrap="square" rtlCol="0">
                <a:spAutoFit/>
              </a:bodyPr>
              <a:lstStyle/>
              <a:p>
                <a:r>
                  <a:rPr lang="en-US" sz="988"/>
                  <a:t>10 Users</a:t>
                </a:r>
                <a:endParaRPr lang="en-IN" sz="988"/>
              </a:p>
            </p:txBody>
          </p:sp>
          <p:pic>
            <p:nvPicPr>
              <p:cNvPr id="105" name="Picture 104">
                <a:extLst>
                  <a:ext uri="{FF2B5EF4-FFF2-40B4-BE49-F238E27FC236}">
                    <a16:creationId xmlns:a16="http://schemas.microsoft.com/office/drawing/2014/main" id="{84D913A1-1ABD-036D-4D17-3AABECBADBFE}"/>
                  </a:ext>
                </a:extLst>
              </p:cNvPr>
              <p:cNvPicPr>
                <a:picLocks noChangeAspect="1"/>
              </p:cNvPicPr>
              <p:nvPr/>
            </p:nvPicPr>
            <p:blipFill>
              <a:blip r:embed="rId4"/>
              <a:stretch>
                <a:fillRect/>
              </a:stretch>
            </p:blipFill>
            <p:spPr>
              <a:xfrm>
                <a:off x="1134616" y="1892824"/>
                <a:ext cx="511249" cy="398601"/>
              </a:xfrm>
              <a:prstGeom prst="rect">
                <a:avLst/>
              </a:prstGeom>
            </p:spPr>
          </p:pic>
          <p:cxnSp>
            <p:nvCxnSpPr>
              <p:cNvPr id="106" name="Connector: Elbow 105">
                <a:extLst>
                  <a:ext uri="{FF2B5EF4-FFF2-40B4-BE49-F238E27FC236}">
                    <a16:creationId xmlns:a16="http://schemas.microsoft.com/office/drawing/2014/main" id="{D47803A9-27D0-FE8A-CCC3-B4CE685CBC59}"/>
                  </a:ext>
                </a:extLst>
              </p:cNvPr>
              <p:cNvCxnSpPr>
                <a:stCxn id="103" idx="0"/>
                <a:endCxn id="105" idx="1"/>
              </p:cNvCxnSpPr>
              <p:nvPr/>
            </p:nvCxnSpPr>
            <p:spPr>
              <a:xfrm rot="5400000" flipH="1" flipV="1">
                <a:off x="816372" y="1854906"/>
                <a:ext cx="81024" cy="55546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07" name="TextBox 106">
                <a:extLst>
                  <a:ext uri="{FF2B5EF4-FFF2-40B4-BE49-F238E27FC236}">
                    <a16:creationId xmlns:a16="http://schemas.microsoft.com/office/drawing/2014/main" id="{435CB539-029C-AB0F-9D4B-F7E4C9C3FDFF}"/>
                  </a:ext>
                </a:extLst>
              </p:cNvPr>
              <p:cNvSpPr txBox="1"/>
              <p:nvPr/>
            </p:nvSpPr>
            <p:spPr>
              <a:xfrm>
                <a:off x="402340" y="1431874"/>
                <a:ext cx="778309" cy="500155"/>
              </a:xfrm>
              <a:prstGeom prst="rect">
                <a:avLst/>
              </a:prstGeom>
              <a:noFill/>
            </p:spPr>
            <p:txBody>
              <a:bodyPr wrap="square" rtlCol="0">
                <a:spAutoFit/>
              </a:bodyPr>
              <a:lstStyle/>
              <a:p>
                <a:r>
                  <a:rPr lang="en-US" sz="988" dirty="0"/>
                  <a:t>22 sec</a:t>
                </a:r>
                <a:endParaRPr lang="en-IN" sz="988" dirty="0"/>
              </a:p>
            </p:txBody>
          </p:sp>
          <p:pic>
            <p:nvPicPr>
              <p:cNvPr id="108" name="Picture 107">
                <a:extLst>
                  <a:ext uri="{FF2B5EF4-FFF2-40B4-BE49-F238E27FC236}">
                    <a16:creationId xmlns:a16="http://schemas.microsoft.com/office/drawing/2014/main" id="{3D4FBB3D-5132-CDEB-A050-7CBEFF5035A5}"/>
                  </a:ext>
                </a:extLst>
              </p:cNvPr>
              <p:cNvPicPr>
                <a:picLocks noChangeAspect="1"/>
              </p:cNvPicPr>
              <p:nvPr/>
            </p:nvPicPr>
            <p:blipFill>
              <a:blip r:embed="rId4"/>
              <a:stretch>
                <a:fillRect/>
              </a:stretch>
            </p:blipFill>
            <p:spPr>
              <a:xfrm>
                <a:off x="1945704" y="1597086"/>
                <a:ext cx="511249" cy="398601"/>
              </a:xfrm>
              <a:prstGeom prst="rect">
                <a:avLst/>
              </a:prstGeom>
            </p:spPr>
          </p:pic>
          <p:sp>
            <p:nvSpPr>
              <p:cNvPr id="109" name="TextBox 108">
                <a:extLst>
                  <a:ext uri="{FF2B5EF4-FFF2-40B4-BE49-F238E27FC236}">
                    <a16:creationId xmlns:a16="http://schemas.microsoft.com/office/drawing/2014/main" id="{7AA48473-AAAE-35A7-7CEA-33322FBCED20}"/>
                  </a:ext>
                </a:extLst>
              </p:cNvPr>
              <p:cNvSpPr txBox="1"/>
              <p:nvPr/>
            </p:nvSpPr>
            <p:spPr>
              <a:xfrm>
                <a:off x="993432" y="1337302"/>
                <a:ext cx="778309" cy="500155"/>
              </a:xfrm>
              <a:prstGeom prst="rect">
                <a:avLst/>
              </a:prstGeom>
              <a:noFill/>
            </p:spPr>
            <p:txBody>
              <a:bodyPr wrap="square" rtlCol="0">
                <a:spAutoFit/>
              </a:bodyPr>
              <a:lstStyle/>
              <a:p>
                <a:r>
                  <a:rPr lang="en-US" sz="988"/>
                  <a:t>22 sec</a:t>
                </a:r>
                <a:endParaRPr lang="en-IN" sz="988"/>
              </a:p>
            </p:txBody>
          </p:sp>
          <p:cxnSp>
            <p:nvCxnSpPr>
              <p:cNvPr id="110" name="Connector: Elbow 109">
                <a:extLst>
                  <a:ext uri="{FF2B5EF4-FFF2-40B4-BE49-F238E27FC236}">
                    <a16:creationId xmlns:a16="http://schemas.microsoft.com/office/drawing/2014/main" id="{B4F5C757-C3A6-697D-7E96-18B2BDE6336E}"/>
                  </a:ext>
                </a:extLst>
              </p:cNvPr>
              <p:cNvCxnSpPr/>
              <p:nvPr/>
            </p:nvCxnSpPr>
            <p:spPr>
              <a:xfrm rot="5400000" flipH="1" flipV="1">
                <a:off x="1627460" y="1574580"/>
                <a:ext cx="81024" cy="55546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1" name="Picture 110">
                <a:extLst>
                  <a:ext uri="{FF2B5EF4-FFF2-40B4-BE49-F238E27FC236}">
                    <a16:creationId xmlns:a16="http://schemas.microsoft.com/office/drawing/2014/main" id="{6B06979F-F6CD-77F9-7079-84F43612B894}"/>
                  </a:ext>
                </a:extLst>
              </p:cNvPr>
              <p:cNvPicPr>
                <a:picLocks noChangeAspect="1"/>
              </p:cNvPicPr>
              <p:nvPr/>
            </p:nvPicPr>
            <p:blipFill>
              <a:blip r:embed="rId4"/>
              <a:stretch>
                <a:fillRect/>
              </a:stretch>
            </p:blipFill>
            <p:spPr>
              <a:xfrm>
                <a:off x="2724013" y="1270623"/>
                <a:ext cx="511249" cy="398601"/>
              </a:xfrm>
              <a:prstGeom prst="rect">
                <a:avLst/>
              </a:prstGeom>
            </p:spPr>
          </p:pic>
          <p:cxnSp>
            <p:nvCxnSpPr>
              <p:cNvPr id="112" name="Connector: Elbow 111">
                <a:extLst>
                  <a:ext uri="{FF2B5EF4-FFF2-40B4-BE49-F238E27FC236}">
                    <a16:creationId xmlns:a16="http://schemas.microsoft.com/office/drawing/2014/main" id="{DBB11563-44DD-0AD1-6230-A3B9009496DC}"/>
                  </a:ext>
                </a:extLst>
              </p:cNvPr>
              <p:cNvCxnSpPr/>
              <p:nvPr/>
            </p:nvCxnSpPr>
            <p:spPr>
              <a:xfrm rot="5400000" flipH="1" flipV="1">
                <a:off x="2416441" y="1254411"/>
                <a:ext cx="81024" cy="55546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13" name="TextBox 112">
                <a:extLst>
                  <a:ext uri="{FF2B5EF4-FFF2-40B4-BE49-F238E27FC236}">
                    <a16:creationId xmlns:a16="http://schemas.microsoft.com/office/drawing/2014/main" id="{5666B325-A6D9-5A47-395D-8B0A49CFE1E0}"/>
                  </a:ext>
                </a:extLst>
              </p:cNvPr>
              <p:cNvSpPr txBox="1"/>
              <p:nvPr/>
            </p:nvSpPr>
            <p:spPr>
              <a:xfrm>
                <a:off x="1638491" y="1069237"/>
                <a:ext cx="778309" cy="500155"/>
              </a:xfrm>
              <a:prstGeom prst="rect">
                <a:avLst/>
              </a:prstGeom>
              <a:noFill/>
            </p:spPr>
            <p:txBody>
              <a:bodyPr wrap="square" rtlCol="0">
                <a:spAutoFit/>
              </a:bodyPr>
              <a:lstStyle/>
              <a:p>
                <a:r>
                  <a:rPr lang="en-US" sz="988"/>
                  <a:t>22 sec</a:t>
                </a:r>
                <a:endParaRPr lang="en-IN" sz="988"/>
              </a:p>
            </p:txBody>
          </p:sp>
          <p:sp>
            <p:nvSpPr>
              <p:cNvPr id="114" name="TextBox 113">
                <a:extLst>
                  <a:ext uri="{FF2B5EF4-FFF2-40B4-BE49-F238E27FC236}">
                    <a16:creationId xmlns:a16="http://schemas.microsoft.com/office/drawing/2014/main" id="{76F1E061-C766-1B14-F9F5-A08114DDA254}"/>
                  </a:ext>
                </a:extLst>
              </p:cNvPr>
              <p:cNvSpPr txBox="1"/>
              <p:nvPr/>
            </p:nvSpPr>
            <p:spPr>
              <a:xfrm rot="19595175">
                <a:off x="1024494" y="2601613"/>
                <a:ext cx="2003599" cy="500155"/>
              </a:xfrm>
              <a:prstGeom prst="rect">
                <a:avLst/>
              </a:prstGeom>
              <a:noFill/>
            </p:spPr>
            <p:txBody>
              <a:bodyPr wrap="square" rtlCol="0">
                <a:spAutoFit/>
              </a:bodyPr>
              <a:lstStyle/>
              <a:p>
                <a:pPr algn="ctr"/>
                <a:r>
                  <a:rPr lang="en-US" sz="988" b="1">
                    <a:solidFill>
                      <a:srgbClr val="002060"/>
                    </a:solidFill>
                  </a:rPr>
                  <a:t>10 users will ramp up in every 22  sec until user count reaches 407</a:t>
                </a:r>
                <a:endParaRPr lang="en-IN" sz="988" b="1">
                  <a:solidFill>
                    <a:srgbClr val="002060"/>
                  </a:solidFill>
                </a:endParaRPr>
              </a:p>
            </p:txBody>
          </p:sp>
          <p:cxnSp>
            <p:nvCxnSpPr>
              <p:cNvPr id="115" name="Straight Arrow Connector 114">
                <a:extLst>
                  <a:ext uri="{FF2B5EF4-FFF2-40B4-BE49-F238E27FC236}">
                    <a16:creationId xmlns:a16="http://schemas.microsoft.com/office/drawing/2014/main" id="{ADD07BA7-9670-7A97-5B14-01F0E563D7CF}"/>
                  </a:ext>
                </a:extLst>
              </p:cNvPr>
              <p:cNvCxnSpPr>
                <a:cxnSpLocks/>
              </p:cNvCxnSpPr>
              <p:nvPr/>
            </p:nvCxnSpPr>
            <p:spPr>
              <a:xfrm flipV="1">
                <a:off x="755352" y="3320670"/>
                <a:ext cx="365856" cy="2442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52B293DC-5CA9-664B-53C5-57226DAF3F86}"/>
                  </a:ext>
                </a:extLst>
              </p:cNvPr>
              <p:cNvCxnSpPr>
                <a:cxnSpLocks/>
              </p:cNvCxnSpPr>
              <p:nvPr/>
            </p:nvCxnSpPr>
            <p:spPr>
              <a:xfrm flipH="1">
                <a:off x="3121551" y="1907086"/>
                <a:ext cx="242030" cy="166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pic>
          <p:nvPicPr>
            <p:cNvPr id="65" name="Picture 64">
              <a:extLst>
                <a:ext uri="{FF2B5EF4-FFF2-40B4-BE49-F238E27FC236}">
                  <a16:creationId xmlns:a16="http://schemas.microsoft.com/office/drawing/2014/main" id="{B0F457E0-397F-D5DD-DF8E-91C5950C509E}"/>
                </a:ext>
              </a:extLst>
            </p:cNvPr>
            <p:cNvPicPr>
              <a:picLocks noChangeAspect="1"/>
            </p:cNvPicPr>
            <p:nvPr/>
          </p:nvPicPr>
          <p:blipFill>
            <a:blip r:embed="rId4"/>
            <a:stretch>
              <a:fillRect/>
            </a:stretch>
          </p:blipFill>
          <p:spPr>
            <a:xfrm>
              <a:off x="3839386" y="780447"/>
              <a:ext cx="511249" cy="398601"/>
            </a:xfrm>
            <a:prstGeom prst="rect">
              <a:avLst/>
            </a:prstGeom>
          </p:spPr>
        </p:pic>
        <p:pic>
          <p:nvPicPr>
            <p:cNvPr id="66" name="Picture 65">
              <a:extLst>
                <a:ext uri="{FF2B5EF4-FFF2-40B4-BE49-F238E27FC236}">
                  <a16:creationId xmlns:a16="http://schemas.microsoft.com/office/drawing/2014/main" id="{8FD76D27-A49B-7DDF-F26C-676D1B10B8CD}"/>
                </a:ext>
              </a:extLst>
            </p:cNvPr>
            <p:cNvPicPr>
              <a:picLocks noChangeAspect="1"/>
            </p:cNvPicPr>
            <p:nvPr/>
          </p:nvPicPr>
          <p:blipFill>
            <a:blip r:embed="rId4"/>
            <a:stretch>
              <a:fillRect/>
            </a:stretch>
          </p:blipFill>
          <p:spPr>
            <a:xfrm>
              <a:off x="4350635" y="764838"/>
              <a:ext cx="511249" cy="398601"/>
            </a:xfrm>
            <a:prstGeom prst="rect">
              <a:avLst/>
            </a:prstGeom>
          </p:spPr>
        </p:pic>
        <p:pic>
          <p:nvPicPr>
            <p:cNvPr id="67" name="Picture 66">
              <a:extLst>
                <a:ext uri="{FF2B5EF4-FFF2-40B4-BE49-F238E27FC236}">
                  <a16:creationId xmlns:a16="http://schemas.microsoft.com/office/drawing/2014/main" id="{00FDDEDD-B094-5708-5A39-D95F8EF45219}"/>
                </a:ext>
              </a:extLst>
            </p:cNvPr>
            <p:cNvPicPr>
              <a:picLocks noChangeAspect="1"/>
            </p:cNvPicPr>
            <p:nvPr/>
          </p:nvPicPr>
          <p:blipFill>
            <a:blip r:embed="rId4"/>
            <a:stretch>
              <a:fillRect/>
            </a:stretch>
          </p:blipFill>
          <p:spPr>
            <a:xfrm>
              <a:off x="4861884" y="741378"/>
              <a:ext cx="511249" cy="398601"/>
            </a:xfrm>
            <a:prstGeom prst="rect">
              <a:avLst/>
            </a:prstGeom>
          </p:spPr>
        </p:pic>
        <p:cxnSp>
          <p:nvCxnSpPr>
            <p:cNvPr id="68" name="Straight Arrow Connector 67">
              <a:extLst>
                <a:ext uri="{FF2B5EF4-FFF2-40B4-BE49-F238E27FC236}">
                  <a16:creationId xmlns:a16="http://schemas.microsoft.com/office/drawing/2014/main" id="{22FD97A1-B792-639E-2B7E-F4CDA571B0B5}"/>
                </a:ext>
              </a:extLst>
            </p:cNvPr>
            <p:cNvCxnSpPr>
              <a:cxnSpLocks/>
            </p:cNvCxnSpPr>
            <p:nvPr/>
          </p:nvCxnSpPr>
          <p:spPr>
            <a:xfrm flipH="1">
              <a:off x="3468300" y="780447"/>
              <a:ext cx="14813" cy="3164924"/>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69" name="Straight Arrow Connector 68">
              <a:extLst>
                <a:ext uri="{FF2B5EF4-FFF2-40B4-BE49-F238E27FC236}">
                  <a16:creationId xmlns:a16="http://schemas.microsoft.com/office/drawing/2014/main" id="{40A2275E-1858-7E03-73C2-9519581CBEEF}"/>
                </a:ext>
              </a:extLst>
            </p:cNvPr>
            <p:cNvCxnSpPr>
              <a:cxnSpLocks/>
            </p:cNvCxnSpPr>
            <p:nvPr/>
          </p:nvCxnSpPr>
          <p:spPr>
            <a:xfrm flipH="1">
              <a:off x="3483113" y="2154635"/>
              <a:ext cx="2327836" cy="0"/>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70" name="Straight Arrow Connector 69">
              <a:extLst>
                <a:ext uri="{FF2B5EF4-FFF2-40B4-BE49-F238E27FC236}">
                  <a16:creationId xmlns:a16="http://schemas.microsoft.com/office/drawing/2014/main" id="{CCCD3494-71B9-E095-1805-E9301779B4D2}"/>
                </a:ext>
              </a:extLst>
            </p:cNvPr>
            <p:cNvCxnSpPr>
              <a:cxnSpLocks/>
            </p:cNvCxnSpPr>
            <p:nvPr/>
          </p:nvCxnSpPr>
          <p:spPr>
            <a:xfrm flipH="1">
              <a:off x="5798690" y="780448"/>
              <a:ext cx="12259" cy="3164925"/>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pic>
          <p:nvPicPr>
            <p:cNvPr id="71" name="Picture 70">
              <a:extLst>
                <a:ext uri="{FF2B5EF4-FFF2-40B4-BE49-F238E27FC236}">
                  <a16:creationId xmlns:a16="http://schemas.microsoft.com/office/drawing/2014/main" id="{262832C8-F427-7E13-DD7C-F06077E90C58}"/>
                </a:ext>
              </a:extLst>
            </p:cNvPr>
            <p:cNvPicPr>
              <a:picLocks noChangeAspect="1"/>
            </p:cNvPicPr>
            <p:nvPr/>
          </p:nvPicPr>
          <p:blipFill>
            <a:blip r:embed="rId4"/>
            <a:stretch>
              <a:fillRect/>
            </a:stretch>
          </p:blipFill>
          <p:spPr>
            <a:xfrm>
              <a:off x="5913858" y="1252971"/>
              <a:ext cx="511249" cy="398601"/>
            </a:xfrm>
            <a:prstGeom prst="rect">
              <a:avLst/>
            </a:prstGeom>
          </p:spPr>
        </p:pic>
        <p:sp>
          <p:nvSpPr>
            <p:cNvPr id="72" name="TextBox 71">
              <a:extLst>
                <a:ext uri="{FF2B5EF4-FFF2-40B4-BE49-F238E27FC236}">
                  <a16:creationId xmlns:a16="http://schemas.microsoft.com/office/drawing/2014/main" id="{AA783304-589C-6049-1289-FE7F8ACD1D68}"/>
                </a:ext>
              </a:extLst>
            </p:cNvPr>
            <p:cNvSpPr txBox="1"/>
            <p:nvPr/>
          </p:nvSpPr>
          <p:spPr>
            <a:xfrm>
              <a:off x="7227038" y="2325529"/>
              <a:ext cx="965540" cy="500155"/>
            </a:xfrm>
            <a:prstGeom prst="rect">
              <a:avLst/>
            </a:prstGeom>
            <a:noFill/>
          </p:spPr>
          <p:txBody>
            <a:bodyPr wrap="square" rtlCol="0">
              <a:spAutoFit/>
            </a:bodyPr>
            <a:lstStyle/>
            <a:p>
              <a:r>
                <a:rPr lang="en-US" sz="988"/>
                <a:t>10 Users</a:t>
              </a:r>
              <a:endParaRPr lang="en-IN" sz="988"/>
            </a:p>
          </p:txBody>
        </p:sp>
        <p:pic>
          <p:nvPicPr>
            <p:cNvPr id="73" name="Picture 72">
              <a:extLst>
                <a:ext uri="{FF2B5EF4-FFF2-40B4-BE49-F238E27FC236}">
                  <a16:creationId xmlns:a16="http://schemas.microsoft.com/office/drawing/2014/main" id="{D8D840F5-229F-76C0-47CD-02837FC538B0}"/>
                </a:ext>
              </a:extLst>
            </p:cNvPr>
            <p:cNvPicPr>
              <a:picLocks noChangeAspect="1"/>
            </p:cNvPicPr>
            <p:nvPr/>
          </p:nvPicPr>
          <p:blipFill>
            <a:blip r:embed="rId4"/>
            <a:stretch>
              <a:fillRect/>
            </a:stretch>
          </p:blipFill>
          <p:spPr>
            <a:xfrm>
              <a:off x="6601392" y="1582448"/>
              <a:ext cx="511249" cy="398601"/>
            </a:xfrm>
            <a:prstGeom prst="rect">
              <a:avLst/>
            </a:prstGeom>
          </p:spPr>
        </p:pic>
        <p:sp>
          <p:nvSpPr>
            <p:cNvPr id="74" name="TextBox 73">
              <a:extLst>
                <a:ext uri="{FF2B5EF4-FFF2-40B4-BE49-F238E27FC236}">
                  <a16:creationId xmlns:a16="http://schemas.microsoft.com/office/drawing/2014/main" id="{EDDE2392-F708-267E-3D9F-02FED66691E3}"/>
                </a:ext>
              </a:extLst>
            </p:cNvPr>
            <p:cNvSpPr txBox="1"/>
            <p:nvPr/>
          </p:nvSpPr>
          <p:spPr>
            <a:xfrm>
              <a:off x="5925914" y="746761"/>
              <a:ext cx="778308" cy="500155"/>
            </a:xfrm>
            <a:prstGeom prst="rect">
              <a:avLst/>
            </a:prstGeom>
            <a:noFill/>
          </p:spPr>
          <p:txBody>
            <a:bodyPr wrap="square" rtlCol="0">
              <a:spAutoFit/>
            </a:bodyPr>
            <a:lstStyle/>
            <a:p>
              <a:r>
                <a:rPr lang="en-US" sz="988"/>
                <a:t>22 sec</a:t>
              </a:r>
              <a:endParaRPr lang="en-IN" sz="988"/>
            </a:p>
          </p:txBody>
        </p:sp>
        <p:pic>
          <p:nvPicPr>
            <p:cNvPr id="75" name="Picture 74">
              <a:extLst>
                <a:ext uri="{FF2B5EF4-FFF2-40B4-BE49-F238E27FC236}">
                  <a16:creationId xmlns:a16="http://schemas.microsoft.com/office/drawing/2014/main" id="{B8AAE8DE-53CA-CB96-3E9F-A4BB732BB1C1}"/>
                </a:ext>
              </a:extLst>
            </p:cNvPr>
            <p:cNvPicPr>
              <a:picLocks noChangeAspect="1"/>
            </p:cNvPicPr>
            <p:nvPr/>
          </p:nvPicPr>
          <p:blipFill>
            <a:blip r:embed="rId4"/>
            <a:stretch>
              <a:fillRect/>
            </a:stretch>
          </p:blipFill>
          <p:spPr>
            <a:xfrm>
              <a:off x="7295472" y="1959472"/>
              <a:ext cx="511249" cy="398601"/>
            </a:xfrm>
            <a:prstGeom prst="rect">
              <a:avLst/>
            </a:prstGeom>
          </p:spPr>
        </p:pic>
        <p:pic>
          <p:nvPicPr>
            <p:cNvPr id="76" name="Picture 75">
              <a:extLst>
                <a:ext uri="{FF2B5EF4-FFF2-40B4-BE49-F238E27FC236}">
                  <a16:creationId xmlns:a16="http://schemas.microsoft.com/office/drawing/2014/main" id="{76CA88B9-4CFC-32D1-0B33-21FAFF923A28}"/>
                </a:ext>
              </a:extLst>
            </p:cNvPr>
            <p:cNvPicPr>
              <a:picLocks noChangeAspect="1"/>
            </p:cNvPicPr>
            <p:nvPr/>
          </p:nvPicPr>
          <p:blipFill>
            <a:blip r:embed="rId4"/>
            <a:stretch>
              <a:fillRect/>
            </a:stretch>
          </p:blipFill>
          <p:spPr>
            <a:xfrm>
              <a:off x="7971692" y="2326599"/>
              <a:ext cx="511249" cy="398601"/>
            </a:xfrm>
            <a:prstGeom prst="rect">
              <a:avLst/>
            </a:prstGeom>
          </p:spPr>
        </p:pic>
        <p:sp>
          <p:nvSpPr>
            <p:cNvPr id="77" name="TextBox 76">
              <a:extLst>
                <a:ext uri="{FF2B5EF4-FFF2-40B4-BE49-F238E27FC236}">
                  <a16:creationId xmlns:a16="http://schemas.microsoft.com/office/drawing/2014/main" id="{0A52702C-48F1-E347-1AA9-FAD643B94571}"/>
                </a:ext>
              </a:extLst>
            </p:cNvPr>
            <p:cNvSpPr txBox="1"/>
            <p:nvPr/>
          </p:nvSpPr>
          <p:spPr>
            <a:xfrm rot="1986314">
              <a:off x="5473007" y="2691522"/>
              <a:ext cx="2534826" cy="897247"/>
            </a:xfrm>
            <a:prstGeom prst="rect">
              <a:avLst/>
            </a:prstGeom>
            <a:noFill/>
          </p:spPr>
          <p:txBody>
            <a:bodyPr wrap="square" rtlCol="0">
              <a:spAutoFit/>
            </a:bodyPr>
            <a:lstStyle/>
            <a:p>
              <a:pPr algn="ctr"/>
              <a:r>
                <a:rPr lang="en-US" sz="988" b="1">
                  <a:solidFill>
                    <a:srgbClr val="002060"/>
                  </a:solidFill>
                </a:rPr>
                <a:t>10 users will ramp down in every 2 sec until user count reaches 0 Users</a:t>
              </a:r>
              <a:endParaRPr lang="en-IN" sz="988" b="1">
                <a:solidFill>
                  <a:srgbClr val="002060"/>
                </a:solidFill>
              </a:endParaRPr>
            </a:p>
          </p:txBody>
        </p:sp>
        <p:cxnSp>
          <p:nvCxnSpPr>
            <p:cNvPr id="78" name="Connector: Elbow 77">
              <a:extLst>
                <a:ext uri="{FF2B5EF4-FFF2-40B4-BE49-F238E27FC236}">
                  <a16:creationId xmlns:a16="http://schemas.microsoft.com/office/drawing/2014/main" id="{1F6A0DDB-2DCD-38E3-946C-7C6DFF8A1E9D}"/>
                </a:ext>
              </a:extLst>
            </p:cNvPr>
            <p:cNvCxnSpPr>
              <a:cxnSpLocks/>
              <a:endCxn id="73" idx="0"/>
            </p:cNvCxnSpPr>
            <p:nvPr/>
          </p:nvCxnSpPr>
          <p:spPr>
            <a:xfrm>
              <a:off x="6452867" y="1414420"/>
              <a:ext cx="404150" cy="16802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97CAD33D-FAB4-0309-8229-A9DE1B856495}"/>
                </a:ext>
              </a:extLst>
            </p:cNvPr>
            <p:cNvSpPr txBox="1"/>
            <p:nvPr/>
          </p:nvSpPr>
          <p:spPr>
            <a:xfrm>
              <a:off x="2697365" y="1614036"/>
              <a:ext cx="687444" cy="308329"/>
            </a:xfrm>
            <a:prstGeom prst="rect">
              <a:avLst/>
            </a:prstGeom>
            <a:noFill/>
          </p:spPr>
          <p:txBody>
            <a:bodyPr wrap="square" rtlCol="0">
              <a:spAutoFit/>
            </a:bodyPr>
            <a:lstStyle/>
            <a:p>
              <a:r>
                <a:rPr lang="en-US" sz="988"/>
                <a:t>10 Users</a:t>
              </a:r>
              <a:endParaRPr lang="en-IN" sz="988"/>
            </a:p>
          </p:txBody>
        </p:sp>
        <p:sp>
          <p:nvSpPr>
            <p:cNvPr id="80" name="TextBox 79">
              <a:extLst>
                <a:ext uri="{FF2B5EF4-FFF2-40B4-BE49-F238E27FC236}">
                  <a16:creationId xmlns:a16="http://schemas.microsoft.com/office/drawing/2014/main" id="{6662EDFD-8624-D767-6ADF-FC384F0BD1C1}"/>
                </a:ext>
              </a:extLst>
            </p:cNvPr>
            <p:cNvSpPr txBox="1"/>
            <p:nvPr/>
          </p:nvSpPr>
          <p:spPr>
            <a:xfrm>
              <a:off x="5866060" y="1587782"/>
              <a:ext cx="920785" cy="500155"/>
            </a:xfrm>
            <a:prstGeom prst="rect">
              <a:avLst/>
            </a:prstGeom>
            <a:noFill/>
          </p:spPr>
          <p:txBody>
            <a:bodyPr wrap="square" rtlCol="0">
              <a:spAutoFit/>
            </a:bodyPr>
            <a:lstStyle/>
            <a:p>
              <a:r>
                <a:rPr lang="en-US" sz="988"/>
                <a:t>10 Users</a:t>
              </a:r>
              <a:endParaRPr lang="en-IN" sz="988"/>
            </a:p>
          </p:txBody>
        </p:sp>
        <p:sp>
          <p:nvSpPr>
            <p:cNvPr id="81" name="TextBox 80">
              <a:extLst>
                <a:ext uri="{FF2B5EF4-FFF2-40B4-BE49-F238E27FC236}">
                  <a16:creationId xmlns:a16="http://schemas.microsoft.com/office/drawing/2014/main" id="{FF69AABD-AC4E-940F-4814-9937B56D6D34}"/>
                </a:ext>
              </a:extLst>
            </p:cNvPr>
            <p:cNvSpPr txBox="1"/>
            <p:nvPr/>
          </p:nvSpPr>
          <p:spPr>
            <a:xfrm>
              <a:off x="6568723" y="1926641"/>
              <a:ext cx="1098822" cy="500155"/>
            </a:xfrm>
            <a:prstGeom prst="rect">
              <a:avLst/>
            </a:prstGeom>
            <a:noFill/>
          </p:spPr>
          <p:txBody>
            <a:bodyPr wrap="square" rtlCol="0">
              <a:spAutoFit/>
            </a:bodyPr>
            <a:lstStyle/>
            <a:p>
              <a:r>
                <a:rPr lang="en-US" sz="988"/>
                <a:t>10 Users</a:t>
              </a:r>
              <a:endParaRPr lang="en-IN" sz="988"/>
            </a:p>
          </p:txBody>
        </p:sp>
        <p:cxnSp>
          <p:nvCxnSpPr>
            <p:cNvPr id="83" name="Connector: Elbow 82">
              <a:extLst>
                <a:ext uri="{FF2B5EF4-FFF2-40B4-BE49-F238E27FC236}">
                  <a16:creationId xmlns:a16="http://schemas.microsoft.com/office/drawing/2014/main" id="{8791A917-A7EA-81F4-A2B3-D00EA05B812A}"/>
                </a:ext>
              </a:extLst>
            </p:cNvPr>
            <p:cNvCxnSpPr>
              <a:cxnSpLocks/>
            </p:cNvCxnSpPr>
            <p:nvPr/>
          </p:nvCxnSpPr>
          <p:spPr>
            <a:xfrm>
              <a:off x="7146946" y="1699963"/>
              <a:ext cx="404150" cy="16802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24791033-98FE-ADAF-2FDE-A18D9BCA29AF}"/>
                </a:ext>
              </a:extLst>
            </p:cNvPr>
            <p:cNvSpPr txBox="1"/>
            <p:nvPr/>
          </p:nvSpPr>
          <p:spPr>
            <a:xfrm>
              <a:off x="6666213" y="914788"/>
              <a:ext cx="778308" cy="500155"/>
            </a:xfrm>
            <a:prstGeom prst="rect">
              <a:avLst/>
            </a:prstGeom>
            <a:noFill/>
          </p:spPr>
          <p:txBody>
            <a:bodyPr wrap="square" rtlCol="0">
              <a:spAutoFit/>
            </a:bodyPr>
            <a:lstStyle/>
            <a:p>
              <a:r>
                <a:rPr lang="en-US" sz="988"/>
                <a:t>22 sec</a:t>
              </a:r>
              <a:endParaRPr lang="en-IN" sz="988"/>
            </a:p>
          </p:txBody>
        </p:sp>
        <p:sp>
          <p:nvSpPr>
            <p:cNvPr id="85" name="TextBox 84">
              <a:extLst>
                <a:ext uri="{FF2B5EF4-FFF2-40B4-BE49-F238E27FC236}">
                  <a16:creationId xmlns:a16="http://schemas.microsoft.com/office/drawing/2014/main" id="{3F45358A-AA4F-0313-FCC7-B8E875E0DF36}"/>
                </a:ext>
              </a:extLst>
            </p:cNvPr>
            <p:cNvSpPr txBox="1"/>
            <p:nvPr/>
          </p:nvSpPr>
          <p:spPr>
            <a:xfrm>
              <a:off x="7216795" y="1210781"/>
              <a:ext cx="778308" cy="500155"/>
            </a:xfrm>
            <a:prstGeom prst="rect">
              <a:avLst/>
            </a:prstGeom>
            <a:noFill/>
          </p:spPr>
          <p:txBody>
            <a:bodyPr wrap="square" rtlCol="0">
              <a:spAutoFit/>
            </a:bodyPr>
            <a:lstStyle/>
            <a:p>
              <a:r>
                <a:rPr lang="en-US" sz="988"/>
                <a:t>22 sec</a:t>
              </a:r>
              <a:endParaRPr lang="en-IN" sz="988"/>
            </a:p>
          </p:txBody>
        </p:sp>
        <p:cxnSp>
          <p:nvCxnSpPr>
            <p:cNvPr id="86" name="Connector: Elbow 85">
              <a:extLst>
                <a:ext uri="{FF2B5EF4-FFF2-40B4-BE49-F238E27FC236}">
                  <a16:creationId xmlns:a16="http://schemas.microsoft.com/office/drawing/2014/main" id="{6FEFB2E6-D7C0-8400-4AAF-B4ECAAB3C4EE}"/>
                </a:ext>
              </a:extLst>
            </p:cNvPr>
            <p:cNvCxnSpPr>
              <a:cxnSpLocks/>
            </p:cNvCxnSpPr>
            <p:nvPr/>
          </p:nvCxnSpPr>
          <p:spPr>
            <a:xfrm>
              <a:off x="7828091" y="2173690"/>
              <a:ext cx="404150" cy="16802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B182C7C5-E5E1-D9AB-4EBB-C0A0BD0541A8}"/>
                </a:ext>
              </a:extLst>
            </p:cNvPr>
            <p:cNvCxnSpPr>
              <a:cxnSpLocks/>
            </p:cNvCxnSpPr>
            <p:nvPr/>
          </p:nvCxnSpPr>
          <p:spPr>
            <a:xfrm>
              <a:off x="5989478" y="1975661"/>
              <a:ext cx="165168" cy="4470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071E8FB5-6DD0-DFE6-9C3F-72750A6862B8}"/>
                </a:ext>
              </a:extLst>
            </p:cNvPr>
            <p:cNvCxnSpPr>
              <a:cxnSpLocks/>
            </p:cNvCxnSpPr>
            <p:nvPr/>
          </p:nvCxnSpPr>
          <p:spPr>
            <a:xfrm flipH="1" flipV="1">
              <a:off x="7701462" y="3434505"/>
              <a:ext cx="754403" cy="3022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375E9EF2-3E93-0CAC-29AE-56232F1A3A59}"/>
                </a:ext>
              </a:extLst>
            </p:cNvPr>
            <p:cNvCxnSpPr>
              <a:cxnSpLocks/>
            </p:cNvCxnSpPr>
            <p:nvPr/>
          </p:nvCxnSpPr>
          <p:spPr>
            <a:xfrm>
              <a:off x="35496" y="3795886"/>
              <a:ext cx="756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097D0B3D-B498-65E1-4296-5D69948D4CDC}"/>
                </a:ext>
              </a:extLst>
            </p:cNvPr>
            <p:cNvCxnSpPr>
              <a:cxnSpLocks/>
            </p:cNvCxnSpPr>
            <p:nvPr/>
          </p:nvCxnSpPr>
          <p:spPr>
            <a:xfrm flipH="1">
              <a:off x="2562432" y="3810234"/>
              <a:ext cx="656575" cy="158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1BC8D0A8-D580-5E9E-0101-E5765A5AE010}"/>
                </a:ext>
              </a:extLst>
            </p:cNvPr>
            <p:cNvCxnSpPr>
              <a:cxnSpLocks/>
            </p:cNvCxnSpPr>
            <p:nvPr/>
          </p:nvCxnSpPr>
          <p:spPr>
            <a:xfrm flipH="1">
              <a:off x="5205482" y="3792553"/>
              <a:ext cx="3353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1EC8DF45-A67E-764E-4E29-172675EB0699}"/>
                </a:ext>
              </a:extLst>
            </p:cNvPr>
            <p:cNvCxnSpPr>
              <a:cxnSpLocks/>
            </p:cNvCxnSpPr>
            <p:nvPr/>
          </p:nvCxnSpPr>
          <p:spPr>
            <a:xfrm flipV="1">
              <a:off x="3590311" y="3810234"/>
              <a:ext cx="477633" cy="11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48FBDB40-BDFD-7D4B-131A-B41A685965B3}"/>
                </a:ext>
              </a:extLst>
            </p:cNvPr>
            <p:cNvSpPr txBox="1"/>
            <p:nvPr/>
          </p:nvSpPr>
          <p:spPr>
            <a:xfrm>
              <a:off x="4102478" y="3676185"/>
              <a:ext cx="1268594" cy="275975"/>
            </a:xfrm>
            <a:prstGeom prst="rect">
              <a:avLst/>
            </a:prstGeom>
            <a:noFill/>
          </p:spPr>
          <p:txBody>
            <a:bodyPr wrap="square" rtlCol="0">
              <a:spAutoFit/>
            </a:bodyPr>
            <a:lstStyle/>
            <a:p>
              <a:r>
                <a:rPr lang="en-US" sz="800">
                  <a:solidFill>
                    <a:srgbClr val="002060"/>
                  </a:solidFill>
                </a:rPr>
                <a:t>Steady State</a:t>
              </a:r>
              <a:endParaRPr lang="en-IN" sz="800">
                <a:solidFill>
                  <a:srgbClr val="002060"/>
                </a:solidFill>
              </a:endParaRPr>
            </a:p>
          </p:txBody>
        </p:sp>
        <p:cxnSp>
          <p:nvCxnSpPr>
            <p:cNvPr id="94" name="Straight Arrow Connector 93">
              <a:extLst>
                <a:ext uri="{FF2B5EF4-FFF2-40B4-BE49-F238E27FC236}">
                  <a16:creationId xmlns:a16="http://schemas.microsoft.com/office/drawing/2014/main" id="{FCDC61A9-CE9A-4A85-ACDB-7636A6F50456}"/>
                </a:ext>
              </a:extLst>
            </p:cNvPr>
            <p:cNvCxnSpPr>
              <a:cxnSpLocks/>
            </p:cNvCxnSpPr>
            <p:nvPr/>
          </p:nvCxnSpPr>
          <p:spPr>
            <a:xfrm>
              <a:off x="5824833" y="3781104"/>
              <a:ext cx="63034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0FA3A15D-6DA1-5F55-A04E-A60C374D4F79}"/>
                </a:ext>
              </a:extLst>
            </p:cNvPr>
            <p:cNvSpPr txBox="1"/>
            <p:nvPr/>
          </p:nvSpPr>
          <p:spPr>
            <a:xfrm>
              <a:off x="6424256" y="3691264"/>
              <a:ext cx="2318048" cy="271841"/>
            </a:xfrm>
            <a:prstGeom prst="rect">
              <a:avLst/>
            </a:prstGeom>
            <a:noFill/>
          </p:spPr>
          <p:txBody>
            <a:bodyPr wrap="square" rtlCol="0">
              <a:spAutoFit/>
            </a:bodyPr>
            <a:lstStyle/>
            <a:p>
              <a:r>
                <a:rPr lang="en-US" sz="800">
                  <a:solidFill>
                    <a:srgbClr val="002060"/>
                  </a:solidFill>
                </a:rPr>
                <a:t>User Ramp Down Phase</a:t>
              </a:r>
              <a:endParaRPr lang="en-IN" sz="800">
                <a:solidFill>
                  <a:srgbClr val="002060"/>
                </a:solidFill>
              </a:endParaRPr>
            </a:p>
          </p:txBody>
        </p:sp>
        <p:cxnSp>
          <p:nvCxnSpPr>
            <p:cNvPr id="96" name="Straight Arrow Connector 95">
              <a:extLst>
                <a:ext uri="{FF2B5EF4-FFF2-40B4-BE49-F238E27FC236}">
                  <a16:creationId xmlns:a16="http://schemas.microsoft.com/office/drawing/2014/main" id="{00B2DBF7-56C4-4DE8-D9BB-BF9B6AC24D9A}"/>
                </a:ext>
              </a:extLst>
            </p:cNvPr>
            <p:cNvCxnSpPr>
              <a:cxnSpLocks/>
            </p:cNvCxnSpPr>
            <p:nvPr/>
          </p:nvCxnSpPr>
          <p:spPr>
            <a:xfrm flipH="1" flipV="1">
              <a:off x="8482941" y="3810234"/>
              <a:ext cx="5057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277495D7-4D99-2743-88BE-8619A1437587}"/>
                </a:ext>
              </a:extLst>
            </p:cNvPr>
            <p:cNvSpPr txBox="1"/>
            <p:nvPr/>
          </p:nvSpPr>
          <p:spPr>
            <a:xfrm>
              <a:off x="108552" y="4079178"/>
              <a:ext cx="2999089" cy="699021"/>
            </a:xfrm>
            <a:prstGeom prst="rect">
              <a:avLst/>
            </a:prstGeom>
            <a:noFill/>
            <a:ln>
              <a:solidFill>
                <a:srgbClr val="002060"/>
              </a:solidFill>
            </a:ln>
          </p:spPr>
          <p:txBody>
            <a:bodyPr wrap="square" rtlCol="0">
              <a:spAutoFit/>
            </a:bodyPr>
            <a:lstStyle/>
            <a:p>
              <a:pPr algn="ctr"/>
              <a:r>
                <a:rPr lang="en-US" sz="1000">
                  <a:solidFill>
                    <a:srgbClr val="002060"/>
                  </a:solidFill>
                </a:rPr>
                <a:t>It takes about 15 minutes to ramp up all  407 Users to  on the system</a:t>
              </a:r>
              <a:endParaRPr lang="en-IN" sz="1000">
                <a:solidFill>
                  <a:srgbClr val="002060"/>
                </a:solidFill>
              </a:endParaRPr>
            </a:p>
          </p:txBody>
        </p:sp>
        <p:sp>
          <p:nvSpPr>
            <p:cNvPr id="98" name="TextBox 97">
              <a:extLst>
                <a:ext uri="{FF2B5EF4-FFF2-40B4-BE49-F238E27FC236}">
                  <a16:creationId xmlns:a16="http://schemas.microsoft.com/office/drawing/2014/main" id="{CAA9ACFA-38E0-2B38-499F-9F5EF636CA01}"/>
                </a:ext>
              </a:extLst>
            </p:cNvPr>
            <p:cNvSpPr txBox="1"/>
            <p:nvPr/>
          </p:nvSpPr>
          <p:spPr>
            <a:xfrm>
              <a:off x="3563896" y="4080030"/>
              <a:ext cx="2232241" cy="504848"/>
            </a:xfrm>
            <a:prstGeom prst="rect">
              <a:avLst/>
            </a:prstGeom>
            <a:noFill/>
            <a:ln>
              <a:solidFill>
                <a:srgbClr val="002060"/>
              </a:solidFill>
            </a:ln>
          </p:spPr>
          <p:txBody>
            <a:bodyPr wrap="square" rtlCol="0">
              <a:spAutoFit/>
            </a:bodyPr>
            <a:lstStyle/>
            <a:p>
              <a:pPr algn="ctr"/>
              <a:r>
                <a:rPr lang="en-US" sz="1000">
                  <a:solidFill>
                    <a:srgbClr val="002060"/>
                  </a:solidFill>
                </a:rPr>
                <a:t>Test will run for 1 hour with 407 users </a:t>
              </a:r>
              <a:endParaRPr lang="en-IN" sz="1000">
                <a:solidFill>
                  <a:srgbClr val="002060"/>
                </a:solidFill>
              </a:endParaRPr>
            </a:p>
          </p:txBody>
        </p:sp>
        <p:sp>
          <p:nvSpPr>
            <p:cNvPr id="99" name="TextBox 98">
              <a:extLst>
                <a:ext uri="{FF2B5EF4-FFF2-40B4-BE49-F238E27FC236}">
                  <a16:creationId xmlns:a16="http://schemas.microsoft.com/office/drawing/2014/main" id="{86489331-EC50-BF77-51E5-659202397335}"/>
                </a:ext>
              </a:extLst>
            </p:cNvPr>
            <p:cNvSpPr txBox="1"/>
            <p:nvPr/>
          </p:nvSpPr>
          <p:spPr>
            <a:xfrm>
              <a:off x="6114528" y="4079177"/>
              <a:ext cx="2874175" cy="699021"/>
            </a:xfrm>
            <a:prstGeom prst="rect">
              <a:avLst/>
            </a:prstGeom>
            <a:noFill/>
            <a:ln>
              <a:solidFill>
                <a:srgbClr val="002060"/>
              </a:solidFill>
            </a:ln>
          </p:spPr>
          <p:txBody>
            <a:bodyPr wrap="square" rtlCol="0">
              <a:spAutoFit/>
            </a:bodyPr>
            <a:lstStyle/>
            <a:p>
              <a:pPr algn="ctr"/>
              <a:r>
                <a:rPr lang="en-US" sz="1000">
                  <a:solidFill>
                    <a:srgbClr val="002060"/>
                  </a:solidFill>
                </a:rPr>
                <a:t>It takes about 15 minutes to ramp up all 407 Users to  on the system</a:t>
              </a:r>
              <a:endParaRPr lang="en-IN" sz="1000">
                <a:solidFill>
                  <a:srgbClr val="002060"/>
                </a:solidFill>
              </a:endParaRPr>
            </a:p>
          </p:txBody>
        </p:sp>
        <p:pic>
          <p:nvPicPr>
            <p:cNvPr id="100" name="Picture 99">
              <a:extLst>
                <a:ext uri="{FF2B5EF4-FFF2-40B4-BE49-F238E27FC236}">
                  <a16:creationId xmlns:a16="http://schemas.microsoft.com/office/drawing/2014/main" id="{7F738635-7575-F89A-135A-503BA1AFA734}"/>
                </a:ext>
              </a:extLst>
            </p:cNvPr>
            <p:cNvPicPr>
              <a:picLocks noChangeAspect="1"/>
            </p:cNvPicPr>
            <p:nvPr/>
          </p:nvPicPr>
          <p:blipFill>
            <a:blip r:embed="rId4"/>
            <a:stretch>
              <a:fillRect/>
            </a:stretch>
          </p:blipFill>
          <p:spPr>
            <a:xfrm>
              <a:off x="3859051" y="1133542"/>
              <a:ext cx="511249" cy="398601"/>
            </a:xfrm>
            <a:prstGeom prst="rect">
              <a:avLst/>
            </a:prstGeom>
          </p:spPr>
        </p:pic>
        <p:pic>
          <p:nvPicPr>
            <p:cNvPr id="101" name="Picture 100">
              <a:extLst>
                <a:ext uri="{FF2B5EF4-FFF2-40B4-BE49-F238E27FC236}">
                  <a16:creationId xmlns:a16="http://schemas.microsoft.com/office/drawing/2014/main" id="{0B2434B3-C146-7B05-C289-C056946C0EDC}"/>
                </a:ext>
              </a:extLst>
            </p:cNvPr>
            <p:cNvPicPr>
              <a:picLocks noChangeAspect="1"/>
            </p:cNvPicPr>
            <p:nvPr/>
          </p:nvPicPr>
          <p:blipFill>
            <a:blip r:embed="rId4"/>
            <a:stretch>
              <a:fillRect/>
            </a:stretch>
          </p:blipFill>
          <p:spPr>
            <a:xfrm>
              <a:off x="4375159" y="1123086"/>
              <a:ext cx="511249" cy="398601"/>
            </a:xfrm>
            <a:prstGeom prst="rect">
              <a:avLst/>
            </a:prstGeom>
          </p:spPr>
        </p:pic>
        <p:pic>
          <p:nvPicPr>
            <p:cNvPr id="102" name="Picture 101">
              <a:extLst>
                <a:ext uri="{FF2B5EF4-FFF2-40B4-BE49-F238E27FC236}">
                  <a16:creationId xmlns:a16="http://schemas.microsoft.com/office/drawing/2014/main" id="{06576D7C-28CA-6840-5EEC-1D4E571A9AFA}"/>
                </a:ext>
              </a:extLst>
            </p:cNvPr>
            <p:cNvPicPr>
              <a:picLocks noChangeAspect="1"/>
            </p:cNvPicPr>
            <p:nvPr/>
          </p:nvPicPr>
          <p:blipFill>
            <a:blip r:embed="rId4"/>
            <a:stretch>
              <a:fillRect/>
            </a:stretch>
          </p:blipFill>
          <p:spPr>
            <a:xfrm>
              <a:off x="4859825" y="1110195"/>
              <a:ext cx="511249" cy="398601"/>
            </a:xfrm>
            <a:prstGeom prst="rect">
              <a:avLst/>
            </a:prstGeom>
          </p:spPr>
        </p:pic>
      </p:grpSp>
      <p:sp>
        <p:nvSpPr>
          <p:cNvPr id="117" name="TextBox 116">
            <a:extLst>
              <a:ext uri="{FF2B5EF4-FFF2-40B4-BE49-F238E27FC236}">
                <a16:creationId xmlns:a16="http://schemas.microsoft.com/office/drawing/2014/main" id="{7D68BA27-5419-B929-1DFC-6306E17855D8}"/>
              </a:ext>
            </a:extLst>
          </p:cNvPr>
          <p:cNvSpPr txBox="1"/>
          <p:nvPr/>
        </p:nvSpPr>
        <p:spPr>
          <a:xfrm>
            <a:off x="1906351" y="2933737"/>
            <a:ext cx="4439329" cy="338554"/>
          </a:xfrm>
          <a:prstGeom prst="rect">
            <a:avLst/>
          </a:prstGeom>
          <a:noFill/>
        </p:spPr>
        <p:txBody>
          <a:bodyPr wrap="square">
            <a:spAutoFit/>
          </a:bodyPr>
          <a:lstStyle/>
          <a:p>
            <a:r>
              <a:rPr lang="en-US" sz="1600" b="1">
                <a:ea typeface="Calibri" panose="020F0502020204030204" pitchFamily="34" charset="0"/>
                <a:cs typeface="Calibri" panose="020F0502020204030204" pitchFamily="34" charset="0"/>
              </a:rPr>
              <a:t>Goal#1 – Load Test sample pattern</a:t>
            </a:r>
            <a:endParaRPr lang="en-US" sz="1600" b="1"/>
          </a:p>
        </p:txBody>
      </p:sp>
      <p:sp>
        <p:nvSpPr>
          <p:cNvPr id="172" name="Rectangle 171">
            <a:extLst>
              <a:ext uri="{FF2B5EF4-FFF2-40B4-BE49-F238E27FC236}">
                <a16:creationId xmlns:a16="http://schemas.microsoft.com/office/drawing/2014/main" id="{31DFBA40-166D-9DDD-24AF-50E0035D7B8B}"/>
              </a:ext>
            </a:extLst>
          </p:cNvPr>
          <p:cNvSpPr/>
          <p:nvPr/>
        </p:nvSpPr>
        <p:spPr>
          <a:xfrm>
            <a:off x="665950" y="3281467"/>
            <a:ext cx="10588774" cy="3344259"/>
          </a:xfrm>
          <a:prstGeom prst="rect">
            <a:avLst/>
          </a:prstGeom>
          <a:noFill/>
          <a:ln/>
        </p:spPr>
        <p:style>
          <a:lnRef idx="2">
            <a:schemeClr val="accent1"/>
          </a:lnRef>
          <a:fillRef idx="1">
            <a:schemeClr val="lt1"/>
          </a:fillRef>
          <a:effectRef idx="0">
            <a:schemeClr val="accent1"/>
          </a:effectRef>
          <a:fontRef idx="minor">
            <a:schemeClr val="dk1"/>
          </a:fontRef>
        </p:style>
        <p:txBody>
          <a:bodyPr lIns="91440" tIns="0" rIns="91440" bIns="0" rtlCol="0" anchor="ctr"/>
          <a:lstStyle/>
          <a:p>
            <a:pPr algn="ctr">
              <a:lnSpc>
                <a:spcPct val="85000"/>
              </a:lnSpc>
            </a:pPr>
            <a:endParaRPr lang="en-US" sz="2400">
              <a:solidFill>
                <a:schemeClr val="bg1"/>
              </a:solidFill>
            </a:endParaRPr>
          </a:p>
        </p:txBody>
      </p:sp>
      <p:sp>
        <p:nvSpPr>
          <p:cNvPr id="5" name="TextBox 4">
            <a:extLst>
              <a:ext uri="{FF2B5EF4-FFF2-40B4-BE49-F238E27FC236}">
                <a16:creationId xmlns:a16="http://schemas.microsoft.com/office/drawing/2014/main" id="{10C7A7E3-E814-5D90-46DC-6CFA48E26E45}"/>
              </a:ext>
            </a:extLst>
          </p:cNvPr>
          <p:cNvSpPr txBox="1"/>
          <p:nvPr/>
        </p:nvSpPr>
        <p:spPr>
          <a:xfrm>
            <a:off x="1290320" y="4486507"/>
            <a:ext cx="575979" cy="396391"/>
          </a:xfrm>
          <a:prstGeom prst="rect">
            <a:avLst/>
          </a:prstGeom>
          <a:noFill/>
        </p:spPr>
        <p:txBody>
          <a:bodyPr wrap="square" rtlCol="0">
            <a:spAutoFit/>
          </a:bodyPr>
          <a:lstStyle/>
          <a:p>
            <a:r>
              <a:rPr lang="en-US" sz="988"/>
              <a:t>10 Users</a:t>
            </a:r>
            <a:endParaRPr lang="en-IN" sz="988"/>
          </a:p>
        </p:txBody>
      </p:sp>
      <p:sp>
        <p:nvSpPr>
          <p:cNvPr id="7" name="TextBox 6">
            <a:extLst>
              <a:ext uri="{FF2B5EF4-FFF2-40B4-BE49-F238E27FC236}">
                <a16:creationId xmlns:a16="http://schemas.microsoft.com/office/drawing/2014/main" id="{2775CB47-6056-5053-0510-D4E6C80B3941}"/>
              </a:ext>
            </a:extLst>
          </p:cNvPr>
          <p:cNvSpPr txBox="1"/>
          <p:nvPr/>
        </p:nvSpPr>
        <p:spPr>
          <a:xfrm>
            <a:off x="1742547" y="4257678"/>
            <a:ext cx="575979" cy="396391"/>
          </a:xfrm>
          <a:prstGeom prst="rect">
            <a:avLst/>
          </a:prstGeom>
          <a:noFill/>
        </p:spPr>
        <p:txBody>
          <a:bodyPr wrap="square" rtlCol="0">
            <a:spAutoFit/>
          </a:bodyPr>
          <a:lstStyle/>
          <a:p>
            <a:r>
              <a:rPr lang="en-US" sz="988"/>
              <a:t>10 Users</a:t>
            </a:r>
            <a:endParaRPr lang="en-IN" sz="988"/>
          </a:p>
        </p:txBody>
      </p:sp>
      <p:sp>
        <p:nvSpPr>
          <p:cNvPr id="8" name="TextBox 7">
            <a:extLst>
              <a:ext uri="{FF2B5EF4-FFF2-40B4-BE49-F238E27FC236}">
                <a16:creationId xmlns:a16="http://schemas.microsoft.com/office/drawing/2014/main" id="{46FB9821-6029-62AA-7ED5-F0A52624DED6}"/>
              </a:ext>
            </a:extLst>
          </p:cNvPr>
          <p:cNvSpPr txBox="1"/>
          <p:nvPr/>
        </p:nvSpPr>
        <p:spPr>
          <a:xfrm>
            <a:off x="1170478" y="5692670"/>
            <a:ext cx="1148048" cy="218720"/>
          </a:xfrm>
          <a:prstGeom prst="rect">
            <a:avLst/>
          </a:prstGeom>
          <a:noFill/>
        </p:spPr>
        <p:txBody>
          <a:bodyPr wrap="square" rtlCol="0">
            <a:spAutoFit/>
          </a:bodyPr>
          <a:lstStyle/>
          <a:p>
            <a:r>
              <a:rPr lang="en-US" sz="800">
                <a:solidFill>
                  <a:srgbClr val="002060"/>
                </a:solidFill>
              </a:rPr>
              <a:t>User Ramp up Phase </a:t>
            </a:r>
            <a:endParaRPr lang="en-IN" sz="800">
              <a:solidFill>
                <a:srgbClr val="002060"/>
              </a:solidFill>
            </a:endParaRPr>
          </a:p>
        </p:txBody>
      </p:sp>
      <p:sp>
        <p:nvSpPr>
          <p:cNvPr id="9" name="TextBox 8">
            <a:extLst>
              <a:ext uri="{FF2B5EF4-FFF2-40B4-BE49-F238E27FC236}">
                <a16:creationId xmlns:a16="http://schemas.microsoft.com/office/drawing/2014/main" id="{985B63EA-DF3F-C99A-146D-FA0DB90668E2}"/>
              </a:ext>
            </a:extLst>
          </p:cNvPr>
          <p:cNvSpPr txBox="1"/>
          <p:nvPr/>
        </p:nvSpPr>
        <p:spPr>
          <a:xfrm>
            <a:off x="5417280" y="4006962"/>
            <a:ext cx="466896" cy="396391"/>
          </a:xfrm>
          <a:prstGeom prst="rect">
            <a:avLst/>
          </a:prstGeom>
          <a:noFill/>
        </p:spPr>
        <p:txBody>
          <a:bodyPr wrap="square" rtlCol="0">
            <a:spAutoFit/>
          </a:bodyPr>
          <a:lstStyle/>
          <a:p>
            <a:r>
              <a:rPr lang="en-US" sz="988"/>
              <a:t>22 sec</a:t>
            </a:r>
            <a:endParaRPr lang="en-IN" sz="988"/>
          </a:p>
        </p:txBody>
      </p:sp>
      <p:sp>
        <p:nvSpPr>
          <p:cNvPr id="12" name="Rectangle 11">
            <a:extLst>
              <a:ext uri="{FF2B5EF4-FFF2-40B4-BE49-F238E27FC236}">
                <a16:creationId xmlns:a16="http://schemas.microsoft.com/office/drawing/2014/main" id="{25A36478-5DD8-D2A3-A9EF-15251624FD2E}"/>
              </a:ext>
            </a:extLst>
          </p:cNvPr>
          <p:cNvSpPr/>
          <p:nvPr/>
        </p:nvSpPr>
        <p:spPr>
          <a:xfrm>
            <a:off x="663170" y="123099"/>
            <a:ext cx="11078100"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a:solidFill>
                  <a:schemeClr val="bg1"/>
                </a:solidFill>
                <a:ea typeface="Calibri" panose="020F0502020204030204" pitchFamily="34" charset="0"/>
                <a:cs typeface="Calibri" panose="020F0502020204030204" pitchFamily="34" charset="0"/>
              </a:rPr>
              <a:t>API Goals</a:t>
            </a:r>
          </a:p>
        </p:txBody>
      </p:sp>
      <p:sp>
        <p:nvSpPr>
          <p:cNvPr id="14" name="TextBox 13">
            <a:extLst>
              <a:ext uri="{FF2B5EF4-FFF2-40B4-BE49-F238E27FC236}">
                <a16:creationId xmlns:a16="http://schemas.microsoft.com/office/drawing/2014/main" id="{ABFC9349-2DF5-E271-9DE9-906B50402F9A}"/>
              </a:ext>
            </a:extLst>
          </p:cNvPr>
          <p:cNvSpPr txBox="1"/>
          <p:nvPr/>
        </p:nvSpPr>
        <p:spPr>
          <a:xfrm>
            <a:off x="718456" y="691904"/>
            <a:ext cx="6096000" cy="307777"/>
          </a:xfrm>
          <a:prstGeom prst="rect">
            <a:avLst/>
          </a:prstGeom>
          <a:noFill/>
        </p:spPr>
        <p:txBody>
          <a:bodyPr wrap="square">
            <a:spAutoFit/>
          </a:bodyPr>
          <a:lstStyle/>
          <a:p>
            <a:r>
              <a:rPr lang="en-US" sz="1400" b="1"/>
              <a:t>Goal#1</a:t>
            </a:r>
            <a:r>
              <a:rPr lang="en-US" sz="1400" b="1">
                <a:ea typeface="Calibri" panose="020F0502020204030204" pitchFamily="34" charset="0"/>
                <a:cs typeface="Calibri" panose="020F0502020204030204" pitchFamily="34" charset="0"/>
              </a:rPr>
              <a:t> – All in-scope Scenario include Report Gen (HCP)</a:t>
            </a:r>
            <a:endParaRPr lang="en-US" sz="1400" b="1"/>
          </a:p>
        </p:txBody>
      </p:sp>
      <p:sp>
        <p:nvSpPr>
          <p:cNvPr id="18" name="TextBox 17">
            <a:extLst>
              <a:ext uri="{FF2B5EF4-FFF2-40B4-BE49-F238E27FC236}">
                <a16:creationId xmlns:a16="http://schemas.microsoft.com/office/drawing/2014/main" id="{4E7FC673-575E-9ADB-2312-6F112DD926C4}"/>
              </a:ext>
            </a:extLst>
          </p:cNvPr>
          <p:cNvSpPr txBox="1"/>
          <p:nvPr/>
        </p:nvSpPr>
        <p:spPr>
          <a:xfrm>
            <a:off x="670102" y="1009432"/>
            <a:ext cx="11071168" cy="646331"/>
          </a:xfrm>
          <a:prstGeom prst="rect">
            <a:avLst/>
          </a:prstGeom>
          <a:noFill/>
        </p:spPr>
        <p:txBody>
          <a:bodyPr wrap="square">
            <a:spAutoFit/>
          </a:bodyPr>
          <a:lstStyle/>
          <a:p>
            <a:pPr>
              <a:spcAft>
                <a:spcPts val="600"/>
              </a:spcAft>
            </a:pPr>
            <a:r>
              <a:rPr lang="en-US" sz="1200"/>
              <a:t>The Objective is to ensure that your system will generate accurate, efficient, and reliable report while performing consistently is to meet the agreed response time SLA for all in-scope scenarios with various workloads without any errors or agreed % of errors. Also, ensuring that health of the servers should be in good condition or within the threshold limits </a:t>
            </a:r>
          </a:p>
        </p:txBody>
      </p:sp>
      <p:graphicFrame>
        <p:nvGraphicFramePr>
          <p:cNvPr id="19" name="Table 18">
            <a:extLst>
              <a:ext uri="{FF2B5EF4-FFF2-40B4-BE49-F238E27FC236}">
                <a16:creationId xmlns:a16="http://schemas.microsoft.com/office/drawing/2014/main" id="{19AAE7CD-80B6-B505-7641-58F9BF84F313}"/>
              </a:ext>
            </a:extLst>
          </p:cNvPr>
          <p:cNvGraphicFramePr>
            <a:graphicFrameLocks noGrp="1"/>
          </p:cNvGraphicFramePr>
          <p:nvPr>
            <p:extLst>
              <p:ext uri="{D42A27DB-BD31-4B8C-83A1-F6EECF244321}">
                <p14:modId xmlns:p14="http://schemas.microsoft.com/office/powerpoint/2010/main" val="149484619"/>
              </p:ext>
            </p:extLst>
          </p:nvPr>
        </p:nvGraphicFramePr>
        <p:xfrm>
          <a:off x="663170" y="1855043"/>
          <a:ext cx="11100200" cy="914400"/>
        </p:xfrm>
        <a:graphic>
          <a:graphicData uri="http://schemas.openxmlformats.org/drawingml/2006/table">
            <a:tbl>
              <a:tblPr firstRow="1" bandRow="1">
                <a:tableStyleId>{5C22544A-7EE6-4342-B048-85BDC9FD1C3A}</a:tableStyleId>
              </a:tblPr>
              <a:tblGrid>
                <a:gridCol w="935478">
                  <a:extLst>
                    <a:ext uri="{9D8B030D-6E8A-4147-A177-3AD203B41FA5}">
                      <a16:colId xmlns:a16="http://schemas.microsoft.com/office/drawing/2014/main" val="2505345100"/>
                    </a:ext>
                  </a:extLst>
                </a:gridCol>
                <a:gridCol w="1368987">
                  <a:extLst>
                    <a:ext uri="{9D8B030D-6E8A-4147-A177-3AD203B41FA5}">
                      <a16:colId xmlns:a16="http://schemas.microsoft.com/office/drawing/2014/main" val="765473239"/>
                    </a:ext>
                  </a:extLst>
                </a:gridCol>
                <a:gridCol w="3627130">
                  <a:extLst>
                    <a:ext uri="{9D8B030D-6E8A-4147-A177-3AD203B41FA5}">
                      <a16:colId xmlns:a16="http://schemas.microsoft.com/office/drawing/2014/main" val="3908974634"/>
                    </a:ext>
                  </a:extLst>
                </a:gridCol>
                <a:gridCol w="720436">
                  <a:extLst>
                    <a:ext uri="{9D8B030D-6E8A-4147-A177-3AD203B41FA5}">
                      <a16:colId xmlns:a16="http://schemas.microsoft.com/office/drawing/2014/main" val="3870870621"/>
                    </a:ext>
                  </a:extLst>
                </a:gridCol>
                <a:gridCol w="3546923">
                  <a:extLst>
                    <a:ext uri="{9D8B030D-6E8A-4147-A177-3AD203B41FA5}">
                      <a16:colId xmlns:a16="http://schemas.microsoft.com/office/drawing/2014/main" val="3289002681"/>
                    </a:ext>
                  </a:extLst>
                </a:gridCol>
                <a:gridCol w="901246">
                  <a:extLst>
                    <a:ext uri="{9D8B030D-6E8A-4147-A177-3AD203B41FA5}">
                      <a16:colId xmlns:a16="http://schemas.microsoft.com/office/drawing/2014/main" val="617769190"/>
                    </a:ext>
                  </a:extLst>
                </a:gridCol>
              </a:tblGrid>
              <a:tr h="322466">
                <a:tc>
                  <a:txBody>
                    <a:bodyPr/>
                    <a:lstStyle/>
                    <a:p>
                      <a:pPr algn="ctr"/>
                      <a:r>
                        <a:rPr lang="en-US" sz="1200">
                          <a:latin typeface="+mn-lt"/>
                        </a:rPr>
                        <a:t>#</a:t>
                      </a:r>
                    </a:p>
                  </a:txBody>
                  <a:tcPr/>
                </a:tc>
                <a:tc>
                  <a:txBody>
                    <a:bodyPr/>
                    <a:lstStyle/>
                    <a:p>
                      <a:pPr algn="ctr"/>
                      <a:r>
                        <a:rPr lang="en-US" sz="1200">
                          <a:latin typeface="+mn-lt"/>
                        </a:rPr>
                        <a:t>Type of Test</a:t>
                      </a:r>
                    </a:p>
                  </a:txBody>
                  <a:tcPr/>
                </a:tc>
                <a:tc>
                  <a:txBody>
                    <a:bodyPr/>
                    <a:lstStyle/>
                    <a:p>
                      <a:pPr algn="ctr"/>
                      <a:r>
                        <a:rPr lang="en-US" sz="1200">
                          <a:latin typeface="+mn-lt"/>
                        </a:rPr>
                        <a:t>Scenario Details</a:t>
                      </a:r>
                    </a:p>
                  </a:txBody>
                  <a:tcPr/>
                </a:tc>
                <a:tc>
                  <a:txBody>
                    <a:bodyPr/>
                    <a:lstStyle/>
                    <a:p>
                      <a:pPr algn="ctr"/>
                      <a:r>
                        <a:rPr lang="en-US" sz="1200">
                          <a:latin typeface="+mn-lt"/>
                        </a:rPr>
                        <a:t>No. of Cycles</a:t>
                      </a:r>
                    </a:p>
                  </a:txBody>
                  <a:tcPr/>
                </a:tc>
                <a:tc>
                  <a:txBody>
                    <a:bodyPr/>
                    <a:lstStyle/>
                    <a:p>
                      <a:pPr algn="ctr"/>
                      <a:r>
                        <a:rPr lang="en-US" sz="1200">
                          <a:latin typeface="+mn-lt"/>
                        </a:rPr>
                        <a:t>Volume Details</a:t>
                      </a:r>
                    </a:p>
                  </a:txBody>
                  <a:tcPr/>
                </a:tc>
                <a:tc>
                  <a:txBody>
                    <a:bodyPr/>
                    <a:lstStyle/>
                    <a:p>
                      <a:pPr algn="ctr"/>
                      <a:r>
                        <a:rPr lang="en-US" sz="1200">
                          <a:latin typeface="+mn-lt"/>
                        </a:rPr>
                        <a:t>Total Duration </a:t>
                      </a:r>
                    </a:p>
                  </a:txBody>
                  <a:tcPr/>
                </a:tc>
                <a:extLst>
                  <a:ext uri="{0D108BD9-81ED-4DB2-BD59-A6C34878D82A}">
                    <a16:rowId xmlns:a16="http://schemas.microsoft.com/office/drawing/2014/main" val="935495309"/>
                  </a:ext>
                </a:extLst>
              </a:tr>
              <a:tr h="322466">
                <a:tc>
                  <a:txBody>
                    <a:bodyPr/>
                    <a:lstStyle/>
                    <a:p>
                      <a:pPr algn="ctr"/>
                      <a:r>
                        <a:rPr lang="en-US" sz="1200">
                          <a:latin typeface="+mn-lt"/>
                        </a:rPr>
                        <a:t>1</a:t>
                      </a:r>
                    </a:p>
                  </a:txBody>
                  <a:tcPr/>
                </a:tc>
                <a:tc>
                  <a:txBody>
                    <a:bodyPr/>
                    <a:lstStyle/>
                    <a:p>
                      <a:pPr algn="ctr"/>
                      <a:r>
                        <a:rPr lang="en-US" sz="1200">
                          <a:latin typeface="+mn-lt"/>
                        </a:rPr>
                        <a:t>Load Test</a:t>
                      </a:r>
                    </a:p>
                  </a:txBody>
                  <a:tcPr/>
                </a:tc>
                <a:tc>
                  <a:txBody>
                    <a:bodyPr/>
                    <a:lstStyle/>
                    <a:p>
                      <a:pPr algn="l"/>
                      <a:r>
                        <a:rPr lang="en-US" sz="1200">
                          <a:latin typeface="+mn-lt"/>
                        </a:rPr>
                        <a:t>All scenarios which are listed on the above table NFRs and In-Scope scenarios </a:t>
                      </a:r>
                    </a:p>
                  </a:txBody>
                  <a:tcPr/>
                </a:tc>
                <a:tc>
                  <a:txBody>
                    <a:bodyPr/>
                    <a:lstStyle/>
                    <a:p>
                      <a:pPr algn="ctr"/>
                      <a:r>
                        <a:rPr lang="en-US" sz="1200">
                          <a:latin typeface="+mn-lt"/>
                        </a:rPr>
                        <a:t>1</a:t>
                      </a:r>
                    </a:p>
                  </a:txBody>
                  <a:tcPr/>
                </a:tc>
                <a:tc>
                  <a:txBody>
                    <a:bodyPr/>
                    <a:lstStyle/>
                    <a:p>
                      <a:pPr algn="ctr"/>
                      <a:r>
                        <a:rPr lang="en-US" sz="1200" dirty="0">
                          <a:latin typeface="+mn-lt"/>
                        </a:rPr>
                        <a:t>HCP – 324 Users  (Total: 9180 Transactions)</a:t>
                      </a:r>
                    </a:p>
                    <a:p>
                      <a:pPr algn="ctr"/>
                      <a:r>
                        <a:rPr lang="en-US" sz="1200" dirty="0" err="1">
                          <a:latin typeface="+mn-lt"/>
                        </a:rPr>
                        <a:t>PwD</a:t>
                      </a:r>
                      <a:r>
                        <a:rPr lang="en-US" sz="1200" dirty="0">
                          <a:latin typeface="+mn-lt"/>
                        </a:rPr>
                        <a:t> – 83 Users (Total:20,000 transactions] </a:t>
                      </a:r>
                    </a:p>
                  </a:txBody>
                  <a:tcPr/>
                </a:tc>
                <a:tc>
                  <a:txBody>
                    <a:bodyPr/>
                    <a:lstStyle/>
                    <a:p>
                      <a:pPr algn="ctr"/>
                      <a:r>
                        <a:rPr lang="en-US" sz="1200" dirty="0">
                          <a:latin typeface="+mn-lt"/>
                        </a:rPr>
                        <a:t>1 Hr.</a:t>
                      </a:r>
                    </a:p>
                  </a:txBody>
                  <a:tcPr/>
                </a:tc>
                <a:extLst>
                  <a:ext uri="{0D108BD9-81ED-4DB2-BD59-A6C34878D82A}">
                    <a16:rowId xmlns:a16="http://schemas.microsoft.com/office/drawing/2014/main" val="3313892485"/>
                  </a:ext>
                </a:extLst>
              </a:tr>
            </a:tbl>
          </a:graphicData>
        </a:graphic>
      </p:graphicFrame>
    </p:spTree>
    <p:extLst>
      <p:ext uri="{BB962C8B-B14F-4D97-AF65-F5344CB8AC3E}">
        <p14:creationId xmlns:p14="http://schemas.microsoft.com/office/powerpoint/2010/main" val="1238044538"/>
      </p:ext>
    </p:extLst>
  </p:cSld>
  <p:clrMapOvr>
    <a:masterClrMapping/>
  </p:clrMapOvr>
  <p:transition>
    <p:fade/>
  </p:transition>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808FE-96D5-17B8-CE02-C12350D5B10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A978587-7DF3-1A25-5332-B4CA05DAF33B}"/>
              </a:ext>
            </a:extLst>
          </p:cNvPr>
          <p:cNvSpPr>
            <a:spLocks noGrp="1"/>
          </p:cNvSpPr>
          <p:nvPr>
            <p:ph type="ftr" sz="quarter" idx="15"/>
          </p:nvPr>
        </p:nvSpPr>
        <p:spPr/>
        <p:txBody>
          <a:bodyPr/>
          <a:lstStyle/>
          <a:p>
            <a:r>
              <a:rPr lang="en-US"/>
              <a:t>CONFIDENTIAL</a:t>
            </a:r>
          </a:p>
        </p:txBody>
      </p:sp>
      <p:sp>
        <p:nvSpPr>
          <p:cNvPr id="4" name="Slide Number Placeholder 3">
            <a:extLst>
              <a:ext uri="{FF2B5EF4-FFF2-40B4-BE49-F238E27FC236}">
                <a16:creationId xmlns:a16="http://schemas.microsoft.com/office/drawing/2014/main" id="{AFCEBFA9-C6C3-5A93-0B9F-BC7AB1BEDD78}"/>
              </a:ext>
            </a:extLst>
          </p:cNvPr>
          <p:cNvSpPr>
            <a:spLocks noGrp="1"/>
          </p:cNvSpPr>
          <p:nvPr>
            <p:ph type="sldNum" sz="quarter" idx="16"/>
          </p:nvPr>
        </p:nvSpPr>
        <p:spPr/>
        <p:txBody>
          <a:bodyPr/>
          <a:lstStyle/>
          <a:p>
            <a:fld id="{4F90343F-D056-4E24-BE3D-A305BDC1A23E}" type="slidenum">
              <a:rPr lang="en-US" smtClean="0"/>
              <a:pPr/>
              <a:t>11</a:t>
            </a:fld>
            <a:endParaRPr lang="en-US"/>
          </a:p>
        </p:txBody>
      </p:sp>
      <p:sp>
        <p:nvSpPr>
          <p:cNvPr id="117" name="TextBox 116">
            <a:extLst>
              <a:ext uri="{FF2B5EF4-FFF2-40B4-BE49-F238E27FC236}">
                <a16:creationId xmlns:a16="http://schemas.microsoft.com/office/drawing/2014/main" id="{BEDC521D-90E7-C26F-CD31-ADB79EF74B00}"/>
              </a:ext>
            </a:extLst>
          </p:cNvPr>
          <p:cNvSpPr txBox="1"/>
          <p:nvPr/>
        </p:nvSpPr>
        <p:spPr>
          <a:xfrm>
            <a:off x="1906351" y="2933737"/>
            <a:ext cx="4439329" cy="338554"/>
          </a:xfrm>
          <a:prstGeom prst="rect">
            <a:avLst/>
          </a:prstGeom>
          <a:noFill/>
        </p:spPr>
        <p:txBody>
          <a:bodyPr wrap="square">
            <a:spAutoFit/>
          </a:bodyPr>
          <a:lstStyle/>
          <a:p>
            <a:r>
              <a:rPr lang="en-US" sz="1600" b="1">
                <a:ea typeface="Calibri" panose="020F0502020204030204" pitchFamily="34" charset="0"/>
                <a:cs typeface="Calibri" panose="020F0502020204030204" pitchFamily="34" charset="0"/>
              </a:rPr>
              <a:t>Goal#1 – Stress Test (2x) sample pattern</a:t>
            </a:r>
            <a:endParaRPr lang="en-US" sz="1600" b="1"/>
          </a:p>
        </p:txBody>
      </p:sp>
      <p:grpSp>
        <p:nvGrpSpPr>
          <p:cNvPr id="174" name="Group 173">
            <a:extLst>
              <a:ext uri="{FF2B5EF4-FFF2-40B4-BE49-F238E27FC236}">
                <a16:creationId xmlns:a16="http://schemas.microsoft.com/office/drawing/2014/main" id="{42706956-8F95-05EF-5FEF-EFF15F953AEE}"/>
              </a:ext>
            </a:extLst>
          </p:cNvPr>
          <p:cNvGrpSpPr/>
          <p:nvPr/>
        </p:nvGrpSpPr>
        <p:grpSpPr>
          <a:xfrm>
            <a:off x="6499551" y="3310328"/>
            <a:ext cx="5140625" cy="2695345"/>
            <a:chOff x="242479" y="647017"/>
            <a:chExt cx="8569340" cy="3330260"/>
          </a:xfrm>
        </p:grpSpPr>
        <p:cxnSp>
          <p:nvCxnSpPr>
            <p:cNvPr id="179" name="Straight Arrow Connector 178">
              <a:extLst>
                <a:ext uri="{FF2B5EF4-FFF2-40B4-BE49-F238E27FC236}">
                  <a16:creationId xmlns:a16="http://schemas.microsoft.com/office/drawing/2014/main" id="{22B0ABC9-708B-E265-93D2-7582A6EF246A}"/>
                </a:ext>
              </a:extLst>
            </p:cNvPr>
            <p:cNvCxnSpPr>
              <a:cxnSpLocks/>
            </p:cNvCxnSpPr>
            <p:nvPr/>
          </p:nvCxnSpPr>
          <p:spPr>
            <a:xfrm>
              <a:off x="242479" y="647017"/>
              <a:ext cx="0" cy="3296634"/>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180" name="Straight Arrow Connector 179">
              <a:extLst>
                <a:ext uri="{FF2B5EF4-FFF2-40B4-BE49-F238E27FC236}">
                  <a16:creationId xmlns:a16="http://schemas.microsoft.com/office/drawing/2014/main" id="{D3D5B1CE-05A2-D1B2-3B5D-0C7491922BDD}"/>
                </a:ext>
              </a:extLst>
            </p:cNvPr>
            <p:cNvCxnSpPr>
              <a:cxnSpLocks/>
            </p:cNvCxnSpPr>
            <p:nvPr/>
          </p:nvCxnSpPr>
          <p:spPr>
            <a:xfrm flipH="1" flipV="1">
              <a:off x="950487" y="3594431"/>
              <a:ext cx="7421306" cy="12611"/>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181" name="Straight Arrow Connector 180">
              <a:extLst>
                <a:ext uri="{FF2B5EF4-FFF2-40B4-BE49-F238E27FC236}">
                  <a16:creationId xmlns:a16="http://schemas.microsoft.com/office/drawing/2014/main" id="{F960E501-A8E1-DC3E-2708-4822E6641395}"/>
                </a:ext>
              </a:extLst>
            </p:cNvPr>
            <p:cNvCxnSpPr>
              <a:cxnSpLocks/>
            </p:cNvCxnSpPr>
            <p:nvPr/>
          </p:nvCxnSpPr>
          <p:spPr>
            <a:xfrm>
              <a:off x="8811819" y="647017"/>
              <a:ext cx="0" cy="3330260"/>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sp>
          <p:nvSpPr>
            <p:cNvPr id="204" name="TextBox 203">
              <a:extLst>
                <a:ext uri="{FF2B5EF4-FFF2-40B4-BE49-F238E27FC236}">
                  <a16:creationId xmlns:a16="http://schemas.microsoft.com/office/drawing/2014/main" id="{1EC08612-9739-CD6C-8972-1E411695D526}"/>
                </a:ext>
              </a:extLst>
            </p:cNvPr>
            <p:cNvSpPr txBox="1"/>
            <p:nvPr/>
          </p:nvSpPr>
          <p:spPr>
            <a:xfrm>
              <a:off x="3644780" y="3243644"/>
              <a:ext cx="1643656" cy="301924"/>
            </a:xfrm>
            <a:prstGeom prst="rect">
              <a:avLst/>
            </a:prstGeom>
            <a:noFill/>
          </p:spPr>
          <p:txBody>
            <a:bodyPr wrap="square" rtlCol="0">
              <a:spAutoFit/>
            </a:bodyPr>
            <a:lstStyle/>
            <a:p>
              <a:pPr algn="ctr"/>
              <a:r>
                <a:rPr lang="en-US" sz="988"/>
                <a:t>1 hour</a:t>
              </a:r>
              <a:endParaRPr lang="en-IN" sz="988"/>
            </a:p>
          </p:txBody>
        </p:sp>
      </p:grpSp>
      <p:sp>
        <p:nvSpPr>
          <p:cNvPr id="29" name="Arrow: Bent 28">
            <a:extLst>
              <a:ext uri="{FF2B5EF4-FFF2-40B4-BE49-F238E27FC236}">
                <a16:creationId xmlns:a16="http://schemas.microsoft.com/office/drawing/2014/main" id="{AFEFD5FE-30AE-951C-B3FD-5CF0AA512CE1}"/>
              </a:ext>
            </a:extLst>
          </p:cNvPr>
          <p:cNvSpPr/>
          <p:nvPr/>
        </p:nvSpPr>
        <p:spPr>
          <a:xfrm>
            <a:off x="6856217" y="4815738"/>
            <a:ext cx="768359" cy="467249"/>
          </a:xfrm>
          <a:prstGeom prst="bentArrow">
            <a:avLst>
              <a:gd name="adj1" fmla="val 25000"/>
              <a:gd name="adj2" fmla="val 25842"/>
              <a:gd name="adj3" fmla="val 25000"/>
              <a:gd name="adj4" fmla="val 43750"/>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pic>
        <p:nvPicPr>
          <p:cNvPr id="30" name="Picture 29">
            <a:extLst>
              <a:ext uri="{FF2B5EF4-FFF2-40B4-BE49-F238E27FC236}">
                <a16:creationId xmlns:a16="http://schemas.microsoft.com/office/drawing/2014/main" id="{98E82306-8A9A-AF32-6A58-7E5FC8732947}"/>
              </a:ext>
            </a:extLst>
          </p:cNvPr>
          <p:cNvPicPr>
            <a:picLocks noChangeAspect="1"/>
          </p:cNvPicPr>
          <p:nvPr/>
        </p:nvPicPr>
        <p:blipFill>
          <a:blip r:embed="rId3"/>
          <a:stretch>
            <a:fillRect/>
          </a:stretch>
        </p:blipFill>
        <p:spPr>
          <a:xfrm>
            <a:off x="6522426" y="5274209"/>
            <a:ext cx="510130" cy="380795"/>
          </a:xfrm>
          <a:prstGeom prst="rect">
            <a:avLst/>
          </a:prstGeom>
        </p:spPr>
      </p:pic>
      <p:cxnSp>
        <p:nvCxnSpPr>
          <p:cNvPr id="31" name="Straight Arrow Connector 30">
            <a:extLst>
              <a:ext uri="{FF2B5EF4-FFF2-40B4-BE49-F238E27FC236}">
                <a16:creationId xmlns:a16="http://schemas.microsoft.com/office/drawing/2014/main" id="{E52A3CDD-6CD4-BA90-FE34-AA872A306402}"/>
              </a:ext>
            </a:extLst>
          </p:cNvPr>
          <p:cNvCxnSpPr>
            <a:cxnSpLocks/>
          </p:cNvCxnSpPr>
          <p:nvPr/>
        </p:nvCxnSpPr>
        <p:spPr>
          <a:xfrm flipH="1" flipV="1">
            <a:off x="7118657" y="5117735"/>
            <a:ext cx="508212" cy="5877"/>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pic>
        <p:nvPicPr>
          <p:cNvPr id="33" name="Picture 32">
            <a:extLst>
              <a:ext uri="{FF2B5EF4-FFF2-40B4-BE49-F238E27FC236}">
                <a16:creationId xmlns:a16="http://schemas.microsoft.com/office/drawing/2014/main" id="{B567E8D6-0DB9-EC7D-A844-3FEDDF02FF28}"/>
              </a:ext>
            </a:extLst>
          </p:cNvPr>
          <p:cNvPicPr>
            <a:picLocks noChangeAspect="1"/>
          </p:cNvPicPr>
          <p:nvPr/>
        </p:nvPicPr>
        <p:blipFill>
          <a:blip r:embed="rId3"/>
          <a:stretch>
            <a:fillRect/>
          </a:stretch>
        </p:blipFill>
        <p:spPr>
          <a:xfrm>
            <a:off x="7663687" y="4763197"/>
            <a:ext cx="510130" cy="380795"/>
          </a:xfrm>
          <a:prstGeom prst="rect">
            <a:avLst/>
          </a:prstGeom>
        </p:spPr>
      </p:pic>
      <p:sp>
        <p:nvSpPr>
          <p:cNvPr id="34" name="Arrow: Bent 33">
            <a:extLst>
              <a:ext uri="{FF2B5EF4-FFF2-40B4-BE49-F238E27FC236}">
                <a16:creationId xmlns:a16="http://schemas.microsoft.com/office/drawing/2014/main" id="{F49540C9-F356-3D1C-21C1-F6858145605D}"/>
              </a:ext>
            </a:extLst>
          </p:cNvPr>
          <p:cNvSpPr/>
          <p:nvPr/>
        </p:nvSpPr>
        <p:spPr>
          <a:xfrm>
            <a:off x="8012411" y="4319660"/>
            <a:ext cx="769613" cy="424073"/>
          </a:xfrm>
          <a:prstGeom prst="bentArrow">
            <a:avLst>
              <a:gd name="adj1" fmla="val 25000"/>
              <a:gd name="adj2" fmla="val 25842"/>
              <a:gd name="adj3" fmla="val 25000"/>
              <a:gd name="adj4" fmla="val 43750"/>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cxnSp>
        <p:nvCxnSpPr>
          <p:cNvPr id="35" name="Straight Arrow Connector 34">
            <a:extLst>
              <a:ext uri="{FF2B5EF4-FFF2-40B4-BE49-F238E27FC236}">
                <a16:creationId xmlns:a16="http://schemas.microsoft.com/office/drawing/2014/main" id="{B8AEEE3E-7E67-31B5-A298-0E869D88A0EC}"/>
              </a:ext>
            </a:extLst>
          </p:cNvPr>
          <p:cNvCxnSpPr>
            <a:cxnSpLocks/>
          </p:cNvCxnSpPr>
          <p:nvPr/>
        </p:nvCxnSpPr>
        <p:spPr>
          <a:xfrm flipH="1" flipV="1">
            <a:off x="8278243" y="4602706"/>
            <a:ext cx="508212" cy="5877"/>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pic>
        <p:nvPicPr>
          <p:cNvPr id="11" name="Picture 10">
            <a:extLst>
              <a:ext uri="{FF2B5EF4-FFF2-40B4-BE49-F238E27FC236}">
                <a16:creationId xmlns:a16="http://schemas.microsoft.com/office/drawing/2014/main" id="{03705CC6-8A69-ECF8-6783-8088742FE61B}"/>
              </a:ext>
            </a:extLst>
          </p:cNvPr>
          <p:cNvPicPr>
            <a:picLocks noChangeAspect="1"/>
          </p:cNvPicPr>
          <p:nvPr/>
        </p:nvPicPr>
        <p:blipFill>
          <a:blip r:embed="rId3"/>
          <a:stretch>
            <a:fillRect/>
          </a:stretch>
        </p:blipFill>
        <p:spPr>
          <a:xfrm>
            <a:off x="8814799" y="4237293"/>
            <a:ext cx="510130" cy="380795"/>
          </a:xfrm>
          <a:prstGeom prst="rect">
            <a:avLst/>
          </a:prstGeom>
        </p:spPr>
      </p:pic>
      <p:pic>
        <p:nvPicPr>
          <p:cNvPr id="13" name="Picture 12">
            <a:extLst>
              <a:ext uri="{FF2B5EF4-FFF2-40B4-BE49-F238E27FC236}">
                <a16:creationId xmlns:a16="http://schemas.microsoft.com/office/drawing/2014/main" id="{C71EFA89-1FC9-7477-923D-0527B0FA4CD6}"/>
              </a:ext>
            </a:extLst>
          </p:cNvPr>
          <p:cNvPicPr>
            <a:picLocks noChangeAspect="1"/>
          </p:cNvPicPr>
          <p:nvPr/>
        </p:nvPicPr>
        <p:blipFill>
          <a:blip r:embed="rId3"/>
          <a:stretch>
            <a:fillRect/>
          </a:stretch>
        </p:blipFill>
        <p:spPr>
          <a:xfrm>
            <a:off x="9987149" y="3731394"/>
            <a:ext cx="510130" cy="380795"/>
          </a:xfrm>
          <a:prstGeom prst="rect">
            <a:avLst/>
          </a:prstGeom>
        </p:spPr>
      </p:pic>
      <p:cxnSp>
        <p:nvCxnSpPr>
          <p:cNvPr id="15" name="Straight Arrow Connector 14">
            <a:extLst>
              <a:ext uri="{FF2B5EF4-FFF2-40B4-BE49-F238E27FC236}">
                <a16:creationId xmlns:a16="http://schemas.microsoft.com/office/drawing/2014/main" id="{A8CE81BB-D615-DCBE-F2CB-559C604640C1}"/>
              </a:ext>
            </a:extLst>
          </p:cNvPr>
          <p:cNvCxnSpPr>
            <a:cxnSpLocks/>
          </p:cNvCxnSpPr>
          <p:nvPr/>
        </p:nvCxnSpPr>
        <p:spPr>
          <a:xfrm flipH="1" flipV="1">
            <a:off x="10594120" y="3575528"/>
            <a:ext cx="508212" cy="5877"/>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16" name="Straight Arrow Connector 15">
            <a:extLst>
              <a:ext uri="{FF2B5EF4-FFF2-40B4-BE49-F238E27FC236}">
                <a16:creationId xmlns:a16="http://schemas.microsoft.com/office/drawing/2014/main" id="{EA047A68-CA78-4191-2AAB-6A4F029FDCE0}"/>
              </a:ext>
            </a:extLst>
          </p:cNvPr>
          <p:cNvCxnSpPr>
            <a:cxnSpLocks/>
          </p:cNvCxnSpPr>
          <p:nvPr/>
        </p:nvCxnSpPr>
        <p:spPr>
          <a:xfrm flipH="1" flipV="1">
            <a:off x="9427546" y="4089170"/>
            <a:ext cx="508212" cy="5877"/>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sp>
        <p:nvSpPr>
          <p:cNvPr id="17" name="TextBox 16">
            <a:extLst>
              <a:ext uri="{FF2B5EF4-FFF2-40B4-BE49-F238E27FC236}">
                <a16:creationId xmlns:a16="http://schemas.microsoft.com/office/drawing/2014/main" id="{9F8528DF-4261-1417-9295-C1814911E427}"/>
              </a:ext>
            </a:extLst>
          </p:cNvPr>
          <p:cNvSpPr txBox="1"/>
          <p:nvPr/>
        </p:nvSpPr>
        <p:spPr>
          <a:xfrm>
            <a:off x="7588595" y="3975130"/>
            <a:ext cx="1088248" cy="244362"/>
          </a:xfrm>
          <a:prstGeom prst="rect">
            <a:avLst/>
          </a:prstGeom>
          <a:noFill/>
        </p:spPr>
        <p:txBody>
          <a:bodyPr wrap="square" rtlCol="0">
            <a:spAutoFit/>
          </a:bodyPr>
          <a:lstStyle/>
          <a:p>
            <a:r>
              <a:rPr lang="en-US" sz="988"/>
              <a:t>3663 Users</a:t>
            </a:r>
            <a:endParaRPr lang="en-IN" sz="988"/>
          </a:p>
        </p:txBody>
      </p:sp>
      <p:sp>
        <p:nvSpPr>
          <p:cNvPr id="20" name="TextBox 19">
            <a:extLst>
              <a:ext uri="{FF2B5EF4-FFF2-40B4-BE49-F238E27FC236}">
                <a16:creationId xmlns:a16="http://schemas.microsoft.com/office/drawing/2014/main" id="{622AEF25-86A4-347B-CFB1-FCFD7E89DE50}"/>
              </a:ext>
            </a:extLst>
          </p:cNvPr>
          <p:cNvSpPr txBox="1"/>
          <p:nvPr/>
        </p:nvSpPr>
        <p:spPr>
          <a:xfrm>
            <a:off x="8923474" y="3555894"/>
            <a:ext cx="1122557" cy="244362"/>
          </a:xfrm>
          <a:prstGeom prst="rect">
            <a:avLst/>
          </a:prstGeom>
          <a:noFill/>
        </p:spPr>
        <p:txBody>
          <a:bodyPr wrap="square" rtlCol="0">
            <a:spAutoFit/>
          </a:bodyPr>
          <a:lstStyle/>
          <a:p>
            <a:r>
              <a:rPr lang="en-US" sz="988"/>
              <a:t>10989 Users</a:t>
            </a:r>
            <a:endParaRPr lang="en-IN" sz="988"/>
          </a:p>
        </p:txBody>
      </p:sp>
      <p:sp>
        <p:nvSpPr>
          <p:cNvPr id="22" name="TextBox 21">
            <a:extLst>
              <a:ext uri="{FF2B5EF4-FFF2-40B4-BE49-F238E27FC236}">
                <a16:creationId xmlns:a16="http://schemas.microsoft.com/office/drawing/2014/main" id="{CC71CF37-008A-64D4-3A52-AB0E05DB2A70}"/>
              </a:ext>
            </a:extLst>
          </p:cNvPr>
          <p:cNvSpPr txBox="1"/>
          <p:nvPr/>
        </p:nvSpPr>
        <p:spPr>
          <a:xfrm>
            <a:off x="10594120" y="3731801"/>
            <a:ext cx="1235141" cy="244362"/>
          </a:xfrm>
          <a:prstGeom prst="rect">
            <a:avLst/>
          </a:prstGeom>
          <a:noFill/>
        </p:spPr>
        <p:txBody>
          <a:bodyPr wrap="square" rtlCol="0">
            <a:spAutoFit/>
          </a:bodyPr>
          <a:lstStyle/>
          <a:p>
            <a:r>
              <a:rPr lang="en-US" sz="988"/>
              <a:t>32967 Users</a:t>
            </a:r>
            <a:endParaRPr lang="en-IN" sz="988"/>
          </a:p>
        </p:txBody>
      </p:sp>
      <p:sp>
        <p:nvSpPr>
          <p:cNvPr id="27" name="Rectangle 26">
            <a:extLst>
              <a:ext uri="{FF2B5EF4-FFF2-40B4-BE49-F238E27FC236}">
                <a16:creationId xmlns:a16="http://schemas.microsoft.com/office/drawing/2014/main" id="{55F96E3D-A29C-405D-3E6A-CD3805F02C9B}"/>
              </a:ext>
            </a:extLst>
          </p:cNvPr>
          <p:cNvSpPr/>
          <p:nvPr/>
        </p:nvSpPr>
        <p:spPr>
          <a:xfrm>
            <a:off x="6312559" y="3281466"/>
            <a:ext cx="5428711" cy="3344259"/>
          </a:xfrm>
          <a:prstGeom prst="rect">
            <a:avLst/>
          </a:prstGeom>
          <a:noFill/>
          <a:ln/>
        </p:spPr>
        <p:style>
          <a:lnRef idx="2">
            <a:schemeClr val="accent1"/>
          </a:lnRef>
          <a:fillRef idx="1">
            <a:schemeClr val="lt1"/>
          </a:fillRef>
          <a:effectRef idx="0">
            <a:schemeClr val="accent1"/>
          </a:effectRef>
          <a:fontRef idx="minor">
            <a:schemeClr val="dk1"/>
          </a:fontRef>
        </p:style>
        <p:txBody>
          <a:bodyPr lIns="91440" tIns="0" rIns="91440" bIns="0" rtlCol="0" anchor="ctr"/>
          <a:lstStyle/>
          <a:p>
            <a:pPr algn="ctr">
              <a:lnSpc>
                <a:spcPct val="85000"/>
              </a:lnSpc>
            </a:pPr>
            <a:endParaRPr lang="en-US" sz="2400">
              <a:solidFill>
                <a:schemeClr val="bg1"/>
              </a:solidFill>
            </a:endParaRPr>
          </a:p>
        </p:txBody>
      </p:sp>
      <p:sp>
        <p:nvSpPr>
          <p:cNvPr id="28" name="Arrow: Bent 27">
            <a:extLst>
              <a:ext uri="{FF2B5EF4-FFF2-40B4-BE49-F238E27FC236}">
                <a16:creationId xmlns:a16="http://schemas.microsoft.com/office/drawing/2014/main" id="{3DE0C29E-0732-DA2D-F94F-D9909D7EE775}"/>
              </a:ext>
            </a:extLst>
          </p:cNvPr>
          <p:cNvSpPr/>
          <p:nvPr/>
        </p:nvSpPr>
        <p:spPr>
          <a:xfrm>
            <a:off x="9166145" y="3813220"/>
            <a:ext cx="769613" cy="424073"/>
          </a:xfrm>
          <a:prstGeom prst="bentArrow">
            <a:avLst>
              <a:gd name="adj1" fmla="val 25000"/>
              <a:gd name="adj2" fmla="val 25842"/>
              <a:gd name="adj3" fmla="val 25000"/>
              <a:gd name="adj4" fmla="val 43750"/>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sp>
        <p:nvSpPr>
          <p:cNvPr id="32" name="Arrow: Bent 31">
            <a:extLst>
              <a:ext uri="{FF2B5EF4-FFF2-40B4-BE49-F238E27FC236}">
                <a16:creationId xmlns:a16="http://schemas.microsoft.com/office/drawing/2014/main" id="{62AAD3DF-BCAB-585A-F6A9-A4A20BE9744B}"/>
              </a:ext>
            </a:extLst>
          </p:cNvPr>
          <p:cNvSpPr/>
          <p:nvPr/>
        </p:nvSpPr>
        <p:spPr>
          <a:xfrm>
            <a:off x="10338899" y="3274490"/>
            <a:ext cx="769613" cy="424073"/>
          </a:xfrm>
          <a:prstGeom prst="bentArrow">
            <a:avLst>
              <a:gd name="adj1" fmla="val 25000"/>
              <a:gd name="adj2" fmla="val 25842"/>
              <a:gd name="adj3" fmla="val 25000"/>
              <a:gd name="adj4" fmla="val 43750"/>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sp>
        <p:nvSpPr>
          <p:cNvPr id="36" name="TextBox 35">
            <a:extLst>
              <a:ext uri="{FF2B5EF4-FFF2-40B4-BE49-F238E27FC236}">
                <a16:creationId xmlns:a16="http://schemas.microsoft.com/office/drawing/2014/main" id="{8FA4470B-BFCD-3EF3-D551-75F6F4CEC46A}"/>
              </a:ext>
            </a:extLst>
          </p:cNvPr>
          <p:cNvSpPr txBox="1"/>
          <p:nvPr/>
        </p:nvSpPr>
        <p:spPr>
          <a:xfrm>
            <a:off x="7253254" y="2926691"/>
            <a:ext cx="4439329" cy="338554"/>
          </a:xfrm>
          <a:prstGeom prst="rect">
            <a:avLst/>
          </a:prstGeom>
          <a:noFill/>
        </p:spPr>
        <p:txBody>
          <a:bodyPr wrap="square">
            <a:spAutoFit/>
          </a:bodyPr>
          <a:lstStyle/>
          <a:p>
            <a:r>
              <a:rPr lang="en-US" sz="1600" b="1">
                <a:ea typeface="Calibri" panose="020F0502020204030204" pitchFamily="34" charset="0"/>
                <a:cs typeface="Calibri" panose="020F0502020204030204" pitchFamily="34" charset="0"/>
              </a:rPr>
              <a:t>Goal#1 – Stress Test (3x) sample pattern</a:t>
            </a:r>
            <a:endParaRPr lang="en-US" sz="1600" b="1"/>
          </a:p>
        </p:txBody>
      </p:sp>
      <p:sp>
        <p:nvSpPr>
          <p:cNvPr id="37" name="TextBox 36">
            <a:extLst>
              <a:ext uri="{FF2B5EF4-FFF2-40B4-BE49-F238E27FC236}">
                <a16:creationId xmlns:a16="http://schemas.microsoft.com/office/drawing/2014/main" id="{5AD487F7-5907-6C7C-1362-BDA453BCDF8B}"/>
              </a:ext>
            </a:extLst>
          </p:cNvPr>
          <p:cNvSpPr txBox="1"/>
          <p:nvPr/>
        </p:nvSpPr>
        <p:spPr>
          <a:xfrm>
            <a:off x="6438019" y="5875186"/>
            <a:ext cx="5254564" cy="457048"/>
          </a:xfrm>
          <a:prstGeom prst="rect">
            <a:avLst/>
          </a:prstGeom>
          <a:noFill/>
          <a:ln>
            <a:solidFill>
              <a:srgbClr val="002060"/>
            </a:solidFill>
          </a:ln>
        </p:spPr>
        <p:txBody>
          <a:bodyPr wrap="square" rtlCol="0">
            <a:spAutoFit/>
          </a:bodyPr>
          <a:lstStyle/>
          <a:p>
            <a:pPr algn="ctr"/>
            <a:r>
              <a:rPr lang="en-US" sz="1185">
                <a:solidFill>
                  <a:srgbClr val="002060"/>
                </a:solidFill>
              </a:rPr>
              <a:t>Stress Test Total Duration would be 1 Hrs. (Increase 3x no of users on every 15 Min duration to identify the system / application breakdown point</a:t>
            </a:r>
            <a:endParaRPr lang="en-IN" sz="1185">
              <a:solidFill>
                <a:srgbClr val="002060"/>
              </a:solidFill>
            </a:endParaRPr>
          </a:p>
        </p:txBody>
      </p:sp>
      <p:sp>
        <p:nvSpPr>
          <p:cNvPr id="12" name="Rectangle 11">
            <a:extLst>
              <a:ext uri="{FF2B5EF4-FFF2-40B4-BE49-F238E27FC236}">
                <a16:creationId xmlns:a16="http://schemas.microsoft.com/office/drawing/2014/main" id="{CD2B9A99-FDC8-4548-F4B0-AD974F9D0CFA}"/>
              </a:ext>
            </a:extLst>
          </p:cNvPr>
          <p:cNvSpPr/>
          <p:nvPr/>
        </p:nvSpPr>
        <p:spPr>
          <a:xfrm>
            <a:off x="663170" y="123099"/>
            <a:ext cx="11078100"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a:solidFill>
                  <a:schemeClr val="bg1"/>
                </a:solidFill>
                <a:ea typeface="Calibri" panose="020F0502020204030204" pitchFamily="34" charset="0"/>
                <a:cs typeface="Calibri" panose="020F0502020204030204" pitchFamily="34" charset="0"/>
              </a:rPr>
              <a:t>API Goals</a:t>
            </a:r>
          </a:p>
        </p:txBody>
      </p:sp>
      <p:sp>
        <p:nvSpPr>
          <p:cNvPr id="14" name="TextBox 13">
            <a:extLst>
              <a:ext uri="{FF2B5EF4-FFF2-40B4-BE49-F238E27FC236}">
                <a16:creationId xmlns:a16="http://schemas.microsoft.com/office/drawing/2014/main" id="{C4A48EFA-453C-CBE8-79A3-1024871E07B0}"/>
              </a:ext>
            </a:extLst>
          </p:cNvPr>
          <p:cNvSpPr txBox="1"/>
          <p:nvPr/>
        </p:nvSpPr>
        <p:spPr>
          <a:xfrm>
            <a:off x="718456" y="691904"/>
            <a:ext cx="6096000" cy="307777"/>
          </a:xfrm>
          <a:prstGeom prst="rect">
            <a:avLst/>
          </a:prstGeom>
          <a:noFill/>
        </p:spPr>
        <p:txBody>
          <a:bodyPr wrap="square">
            <a:spAutoFit/>
          </a:bodyPr>
          <a:lstStyle/>
          <a:p>
            <a:r>
              <a:rPr lang="en-US" sz="1400" b="1"/>
              <a:t>Goal#2</a:t>
            </a:r>
            <a:r>
              <a:rPr lang="en-US" sz="1400" b="1">
                <a:ea typeface="Calibri" panose="020F0502020204030204" pitchFamily="34" charset="0"/>
                <a:cs typeface="Calibri" panose="020F0502020204030204" pitchFamily="34" charset="0"/>
              </a:rPr>
              <a:t> – All in-scope Scenario including Report Gen (HCP)</a:t>
            </a:r>
            <a:endParaRPr lang="en-US" sz="1400" b="1"/>
          </a:p>
        </p:txBody>
      </p:sp>
      <p:sp>
        <p:nvSpPr>
          <p:cNvPr id="18" name="TextBox 17">
            <a:extLst>
              <a:ext uri="{FF2B5EF4-FFF2-40B4-BE49-F238E27FC236}">
                <a16:creationId xmlns:a16="http://schemas.microsoft.com/office/drawing/2014/main" id="{5F8BA4D3-77C3-A8E2-01F0-4F04C92CE500}"/>
              </a:ext>
            </a:extLst>
          </p:cNvPr>
          <p:cNvSpPr txBox="1"/>
          <p:nvPr/>
        </p:nvSpPr>
        <p:spPr>
          <a:xfrm>
            <a:off x="670102" y="1009432"/>
            <a:ext cx="11071168" cy="461665"/>
          </a:xfrm>
          <a:prstGeom prst="rect">
            <a:avLst/>
          </a:prstGeom>
          <a:noFill/>
        </p:spPr>
        <p:txBody>
          <a:bodyPr wrap="square">
            <a:spAutoFit/>
          </a:bodyPr>
          <a:lstStyle/>
          <a:p>
            <a:pPr>
              <a:spcAft>
                <a:spcPts val="600"/>
              </a:spcAft>
            </a:pPr>
            <a:r>
              <a:rPr lang="en-US" sz="1200"/>
              <a:t>The Objective is to ensure that your system to identify the breaking point while running all in-scope scenarios with various workloads and capture the % of errors. Also, ensuring that health of the servers should not reach the max threshold limit.</a:t>
            </a:r>
          </a:p>
        </p:txBody>
      </p:sp>
      <p:graphicFrame>
        <p:nvGraphicFramePr>
          <p:cNvPr id="19" name="Table 18">
            <a:extLst>
              <a:ext uri="{FF2B5EF4-FFF2-40B4-BE49-F238E27FC236}">
                <a16:creationId xmlns:a16="http://schemas.microsoft.com/office/drawing/2014/main" id="{936BD70C-729A-45F9-E0E4-335FF9AAE6BE}"/>
              </a:ext>
            </a:extLst>
          </p:cNvPr>
          <p:cNvGraphicFramePr>
            <a:graphicFrameLocks noGrp="1"/>
          </p:cNvGraphicFramePr>
          <p:nvPr>
            <p:extLst>
              <p:ext uri="{D42A27DB-BD31-4B8C-83A1-F6EECF244321}">
                <p14:modId xmlns:p14="http://schemas.microsoft.com/office/powerpoint/2010/main" val="3590372950"/>
              </p:ext>
            </p:extLst>
          </p:nvPr>
        </p:nvGraphicFramePr>
        <p:xfrm>
          <a:off x="686139" y="1587912"/>
          <a:ext cx="11100200" cy="1236866"/>
        </p:xfrm>
        <a:graphic>
          <a:graphicData uri="http://schemas.openxmlformats.org/drawingml/2006/table">
            <a:tbl>
              <a:tblPr firstRow="1" bandRow="1">
                <a:tableStyleId>{5C22544A-7EE6-4342-B048-85BDC9FD1C3A}</a:tableStyleId>
              </a:tblPr>
              <a:tblGrid>
                <a:gridCol w="935478">
                  <a:extLst>
                    <a:ext uri="{9D8B030D-6E8A-4147-A177-3AD203B41FA5}">
                      <a16:colId xmlns:a16="http://schemas.microsoft.com/office/drawing/2014/main" val="2505345100"/>
                    </a:ext>
                  </a:extLst>
                </a:gridCol>
                <a:gridCol w="1368987">
                  <a:extLst>
                    <a:ext uri="{9D8B030D-6E8A-4147-A177-3AD203B41FA5}">
                      <a16:colId xmlns:a16="http://schemas.microsoft.com/office/drawing/2014/main" val="765473239"/>
                    </a:ext>
                  </a:extLst>
                </a:gridCol>
                <a:gridCol w="3627130">
                  <a:extLst>
                    <a:ext uri="{9D8B030D-6E8A-4147-A177-3AD203B41FA5}">
                      <a16:colId xmlns:a16="http://schemas.microsoft.com/office/drawing/2014/main" val="3908974634"/>
                    </a:ext>
                  </a:extLst>
                </a:gridCol>
                <a:gridCol w="720436">
                  <a:extLst>
                    <a:ext uri="{9D8B030D-6E8A-4147-A177-3AD203B41FA5}">
                      <a16:colId xmlns:a16="http://schemas.microsoft.com/office/drawing/2014/main" val="3870870621"/>
                    </a:ext>
                  </a:extLst>
                </a:gridCol>
                <a:gridCol w="3546923">
                  <a:extLst>
                    <a:ext uri="{9D8B030D-6E8A-4147-A177-3AD203B41FA5}">
                      <a16:colId xmlns:a16="http://schemas.microsoft.com/office/drawing/2014/main" val="3289002681"/>
                    </a:ext>
                  </a:extLst>
                </a:gridCol>
                <a:gridCol w="901246">
                  <a:extLst>
                    <a:ext uri="{9D8B030D-6E8A-4147-A177-3AD203B41FA5}">
                      <a16:colId xmlns:a16="http://schemas.microsoft.com/office/drawing/2014/main" val="617769190"/>
                    </a:ext>
                  </a:extLst>
                </a:gridCol>
              </a:tblGrid>
              <a:tr h="322466">
                <a:tc>
                  <a:txBody>
                    <a:bodyPr/>
                    <a:lstStyle/>
                    <a:p>
                      <a:pPr algn="ctr"/>
                      <a:r>
                        <a:rPr lang="en-US" sz="1200">
                          <a:latin typeface="+mn-lt"/>
                        </a:rPr>
                        <a:t>#</a:t>
                      </a:r>
                    </a:p>
                  </a:txBody>
                  <a:tcPr/>
                </a:tc>
                <a:tc>
                  <a:txBody>
                    <a:bodyPr/>
                    <a:lstStyle/>
                    <a:p>
                      <a:pPr algn="ctr"/>
                      <a:r>
                        <a:rPr lang="en-US" sz="1200">
                          <a:latin typeface="+mn-lt"/>
                        </a:rPr>
                        <a:t>Type of Test</a:t>
                      </a:r>
                    </a:p>
                  </a:txBody>
                  <a:tcPr/>
                </a:tc>
                <a:tc>
                  <a:txBody>
                    <a:bodyPr/>
                    <a:lstStyle/>
                    <a:p>
                      <a:pPr algn="ctr"/>
                      <a:r>
                        <a:rPr lang="en-US" sz="1200">
                          <a:latin typeface="+mn-lt"/>
                        </a:rPr>
                        <a:t>Scenario Details</a:t>
                      </a:r>
                    </a:p>
                  </a:txBody>
                  <a:tcPr/>
                </a:tc>
                <a:tc>
                  <a:txBody>
                    <a:bodyPr/>
                    <a:lstStyle/>
                    <a:p>
                      <a:pPr algn="ctr"/>
                      <a:r>
                        <a:rPr lang="en-US" sz="1200">
                          <a:latin typeface="+mn-lt"/>
                        </a:rPr>
                        <a:t>No. of Cycles</a:t>
                      </a:r>
                    </a:p>
                  </a:txBody>
                  <a:tcPr/>
                </a:tc>
                <a:tc>
                  <a:txBody>
                    <a:bodyPr/>
                    <a:lstStyle/>
                    <a:p>
                      <a:pPr algn="ctr"/>
                      <a:r>
                        <a:rPr lang="en-US" sz="1200">
                          <a:latin typeface="+mn-lt"/>
                        </a:rPr>
                        <a:t>Volume Details</a:t>
                      </a:r>
                    </a:p>
                  </a:txBody>
                  <a:tcPr/>
                </a:tc>
                <a:tc>
                  <a:txBody>
                    <a:bodyPr/>
                    <a:lstStyle/>
                    <a:p>
                      <a:pPr algn="ctr"/>
                      <a:r>
                        <a:rPr lang="en-US" sz="1200">
                          <a:latin typeface="+mn-lt"/>
                        </a:rPr>
                        <a:t>Total Duration </a:t>
                      </a:r>
                    </a:p>
                  </a:txBody>
                  <a:tcPr/>
                </a:tc>
                <a:extLst>
                  <a:ext uri="{0D108BD9-81ED-4DB2-BD59-A6C34878D82A}">
                    <a16:rowId xmlns:a16="http://schemas.microsoft.com/office/drawing/2014/main" val="935495309"/>
                  </a:ext>
                </a:extLst>
              </a:tr>
              <a:tr h="322466">
                <a:tc rowSpan="2">
                  <a:txBody>
                    <a:bodyPr/>
                    <a:lstStyle/>
                    <a:p>
                      <a:pPr algn="ctr"/>
                      <a:endParaRPr lang="en-US" sz="1200">
                        <a:latin typeface="+mn-lt"/>
                      </a:endParaRPr>
                    </a:p>
                    <a:p>
                      <a:pPr algn="ctr"/>
                      <a:r>
                        <a:rPr lang="en-US" sz="1200">
                          <a:latin typeface="+mn-lt"/>
                        </a:rPr>
                        <a:t>2</a:t>
                      </a:r>
                    </a:p>
                  </a:txBody>
                  <a:tcPr/>
                </a:tc>
                <a:tc rowSpan="2">
                  <a:txBody>
                    <a:bodyPr/>
                    <a:lstStyle/>
                    <a:p>
                      <a:pPr algn="ctr"/>
                      <a:endParaRPr lang="en-US" sz="1200">
                        <a:latin typeface="+mn-lt"/>
                      </a:endParaRPr>
                    </a:p>
                    <a:p>
                      <a:pPr algn="ctr"/>
                      <a:r>
                        <a:rPr lang="en-US" sz="1200">
                          <a:latin typeface="+mn-lt"/>
                        </a:rPr>
                        <a:t>Stress Test </a:t>
                      </a:r>
                    </a:p>
                  </a:txBody>
                  <a:tcPr/>
                </a:tc>
                <a:tc rowSpan="2">
                  <a:txBody>
                    <a:bodyPr/>
                    <a:lstStyle/>
                    <a:p>
                      <a:pPr algn="l"/>
                      <a:r>
                        <a:rPr lang="en-US" sz="1200">
                          <a:latin typeface="+mn-lt"/>
                        </a:rPr>
                        <a:t>All scenarios which are listed on the above table NFRs and In-Scope scenarios (2x &amp; 3x Load) </a:t>
                      </a:r>
                    </a:p>
                  </a:txBody>
                  <a:tcPr/>
                </a:tc>
                <a:tc>
                  <a:txBody>
                    <a:bodyPr/>
                    <a:lstStyle/>
                    <a:p>
                      <a:pPr algn="ctr"/>
                      <a:r>
                        <a:rPr lang="en-US" sz="1200">
                          <a:latin typeface="+mn-lt"/>
                        </a:rPr>
                        <a:t>1</a:t>
                      </a:r>
                    </a:p>
                  </a:txBody>
                  <a:tcPr/>
                </a:tc>
                <a:tc>
                  <a:txBody>
                    <a:bodyPr/>
                    <a:lstStyle/>
                    <a:p>
                      <a:pPr algn="ctr"/>
                      <a:endParaRPr lang="en-US" sz="1200">
                        <a:latin typeface="+mn-lt"/>
                      </a:endParaRPr>
                    </a:p>
                    <a:p>
                      <a:pPr algn="ctr"/>
                      <a:r>
                        <a:rPr lang="en-US" sz="1200">
                          <a:latin typeface="+mn-lt"/>
                        </a:rPr>
                        <a:t>Increase 2x every 15 Min until system breaks.</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200">
                          <a:latin typeface="+mn-lt"/>
                        </a:rPr>
                        <a:t>1 Hr.</a:t>
                      </a:r>
                    </a:p>
                  </a:txBody>
                  <a:tcPr/>
                </a:tc>
                <a:extLst>
                  <a:ext uri="{0D108BD9-81ED-4DB2-BD59-A6C34878D82A}">
                    <a16:rowId xmlns:a16="http://schemas.microsoft.com/office/drawing/2014/main" val="2109693662"/>
                  </a:ext>
                </a:extLst>
              </a:tr>
              <a:tr h="322466">
                <a:tc vMerge="1">
                  <a:txBody>
                    <a:bodyPr/>
                    <a:lstStyle/>
                    <a:p>
                      <a:pPr algn="ctr"/>
                      <a:endParaRPr lang="en-US" sz="1200">
                        <a:latin typeface="+mn-lt"/>
                      </a:endParaRPr>
                    </a:p>
                  </a:txBody>
                  <a:tcPr/>
                </a:tc>
                <a:tc vMerge="1">
                  <a:txBody>
                    <a:bodyPr/>
                    <a:lstStyle/>
                    <a:p>
                      <a:pPr algn="ctr"/>
                      <a:endParaRPr lang="en-US" sz="1200">
                        <a:latin typeface="+mn-lt"/>
                      </a:endParaRPr>
                    </a:p>
                  </a:txBody>
                  <a:tcPr/>
                </a:tc>
                <a:tc vMerge="1">
                  <a:txBody>
                    <a:bodyPr/>
                    <a:lstStyle/>
                    <a:p>
                      <a:pPr algn="l"/>
                      <a:endParaRPr lang="en-US" sz="1200">
                        <a:latin typeface="+mn-lt"/>
                      </a:endParaRPr>
                    </a:p>
                  </a:txBody>
                  <a:tcPr/>
                </a:tc>
                <a:tc>
                  <a:txBody>
                    <a:bodyPr/>
                    <a:lstStyle/>
                    <a:p>
                      <a:pPr algn="ctr"/>
                      <a:r>
                        <a:rPr lang="en-US" sz="1200">
                          <a:latin typeface="+mn-lt"/>
                        </a:rPr>
                        <a:t>1</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200">
                          <a:latin typeface="+mn-lt"/>
                        </a:rPr>
                        <a:t>Increase 3x every 15 Min until system breaks.</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200">
                          <a:latin typeface="+mn-lt"/>
                        </a:rPr>
                        <a:t>1 Hr.</a:t>
                      </a:r>
                    </a:p>
                  </a:txBody>
                  <a:tcPr/>
                </a:tc>
                <a:extLst>
                  <a:ext uri="{0D108BD9-81ED-4DB2-BD59-A6C34878D82A}">
                    <a16:rowId xmlns:a16="http://schemas.microsoft.com/office/drawing/2014/main" val="1604681426"/>
                  </a:ext>
                </a:extLst>
              </a:tr>
            </a:tbl>
          </a:graphicData>
        </a:graphic>
      </p:graphicFrame>
      <p:sp>
        <p:nvSpPr>
          <p:cNvPr id="21" name="TextBox 20">
            <a:extLst>
              <a:ext uri="{FF2B5EF4-FFF2-40B4-BE49-F238E27FC236}">
                <a16:creationId xmlns:a16="http://schemas.microsoft.com/office/drawing/2014/main" id="{310E1FFD-F0E0-1125-9A96-DE58366BFFD4}"/>
              </a:ext>
            </a:extLst>
          </p:cNvPr>
          <p:cNvSpPr txBox="1"/>
          <p:nvPr/>
        </p:nvSpPr>
        <p:spPr>
          <a:xfrm>
            <a:off x="6604486" y="4574454"/>
            <a:ext cx="1037963" cy="244362"/>
          </a:xfrm>
          <a:prstGeom prst="rect">
            <a:avLst/>
          </a:prstGeom>
          <a:noFill/>
        </p:spPr>
        <p:txBody>
          <a:bodyPr wrap="square" rtlCol="0">
            <a:spAutoFit/>
          </a:bodyPr>
          <a:lstStyle/>
          <a:p>
            <a:r>
              <a:rPr lang="en-US" sz="988"/>
              <a:t>1221 Users</a:t>
            </a:r>
            <a:endParaRPr lang="en-IN" sz="988"/>
          </a:p>
        </p:txBody>
      </p:sp>
      <p:sp>
        <p:nvSpPr>
          <p:cNvPr id="2" name="Rectangle 1">
            <a:extLst>
              <a:ext uri="{FF2B5EF4-FFF2-40B4-BE49-F238E27FC236}">
                <a16:creationId xmlns:a16="http://schemas.microsoft.com/office/drawing/2014/main" id="{70D111A8-9C21-0BE9-05A3-C614956452F4}"/>
              </a:ext>
            </a:extLst>
          </p:cNvPr>
          <p:cNvSpPr/>
          <p:nvPr/>
        </p:nvSpPr>
        <p:spPr>
          <a:xfrm>
            <a:off x="627686" y="3265245"/>
            <a:ext cx="5428711" cy="3344259"/>
          </a:xfrm>
          <a:prstGeom prst="rect">
            <a:avLst/>
          </a:prstGeom>
          <a:noFill/>
          <a:ln/>
        </p:spPr>
        <p:style>
          <a:lnRef idx="2">
            <a:schemeClr val="accent1"/>
          </a:lnRef>
          <a:fillRef idx="1">
            <a:schemeClr val="lt1"/>
          </a:fillRef>
          <a:effectRef idx="0">
            <a:schemeClr val="accent1"/>
          </a:effectRef>
          <a:fontRef idx="minor">
            <a:schemeClr val="dk1"/>
          </a:fontRef>
        </p:style>
        <p:txBody>
          <a:bodyPr lIns="91440" tIns="0" rIns="91440" bIns="0" rtlCol="0" anchor="ctr"/>
          <a:lstStyle/>
          <a:p>
            <a:pPr algn="ctr">
              <a:lnSpc>
                <a:spcPct val="85000"/>
              </a:lnSpc>
            </a:pPr>
            <a:endParaRPr lang="en-US" sz="2400">
              <a:solidFill>
                <a:schemeClr val="bg1"/>
              </a:solidFill>
            </a:endParaRPr>
          </a:p>
        </p:txBody>
      </p:sp>
      <p:grpSp>
        <p:nvGrpSpPr>
          <p:cNvPr id="6" name="Group 5">
            <a:extLst>
              <a:ext uri="{FF2B5EF4-FFF2-40B4-BE49-F238E27FC236}">
                <a16:creationId xmlns:a16="http://schemas.microsoft.com/office/drawing/2014/main" id="{74DD7B80-EFEA-CDD0-692C-7A37FCFF56E3}"/>
              </a:ext>
            </a:extLst>
          </p:cNvPr>
          <p:cNvGrpSpPr/>
          <p:nvPr/>
        </p:nvGrpSpPr>
        <p:grpSpPr>
          <a:xfrm>
            <a:off x="741502" y="3638297"/>
            <a:ext cx="5140625" cy="2695345"/>
            <a:chOff x="242479" y="647017"/>
            <a:chExt cx="8569340" cy="3330260"/>
          </a:xfrm>
        </p:grpSpPr>
        <p:cxnSp>
          <p:nvCxnSpPr>
            <p:cNvPr id="10" name="Straight Arrow Connector 9">
              <a:extLst>
                <a:ext uri="{FF2B5EF4-FFF2-40B4-BE49-F238E27FC236}">
                  <a16:creationId xmlns:a16="http://schemas.microsoft.com/office/drawing/2014/main" id="{D045E60D-4868-EC2D-4AEE-349BB4913B22}"/>
                </a:ext>
              </a:extLst>
            </p:cNvPr>
            <p:cNvCxnSpPr>
              <a:cxnSpLocks/>
            </p:cNvCxnSpPr>
            <p:nvPr/>
          </p:nvCxnSpPr>
          <p:spPr>
            <a:xfrm>
              <a:off x="242479" y="647017"/>
              <a:ext cx="0" cy="3296634"/>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23" name="Straight Arrow Connector 22">
              <a:extLst>
                <a:ext uri="{FF2B5EF4-FFF2-40B4-BE49-F238E27FC236}">
                  <a16:creationId xmlns:a16="http://schemas.microsoft.com/office/drawing/2014/main" id="{DB38ABFD-1994-D6EB-1DE5-D259B00F4637}"/>
                </a:ext>
              </a:extLst>
            </p:cNvPr>
            <p:cNvCxnSpPr>
              <a:cxnSpLocks/>
            </p:cNvCxnSpPr>
            <p:nvPr/>
          </p:nvCxnSpPr>
          <p:spPr>
            <a:xfrm flipH="1" flipV="1">
              <a:off x="950487" y="3594431"/>
              <a:ext cx="7421306" cy="12611"/>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24" name="Straight Arrow Connector 23">
              <a:extLst>
                <a:ext uri="{FF2B5EF4-FFF2-40B4-BE49-F238E27FC236}">
                  <a16:creationId xmlns:a16="http://schemas.microsoft.com/office/drawing/2014/main" id="{6BC7C2A3-FBFB-471D-00E3-B3F7018147D5}"/>
                </a:ext>
              </a:extLst>
            </p:cNvPr>
            <p:cNvCxnSpPr>
              <a:cxnSpLocks/>
            </p:cNvCxnSpPr>
            <p:nvPr/>
          </p:nvCxnSpPr>
          <p:spPr>
            <a:xfrm>
              <a:off x="8811819" y="647017"/>
              <a:ext cx="0" cy="3330260"/>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sp>
          <p:nvSpPr>
            <p:cNvPr id="25" name="TextBox 24">
              <a:extLst>
                <a:ext uri="{FF2B5EF4-FFF2-40B4-BE49-F238E27FC236}">
                  <a16:creationId xmlns:a16="http://schemas.microsoft.com/office/drawing/2014/main" id="{0AC3C85E-F9E7-2A65-D9C7-527084529530}"/>
                </a:ext>
              </a:extLst>
            </p:cNvPr>
            <p:cNvSpPr txBox="1"/>
            <p:nvPr/>
          </p:nvSpPr>
          <p:spPr>
            <a:xfrm>
              <a:off x="3644780" y="3243644"/>
              <a:ext cx="1643656" cy="301924"/>
            </a:xfrm>
            <a:prstGeom prst="rect">
              <a:avLst/>
            </a:prstGeom>
            <a:noFill/>
          </p:spPr>
          <p:txBody>
            <a:bodyPr wrap="square" rtlCol="0">
              <a:spAutoFit/>
            </a:bodyPr>
            <a:lstStyle/>
            <a:p>
              <a:pPr algn="ctr"/>
              <a:r>
                <a:rPr lang="en-US" sz="988"/>
                <a:t>1 hour</a:t>
              </a:r>
              <a:endParaRPr lang="en-IN" sz="988"/>
            </a:p>
          </p:txBody>
        </p:sp>
      </p:grpSp>
      <p:sp>
        <p:nvSpPr>
          <p:cNvPr id="42" name="TextBox 41">
            <a:extLst>
              <a:ext uri="{FF2B5EF4-FFF2-40B4-BE49-F238E27FC236}">
                <a16:creationId xmlns:a16="http://schemas.microsoft.com/office/drawing/2014/main" id="{3DBB3144-25CB-03EC-558F-977CC5B892D0}"/>
              </a:ext>
            </a:extLst>
          </p:cNvPr>
          <p:cNvSpPr txBox="1"/>
          <p:nvPr/>
        </p:nvSpPr>
        <p:spPr>
          <a:xfrm>
            <a:off x="648215" y="6129088"/>
            <a:ext cx="5254564" cy="457048"/>
          </a:xfrm>
          <a:prstGeom prst="rect">
            <a:avLst/>
          </a:prstGeom>
          <a:noFill/>
          <a:ln>
            <a:solidFill>
              <a:srgbClr val="002060"/>
            </a:solidFill>
          </a:ln>
        </p:spPr>
        <p:txBody>
          <a:bodyPr wrap="square" rtlCol="0">
            <a:spAutoFit/>
          </a:bodyPr>
          <a:lstStyle/>
          <a:p>
            <a:pPr algn="ctr"/>
            <a:r>
              <a:rPr lang="en-US" sz="1185">
                <a:solidFill>
                  <a:srgbClr val="002060"/>
                </a:solidFill>
              </a:rPr>
              <a:t>Stress Test Total Duration would be 1 Hrs. (Increase 2x no of users on every 15 Min duration to identify the system / application breakdown point</a:t>
            </a:r>
            <a:endParaRPr lang="en-IN" sz="1185">
              <a:solidFill>
                <a:srgbClr val="002060"/>
              </a:solidFill>
            </a:endParaRPr>
          </a:p>
        </p:txBody>
      </p:sp>
      <p:sp>
        <p:nvSpPr>
          <p:cNvPr id="43" name="Arrow: Bent 42">
            <a:extLst>
              <a:ext uri="{FF2B5EF4-FFF2-40B4-BE49-F238E27FC236}">
                <a16:creationId xmlns:a16="http://schemas.microsoft.com/office/drawing/2014/main" id="{BD1FC779-0B5A-1FF0-F50A-BD7D88E1C554}"/>
              </a:ext>
            </a:extLst>
          </p:cNvPr>
          <p:cNvSpPr/>
          <p:nvPr/>
        </p:nvSpPr>
        <p:spPr>
          <a:xfrm>
            <a:off x="1263195" y="4997274"/>
            <a:ext cx="768359" cy="467249"/>
          </a:xfrm>
          <a:prstGeom prst="bentArrow">
            <a:avLst>
              <a:gd name="adj1" fmla="val 25000"/>
              <a:gd name="adj2" fmla="val 25842"/>
              <a:gd name="adj3" fmla="val 25000"/>
              <a:gd name="adj4" fmla="val 43750"/>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pic>
        <p:nvPicPr>
          <p:cNvPr id="44" name="Picture 43">
            <a:extLst>
              <a:ext uri="{FF2B5EF4-FFF2-40B4-BE49-F238E27FC236}">
                <a16:creationId xmlns:a16="http://schemas.microsoft.com/office/drawing/2014/main" id="{07477332-CE10-69D1-4844-71BD9BFC56FC}"/>
              </a:ext>
            </a:extLst>
          </p:cNvPr>
          <p:cNvPicPr>
            <a:picLocks noChangeAspect="1"/>
          </p:cNvPicPr>
          <p:nvPr/>
        </p:nvPicPr>
        <p:blipFill>
          <a:blip r:embed="rId3"/>
          <a:stretch>
            <a:fillRect/>
          </a:stretch>
        </p:blipFill>
        <p:spPr>
          <a:xfrm>
            <a:off x="929404" y="5455745"/>
            <a:ext cx="510130" cy="380795"/>
          </a:xfrm>
          <a:prstGeom prst="rect">
            <a:avLst/>
          </a:prstGeom>
        </p:spPr>
      </p:pic>
      <p:cxnSp>
        <p:nvCxnSpPr>
          <p:cNvPr id="45" name="Straight Arrow Connector 44">
            <a:extLst>
              <a:ext uri="{FF2B5EF4-FFF2-40B4-BE49-F238E27FC236}">
                <a16:creationId xmlns:a16="http://schemas.microsoft.com/office/drawing/2014/main" id="{CF5DC1B8-66FE-C8F2-0B59-BE6849FCC570}"/>
              </a:ext>
            </a:extLst>
          </p:cNvPr>
          <p:cNvCxnSpPr>
            <a:cxnSpLocks/>
          </p:cNvCxnSpPr>
          <p:nvPr/>
        </p:nvCxnSpPr>
        <p:spPr>
          <a:xfrm flipH="1" flipV="1">
            <a:off x="1525635" y="5299271"/>
            <a:ext cx="508212" cy="5877"/>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pic>
        <p:nvPicPr>
          <p:cNvPr id="46" name="Picture 45">
            <a:extLst>
              <a:ext uri="{FF2B5EF4-FFF2-40B4-BE49-F238E27FC236}">
                <a16:creationId xmlns:a16="http://schemas.microsoft.com/office/drawing/2014/main" id="{8D01EF39-7353-DB49-D929-6465219F32BC}"/>
              </a:ext>
            </a:extLst>
          </p:cNvPr>
          <p:cNvPicPr>
            <a:picLocks noChangeAspect="1"/>
          </p:cNvPicPr>
          <p:nvPr/>
        </p:nvPicPr>
        <p:blipFill>
          <a:blip r:embed="rId3"/>
          <a:stretch>
            <a:fillRect/>
          </a:stretch>
        </p:blipFill>
        <p:spPr>
          <a:xfrm>
            <a:off x="2070665" y="4944733"/>
            <a:ext cx="510130" cy="380795"/>
          </a:xfrm>
          <a:prstGeom prst="rect">
            <a:avLst/>
          </a:prstGeom>
        </p:spPr>
      </p:pic>
      <p:sp>
        <p:nvSpPr>
          <p:cNvPr id="47" name="Arrow: Bent 46">
            <a:extLst>
              <a:ext uri="{FF2B5EF4-FFF2-40B4-BE49-F238E27FC236}">
                <a16:creationId xmlns:a16="http://schemas.microsoft.com/office/drawing/2014/main" id="{0B4093DC-EF54-DA19-2E1C-7B8855BF8A12}"/>
              </a:ext>
            </a:extLst>
          </p:cNvPr>
          <p:cNvSpPr/>
          <p:nvPr/>
        </p:nvSpPr>
        <p:spPr>
          <a:xfrm>
            <a:off x="2419389" y="4501196"/>
            <a:ext cx="769613" cy="424073"/>
          </a:xfrm>
          <a:prstGeom prst="bentArrow">
            <a:avLst>
              <a:gd name="adj1" fmla="val 25000"/>
              <a:gd name="adj2" fmla="val 25842"/>
              <a:gd name="adj3" fmla="val 25000"/>
              <a:gd name="adj4" fmla="val 43750"/>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cxnSp>
        <p:nvCxnSpPr>
          <p:cNvPr id="48" name="Straight Arrow Connector 47">
            <a:extLst>
              <a:ext uri="{FF2B5EF4-FFF2-40B4-BE49-F238E27FC236}">
                <a16:creationId xmlns:a16="http://schemas.microsoft.com/office/drawing/2014/main" id="{AC2F2D83-BE8C-E14E-C8B6-C6AAEC22FC5F}"/>
              </a:ext>
            </a:extLst>
          </p:cNvPr>
          <p:cNvCxnSpPr>
            <a:cxnSpLocks/>
          </p:cNvCxnSpPr>
          <p:nvPr/>
        </p:nvCxnSpPr>
        <p:spPr>
          <a:xfrm flipH="1" flipV="1">
            <a:off x="2685221" y="4784242"/>
            <a:ext cx="508212" cy="5877"/>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pic>
        <p:nvPicPr>
          <p:cNvPr id="49" name="Picture 48">
            <a:extLst>
              <a:ext uri="{FF2B5EF4-FFF2-40B4-BE49-F238E27FC236}">
                <a16:creationId xmlns:a16="http://schemas.microsoft.com/office/drawing/2014/main" id="{6E0B8937-3C03-0661-40E1-7DE4208BA80D}"/>
              </a:ext>
            </a:extLst>
          </p:cNvPr>
          <p:cNvPicPr>
            <a:picLocks noChangeAspect="1"/>
          </p:cNvPicPr>
          <p:nvPr/>
        </p:nvPicPr>
        <p:blipFill>
          <a:blip r:embed="rId3"/>
          <a:stretch>
            <a:fillRect/>
          </a:stretch>
        </p:blipFill>
        <p:spPr>
          <a:xfrm>
            <a:off x="3221777" y="4418829"/>
            <a:ext cx="510130" cy="380795"/>
          </a:xfrm>
          <a:prstGeom prst="rect">
            <a:avLst/>
          </a:prstGeom>
        </p:spPr>
      </p:pic>
      <p:pic>
        <p:nvPicPr>
          <p:cNvPr id="50" name="Picture 49">
            <a:extLst>
              <a:ext uri="{FF2B5EF4-FFF2-40B4-BE49-F238E27FC236}">
                <a16:creationId xmlns:a16="http://schemas.microsoft.com/office/drawing/2014/main" id="{317704DC-D02B-D302-BB31-EBB7003C7AA0}"/>
              </a:ext>
            </a:extLst>
          </p:cNvPr>
          <p:cNvPicPr>
            <a:picLocks noChangeAspect="1"/>
          </p:cNvPicPr>
          <p:nvPr/>
        </p:nvPicPr>
        <p:blipFill>
          <a:blip r:embed="rId3"/>
          <a:stretch>
            <a:fillRect/>
          </a:stretch>
        </p:blipFill>
        <p:spPr>
          <a:xfrm>
            <a:off x="4394127" y="3912930"/>
            <a:ext cx="510130" cy="380795"/>
          </a:xfrm>
          <a:prstGeom prst="rect">
            <a:avLst/>
          </a:prstGeom>
        </p:spPr>
      </p:pic>
      <p:cxnSp>
        <p:nvCxnSpPr>
          <p:cNvPr id="51" name="Straight Arrow Connector 50">
            <a:extLst>
              <a:ext uri="{FF2B5EF4-FFF2-40B4-BE49-F238E27FC236}">
                <a16:creationId xmlns:a16="http://schemas.microsoft.com/office/drawing/2014/main" id="{50BF733F-1062-377D-7C55-ED2F0E55931B}"/>
              </a:ext>
            </a:extLst>
          </p:cNvPr>
          <p:cNvCxnSpPr>
            <a:cxnSpLocks/>
          </p:cNvCxnSpPr>
          <p:nvPr/>
        </p:nvCxnSpPr>
        <p:spPr>
          <a:xfrm flipH="1" flipV="1">
            <a:off x="5001098" y="3757064"/>
            <a:ext cx="508212" cy="5877"/>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52" name="Straight Arrow Connector 51">
            <a:extLst>
              <a:ext uri="{FF2B5EF4-FFF2-40B4-BE49-F238E27FC236}">
                <a16:creationId xmlns:a16="http://schemas.microsoft.com/office/drawing/2014/main" id="{4D19FE93-C092-5417-52F8-1173ADB20AC1}"/>
              </a:ext>
            </a:extLst>
          </p:cNvPr>
          <p:cNvCxnSpPr>
            <a:cxnSpLocks/>
          </p:cNvCxnSpPr>
          <p:nvPr/>
        </p:nvCxnSpPr>
        <p:spPr>
          <a:xfrm flipH="1" flipV="1">
            <a:off x="3834524" y="4270706"/>
            <a:ext cx="508212" cy="5877"/>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sp>
        <p:nvSpPr>
          <p:cNvPr id="53" name="TextBox 52">
            <a:extLst>
              <a:ext uri="{FF2B5EF4-FFF2-40B4-BE49-F238E27FC236}">
                <a16:creationId xmlns:a16="http://schemas.microsoft.com/office/drawing/2014/main" id="{4E4A7CB4-E018-103A-C258-E6670CE3AEB3}"/>
              </a:ext>
            </a:extLst>
          </p:cNvPr>
          <p:cNvSpPr txBox="1"/>
          <p:nvPr/>
        </p:nvSpPr>
        <p:spPr>
          <a:xfrm>
            <a:off x="1995573" y="4156666"/>
            <a:ext cx="1088248" cy="244362"/>
          </a:xfrm>
          <a:prstGeom prst="rect">
            <a:avLst/>
          </a:prstGeom>
          <a:noFill/>
        </p:spPr>
        <p:txBody>
          <a:bodyPr wrap="square" rtlCol="0">
            <a:spAutoFit/>
          </a:bodyPr>
          <a:lstStyle/>
          <a:p>
            <a:r>
              <a:rPr lang="en-US" sz="988"/>
              <a:t>1628 Users</a:t>
            </a:r>
            <a:endParaRPr lang="en-IN" sz="988"/>
          </a:p>
        </p:txBody>
      </p:sp>
      <p:sp>
        <p:nvSpPr>
          <p:cNvPr id="54" name="TextBox 53">
            <a:extLst>
              <a:ext uri="{FF2B5EF4-FFF2-40B4-BE49-F238E27FC236}">
                <a16:creationId xmlns:a16="http://schemas.microsoft.com/office/drawing/2014/main" id="{87B6691A-1277-F339-7A2B-DACE47A69D38}"/>
              </a:ext>
            </a:extLst>
          </p:cNvPr>
          <p:cNvSpPr txBox="1"/>
          <p:nvPr/>
        </p:nvSpPr>
        <p:spPr>
          <a:xfrm>
            <a:off x="3330452" y="3737430"/>
            <a:ext cx="1122557" cy="244362"/>
          </a:xfrm>
          <a:prstGeom prst="rect">
            <a:avLst/>
          </a:prstGeom>
          <a:noFill/>
        </p:spPr>
        <p:txBody>
          <a:bodyPr wrap="square" rtlCol="0">
            <a:spAutoFit/>
          </a:bodyPr>
          <a:lstStyle/>
          <a:p>
            <a:r>
              <a:rPr lang="en-US" sz="988"/>
              <a:t>3256 Users</a:t>
            </a:r>
            <a:endParaRPr lang="en-IN" sz="988"/>
          </a:p>
        </p:txBody>
      </p:sp>
      <p:sp>
        <p:nvSpPr>
          <p:cNvPr id="55" name="TextBox 54">
            <a:extLst>
              <a:ext uri="{FF2B5EF4-FFF2-40B4-BE49-F238E27FC236}">
                <a16:creationId xmlns:a16="http://schemas.microsoft.com/office/drawing/2014/main" id="{AD039EC9-2A22-EB21-EFEC-2A293D047DB9}"/>
              </a:ext>
            </a:extLst>
          </p:cNvPr>
          <p:cNvSpPr txBox="1"/>
          <p:nvPr/>
        </p:nvSpPr>
        <p:spPr>
          <a:xfrm>
            <a:off x="5001098" y="3913337"/>
            <a:ext cx="1235141" cy="244362"/>
          </a:xfrm>
          <a:prstGeom prst="rect">
            <a:avLst/>
          </a:prstGeom>
          <a:noFill/>
        </p:spPr>
        <p:txBody>
          <a:bodyPr wrap="square" rtlCol="0">
            <a:spAutoFit/>
          </a:bodyPr>
          <a:lstStyle/>
          <a:p>
            <a:r>
              <a:rPr lang="en-US" sz="988"/>
              <a:t>6512 Users</a:t>
            </a:r>
            <a:endParaRPr lang="en-IN" sz="988"/>
          </a:p>
        </p:txBody>
      </p:sp>
      <p:sp>
        <p:nvSpPr>
          <p:cNvPr id="56" name="Arrow: Bent 55">
            <a:extLst>
              <a:ext uri="{FF2B5EF4-FFF2-40B4-BE49-F238E27FC236}">
                <a16:creationId xmlns:a16="http://schemas.microsoft.com/office/drawing/2014/main" id="{66F0D5A1-71E7-21CC-95F4-6AC42A97C900}"/>
              </a:ext>
            </a:extLst>
          </p:cNvPr>
          <p:cNvSpPr/>
          <p:nvPr/>
        </p:nvSpPr>
        <p:spPr>
          <a:xfrm>
            <a:off x="3573123" y="3994756"/>
            <a:ext cx="769613" cy="424073"/>
          </a:xfrm>
          <a:prstGeom prst="bentArrow">
            <a:avLst>
              <a:gd name="adj1" fmla="val 25000"/>
              <a:gd name="adj2" fmla="val 25842"/>
              <a:gd name="adj3" fmla="val 25000"/>
              <a:gd name="adj4" fmla="val 43750"/>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sp>
        <p:nvSpPr>
          <p:cNvPr id="57" name="Arrow: Bent 56">
            <a:extLst>
              <a:ext uri="{FF2B5EF4-FFF2-40B4-BE49-F238E27FC236}">
                <a16:creationId xmlns:a16="http://schemas.microsoft.com/office/drawing/2014/main" id="{1114BF36-5135-FE41-6ECE-7DDB1F353633}"/>
              </a:ext>
            </a:extLst>
          </p:cNvPr>
          <p:cNvSpPr/>
          <p:nvPr/>
        </p:nvSpPr>
        <p:spPr>
          <a:xfrm>
            <a:off x="4745877" y="3456026"/>
            <a:ext cx="769613" cy="424073"/>
          </a:xfrm>
          <a:prstGeom prst="bentArrow">
            <a:avLst>
              <a:gd name="adj1" fmla="val 25000"/>
              <a:gd name="adj2" fmla="val 25842"/>
              <a:gd name="adj3" fmla="val 25000"/>
              <a:gd name="adj4" fmla="val 43750"/>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sp>
        <p:nvSpPr>
          <p:cNvPr id="58" name="TextBox 57">
            <a:extLst>
              <a:ext uri="{FF2B5EF4-FFF2-40B4-BE49-F238E27FC236}">
                <a16:creationId xmlns:a16="http://schemas.microsoft.com/office/drawing/2014/main" id="{DD2E3EC6-9508-FB13-9D51-6581ACA73AB3}"/>
              </a:ext>
            </a:extLst>
          </p:cNvPr>
          <p:cNvSpPr txBox="1"/>
          <p:nvPr/>
        </p:nvSpPr>
        <p:spPr>
          <a:xfrm>
            <a:off x="1011464" y="4755990"/>
            <a:ext cx="1037963" cy="244362"/>
          </a:xfrm>
          <a:prstGeom prst="rect">
            <a:avLst/>
          </a:prstGeom>
          <a:noFill/>
        </p:spPr>
        <p:txBody>
          <a:bodyPr wrap="square" rtlCol="0">
            <a:spAutoFit/>
          </a:bodyPr>
          <a:lstStyle/>
          <a:p>
            <a:r>
              <a:rPr lang="en-US" sz="988"/>
              <a:t>814 Users</a:t>
            </a:r>
            <a:endParaRPr lang="en-IN" sz="988"/>
          </a:p>
        </p:txBody>
      </p:sp>
    </p:spTree>
    <p:extLst>
      <p:ext uri="{BB962C8B-B14F-4D97-AF65-F5344CB8AC3E}">
        <p14:creationId xmlns:p14="http://schemas.microsoft.com/office/powerpoint/2010/main" val="253628730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7C7AA-CF9C-7345-C632-B1875F9B388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DFE5763-9534-EDFD-1CE0-9804865C1F4C}"/>
              </a:ext>
            </a:extLst>
          </p:cNvPr>
          <p:cNvSpPr>
            <a:spLocks noGrp="1"/>
          </p:cNvSpPr>
          <p:nvPr>
            <p:ph type="ftr" sz="quarter" idx="15"/>
          </p:nvPr>
        </p:nvSpPr>
        <p:spPr/>
        <p:txBody>
          <a:bodyPr/>
          <a:lstStyle/>
          <a:p>
            <a:r>
              <a:rPr lang="en-US"/>
              <a:t>CONFIDENTIAL</a:t>
            </a:r>
          </a:p>
        </p:txBody>
      </p:sp>
      <p:sp>
        <p:nvSpPr>
          <p:cNvPr id="4" name="Slide Number Placeholder 3">
            <a:extLst>
              <a:ext uri="{FF2B5EF4-FFF2-40B4-BE49-F238E27FC236}">
                <a16:creationId xmlns:a16="http://schemas.microsoft.com/office/drawing/2014/main" id="{6BB7AA78-B6C9-D2F2-3F7F-B560C3AC318E}"/>
              </a:ext>
            </a:extLst>
          </p:cNvPr>
          <p:cNvSpPr>
            <a:spLocks noGrp="1"/>
          </p:cNvSpPr>
          <p:nvPr>
            <p:ph type="sldNum" sz="quarter" idx="16"/>
          </p:nvPr>
        </p:nvSpPr>
        <p:spPr/>
        <p:txBody>
          <a:bodyPr/>
          <a:lstStyle/>
          <a:p>
            <a:fld id="{4F90343F-D056-4E24-BE3D-A305BDC1A23E}" type="slidenum">
              <a:rPr lang="en-US" smtClean="0"/>
              <a:pPr/>
              <a:t>12</a:t>
            </a:fld>
            <a:endParaRPr lang="en-US"/>
          </a:p>
        </p:txBody>
      </p:sp>
      <p:sp>
        <p:nvSpPr>
          <p:cNvPr id="117" name="TextBox 116">
            <a:extLst>
              <a:ext uri="{FF2B5EF4-FFF2-40B4-BE49-F238E27FC236}">
                <a16:creationId xmlns:a16="http://schemas.microsoft.com/office/drawing/2014/main" id="{6AEB9AA0-BA47-4E09-3BDE-79DD4801B544}"/>
              </a:ext>
            </a:extLst>
          </p:cNvPr>
          <p:cNvSpPr txBox="1"/>
          <p:nvPr/>
        </p:nvSpPr>
        <p:spPr>
          <a:xfrm>
            <a:off x="576472" y="2617583"/>
            <a:ext cx="4439329" cy="338554"/>
          </a:xfrm>
          <a:prstGeom prst="rect">
            <a:avLst/>
          </a:prstGeom>
          <a:noFill/>
        </p:spPr>
        <p:txBody>
          <a:bodyPr wrap="square">
            <a:spAutoFit/>
          </a:bodyPr>
          <a:lstStyle/>
          <a:p>
            <a:r>
              <a:rPr lang="en-US" sz="1600" b="1">
                <a:ea typeface="Calibri" panose="020F0502020204030204" pitchFamily="34" charset="0"/>
                <a:cs typeface="Calibri" panose="020F0502020204030204" pitchFamily="34" charset="0"/>
              </a:rPr>
              <a:t>Goal#2 – Endurance Test sample pattern</a:t>
            </a:r>
            <a:endParaRPr lang="en-US" sz="1600" b="1"/>
          </a:p>
        </p:txBody>
      </p:sp>
      <p:sp>
        <p:nvSpPr>
          <p:cNvPr id="12" name="Rectangle 11">
            <a:extLst>
              <a:ext uri="{FF2B5EF4-FFF2-40B4-BE49-F238E27FC236}">
                <a16:creationId xmlns:a16="http://schemas.microsoft.com/office/drawing/2014/main" id="{FF6A0EF0-DB18-D82C-7F34-17DD20561997}"/>
              </a:ext>
            </a:extLst>
          </p:cNvPr>
          <p:cNvSpPr/>
          <p:nvPr/>
        </p:nvSpPr>
        <p:spPr>
          <a:xfrm>
            <a:off x="663170" y="123099"/>
            <a:ext cx="11078100"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a:solidFill>
                  <a:schemeClr val="bg1"/>
                </a:solidFill>
                <a:ea typeface="Calibri" panose="020F0502020204030204" pitchFamily="34" charset="0"/>
                <a:cs typeface="Calibri" panose="020F0502020204030204" pitchFamily="34" charset="0"/>
              </a:rPr>
              <a:t>API Goals 								            (Continue…)</a:t>
            </a:r>
          </a:p>
        </p:txBody>
      </p:sp>
      <p:sp>
        <p:nvSpPr>
          <p:cNvPr id="14" name="TextBox 13">
            <a:extLst>
              <a:ext uri="{FF2B5EF4-FFF2-40B4-BE49-F238E27FC236}">
                <a16:creationId xmlns:a16="http://schemas.microsoft.com/office/drawing/2014/main" id="{2698C04B-1275-8F43-88EE-BC4A74619370}"/>
              </a:ext>
            </a:extLst>
          </p:cNvPr>
          <p:cNvSpPr txBox="1"/>
          <p:nvPr/>
        </p:nvSpPr>
        <p:spPr>
          <a:xfrm>
            <a:off x="718456" y="691904"/>
            <a:ext cx="6096000" cy="307777"/>
          </a:xfrm>
          <a:prstGeom prst="rect">
            <a:avLst/>
          </a:prstGeom>
          <a:noFill/>
        </p:spPr>
        <p:txBody>
          <a:bodyPr wrap="square">
            <a:spAutoFit/>
          </a:bodyPr>
          <a:lstStyle/>
          <a:p>
            <a:r>
              <a:rPr lang="en-US" sz="1400" b="1"/>
              <a:t>Goal#2</a:t>
            </a:r>
            <a:r>
              <a:rPr lang="en-US" sz="1400" b="1">
                <a:ea typeface="Calibri" panose="020F0502020204030204" pitchFamily="34" charset="0"/>
                <a:cs typeface="Calibri" panose="020F0502020204030204" pitchFamily="34" charset="0"/>
              </a:rPr>
              <a:t> – All in-scope Scenario include Report Gen (HCP)</a:t>
            </a:r>
            <a:endParaRPr lang="en-US" sz="1400" b="1"/>
          </a:p>
        </p:txBody>
      </p:sp>
      <p:sp>
        <p:nvSpPr>
          <p:cNvPr id="18" name="TextBox 17">
            <a:extLst>
              <a:ext uri="{FF2B5EF4-FFF2-40B4-BE49-F238E27FC236}">
                <a16:creationId xmlns:a16="http://schemas.microsoft.com/office/drawing/2014/main" id="{5C70FE96-649E-1D2F-56D9-E194AE098A2B}"/>
              </a:ext>
            </a:extLst>
          </p:cNvPr>
          <p:cNvSpPr txBox="1"/>
          <p:nvPr/>
        </p:nvSpPr>
        <p:spPr>
          <a:xfrm>
            <a:off x="670102" y="1009432"/>
            <a:ext cx="11071168" cy="461665"/>
          </a:xfrm>
          <a:prstGeom prst="rect">
            <a:avLst/>
          </a:prstGeom>
          <a:noFill/>
        </p:spPr>
        <p:txBody>
          <a:bodyPr wrap="square">
            <a:spAutoFit/>
          </a:bodyPr>
          <a:lstStyle/>
          <a:p>
            <a:pPr>
              <a:spcAft>
                <a:spcPts val="600"/>
              </a:spcAft>
            </a:pPr>
            <a:r>
              <a:rPr lang="en-US" sz="1200"/>
              <a:t>The Objective is to identify potential memory leaks, resource leaks, and any other issues that can cause your system to degrade over time while running the scenarios with various workloads with agreed % of errors. Also, ensuring that health of the servers should be in good condition or within the threshold limits.</a:t>
            </a:r>
          </a:p>
        </p:txBody>
      </p:sp>
      <p:graphicFrame>
        <p:nvGraphicFramePr>
          <p:cNvPr id="19" name="Table 18">
            <a:extLst>
              <a:ext uri="{FF2B5EF4-FFF2-40B4-BE49-F238E27FC236}">
                <a16:creationId xmlns:a16="http://schemas.microsoft.com/office/drawing/2014/main" id="{89E3795D-CC21-8B4B-A453-5DB3ED1BA959}"/>
              </a:ext>
            </a:extLst>
          </p:cNvPr>
          <p:cNvGraphicFramePr>
            <a:graphicFrameLocks noGrp="1"/>
          </p:cNvGraphicFramePr>
          <p:nvPr>
            <p:extLst>
              <p:ext uri="{D42A27DB-BD31-4B8C-83A1-F6EECF244321}">
                <p14:modId xmlns:p14="http://schemas.microsoft.com/office/powerpoint/2010/main" val="3844072213"/>
              </p:ext>
            </p:extLst>
          </p:nvPr>
        </p:nvGraphicFramePr>
        <p:xfrm>
          <a:off x="663169" y="1614570"/>
          <a:ext cx="11100200" cy="914400"/>
        </p:xfrm>
        <a:graphic>
          <a:graphicData uri="http://schemas.openxmlformats.org/drawingml/2006/table">
            <a:tbl>
              <a:tblPr firstRow="1" bandRow="1">
                <a:tableStyleId>{5C22544A-7EE6-4342-B048-85BDC9FD1C3A}</a:tableStyleId>
              </a:tblPr>
              <a:tblGrid>
                <a:gridCol w="935478">
                  <a:extLst>
                    <a:ext uri="{9D8B030D-6E8A-4147-A177-3AD203B41FA5}">
                      <a16:colId xmlns:a16="http://schemas.microsoft.com/office/drawing/2014/main" val="2505345100"/>
                    </a:ext>
                  </a:extLst>
                </a:gridCol>
                <a:gridCol w="1368987">
                  <a:extLst>
                    <a:ext uri="{9D8B030D-6E8A-4147-A177-3AD203B41FA5}">
                      <a16:colId xmlns:a16="http://schemas.microsoft.com/office/drawing/2014/main" val="765473239"/>
                    </a:ext>
                  </a:extLst>
                </a:gridCol>
                <a:gridCol w="3627130">
                  <a:extLst>
                    <a:ext uri="{9D8B030D-6E8A-4147-A177-3AD203B41FA5}">
                      <a16:colId xmlns:a16="http://schemas.microsoft.com/office/drawing/2014/main" val="3908974634"/>
                    </a:ext>
                  </a:extLst>
                </a:gridCol>
                <a:gridCol w="720436">
                  <a:extLst>
                    <a:ext uri="{9D8B030D-6E8A-4147-A177-3AD203B41FA5}">
                      <a16:colId xmlns:a16="http://schemas.microsoft.com/office/drawing/2014/main" val="3870870621"/>
                    </a:ext>
                  </a:extLst>
                </a:gridCol>
                <a:gridCol w="3546923">
                  <a:extLst>
                    <a:ext uri="{9D8B030D-6E8A-4147-A177-3AD203B41FA5}">
                      <a16:colId xmlns:a16="http://schemas.microsoft.com/office/drawing/2014/main" val="3289002681"/>
                    </a:ext>
                  </a:extLst>
                </a:gridCol>
                <a:gridCol w="901246">
                  <a:extLst>
                    <a:ext uri="{9D8B030D-6E8A-4147-A177-3AD203B41FA5}">
                      <a16:colId xmlns:a16="http://schemas.microsoft.com/office/drawing/2014/main" val="617769190"/>
                    </a:ext>
                  </a:extLst>
                </a:gridCol>
              </a:tblGrid>
              <a:tr h="326384">
                <a:tc>
                  <a:txBody>
                    <a:bodyPr/>
                    <a:lstStyle/>
                    <a:p>
                      <a:pPr algn="ctr"/>
                      <a:r>
                        <a:rPr lang="en-US" sz="1200">
                          <a:latin typeface="+mn-lt"/>
                        </a:rPr>
                        <a:t>#</a:t>
                      </a:r>
                    </a:p>
                  </a:txBody>
                  <a:tcPr/>
                </a:tc>
                <a:tc>
                  <a:txBody>
                    <a:bodyPr/>
                    <a:lstStyle/>
                    <a:p>
                      <a:pPr algn="ctr"/>
                      <a:r>
                        <a:rPr lang="en-US" sz="1200">
                          <a:latin typeface="+mn-lt"/>
                        </a:rPr>
                        <a:t>Type of Test</a:t>
                      </a:r>
                    </a:p>
                  </a:txBody>
                  <a:tcPr/>
                </a:tc>
                <a:tc>
                  <a:txBody>
                    <a:bodyPr/>
                    <a:lstStyle/>
                    <a:p>
                      <a:pPr algn="ctr"/>
                      <a:r>
                        <a:rPr lang="en-US" sz="1200">
                          <a:latin typeface="+mn-lt"/>
                        </a:rPr>
                        <a:t>Scenario Details</a:t>
                      </a:r>
                    </a:p>
                  </a:txBody>
                  <a:tcPr/>
                </a:tc>
                <a:tc>
                  <a:txBody>
                    <a:bodyPr/>
                    <a:lstStyle/>
                    <a:p>
                      <a:pPr algn="ctr"/>
                      <a:r>
                        <a:rPr lang="en-US" sz="1200">
                          <a:latin typeface="+mn-lt"/>
                        </a:rPr>
                        <a:t>No. of Cycles</a:t>
                      </a:r>
                    </a:p>
                  </a:txBody>
                  <a:tcPr/>
                </a:tc>
                <a:tc>
                  <a:txBody>
                    <a:bodyPr/>
                    <a:lstStyle/>
                    <a:p>
                      <a:pPr algn="ctr"/>
                      <a:r>
                        <a:rPr lang="en-US" sz="1200">
                          <a:latin typeface="+mn-lt"/>
                        </a:rPr>
                        <a:t>Volume Details</a:t>
                      </a:r>
                    </a:p>
                  </a:txBody>
                  <a:tcPr/>
                </a:tc>
                <a:tc>
                  <a:txBody>
                    <a:bodyPr/>
                    <a:lstStyle/>
                    <a:p>
                      <a:pPr algn="ctr"/>
                      <a:r>
                        <a:rPr lang="en-US" sz="1200">
                          <a:latin typeface="+mn-lt"/>
                        </a:rPr>
                        <a:t>Total Duration </a:t>
                      </a:r>
                    </a:p>
                  </a:txBody>
                  <a:tcPr/>
                </a:tc>
                <a:extLst>
                  <a:ext uri="{0D108BD9-81ED-4DB2-BD59-A6C34878D82A}">
                    <a16:rowId xmlns:a16="http://schemas.microsoft.com/office/drawing/2014/main" val="935495309"/>
                  </a:ext>
                </a:extLst>
              </a:tr>
              <a:tr h="322466">
                <a:tc>
                  <a:txBody>
                    <a:bodyPr/>
                    <a:lstStyle/>
                    <a:p>
                      <a:pPr algn="ctr"/>
                      <a:r>
                        <a:rPr lang="en-US" sz="1200" dirty="0">
                          <a:latin typeface="+mn-lt"/>
                        </a:rPr>
                        <a:t>3</a:t>
                      </a:r>
                    </a:p>
                  </a:txBody>
                  <a:tcPr/>
                </a:tc>
                <a:tc>
                  <a:txBody>
                    <a:bodyPr/>
                    <a:lstStyle/>
                    <a:p>
                      <a:pPr algn="ctr"/>
                      <a:r>
                        <a:rPr lang="en-US" sz="1200" dirty="0">
                          <a:latin typeface="+mn-lt"/>
                        </a:rPr>
                        <a:t>Endurance Test</a:t>
                      </a:r>
                    </a:p>
                  </a:txBody>
                  <a:tcPr/>
                </a:tc>
                <a:tc>
                  <a:txBody>
                    <a:bodyPr/>
                    <a:lstStyle/>
                    <a:p>
                      <a:pPr algn="l"/>
                      <a:r>
                        <a:rPr lang="en-US" sz="1200" dirty="0">
                          <a:latin typeface="+mn-lt"/>
                        </a:rPr>
                        <a:t>All scenarios which are listed on the above table NFRs and In-Scope scenarios </a:t>
                      </a:r>
                    </a:p>
                  </a:txBody>
                  <a:tcPr/>
                </a:tc>
                <a:tc>
                  <a:txBody>
                    <a:bodyPr/>
                    <a:lstStyle/>
                    <a:p>
                      <a:pPr algn="ctr"/>
                      <a:r>
                        <a:rPr lang="en-US" sz="1200">
                          <a:latin typeface="+mn-lt"/>
                        </a:rPr>
                        <a:t>1</a:t>
                      </a:r>
                    </a:p>
                  </a:txBody>
                  <a:tcPr/>
                </a:tc>
                <a:tc>
                  <a:txBody>
                    <a:bodyPr/>
                    <a:lstStyle/>
                    <a:p>
                      <a:pPr algn="ctr"/>
                      <a:r>
                        <a:rPr lang="en-US" sz="1200" dirty="0">
                          <a:latin typeface="+mn-lt"/>
                        </a:rPr>
                        <a:t>HCP – 324 Users  (Total: 9180 Transactions)</a:t>
                      </a:r>
                    </a:p>
                    <a:p>
                      <a:pPr algn="ctr"/>
                      <a:r>
                        <a:rPr lang="en-US" sz="1200" dirty="0" err="1">
                          <a:latin typeface="+mn-lt"/>
                        </a:rPr>
                        <a:t>PwD</a:t>
                      </a:r>
                      <a:r>
                        <a:rPr lang="en-US" sz="1200" dirty="0">
                          <a:latin typeface="+mn-lt"/>
                        </a:rPr>
                        <a:t> – 83 Users (Total:20,000 transactions] </a:t>
                      </a:r>
                    </a:p>
                  </a:txBody>
                  <a:tcPr/>
                </a:tc>
                <a:tc>
                  <a:txBody>
                    <a:bodyPr/>
                    <a:lstStyle/>
                    <a:p>
                      <a:pPr algn="ctr"/>
                      <a:r>
                        <a:rPr lang="en-US" sz="1200" dirty="0">
                          <a:latin typeface="+mn-lt"/>
                        </a:rPr>
                        <a:t>24 </a:t>
                      </a:r>
                      <a:r>
                        <a:rPr lang="en-US" sz="1200" dirty="0" err="1">
                          <a:latin typeface="+mn-lt"/>
                        </a:rPr>
                        <a:t>Hrs</a:t>
                      </a:r>
                      <a:endParaRPr lang="en-US" sz="1200" dirty="0">
                        <a:latin typeface="+mn-lt"/>
                      </a:endParaRPr>
                    </a:p>
                  </a:txBody>
                  <a:tcPr/>
                </a:tc>
                <a:extLst>
                  <a:ext uri="{0D108BD9-81ED-4DB2-BD59-A6C34878D82A}">
                    <a16:rowId xmlns:a16="http://schemas.microsoft.com/office/drawing/2014/main" val="3313892485"/>
                  </a:ext>
                </a:extLst>
              </a:tr>
            </a:tbl>
          </a:graphicData>
        </a:graphic>
      </p:graphicFrame>
      <p:sp>
        <p:nvSpPr>
          <p:cNvPr id="2" name="Footer Placeholder 2">
            <a:extLst>
              <a:ext uri="{FF2B5EF4-FFF2-40B4-BE49-F238E27FC236}">
                <a16:creationId xmlns:a16="http://schemas.microsoft.com/office/drawing/2014/main" id="{A052FCA9-53FF-3E4C-38D4-ACD019B0DD11}"/>
              </a:ext>
            </a:extLst>
          </p:cNvPr>
          <p:cNvSpPr txBox="1">
            <a:spLocks/>
          </p:cNvSpPr>
          <p:nvPr/>
        </p:nvSpPr>
        <p:spPr>
          <a:xfrm>
            <a:off x="1152237" y="6997468"/>
            <a:ext cx="9784080" cy="204281"/>
          </a:xfrm>
          <a:prstGeom prst="rect">
            <a:avLst/>
          </a:prstGeom>
        </p:spPr>
        <p:txBody>
          <a:bodyPr vert="horz" lIns="0" tIns="0" rIns="0" bIns="45720" rtlCol="0" anchor="b"/>
          <a:lstStyle>
            <a:defPPr>
              <a:defRPr lang="en-US"/>
            </a:defPPr>
            <a:lvl1pPr marL="0" algn="ctr" defTabSz="914400" rtl="0" eaLnBrk="1" latinLnBrk="0" hangingPunct="1">
              <a:lnSpc>
                <a:spcPct val="80000"/>
              </a:lnSpc>
              <a:defRPr sz="900" kern="1200">
                <a:solidFill>
                  <a:schemeClr val="tx1">
                    <a:lumMod val="50000"/>
                    <a:lumOff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p>
        </p:txBody>
      </p:sp>
      <p:sp>
        <p:nvSpPr>
          <p:cNvPr id="6" name="Slide Number Placeholder 3">
            <a:extLst>
              <a:ext uri="{FF2B5EF4-FFF2-40B4-BE49-F238E27FC236}">
                <a16:creationId xmlns:a16="http://schemas.microsoft.com/office/drawing/2014/main" id="{5E2ABA06-DB98-9A21-85DA-9180CE66EB89}"/>
              </a:ext>
            </a:extLst>
          </p:cNvPr>
          <p:cNvSpPr txBox="1">
            <a:spLocks/>
          </p:cNvSpPr>
          <p:nvPr/>
        </p:nvSpPr>
        <p:spPr>
          <a:xfrm>
            <a:off x="146856" y="6997468"/>
            <a:ext cx="469680" cy="204281"/>
          </a:xfrm>
          <a:prstGeom prst="rect">
            <a:avLst/>
          </a:prstGeom>
        </p:spPr>
        <p:txBody>
          <a:bodyPr vert="horz" lIns="0" tIns="0" rIns="0" bIns="45720" rtlCol="0" anchor="b"/>
          <a:lstStyle>
            <a:defPPr>
              <a:defRPr lang="en-US"/>
            </a:defPPr>
            <a:lvl1pPr marL="0" algn="l" defTabSz="914400" rtl="0" eaLnBrk="1" latinLnBrk="0" hangingPunct="1">
              <a:lnSpc>
                <a:spcPct val="80000"/>
              </a:lnSpc>
              <a:defRPr sz="900" kern="1200">
                <a:solidFill>
                  <a:schemeClr val="tx1">
                    <a:lumMod val="50000"/>
                    <a:lumOff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90343F-D056-4E24-BE3D-A305BDC1A23E}" type="slidenum">
              <a:rPr lang="en-US" smtClean="0"/>
              <a:pPr/>
              <a:t>12</a:t>
            </a:fld>
            <a:endParaRPr lang="en-US"/>
          </a:p>
        </p:txBody>
      </p:sp>
      <p:grpSp>
        <p:nvGrpSpPr>
          <p:cNvPr id="10" name="Group 9">
            <a:extLst>
              <a:ext uri="{FF2B5EF4-FFF2-40B4-BE49-F238E27FC236}">
                <a16:creationId xmlns:a16="http://schemas.microsoft.com/office/drawing/2014/main" id="{7E6C1503-FFAD-4795-3DE8-48B37C65202A}"/>
              </a:ext>
            </a:extLst>
          </p:cNvPr>
          <p:cNvGrpSpPr/>
          <p:nvPr/>
        </p:nvGrpSpPr>
        <p:grpSpPr>
          <a:xfrm>
            <a:off x="712233" y="3365698"/>
            <a:ext cx="10753069" cy="3062603"/>
            <a:chOff x="35496" y="190399"/>
            <a:chExt cx="8953207" cy="4474151"/>
          </a:xfrm>
        </p:grpSpPr>
        <p:grpSp>
          <p:nvGrpSpPr>
            <p:cNvPr id="11" name="Group 10">
              <a:extLst>
                <a:ext uri="{FF2B5EF4-FFF2-40B4-BE49-F238E27FC236}">
                  <a16:creationId xmlns:a16="http://schemas.microsoft.com/office/drawing/2014/main" id="{F1745629-7709-04A7-291A-8D611E479B01}"/>
                </a:ext>
              </a:extLst>
            </p:cNvPr>
            <p:cNvGrpSpPr/>
            <p:nvPr/>
          </p:nvGrpSpPr>
          <p:grpSpPr>
            <a:xfrm>
              <a:off x="296547" y="190399"/>
              <a:ext cx="3176183" cy="2627203"/>
              <a:chOff x="296547" y="190397"/>
              <a:chExt cx="3176183" cy="2627203"/>
            </a:xfrm>
          </p:grpSpPr>
          <p:pic>
            <p:nvPicPr>
              <p:cNvPr id="51" name="Picture 50">
                <a:extLst>
                  <a:ext uri="{FF2B5EF4-FFF2-40B4-BE49-F238E27FC236}">
                    <a16:creationId xmlns:a16="http://schemas.microsoft.com/office/drawing/2014/main" id="{B05D30E2-E061-77DB-410D-F5EF6D4D1974}"/>
                  </a:ext>
                </a:extLst>
              </p:cNvPr>
              <p:cNvPicPr>
                <a:picLocks noChangeAspect="1"/>
              </p:cNvPicPr>
              <p:nvPr/>
            </p:nvPicPr>
            <p:blipFill>
              <a:blip r:embed="rId3"/>
              <a:stretch>
                <a:fillRect/>
              </a:stretch>
            </p:blipFill>
            <p:spPr>
              <a:xfrm>
                <a:off x="569252" y="2418998"/>
                <a:ext cx="511249" cy="398602"/>
              </a:xfrm>
              <a:prstGeom prst="rect">
                <a:avLst/>
              </a:prstGeom>
            </p:spPr>
          </p:pic>
          <p:pic>
            <p:nvPicPr>
              <p:cNvPr id="52" name="Picture 51">
                <a:extLst>
                  <a:ext uri="{FF2B5EF4-FFF2-40B4-BE49-F238E27FC236}">
                    <a16:creationId xmlns:a16="http://schemas.microsoft.com/office/drawing/2014/main" id="{ED627FC3-B9F7-07C0-1AD2-D8432A1A8C6A}"/>
                  </a:ext>
                </a:extLst>
              </p:cNvPr>
              <p:cNvPicPr>
                <a:picLocks noChangeAspect="1"/>
              </p:cNvPicPr>
              <p:nvPr/>
            </p:nvPicPr>
            <p:blipFill>
              <a:blip r:embed="rId3"/>
              <a:stretch>
                <a:fillRect/>
              </a:stretch>
            </p:blipFill>
            <p:spPr>
              <a:xfrm>
                <a:off x="1427175" y="1638156"/>
                <a:ext cx="511249" cy="398602"/>
              </a:xfrm>
              <a:prstGeom prst="rect">
                <a:avLst/>
              </a:prstGeom>
            </p:spPr>
          </p:pic>
          <p:cxnSp>
            <p:nvCxnSpPr>
              <p:cNvPr id="53" name="Connector: Elbow 52">
                <a:extLst>
                  <a:ext uri="{FF2B5EF4-FFF2-40B4-BE49-F238E27FC236}">
                    <a16:creationId xmlns:a16="http://schemas.microsoft.com/office/drawing/2014/main" id="{51B157C1-5151-C143-CFE8-ED5861D3E2F2}"/>
                  </a:ext>
                </a:extLst>
              </p:cNvPr>
              <p:cNvCxnSpPr>
                <a:stCxn id="51" idx="0"/>
                <a:endCxn id="52" idx="1"/>
              </p:cNvCxnSpPr>
              <p:nvPr/>
            </p:nvCxnSpPr>
            <p:spPr>
              <a:xfrm rot="5400000" flipH="1" flipV="1">
                <a:off x="835256" y="1827079"/>
                <a:ext cx="581541" cy="60229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B57EDE2E-90E0-EC21-0F9F-5066D31D1C9C}"/>
                  </a:ext>
                </a:extLst>
              </p:cNvPr>
              <p:cNvSpPr txBox="1"/>
              <p:nvPr/>
            </p:nvSpPr>
            <p:spPr>
              <a:xfrm>
                <a:off x="296547" y="1878152"/>
                <a:ext cx="614286" cy="356988"/>
              </a:xfrm>
              <a:prstGeom prst="rect">
                <a:avLst/>
              </a:prstGeom>
              <a:noFill/>
            </p:spPr>
            <p:txBody>
              <a:bodyPr wrap="square" rtlCol="0">
                <a:spAutoFit/>
              </a:bodyPr>
              <a:lstStyle/>
              <a:p>
                <a:r>
                  <a:rPr lang="en-US" sz="988"/>
                  <a:t>22 sec</a:t>
                </a:r>
                <a:endParaRPr lang="en-IN" sz="988"/>
              </a:p>
            </p:txBody>
          </p:sp>
          <p:pic>
            <p:nvPicPr>
              <p:cNvPr id="55" name="Picture 54">
                <a:extLst>
                  <a:ext uri="{FF2B5EF4-FFF2-40B4-BE49-F238E27FC236}">
                    <a16:creationId xmlns:a16="http://schemas.microsoft.com/office/drawing/2014/main" id="{8FFE363E-476A-6654-94CB-DAE5145540B1}"/>
                  </a:ext>
                </a:extLst>
              </p:cNvPr>
              <p:cNvPicPr>
                <a:picLocks noChangeAspect="1"/>
              </p:cNvPicPr>
              <p:nvPr/>
            </p:nvPicPr>
            <p:blipFill>
              <a:blip r:embed="rId3"/>
              <a:stretch>
                <a:fillRect/>
              </a:stretch>
            </p:blipFill>
            <p:spPr>
              <a:xfrm>
                <a:off x="1990872" y="934238"/>
                <a:ext cx="511249" cy="398602"/>
              </a:xfrm>
              <a:prstGeom prst="rect">
                <a:avLst/>
              </a:prstGeom>
            </p:spPr>
          </p:pic>
          <p:cxnSp>
            <p:nvCxnSpPr>
              <p:cNvPr id="56" name="Connector: Elbow 55">
                <a:extLst>
                  <a:ext uri="{FF2B5EF4-FFF2-40B4-BE49-F238E27FC236}">
                    <a16:creationId xmlns:a16="http://schemas.microsoft.com/office/drawing/2014/main" id="{9FAF3DD2-B15F-8B1D-34CF-2C9DBEF4F8A8}"/>
                  </a:ext>
                </a:extLst>
              </p:cNvPr>
              <p:cNvCxnSpPr>
                <a:cxnSpLocks/>
                <a:stCxn id="52" idx="0"/>
                <a:endCxn id="55" idx="1"/>
              </p:cNvCxnSpPr>
              <p:nvPr/>
            </p:nvCxnSpPr>
            <p:spPr>
              <a:xfrm rot="5400000" flipH="1" flipV="1">
                <a:off x="1584528" y="1231813"/>
                <a:ext cx="504616" cy="30807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pic>
            <p:nvPicPr>
              <p:cNvPr id="57" name="Picture 56">
                <a:extLst>
                  <a:ext uri="{FF2B5EF4-FFF2-40B4-BE49-F238E27FC236}">
                    <a16:creationId xmlns:a16="http://schemas.microsoft.com/office/drawing/2014/main" id="{6D51AF4F-B04A-482F-0C57-83964BD6ADCE}"/>
                  </a:ext>
                </a:extLst>
              </p:cNvPr>
              <p:cNvPicPr>
                <a:picLocks noChangeAspect="1"/>
              </p:cNvPicPr>
              <p:nvPr/>
            </p:nvPicPr>
            <p:blipFill>
              <a:blip r:embed="rId3"/>
              <a:stretch>
                <a:fillRect/>
              </a:stretch>
            </p:blipFill>
            <p:spPr>
              <a:xfrm>
                <a:off x="2635095" y="190397"/>
                <a:ext cx="511249" cy="398600"/>
              </a:xfrm>
              <a:prstGeom prst="rect">
                <a:avLst/>
              </a:prstGeom>
            </p:spPr>
          </p:pic>
          <p:cxnSp>
            <p:nvCxnSpPr>
              <p:cNvPr id="58" name="Connector: Elbow 57">
                <a:extLst>
                  <a:ext uri="{FF2B5EF4-FFF2-40B4-BE49-F238E27FC236}">
                    <a16:creationId xmlns:a16="http://schemas.microsoft.com/office/drawing/2014/main" id="{B0175F2C-26C0-654A-E9C4-150D11510939}"/>
                  </a:ext>
                </a:extLst>
              </p:cNvPr>
              <p:cNvCxnSpPr>
                <a:cxnSpLocks/>
                <a:stCxn id="55" idx="0"/>
                <a:endCxn id="57" idx="1"/>
              </p:cNvCxnSpPr>
              <p:nvPr/>
            </p:nvCxnSpPr>
            <p:spPr>
              <a:xfrm rot="5400000" flipH="1" flipV="1">
                <a:off x="2168525" y="467669"/>
                <a:ext cx="544541" cy="38859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EB74373A-78FF-6E04-8E66-E9A7F5EAE4C5}"/>
                  </a:ext>
                </a:extLst>
              </p:cNvPr>
              <p:cNvSpPr txBox="1"/>
              <p:nvPr/>
            </p:nvSpPr>
            <p:spPr>
              <a:xfrm rot="19595175">
                <a:off x="1081990" y="2035985"/>
                <a:ext cx="2390740" cy="579087"/>
              </a:xfrm>
              <a:prstGeom prst="rect">
                <a:avLst/>
              </a:prstGeom>
              <a:noFill/>
            </p:spPr>
            <p:txBody>
              <a:bodyPr wrap="square" rtlCol="0">
                <a:spAutoFit/>
              </a:bodyPr>
              <a:lstStyle/>
              <a:p>
                <a:pPr algn="ctr"/>
                <a:r>
                  <a:rPr lang="en-US" sz="988" b="1">
                    <a:solidFill>
                      <a:srgbClr val="002060"/>
                    </a:solidFill>
                  </a:rPr>
                  <a:t>10 users will ramp up in every 22  sec until user count reaches 407</a:t>
                </a:r>
                <a:endParaRPr lang="en-IN" sz="988" b="1">
                  <a:solidFill>
                    <a:srgbClr val="002060"/>
                  </a:solidFill>
                </a:endParaRPr>
              </a:p>
            </p:txBody>
          </p:sp>
        </p:grpSp>
        <p:pic>
          <p:nvPicPr>
            <p:cNvPr id="13" name="Picture 12">
              <a:extLst>
                <a:ext uri="{FF2B5EF4-FFF2-40B4-BE49-F238E27FC236}">
                  <a16:creationId xmlns:a16="http://schemas.microsoft.com/office/drawing/2014/main" id="{5D4FE059-E063-CD73-488D-A62B338CF5E8}"/>
                </a:ext>
              </a:extLst>
            </p:cNvPr>
            <p:cNvPicPr>
              <a:picLocks noChangeAspect="1"/>
            </p:cNvPicPr>
            <p:nvPr/>
          </p:nvPicPr>
          <p:blipFill>
            <a:blip r:embed="rId3"/>
            <a:stretch>
              <a:fillRect/>
            </a:stretch>
          </p:blipFill>
          <p:spPr>
            <a:xfrm>
              <a:off x="3839386" y="780447"/>
              <a:ext cx="511249" cy="398601"/>
            </a:xfrm>
            <a:prstGeom prst="rect">
              <a:avLst/>
            </a:prstGeom>
          </p:spPr>
        </p:pic>
        <p:pic>
          <p:nvPicPr>
            <p:cNvPr id="15" name="Picture 14">
              <a:extLst>
                <a:ext uri="{FF2B5EF4-FFF2-40B4-BE49-F238E27FC236}">
                  <a16:creationId xmlns:a16="http://schemas.microsoft.com/office/drawing/2014/main" id="{92C51964-A271-6F9A-BD1F-665F4E524460}"/>
                </a:ext>
              </a:extLst>
            </p:cNvPr>
            <p:cNvPicPr>
              <a:picLocks noChangeAspect="1"/>
            </p:cNvPicPr>
            <p:nvPr/>
          </p:nvPicPr>
          <p:blipFill>
            <a:blip r:embed="rId3"/>
            <a:stretch>
              <a:fillRect/>
            </a:stretch>
          </p:blipFill>
          <p:spPr>
            <a:xfrm>
              <a:off x="4350635" y="764838"/>
              <a:ext cx="511249" cy="398601"/>
            </a:xfrm>
            <a:prstGeom prst="rect">
              <a:avLst/>
            </a:prstGeom>
          </p:spPr>
        </p:pic>
        <p:pic>
          <p:nvPicPr>
            <p:cNvPr id="16" name="Picture 15">
              <a:extLst>
                <a:ext uri="{FF2B5EF4-FFF2-40B4-BE49-F238E27FC236}">
                  <a16:creationId xmlns:a16="http://schemas.microsoft.com/office/drawing/2014/main" id="{4C95A659-FC65-0318-79DA-B090952548D9}"/>
                </a:ext>
              </a:extLst>
            </p:cNvPr>
            <p:cNvPicPr>
              <a:picLocks noChangeAspect="1"/>
            </p:cNvPicPr>
            <p:nvPr/>
          </p:nvPicPr>
          <p:blipFill>
            <a:blip r:embed="rId3"/>
            <a:stretch>
              <a:fillRect/>
            </a:stretch>
          </p:blipFill>
          <p:spPr>
            <a:xfrm>
              <a:off x="4861884" y="741378"/>
              <a:ext cx="511249" cy="398601"/>
            </a:xfrm>
            <a:prstGeom prst="rect">
              <a:avLst/>
            </a:prstGeom>
          </p:spPr>
        </p:pic>
        <p:cxnSp>
          <p:nvCxnSpPr>
            <p:cNvPr id="17" name="Straight Arrow Connector 16">
              <a:extLst>
                <a:ext uri="{FF2B5EF4-FFF2-40B4-BE49-F238E27FC236}">
                  <a16:creationId xmlns:a16="http://schemas.microsoft.com/office/drawing/2014/main" id="{8676E69E-DAAC-E5C5-C7BD-A1F279BD3100}"/>
                </a:ext>
              </a:extLst>
            </p:cNvPr>
            <p:cNvCxnSpPr>
              <a:cxnSpLocks/>
            </p:cNvCxnSpPr>
            <p:nvPr/>
          </p:nvCxnSpPr>
          <p:spPr>
            <a:xfrm flipH="1">
              <a:off x="3468300" y="780447"/>
              <a:ext cx="14813" cy="3164924"/>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20" name="Straight Arrow Connector 19">
              <a:extLst>
                <a:ext uri="{FF2B5EF4-FFF2-40B4-BE49-F238E27FC236}">
                  <a16:creationId xmlns:a16="http://schemas.microsoft.com/office/drawing/2014/main" id="{DCA69C6C-B05F-D36E-C280-E63D6A9F66FC}"/>
                </a:ext>
              </a:extLst>
            </p:cNvPr>
            <p:cNvCxnSpPr>
              <a:cxnSpLocks/>
            </p:cNvCxnSpPr>
            <p:nvPr/>
          </p:nvCxnSpPr>
          <p:spPr>
            <a:xfrm flipH="1">
              <a:off x="3483113" y="2154635"/>
              <a:ext cx="2327836" cy="0"/>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21" name="Straight Arrow Connector 20">
              <a:extLst>
                <a:ext uri="{FF2B5EF4-FFF2-40B4-BE49-F238E27FC236}">
                  <a16:creationId xmlns:a16="http://schemas.microsoft.com/office/drawing/2014/main" id="{3B421405-3A71-2101-97AE-D983B2A01110}"/>
                </a:ext>
              </a:extLst>
            </p:cNvPr>
            <p:cNvCxnSpPr>
              <a:cxnSpLocks/>
            </p:cNvCxnSpPr>
            <p:nvPr/>
          </p:nvCxnSpPr>
          <p:spPr>
            <a:xfrm flipH="1">
              <a:off x="5798690" y="780448"/>
              <a:ext cx="12259" cy="3164925"/>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pic>
          <p:nvPicPr>
            <p:cNvPr id="22" name="Picture 21">
              <a:extLst>
                <a:ext uri="{FF2B5EF4-FFF2-40B4-BE49-F238E27FC236}">
                  <a16:creationId xmlns:a16="http://schemas.microsoft.com/office/drawing/2014/main" id="{C6B90F5F-C9F9-2BA7-A235-F286E22A1887}"/>
                </a:ext>
              </a:extLst>
            </p:cNvPr>
            <p:cNvPicPr>
              <a:picLocks noChangeAspect="1"/>
            </p:cNvPicPr>
            <p:nvPr/>
          </p:nvPicPr>
          <p:blipFill>
            <a:blip r:embed="rId3"/>
            <a:stretch>
              <a:fillRect/>
            </a:stretch>
          </p:blipFill>
          <p:spPr>
            <a:xfrm>
              <a:off x="5913858" y="1252971"/>
              <a:ext cx="511249" cy="398601"/>
            </a:xfrm>
            <a:prstGeom prst="rect">
              <a:avLst/>
            </a:prstGeom>
          </p:spPr>
        </p:pic>
        <p:sp>
          <p:nvSpPr>
            <p:cNvPr id="23" name="TextBox 22">
              <a:extLst>
                <a:ext uri="{FF2B5EF4-FFF2-40B4-BE49-F238E27FC236}">
                  <a16:creationId xmlns:a16="http://schemas.microsoft.com/office/drawing/2014/main" id="{68D90988-1C8E-CEB9-F9EA-0B7E1AC85FD8}"/>
                </a:ext>
              </a:extLst>
            </p:cNvPr>
            <p:cNvSpPr txBox="1"/>
            <p:nvPr/>
          </p:nvSpPr>
          <p:spPr>
            <a:xfrm>
              <a:off x="7327911" y="2325532"/>
              <a:ext cx="737251" cy="356988"/>
            </a:xfrm>
            <a:prstGeom prst="rect">
              <a:avLst/>
            </a:prstGeom>
            <a:noFill/>
          </p:spPr>
          <p:txBody>
            <a:bodyPr wrap="square" rtlCol="0">
              <a:spAutoFit/>
            </a:bodyPr>
            <a:lstStyle/>
            <a:p>
              <a:r>
                <a:rPr lang="en-US" sz="988"/>
                <a:t>10 Users</a:t>
              </a:r>
              <a:endParaRPr lang="en-IN" sz="988"/>
            </a:p>
          </p:txBody>
        </p:sp>
        <p:pic>
          <p:nvPicPr>
            <p:cNvPr id="24" name="Picture 23">
              <a:extLst>
                <a:ext uri="{FF2B5EF4-FFF2-40B4-BE49-F238E27FC236}">
                  <a16:creationId xmlns:a16="http://schemas.microsoft.com/office/drawing/2014/main" id="{B6F4279D-0E19-4EB3-E843-A19067198499}"/>
                </a:ext>
              </a:extLst>
            </p:cNvPr>
            <p:cNvPicPr>
              <a:picLocks noChangeAspect="1"/>
            </p:cNvPicPr>
            <p:nvPr/>
          </p:nvPicPr>
          <p:blipFill>
            <a:blip r:embed="rId3"/>
            <a:stretch>
              <a:fillRect/>
            </a:stretch>
          </p:blipFill>
          <p:spPr>
            <a:xfrm>
              <a:off x="6601392" y="1582448"/>
              <a:ext cx="511249" cy="398601"/>
            </a:xfrm>
            <a:prstGeom prst="rect">
              <a:avLst/>
            </a:prstGeom>
          </p:spPr>
        </p:pic>
        <p:sp>
          <p:nvSpPr>
            <p:cNvPr id="25" name="TextBox 24">
              <a:extLst>
                <a:ext uri="{FF2B5EF4-FFF2-40B4-BE49-F238E27FC236}">
                  <a16:creationId xmlns:a16="http://schemas.microsoft.com/office/drawing/2014/main" id="{A6CF09ED-AF98-A537-D928-EFFEC58EDBAD}"/>
                </a:ext>
              </a:extLst>
            </p:cNvPr>
            <p:cNvSpPr txBox="1"/>
            <p:nvPr/>
          </p:nvSpPr>
          <p:spPr>
            <a:xfrm>
              <a:off x="5925914" y="746763"/>
              <a:ext cx="642809" cy="356988"/>
            </a:xfrm>
            <a:prstGeom prst="rect">
              <a:avLst/>
            </a:prstGeom>
            <a:noFill/>
          </p:spPr>
          <p:txBody>
            <a:bodyPr wrap="square" rtlCol="0">
              <a:spAutoFit/>
            </a:bodyPr>
            <a:lstStyle/>
            <a:p>
              <a:r>
                <a:rPr lang="en-US" sz="988"/>
                <a:t>22 sec</a:t>
              </a:r>
              <a:endParaRPr lang="en-IN" sz="988"/>
            </a:p>
          </p:txBody>
        </p:sp>
        <p:pic>
          <p:nvPicPr>
            <p:cNvPr id="26" name="Picture 25">
              <a:extLst>
                <a:ext uri="{FF2B5EF4-FFF2-40B4-BE49-F238E27FC236}">
                  <a16:creationId xmlns:a16="http://schemas.microsoft.com/office/drawing/2014/main" id="{ABD68A56-CE0B-80BB-4BAC-F0BF66178E2C}"/>
                </a:ext>
              </a:extLst>
            </p:cNvPr>
            <p:cNvPicPr>
              <a:picLocks noChangeAspect="1"/>
            </p:cNvPicPr>
            <p:nvPr/>
          </p:nvPicPr>
          <p:blipFill>
            <a:blip r:embed="rId3"/>
            <a:stretch>
              <a:fillRect/>
            </a:stretch>
          </p:blipFill>
          <p:spPr>
            <a:xfrm>
              <a:off x="7295472" y="1959472"/>
              <a:ext cx="511249" cy="398601"/>
            </a:xfrm>
            <a:prstGeom prst="rect">
              <a:avLst/>
            </a:prstGeom>
          </p:spPr>
        </p:pic>
        <p:pic>
          <p:nvPicPr>
            <p:cNvPr id="27" name="Picture 26">
              <a:extLst>
                <a:ext uri="{FF2B5EF4-FFF2-40B4-BE49-F238E27FC236}">
                  <a16:creationId xmlns:a16="http://schemas.microsoft.com/office/drawing/2014/main" id="{5F58A572-AB6F-AEF7-5C7B-15C767C0A8D1}"/>
                </a:ext>
              </a:extLst>
            </p:cNvPr>
            <p:cNvPicPr>
              <a:picLocks noChangeAspect="1"/>
            </p:cNvPicPr>
            <p:nvPr/>
          </p:nvPicPr>
          <p:blipFill>
            <a:blip r:embed="rId3"/>
            <a:stretch>
              <a:fillRect/>
            </a:stretch>
          </p:blipFill>
          <p:spPr>
            <a:xfrm>
              <a:off x="7971692" y="2326599"/>
              <a:ext cx="511249" cy="398601"/>
            </a:xfrm>
            <a:prstGeom prst="rect">
              <a:avLst/>
            </a:prstGeom>
          </p:spPr>
        </p:pic>
        <p:sp>
          <p:nvSpPr>
            <p:cNvPr id="28" name="TextBox 27">
              <a:extLst>
                <a:ext uri="{FF2B5EF4-FFF2-40B4-BE49-F238E27FC236}">
                  <a16:creationId xmlns:a16="http://schemas.microsoft.com/office/drawing/2014/main" id="{D0FBCB33-B2C8-4575-6003-EE30A6B4C6A0}"/>
                </a:ext>
              </a:extLst>
            </p:cNvPr>
            <p:cNvSpPr txBox="1"/>
            <p:nvPr/>
          </p:nvSpPr>
          <p:spPr>
            <a:xfrm rot="1986314">
              <a:off x="5607054" y="2787999"/>
              <a:ext cx="2534826" cy="579087"/>
            </a:xfrm>
            <a:prstGeom prst="rect">
              <a:avLst/>
            </a:prstGeom>
            <a:noFill/>
          </p:spPr>
          <p:txBody>
            <a:bodyPr wrap="square" rtlCol="0">
              <a:spAutoFit/>
            </a:bodyPr>
            <a:lstStyle/>
            <a:p>
              <a:pPr algn="ctr"/>
              <a:r>
                <a:rPr lang="en-US" sz="988" b="1">
                  <a:solidFill>
                    <a:srgbClr val="002060"/>
                  </a:solidFill>
                </a:rPr>
                <a:t>10 users will ramp down in every 22 sec until user count reaches 0 Users</a:t>
              </a:r>
              <a:endParaRPr lang="en-IN" sz="988" b="1">
                <a:solidFill>
                  <a:srgbClr val="002060"/>
                </a:solidFill>
              </a:endParaRPr>
            </a:p>
          </p:txBody>
        </p:sp>
        <p:cxnSp>
          <p:nvCxnSpPr>
            <p:cNvPr id="29" name="Connector: Elbow 28">
              <a:extLst>
                <a:ext uri="{FF2B5EF4-FFF2-40B4-BE49-F238E27FC236}">
                  <a16:creationId xmlns:a16="http://schemas.microsoft.com/office/drawing/2014/main" id="{EA3FB8E9-EEAC-628A-BBEB-96985F11009E}"/>
                </a:ext>
              </a:extLst>
            </p:cNvPr>
            <p:cNvCxnSpPr>
              <a:cxnSpLocks/>
              <a:endCxn id="24" idx="0"/>
            </p:cNvCxnSpPr>
            <p:nvPr/>
          </p:nvCxnSpPr>
          <p:spPr>
            <a:xfrm>
              <a:off x="6452867" y="1414420"/>
              <a:ext cx="404150" cy="16802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78213EB5-89B0-AA35-5E43-0C494DAB65E1}"/>
                </a:ext>
              </a:extLst>
            </p:cNvPr>
            <p:cNvSpPr txBox="1"/>
            <p:nvPr/>
          </p:nvSpPr>
          <p:spPr>
            <a:xfrm>
              <a:off x="5866060" y="1587782"/>
              <a:ext cx="920785" cy="356988"/>
            </a:xfrm>
            <a:prstGeom prst="rect">
              <a:avLst/>
            </a:prstGeom>
            <a:noFill/>
          </p:spPr>
          <p:txBody>
            <a:bodyPr wrap="square" rtlCol="0">
              <a:spAutoFit/>
            </a:bodyPr>
            <a:lstStyle/>
            <a:p>
              <a:r>
                <a:rPr lang="en-US" sz="988"/>
                <a:t>10 Users</a:t>
              </a:r>
              <a:endParaRPr lang="en-IN" sz="988"/>
            </a:p>
          </p:txBody>
        </p:sp>
        <p:sp>
          <p:nvSpPr>
            <p:cNvPr id="31" name="TextBox 30">
              <a:extLst>
                <a:ext uri="{FF2B5EF4-FFF2-40B4-BE49-F238E27FC236}">
                  <a16:creationId xmlns:a16="http://schemas.microsoft.com/office/drawing/2014/main" id="{4938FF7C-DEFC-4CAE-89A7-BD0797E457FF}"/>
                </a:ext>
              </a:extLst>
            </p:cNvPr>
            <p:cNvSpPr txBox="1"/>
            <p:nvPr/>
          </p:nvSpPr>
          <p:spPr>
            <a:xfrm>
              <a:off x="6568723" y="1926641"/>
              <a:ext cx="1098822" cy="356988"/>
            </a:xfrm>
            <a:prstGeom prst="rect">
              <a:avLst/>
            </a:prstGeom>
            <a:noFill/>
          </p:spPr>
          <p:txBody>
            <a:bodyPr wrap="square" rtlCol="0">
              <a:spAutoFit/>
            </a:bodyPr>
            <a:lstStyle/>
            <a:p>
              <a:r>
                <a:rPr lang="en-US" sz="988"/>
                <a:t>10 Users</a:t>
              </a:r>
              <a:endParaRPr lang="en-IN" sz="988"/>
            </a:p>
          </p:txBody>
        </p:sp>
        <p:cxnSp>
          <p:nvCxnSpPr>
            <p:cNvPr id="32" name="Connector: Elbow 31">
              <a:extLst>
                <a:ext uri="{FF2B5EF4-FFF2-40B4-BE49-F238E27FC236}">
                  <a16:creationId xmlns:a16="http://schemas.microsoft.com/office/drawing/2014/main" id="{C497E7EC-6ED4-461F-BE38-5D2C2CBDFB73}"/>
                </a:ext>
              </a:extLst>
            </p:cNvPr>
            <p:cNvCxnSpPr>
              <a:cxnSpLocks/>
            </p:cNvCxnSpPr>
            <p:nvPr/>
          </p:nvCxnSpPr>
          <p:spPr>
            <a:xfrm>
              <a:off x="7146946" y="1699963"/>
              <a:ext cx="404150" cy="16802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86AF74A4-800C-2D2A-BFB3-07576AAD50D4}"/>
                </a:ext>
              </a:extLst>
            </p:cNvPr>
            <p:cNvSpPr txBox="1"/>
            <p:nvPr/>
          </p:nvSpPr>
          <p:spPr>
            <a:xfrm>
              <a:off x="6666213" y="914788"/>
              <a:ext cx="778308" cy="356988"/>
            </a:xfrm>
            <a:prstGeom prst="rect">
              <a:avLst/>
            </a:prstGeom>
            <a:noFill/>
          </p:spPr>
          <p:txBody>
            <a:bodyPr wrap="square" rtlCol="0">
              <a:spAutoFit/>
            </a:bodyPr>
            <a:lstStyle/>
            <a:p>
              <a:r>
                <a:rPr lang="en-US" sz="988"/>
                <a:t>22 sec</a:t>
              </a:r>
              <a:endParaRPr lang="en-IN" sz="988"/>
            </a:p>
          </p:txBody>
        </p:sp>
        <p:sp>
          <p:nvSpPr>
            <p:cNvPr id="34" name="TextBox 33">
              <a:extLst>
                <a:ext uri="{FF2B5EF4-FFF2-40B4-BE49-F238E27FC236}">
                  <a16:creationId xmlns:a16="http://schemas.microsoft.com/office/drawing/2014/main" id="{14C58258-41C5-3093-C40A-A6721AB93CE5}"/>
                </a:ext>
              </a:extLst>
            </p:cNvPr>
            <p:cNvSpPr txBox="1"/>
            <p:nvPr/>
          </p:nvSpPr>
          <p:spPr>
            <a:xfrm>
              <a:off x="7239339" y="1210781"/>
              <a:ext cx="656030" cy="356988"/>
            </a:xfrm>
            <a:prstGeom prst="rect">
              <a:avLst/>
            </a:prstGeom>
            <a:noFill/>
          </p:spPr>
          <p:txBody>
            <a:bodyPr wrap="square" rtlCol="0">
              <a:spAutoFit/>
            </a:bodyPr>
            <a:lstStyle/>
            <a:p>
              <a:r>
                <a:rPr lang="en-US" sz="988"/>
                <a:t>22 sec</a:t>
              </a:r>
              <a:endParaRPr lang="en-IN" sz="988"/>
            </a:p>
          </p:txBody>
        </p:sp>
        <p:cxnSp>
          <p:nvCxnSpPr>
            <p:cNvPr id="35" name="Connector: Elbow 34">
              <a:extLst>
                <a:ext uri="{FF2B5EF4-FFF2-40B4-BE49-F238E27FC236}">
                  <a16:creationId xmlns:a16="http://schemas.microsoft.com/office/drawing/2014/main" id="{8DA6E5DC-6EEC-CA33-1BC9-134FBE1F5D30}"/>
                </a:ext>
              </a:extLst>
            </p:cNvPr>
            <p:cNvCxnSpPr>
              <a:cxnSpLocks/>
            </p:cNvCxnSpPr>
            <p:nvPr/>
          </p:nvCxnSpPr>
          <p:spPr>
            <a:xfrm>
              <a:off x="7828091" y="2173690"/>
              <a:ext cx="404150" cy="16802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903FDAF9-9F8B-5EDA-8F02-1F4E5D9D2AE6}"/>
                </a:ext>
              </a:extLst>
            </p:cNvPr>
            <p:cNvCxnSpPr>
              <a:cxnSpLocks/>
            </p:cNvCxnSpPr>
            <p:nvPr/>
          </p:nvCxnSpPr>
          <p:spPr>
            <a:xfrm>
              <a:off x="35496" y="3795886"/>
              <a:ext cx="756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E80292A9-FF88-E8FA-053E-58BC614C662E}"/>
                </a:ext>
              </a:extLst>
            </p:cNvPr>
            <p:cNvCxnSpPr>
              <a:cxnSpLocks/>
            </p:cNvCxnSpPr>
            <p:nvPr/>
          </p:nvCxnSpPr>
          <p:spPr>
            <a:xfrm flipH="1">
              <a:off x="2562432" y="3810234"/>
              <a:ext cx="656575" cy="158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FCFA0F6C-B551-3357-B94E-EB42E4675166}"/>
                </a:ext>
              </a:extLst>
            </p:cNvPr>
            <p:cNvCxnSpPr>
              <a:cxnSpLocks/>
            </p:cNvCxnSpPr>
            <p:nvPr/>
          </p:nvCxnSpPr>
          <p:spPr>
            <a:xfrm flipH="1">
              <a:off x="4886408" y="3792553"/>
              <a:ext cx="6543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36EE8CF-21C9-5871-8C7C-D26A0D7790D9}"/>
                </a:ext>
              </a:extLst>
            </p:cNvPr>
            <p:cNvCxnSpPr>
              <a:cxnSpLocks/>
            </p:cNvCxnSpPr>
            <p:nvPr/>
          </p:nvCxnSpPr>
          <p:spPr>
            <a:xfrm flipV="1">
              <a:off x="3590311" y="3810234"/>
              <a:ext cx="477633" cy="11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D258374A-669F-5A87-4E70-27B9A7E39E00}"/>
                </a:ext>
              </a:extLst>
            </p:cNvPr>
            <p:cNvSpPr txBox="1"/>
            <p:nvPr/>
          </p:nvSpPr>
          <p:spPr>
            <a:xfrm>
              <a:off x="4102478" y="3676185"/>
              <a:ext cx="1268594" cy="275975"/>
            </a:xfrm>
            <a:prstGeom prst="rect">
              <a:avLst/>
            </a:prstGeom>
            <a:noFill/>
          </p:spPr>
          <p:txBody>
            <a:bodyPr wrap="square" rtlCol="0">
              <a:spAutoFit/>
            </a:bodyPr>
            <a:lstStyle/>
            <a:p>
              <a:r>
                <a:rPr lang="en-US" sz="800">
                  <a:solidFill>
                    <a:srgbClr val="002060"/>
                  </a:solidFill>
                </a:rPr>
                <a:t>Steady State</a:t>
              </a:r>
              <a:endParaRPr lang="en-IN" sz="800">
                <a:solidFill>
                  <a:srgbClr val="002060"/>
                </a:solidFill>
              </a:endParaRPr>
            </a:p>
          </p:txBody>
        </p:sp>
        <p:cxnSp>
          <p:nvCxnSpPr>
            <p:cNvPr id="42" name="Straight Arrow Connector 41">
              <a:extLst>
                <a:ext uri="{FF2B5EF4-FFF2-40B4-BE49-F238E27FC236}">
                  <a16:creationId xmlns:a16="http://schemas.microsoft.com/office/drawing/2014/main" id="{F46EB2C7-6882-B386-C3A3-16ED651ED74A}"/>
                </a:ext>
              </a:extLst>
            </p:cNvPr>
            <p:cNvCxnSpPr>
              <a:cxnSpLocks/>
            </p:cNvCxnSpPr>
            <p:nvPr/>
          </p:nvCxnSpPr>
          <p:spPr>
            <a:xfrm>
              <a:off x="5824833" y="3781104"/>
              <a:ext cx="63034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90514AFA-299E-A8CB-C109-827DE89A9C4B}"/>
                </a:ext>
              </a:extLst>
            </p:cNvPr>
            <p:cNvSpPr txBox="1"/>
            <p:nvPr/>
          </p:nvSpPr>
          <p:spPr>
            <a:xfrm>
              <a:off x="6551454" y="3716763"/>
              <a:ext cx="1685512" cy="314742"/>
            </a:xfrm>
            <a:prstGeom prst="rect">
              <a:avLst/>
            </a:prstGeom>
            <a:noFill/>
          </p:spPr>
          <p:txBody>
            <a:bodyPr wrap="square" rtlCol="0">
              <a:spAutoFit/>
            </a:bodyPr>
            <a:lstStyle/>
            <a:p>
              <a:r>
                <a:rPr lang="en-US" sz="800">
                  <a:solidFill>
                    <a:srgbClr val="002060"/>
                  </a:solidFill>
                </a:rPr>
                <a:t>User Ramp Down Phase</a:t>
              </a:r>
              <a:endParaRPr lang="en-IN" sz="800">
                <a:solidFill>
                  <a:srgbClr val="002060"/>
                </a:solidFill>
              </a:endParaRPr>
            </a:p>
          </p:txBody>
        </p:sp>
        <p:cxnSp>
          <p:nvCxnSpPr>
            <p:cNvPr id="44" name="Straight Arrow Connector 43">
              <a:extLst>
                <a:ext uri="{FF2B5EF4-FFF2-40B4-BE49-F238E27FC236}">
                  <a16:creationId xmlns:a16="http://schemas.microsoft.com/office/drawing/2014/main" id="{5AABD875-81D0-A800-F24D-7D8E364E59E9}"/>
                </a:ext>
              </a:extLst>
            </p:cNvPr>
            <p:cNvCxnSpPr>
              <a:cxnSpLocks/>
            </p:cNvCxnSpPr>
            <p:nvPr/>
          </p:nvCxnSpPr>
          <p:spPr>
            <a:xfrm flipH="1" flipV="1">
              <a:off x="8482941" y="3810234"/>
              <a:ext cx="5057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7BCBF1FC-6662-C30A-8317-43CF26E639C1}"/>
                </a:ext>
              </a:extLst>
            </p:cNvPr>
            <p:cNvSpPr txBox="1"/>
            <p:nvPr/>
          </p:nvSpPr>
          <p:spPr>
            <a:xfrm>
              <a:off x="108552" y="4079178"/>
              <a:ext cx="2999089" cy="584520"/>
            </a:xfrm>
            <a:prstGeom prst="rect">
              <a:avLst/>
            </a:prstGeom>
            <a:noFill/>
            <a:ln>
              <a:solidFill>
                <a:srgbClr val="002060"/>
              </a:solidFill>
            </a:ln>
          </p:spPr>
          <p:txBody>
            <a:bodyPr wrap="square" rtlCol="0">
              <a:spAutoFit/>
            </a:bodyPr>
            <a:lstStyle/>
            <a:p>
              <a:pPr algn="ctr"/>
              <a:r>
                <a:rPr lang="en-US" sz="1000">
                  <a:solidFill>
                    <a:srgbClr val="002060"/>
                  </a:solidFill>
                </a:rPr>
                <a:t>It takes about 15 minutes to ramp up all 407 Users to  on the system</a:t>
              </a:r>
              <a:endParaRPr lang="en-IN" sz="1000">
                <a:solidFill>
                  <a:srgbClr val="002060"/>
                </a:solidFill>
              </a:endParaRPr>
            </a:p>
          </p:txBody>
        </p:sp>
        <p:sp>
          <p:nvSpPr>
            <p:cNvPr id="46" name="TextBox 45">
              <a:extLst>
                <a:ext uri="{FF2B5EF4-FFF2-40B4-BE49-F238E27FC236}">
                  <a16:creationId xmlns:a16="http://schemas.microsoft.com/office/drawing/2014/main" id="{4536BEB0-FE11-58E6-F092-2AC8684D0490}"/>
                </a:ext>
              </a:extLst>
            </p:cNvPr>
            <p:cNvSpPr txBox="1"/>
            <p:nvPr/>
          </p:nvSpPr>
          <p:spPr>
            <a:xfrm>
              <a:off x="3563896" y="4080030"/>
              <a:ext cx="2232241" cy="584520"/>
            </a:xfrm>
            <a:prstGeom prst="rect">
              <a:avLst/>
            </a:prstGeom>
            <a:noFill/>
            <a:ln>
              <a:solidFill>
                <a:srgbClr val="002060"/>
              </a:solidFill>
            </a:ln>
          </p:spPr>
          <p:txBody>
            <a:bodyPr wrap="square" rtlCol="0">
              <a:spAutoFit/>
            </a:bodyPr>
            <a:lstStyle/>
            <a:p>
              <a:pPr algn="ctr"/>
              <a:r>
                <a:rPr lang="en-US" sz="1000">
                  <a:solidFill>
                    <a:srgbClr val="002060"/>
                  </a:solidFill>
                </a:rPr>
                <a:t>Test will run for 24 hour with 407 users on a steady state</a:t>
              </a:r>
              <a:endParaRPr lang="en-IN" sz="1000">
                <a:solidFill>
                  <a:srgbClr val="002060"/>
                </a:solidFill>
              </a:endParaRPr>
            </a:p>
          </p:txBody>
        </p:sp>
        <p:sp>
          <p:nvSpPr>
            <p:cNvPr id="47" name="TextBox 46">
              <a:extLst>
                <a:ext uri="{FF2B5EF4-FFF2-40B4-BE49-F238E27FC236}">
                  <a16:creationId xmlns:a16="http://schemas.microsoft.com/office/drawing/2014/main" id="{E5B5EE42-7588-5796-7D03-B8CA6FDE4212}"/>
                </a:ext>
              </a:extLst>
            </p:cNvPr>
            <p:cNvSpPr txBox="1"/>
            <p:nvPr/>
          </p:nvSpPr>
          <p:spPr>
            <a:xfrm>
              <a:off x="6114528" y="4079177"/>
              <a:ext cx="2874175" cy="584520"/>
            </a:xfrm>
            <a:prstGeom prst="rect">
              <a:avLst/>
            </a:prstGeom>
            <a:noFill/>
            <a:ln>
              <a:solidFill>
                <a:srgbClr val="002060"/>
              </a:solidFill>
            </a:ln>
          </p:spPr>
          <p:txBody>
            <a:bodyPr wrap="square" rtlCol="0">
              <a:spAutoFit/>
            </a:bodyPr>
            <a:lstStyle/>
            <a:p>
              <a:pPr algn="ctr"/>
              <a:r>
                <a:rPr lang="en-US" sz="1000">
                  <a:solidFill>
                    <a:srgbClr val="002060"/>
                  </a:solidFill>
                </a:rPr>
                <a:t>It takes about 15 minutes to ramp up all 407 Users to  on the system</a:t>
              </a:r>
              <a:endParaRPr lang="en-IN" sz="1000">
                <a:solidFill>
                  <a:srgbClr val="002060"/>
                </a:solidFill>
              </a:endParaRPr>
            </a:p>
          </p:txBody>
        </p:sp>
        <p:pic>
          <p:nvPicPr>
            <p:cNvPr id="48" name="Picture 47">
              <a:extLst>
                <a:ext uri="{FF2B5EF4-FFF2-40B4-BE49-F238E27FC236}">
                  <a16:creationId xmlns:a16="http://schemas.microsoft.com/office/drawing/2014/main" id="{247C7154-C8EF-3584-4651-07018F53E4EE}"/>
                </a:ext>
              </a:extLst>
            </p:cNvPr>
            <p:cNvPicPr>
              <a:picLocks noChangeAspect="1"/>
            </p:cNvPicPr>
            <p:nvPr/>
          </p:nvPicPr>
          <p:blipFill>
            <a:blip r:embed="rId3"/>
            <a:stretch>
              <a:fillRect/>
            </a:stretch>
          </p:blipFill>
          <p:spPr>
            <a:xfrm>
              <a:off x="3859051" y="1133542"/>
              <a:ext cx="511249" cy="398601"/>
            </a:xfrm>
            <a:prstGeom prst="rect">
              <a:avLst/>
            </a:prstGeom>
          </p:spPr>
        </p:pic>
        <p:pic>
          <p:nvPicPr>
            <p:cNvPr id="49" name="Picture 48">
              <a:extLst>
                <a:ext uri="{FF2B5EF4-FFF2-40B4-BE49-F238E27FC236}">
                  <a16:creationId xmlns:a16="http://schemas.microsoft.com/office/drawing/2014/main" id="{6ED76D72-A4F2-8377-BB2F-97B2C0756CF5}"/>
                </a:ext>
              </a:extLst>
            </p:cNvPr>
            <p:cNvPicPr>
              <a:picLocks noChangeAspect="1"/>
            </p:cNvPicPr>
            <p:nvPr/>
          </p:nvPicPr>
          <p:blipFill>
            <a:blip r:embed="rId3"/>
            <a:stretch>
              <a:fillRect/>
            </a:stretch>
          </p:blipFill>
          <p:spPr>
            <a:xfrm>
              <a:off x="4375159" y="1123086"/>
              <a:ext cx="511249" cy="398601"/>
            </a:xfrm>
            <a:prstGeom prst="rect">
              <a:avLst/>
            </a:prstGeom>
          </p:spPr>
        </p:pic>
        <p:pic>
          <p:nvPicPr>
            <p:cNvPr id="50" name="Picture 49">
              <a:extLst>
                <a:ext uri="{FF2B5EF4-FFF2-40B4-BE49-F238E27FC236}">
                  <a16:creationId xmlns:a16="http://schemas.microsoft.com/office/drawing/2014/main" id="{F5480660-EDBC-3B67-5242-D479CDBF7A99}"/>
                </a:ext>
              </a:extLst>
            </p:cNvPr>
            <p:cNvPicPr>
              <a:picLocks noChangeAspect="1"/>
            </p:cNvPicPr>
            <p:nvPr/>
          </p:nvPicPr>
          <p:blipFill>
            <a:blip r:embed="rId3"/>
            <a:stretch>
              <a:fillRect/>
            </a:stretch>
          </p:blipFill>
          <p:spPr>
            <a:xfrm>
              <a:off x="4859825" y="1110195"/>
              <a:ext cx="511249" cy="398601"/>
            </a:xfrm>
            <a:prstGeom prst="rect">
              <a:avLst/>
            </a:prstGeom>
          </p:spPr>
        </p:pic>
      </p:grpSp>
      <p:sp>
        <p:nvSpPr>
          <p:cNvPr id="61" name="Rectangle 60">
            <a:extLst>
              <a:ext uri="{FF2B5EF4-FFF2-40B4-BE49-F238E27FC236}">
                <a16:creationId xmlns:a16="http://schemas.microsoft.com/office/drawing/2014/main" id="{28A5BAEB-2B84-FD10-7EE8-57CF5738CE57}"/>
              </a:ext>
            </a:extLst>
          </p:cNvPr>
          <p:cNvSpPr/>
          <p:nvPr/>
        </p:nvSpPr>
        <p:spPr>
          <a:xfrm>
            <a:off x="612384" y="2907606"/>
            <a:ext cx="11128886" cy="3676074"/>
          </a:xfrm>
          <a:prstGeom prst="rect">
            <a:avLst/>
          </a:prstGeom>
          <a:noFill/>
          <a:ln/>
        </p:spPr>
        <p:style>
          <a:lnRef idx="2">
            <a:schemeClr val="accent1"/>
          </a:lnRef>
          <a:fillRef idx="1">
            <a:schemeClr val="lt1"/>
          </a:fillRef>
          <a:effectRef idx="0">
            <a:schemeClr val="accent1"/>
          </a:effectRef>
          <a:fontRef idx="minor">
            <a:schemeClr val="dk1"/>
          </a:fontRef>
        </p:style>
        <p:txBody>
          <a:bodyPr lIns="91440" tIns="0" rIns="91440" bIns="0" rtlCol="0" anchor="ctr"/>
          <a:lstStyle/>
          <a:p>
            <a:pPr algn="ctr">
              <a:lnSpc>
                <a:spcPct val="85000"/>
              </a:lnSpc>
            </a:pPr>
            <a:endParaRPr lang="en-US" sz="2400">
              <a:solidFill>
                <a:schemeClr val="bg1"/>
              </a:solidFill>
            </a:endParaRPr>
          </a:p>
        </p:txBody>
      </p:sp>
      <p:sp>
        <p:nvSpPr>
          <p:cNvPr id="62" name="TextBox 61">
            <a:extLst>
              <a:ext uri="{FF2B5EF4-FFF2-40B4-BE49-F238E27FC236}">
                <a16:creationId xmlns:a16="http://schemas.microsoft.com/office/drawing/2014/main" id="{A8B4D821-DE32-6110-FDCE-F569D5466075}"/>
              </a:ext>
            </a:extLst>
          </p:cNvPr>
          <p:cNvSpPr txBox="1"/>
          <p:nvPr/>
        </p:nvSpPr>
        <p:spPr>
          <a:xfrm>
            <a:off x="2187735" y="5762077"/>
            <a:ext cx="2298502" cy="215444"/>
          </a:xfrm>
          <a:prstGeom prst="rect">
            <a:avLst/>
          </a:prstGeom>
          <a:noFill/>
        </p:spPr>
        <p:txBody>
          <a:bodyPr wrap="square" rtlCol="0">
            <a:spAutoFit/>
          </a:bodyPr>
          <a:lstStyle/>
          <a:p>
            <a:r>
              <a:rPr lang="en-US" sz="800">
                <a:solidFill>
                  <a:srgbClr val="002060"/>
                </a:solidFill>
              </a:rPr>
              <a:t>User Ramp up Phase </a:t>
            </a:r>
            <a:endParaRPr lang="en-IN" sz="800">
              <a:solidFill>
                <a:srgbClr val="002060"/>
              </a:solidFill>
            </a:endParaRPr>
          </a:p>
        </p:txBody>
      </p:sp>
      <p:sp>
        <p:nvSpPr>
          <p:cNvPr id="82" name="TextBox 81">
            <a:extLst>
              <a:ext uri="{FF2B5EF4-FFF2-40B4-BE49-F238E27FC236}">
                <a16:creationId xmlns:a16="http://schemas.microsoft.com/office/drawing/2014/main" id="{8AE2D506-BECF-1485-8643-FAF4FB246D96}"/>
              </a:ext>
            </a:extLst>
          </p:cNvPr>
          <p:cNvSpPr txBox="1"/>
          <p:nvPr/>
        </p:nvSpPr>
        <p:spPr>
          <a:xfrm>
            <a:off x="1422348" y="5191901"/>
            <a:ext cx="765387" cy="244362"/>
          </a:xfrm>
          <a:prstGeom prst="rect">
            <a:avLst/>
          </a:prstGeom>
          <a:noFill/>
        </p:spPr>
        <p:txBody>
          <a:bodyPr wrap="square" rtlCol="0">
            <a:spAutoFit/>
          </a:bodyPr>
          <a:lstStyle/>
          <a:p>
            <a:r>
              <a:rPr lang="en-US" sz="988"/>
              <a:t>10 Users</a:t>
            </a:r>
            <a:endParaRPr lang="en-IN" sz="988"/>
          </a:p>
        </p:txBody>
      </p:sp>
      <p:sp>
        <p:nvSpPr>
          <p:cNvPr id="118" name="TextBox 117">
            <a:extLst>
              <a:ext uri="{FF2B5EF4-FFF2-40B4-BE49-F238E27FC236}">
                <a16:creationId xmlns:a16="http://schemas.microsoft.com/office/drawing/2014/main" id="{F6EBAB81-C218-9118-ADF6-8B3F7FAE3818}"/>
              </a:ext>
            </a:extLst>
          </p:cNvPr>
          <p:cNvSpPr txBox="1"/>
          <p:nvPr/>
        </p:nvSpPr>
        <p:spPr>
          <a:xfrm>
            <a:off x="2274328" y="4700445"/>
            <a:ext cx="765387" cy="244362"/>
          </a:xfrm>
          <a:prstGeom prst="rect">
            <a:avLst/>
          </a:prstGeom>
          <a:noFill/>
        </p:spPr>
        <p:txBody>
          <a:bodyPr wrap="square" rtlCol="0">
            <a:spAutoFit/>
          </a:bodyPr>
          <a:lstStyle/>
          <a:p>
            <a:r>
              <a:rPr lang="en-US" sz="988"/>
              <a:t>10 Users</a:t>
            </a:r>
            <a:endParaRPr lang="en-IN" sz="988"/>
          </a:p>
        </p:txBody>
      </p:sp>
      <p:sp>
        <p:nvSpPr>
          <p:cNvPr id="119" name="TextBox 118">
            <a:extLst>
              <a:ext uri="{FF2B5EF4-FFF2-40B4-BE49-F238E27FC236}">
                <a16:creationId xmlns:a16="http://schemas.microsoft.com/office/drawing/2014/main" id="{80D60BF5-D4B6-66E4-686D-E3E756D29B9C}"/>
              </a:ext>
            </a:extLst>
          </p:cNvPr>
          <p:cNvSpPr txBox="1"/>
          <p:nvPr/>
        </p:nvSpPr>
        <p:spPr>
          <a:xfrm>
            <a:off x="3014412" y="4169629"/>
            <a:ext cx="765387" cy="244362"/>
          </a:xfrm>
          <a:prstGeom prst="rect">
            <a:avLst/>
          </a:prstGeom>
          <a:noFill/>
        </p:spPr>
        <p:txBody>
          <a:bodyPr wrap="square" rtlCol="0">
            <a:spAutoFit/>
          </a:bodyPr>
          <a:lstStyle/>
          <a:p>
            <a:r>
              <a:rPr lang="en-US" sz="988"/>
              <a:t>10 Users</a:t>
            </a:r>
            <a:endParaRPr lang="en-IN" sz="988"/>
          </a:p>
        </p:txBody>
      </p:sp>
      <p:sp>
        <p:nvSpPr>
          <p:cNvPr id="120" name="TextBox 119">
            <a:extLst>
              <a:ext uri="{FF2B5EF4-FFF2-40B4-BE49-F238E27FC236}">
                <a16:creationId xmlns:a16="http://schemas.microsoft.com/office/drawing/2014/main" id="{62010754-C2B8-EA7F-886B-4025BD9C2E00}"/>
              </a:ext>
            </a:extLst>
          </p:cNvPr>
          <p:cNvSpPr txBox="1"/>
          <p:nvPr/>
        </p:nvSpPr>
        <p:spPr>
          <a:xfrm>
            <a:off x="3758282" y="3657737"/>
            <a:ext cx="765387" cy="244362"/>
          </a:xfrm>
          <a:prstGeom prst="rect">
            <a:avLst/>
          </a:prstGeom>
          <a:noFill/>
        </p:spPr>
        <p:txBody>
          <a:bodyPr wrap="square" rtlCol="0">
            <a:spAutoFit/>
          </a:bodyPr>
          <a:lstStyle/>
          <a:p>
            <a:r>
              <a:rPr lang="en-US" sz="988"/>
              <a:t>10 Users</a:t>
            </a:r>
            <a:endParaRPr lang="en-IN" sz="988"/>
          </a:p>
        </p:txBody>
      </p:sp>
      <p:sp>
        <p:nvSpPr>
          <p:cNvPr id="121" name="TextBox 120">
            <a:extLst>
              <a:ext uri="{FF2B5EF4-FFF2-40B4-BE49-F238E27FC236}">
                <a16:creationId xmlns:a16="http://schemas.microsoft.com/office/drawing/2014/main" id="{766300F8-0C46-8E62-9A7A-F538E78CF5BF}"/>
              </a:ext>
            </a:extLst>
          </p:cNvPr>
          <p:cNvSpPr txBox="1"/>
          <p:nvPr/>
        </p:nvSpPr>
        <p:spPr>
          <a:xfrm>
            <a:off x="1842743" y="4083640"/>
            <a:ext cx="737776" cy="244362"/>
          </a:xfrm>
          <a:prstGeom prst="rect">
            <a:avLst/>
          </a:prstGeom>
          <a:noFill/>
        </p:spPr>
        <p:txBody>
          <a:bodyPr wrap="square" rtlCol="0">
            <a:spAutoFit/>
          </a:bodyPr>
          <a:lstStyle/>
          <a:p>
            <a:r>
              <a:rPr lang="en-US" sz="988"/>
              <a:t>22 sec</a:t>
            </a:r>
            <a:endParaRPr lang="en-IN" sz="988"/>
          </a:p>
        </p:txBody>
      </p:sp>
      <p:sp>
        <p:nvSpPr>
          <p:cNvPr id="122" name="TextBox 121">
            <a:extLst>
              <a:ext uri="{FF2B5EF4-FFF2-40B4-BE49-F238E27FC236}">
                <a16:creationId xmlns:a16="http://schemas.microsoft.com/office/drawing/2014/main" id="{CF842DEA-5E4A-4184-8CDB-179DA7EB7E44}"/>
              </a:ext>
            </a:extLst>
          </p:cNvPr>
          <p:cNvSpPr txBox="1"/>
          <p:nvPr/>
        </p:nvSpPr>
        <p:spPr>
          <a:xfrm>
            <a:off x="2570928" y="3580416"/>
            <a:ext cx="737776" cy="244362"/>
          </a:xfrm>
          <a:prstGeom prst="rect">
            <a:avLst/>
          </a:prstGeom>
          <a:noFill/>
        </p:spPr>
        <p:txBody>
          <a:bodyPr wrap="square" rtlCol="0">
            <a:spAutoFit/>
          </a:bodyPr>
          <a:lstStyle/>
          <a:p>
            <a:r>
              <a:rPr lang="en-US" sz="988"/>
              <a:t>22 sec</a:t>
            </a:r>
            <a:endParaRPr lang="en-IN" sz="988"/>
          </a:p>
        </p:txBody>
      </p:sp>
      <p:sp>
        <p:nvSpPr>
          <p:cNvPr id="123" name="TextBox 122">
            <a:extLst>
              <a:ext uri="{FF2B5EF4-FFF2-40B4-BE49-F238E27FC236}">
                <a16:creationId xmlns:a16="http://schemas.microsoft.com/office/drawing/2014/main" id="{CB74CE37-AB2B-96A9-50BA-BEC92BE92469}"/>
              </a:ext>
            </a:extLst>
          </p:cNvPr>
          <p:cNvSpPr txBox="1"/>
          <p:nvPr/>
        </p:nvSpPr>
        <p:spPr>
          <a:xfrm>
            <a:off x="3389394" y="3169751"/>
            <a:ext cx="737776" cy="244362"/>
          </a:xfrm>
          <a:prstGeom prst="rect">
            <a:avLst/>
          </a:prstGeom>
          <a:noFill/>
        </p:spPr>
        <p:txBody>
          <a:bodyPr wrap="square" rtlCol="0">
            <a:spAutoFit/>
          </a:bodyPr>
          <a:lstStyle/>
          <a:p>
            <a:r>
              <a:rPr lang="en-US" sz="988"/>
              <a:t>22 sec</a:t>
            </a:r>
            <a:endParaRPr lang="en-IN" sz="988"/>
          </a:p>
        </p:txBody>
      </p:sp>
      <p:sp>
        <p:nvSpPr>
          <p:cNvPr id="124" name="TextBox 123">
            <a:extLst>
              <a:ext uri="{FF2B5EF4-FFF2-40B4-BE49-F238E27FC236}">
                <a16:creationId xmlns:a16="http://schemas.microsoft.com/office/drawing/2014/main" id="{B08E1FD4-DA2C-BC39-0657-B50534A8D52A}"/>
              </a:ext>
            </a:extLst>
          </p:cNvPr>
          <p:cNvSpPr txBox="1"/>
          <p:nvPr/>
        </p:nvSpPr>
        <p:spPr>
          <a:xfrm>
            <a:off x="10489429" y="4420220"/>
            <a:ext cx="787912" cy="244362"/>
          </a:xfrm>
          <a:prstGeom prst="rect">
            <a:avLst/>
          </a:prstGeom>
          <a:noFill/>
        </p:spPr>
        <p:txBody>
          <a:bodyPr wrap="square" rtlCol="0">
            <a:spAutoFit/>
          </a:bodyPr>
          <a:lstStyle/>
          <a:p>
            <a:r>
              <a:rPr lang="en-US" sz="988"/>
              <a:t>22 sec</a:t>
            </a:r>
            <a:endParaRPr lang="en-IN" sz="988"/>
          </a:p>
        </p:txBody>
      </p:sp>
      <p:sp>
        <p:nvSpPr>
          <p:cNvPr id="125" name="TextBox 124">
            <a:extLst>
              <a:ext uri="{FF2B5EF4-FFF2-40B4-BE49-F238E27FC236}">
                <a16:creationId xmlns:a16="http://schemas.microsoft.com/office/drawing/2014/main" id="{E4CF5748-2F86-2732-4E39-4DDA7AC337DB}"/>
              </a:ext>
            </a:extLst>
          </p:cNvPr>
          <p:cNvSpPr txBox="1"/>
          <p:nvPr/>
        </p:nvSpPr>
        <p:spPr>
          <a:xfrm>
            <a:off x="10347521" y="5145761"/>
            <a:ext cx="885460" cy="244362"/>
          </a:xfrm>
          <a:prstGeom prst="rect">
            <a:avLst/>
          </a:prstGeom>
          <a:noFill/>
        </p:spPr>
        <p:txBody>
          <a:bodyPr wrap="square" rtlCol="0">
            <a:spAutoFit/>
          </a:bodyPr>
          <a:lstStyle/>
          <a:p>
            <a:r>
              <a:rPr lang="en-US" sz="988"/>
              <a:t>10 Users</a:t>
            </a:r>
            <a:endParaRPr lang="en-IN" sz="988"/>
          </a:p>
        </p:txBody>
      </p:sp>
    </p:spTree>
    <p:extLst>
      <p:ext uri="{BB962C8B-B14F-4D97-AF65-F5344CB8AC3E}">
        <p14:creationId xmlns:p14="http://schemas.microsoft.com/office/powerpoint/2010/main" val="65226035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EC1C4-020B-BA73-07F6-36E96C40A41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8A7E653-04C5-9466-217C-2F631E7B6DA9}"/>
              </a:ext>
            </a:extLst>
          </p:cNvPr>
          <p:cNvSpPr>
            <a:spLocks noGrp="1"/>
          </p:cNvSpPr>
          <p:nvPr>
            <p:ph type="ftr" sz="quarter" idx="15"/>
          </p:nvPr>
        </p:nvSpPr>
        <p:spPr/>
        <p:txBody>
          <a:bodyPr/>
          <a:lstStyle/>
          <a:p>
            <a:r>
              <a:rPr lang="en-US"/>
              <a:t>CONFIDENTIAL</a:t>
            </a:r>
          </a:p>
        </p:txBody>
      </p:sp>
      <p:sp>
        <p:nvSpPr>
          <p:cNvPr id="4" name="Slide Number Placeholder 3">
            <a:extLst>
              <a:ext uri="{FF2B5EF4-FFF2-40B4-BE49-F238E27FC236}">
                <a16:creationId xmlns:a16="http://schemas.microsoft.com/office/drawing/2014/main" id="{12810351-1422-7532-F818-6E078E1D690A}"/>
              </a:ext>
            </a:extLst>
          </p:cNvPr>
          <p:cNvSpPr>
            <a:spLocks noGrp="1"/>
          </p:cNvSpPr>
          <p:nvPr>
            <p:ph type="sldNum" sz="quarter" idx="16"/>
          </p:nvPr>
        </p:nvSpPr>
        <p:spPr/>
        <p:txBody>
          <a:bodyPr/>
          <a:lstStyle/>
          <a:p>
            <a:fld id="{4F90343F-D056-4E24-BE3D-A305BDC1A23E}" type="slidenum">
              <a:rPr lang="en-US" smtClean="0"/>
              <a:pPr/>
              <a:t>13</a:t>
            </a:fld>
            <a:endParaRPr lang="en-US"/>
          </a:p>
        </p:txBody>
      </p:sp>
      <p:sp>
        <p:nvSpPr>
          <p:cNvPr id="7" name="Rectangle 6">
            <a:extLst>
              <a:ext uri="{FF2B5EF4-FFF2-40B4-BE49-F238E27FC236}">
                <a16:creationId xmlns:a16="http://schemas.microsoft.com/office/drawing/2014/main" id="{193B55F9-72D2-4298-C377-9E9BD9BD3608}"/>
              </a:ext>
            </a:extLst>
          </p:cNvPr>
          <p:cNvSpPr/>
          <p:nvPr/>
        </p:nvSpPr>
        <p:spPr>
          <a:xfrm>
            <a:off x="718456" y="123099"/>
            <a:ext cx="10977358"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a:solidFill>
                  <a:schemeClr val="bg1"/>
                </a:solidFill>
                <a:ea typeface="Calibri" panose="020F0502020204030204" pitchFamily="34" charset="0"/>
                <a:cs typeface="Calibri" panose="020F0502020204030204" pitchFamily="34" charset="0"/>
              </a:rPr>
              <a:t>API Goals</a:t>
            </a:r>
          </a:p>
        </p:txBody>
      </p:sp>
      <p:sp>
        <p:nvSpPr>
          <p:cNvPr id="12" name="TextBox 11">
            <a:extLst>
              <a:ext uri="{FF2B5EF4-FFF2-40B4-BE49-F238E27FC236}">
                <a16:creationId xmlns:a16="http://schemas.microsoft.com/office/drawing/2014/main" id="{7D6769B4-DFA1-50D5-9348-4F387A5BBD3A}"/>
              </a:ext>
            </a:extLst>
          </p:cNvPr>
          <p:cNvSpPr txBox="1"/>
          <p:nvPr/>
        </p:nvSpPr>
        <p:spPr>
          <a:xfrm>
            <a:off x="718456" y="967489"/>
            <a:ext cx="10853058" cy="646331"/>
          </a:xfrm>
          <a:prstGeom prst="rect">
            <a:avLst/>
          </a:prstGeom>
          <a:noFill/>
        </p:spPr>
        <p:txBody>
          <a:bodyPr wrap="square">
            <a:spAutoFit/>
          </a:bodyPr>
          <a:lstStyle/>
          <a:p>
            <a:r>
              <a:rPr lang="en-US" sz="1200"/>
              <a:t>The Objective is to ensure that your system will generate accurate, efficient, and reliable report while performing consistently is to meet the agreed response time SLA for the report generation scenarios with various workloads without any errors or agreed % of errors. Also, ensuring that health of the servers should be in good condition or within the threshold limits </a:t>
            </a:r>
          </a:p>
        </p:txBody>
      </p:sp>
      <p:graphicFrame>
        <p:nvGraphicFramePr>
          <p:cNvPr id="6" name="Table 5">
            <a:extLst>
              <a:ext uri="{FF2B5EF4-FFF2-40B4-BE49-F238E27FC236}">
                <a16:creationId xmlns:a16="http://schemas.microsoft.com/office/drawing/2014/main" id="{94D674D4-5A4E-A387-B881-07987515BDA3}"/>
              </a:ext>
            </a:extLst>
          </p:cNvPr>
          <p:cNvGraphicFramePr>
            <a:graphicFrameLocks noGrp="1"/>
          </p:cNvGraphicFramePr>
          <p:nvPr>
            <p:extLst>
              <p:ext uri="{D42A27DB-BD31-4B8C-83A1-F6EECF244321}">
                <p14:modId xmlns:p14="http://schemas.microsoft.com/office/powerpoint/2010/main" val="1376137370"/>
              </p:ext>
            </p:extLst>
          </p:nvPr>
        </p:nvGraphicFramePr>
        <p:xfrm>
          <a:off x="767440" y="1613820"/>
          <a:ext cx="10928373" cy="4814822"/>
        </p:xfrm>
        <a:graphic>
          <a:graphicData uri="http://schemas.openxmlformats.org/drawingml/2006/table">
            <a:tbl>
              <a:tblPr firstRow="1" bandRow="1">
                <a:tableStyleId>{5C22544A-7EE6-4342-B048-85BDC9FD1C3A}</a:tableStyleId>
              </a:tblPr>
              <a:tblGrid>
                <a:gridCol w="501364">
                  <a:extLst>
                    <a:ext uri="{9D8B030D-6E8A-4147-A177-3AD203B41FA5}">
                      <a16:colId xmlns:a16="http://schemas.microsoft.com/office/drawing/2014/main" val="344398803"/>
                    </a:ext>
                  </a:extLst>
                </a:gridCol>
                <a:gridCol w="3805699">
                  <a:extLst>
                    <a:ext uri="{9D8B030D-6E8A-4147-A177-3AD203B41FA5}">
                      <a16:colId xmlns:a16="http://schemas.microsoft.com/office/drawing/2014/main" val="2968983296"/>
                    </a:ext>
                  </a:extLst>
                </a:gridCol>
                <a:gridCol w="938554">
                  <a:extLst>
                    <a:ext uri="{9D8B030D-6E8A-4147-A177-3AD203B41FA5}">
                      <a16:colId xmlns:a16="http://schemas.microsoft.com/office/drawing/2014/main" val="1968020388"/>
                    </a:ext>
                  </a:extLst>
                </a:gridCol>
                <a:gridCol w="938554">
                  <a:extLst>
                    <a:ext uri="{9D8B030D-6E8A-4147-A177-3AD203B41FA5}">
                      <a16:colId xmlns:a16="http://schemas.microsoft.com/office/drawing/2014/main" val="4165720606"/>
                    </a:ext>
                  </a:extLst>
                </a:gridCol>
                <a:gridCol w="1234264">
                  <a:extLst>
                    <a:ext uri="{9D8B030D-6E8A-4147-A177-3AD203B41FA5}">
                      <a16:colId xmlns:a16="http://schemas.microsoft.com/office/drawing/2014/main" val="3992766371"/>
                    </a:ext>
                  </a:extLst>
                </a:gridCol>
                <a:gridCol w="1182837">
                  <a:extLst>
                    <a:ext uri="{9D8B030D-6E8A-4147-A177-3AD203B41FA5}">
                      <a16:colId xmlns:a16="http://schemas.microsoft.com/office/drawing/2014/main" val="1390323159"/>
                    </a:ext>
                  </a:extLst>
                </a:gridCol>
                <a:gridCol w="1182837">
                  <a:extLst>
                    <a:ext uri="{9D8B030D-6E8A-4147-A177-3AD203B41FA5}">
                      <a16:colId xmlns:a16="http://schemas.microsoft.com/office/drawing/2014/main" val="865712702"/>
                    </a:ext>
                  </a:extLst>
                </a:gridCol>
                <a:gridCol w="1144264">
                  <a:extLst>
                    <a:ext uri="{9D8B030D-6E8A-4147-A177-3AD203B41FA5}">
                      <a16:colId xmlns:a16="http://schemas.microsoft.com/office/drawing/2014/main" val="3453581718"/>
                    </a:ext>
                  </a:extLst>
                </a:gridCol>
              </a:tblGrid>
              <a:tr h="683949">
                <a:tc>
                  <a:txBody>
                    <a:bodyPr/>
                    <a:lstStyle/>
                    <a:p>
                      <a:pPr algn="ctr"/>
                      <a:r>
                        <a:rPr lang="en-US" sz="1200">
                          <a:latin typeface="+mn-lt"/>
                          <a:ea typeface="Calibri" panose="020F0502020204030204" pitchFamily="34" charset="0"/>
                          <a:cs typeface="Calibri" panose="020F0502020204030204" pitchFamily="34" charset="0"/>
                        </a:rPr>
                        <a:t>#</a:t>
                      </a:r>
                    </a:p>
                  </a:txBody>
                  <a:tcPr/>
                </a:tc>
                <a:tc>
                  <a:txBody>
                    <a:bodyPr/>
                    <a:lstStyle/>
                    <a:p>
                      <a:pPr algn="ctr"/>
                      <a:r>
                        <a:rPr lang="en-US" sz="1200">
                          <a:latin typeface="+mn-lt"/>
                          <a:ea typeface="Calibri" panose="020F0502020204030204" pitchFamily="34" charset="0"/>
                          <a:cs typeface="Calibri" panose="020F0502020204030204" pitchFamily="34" charset="0"/>
                        </a:rPr>
                        <a:t>Test Scenario</a:t>
                      </a:r>
                    </a:p>
                  </a:txBody>
                  <a:tcPr/>
                </a:tc>
                <a:tc>
                  <a:txBody>
                    <a:bodyPr/>
                    <a:lstStyle/>
                    <a:p>
                      <a:pPr algn="ctr"/>
                      <a:r>
                        <a:rPr lang="en-US" sz="1200">
                          <a:latin typeface="+mn-lt"/>
                          <a:ea typeface="Calibri" panose="020F0502020204030204" pitchFamily="34" charset="0"/>
                          <a:cs typeface="Calibri" panose="020F0502020204030204" pitchFamily="34" charset="0"/>
                        </a:rPr>
                        <a:t>HCP / </a:t>
                      </a:r>
                      <a:r>
                        <a:rPr lang="en-US" sz="1200" err="1">
                          <a:latin typeface="+mn-lt"/>
                          <a:ea typeface="Calibri" panose="020F0502020204030204" pitchFamily="34" charset="0"/>
                          <a:cs typeface="Calibri" panose="020F0502020204030204" pitchFamily="34" charset="0"/>
                        </a:rPr>
                        <a:t>PwD</a:t>
                      </a:r>
                      <a:endParaRPr lang="en-US" sz="1200">
                        <a:latin typeface="+mn-lt"/>
                        <a:ea typeface="Calibri" panose="020F0502020204030204" pitchFamily="34" charset="0"/>
                        <a:cs typeface="Calibri" panose="020F0502020204030204" pitchFamily="34" charset="0"/>
                      </a:endParaRPr>
                    </a:p>
                  </a:txBody>
                  <a:tcPr/>
                </a:tc>
                <a:tc>
                  <a:txBody>
                    <a:bodyPr/>
                    <a:lstStyle/>
                    <a:p>
                      <a:pPr algn="ctr"/>
                      <a:r>
                        <a:rPr lang="en-US" sz="1200">
                          <a:latin typeface="+mn-lt"/>
                          <a:ea typeface="Calibri" panose="020F0502020204030204" pitchFamily="34" charset="0"/>
                          <a:cs typeface="Calibri" panose="020F0502020204030204" pitchFamily="34" charset="0"/>
                        </a:rPr>
                        <a:t>Test Duration</a:t>
                      </a:r>
                    </a:p>
                  </a:txBody>
                  <a:tcPr/>
                </a:tc>
                <a:tc>
                  <a:txBody>
                    <a:bodyPr/>
                    <a:lstStyle/>
                    <a:p>
                      <a:pPr algn="ctr"/>
                      <a:r>
                        <a:rPr lang="en-US" sz="1200">
                          <a:latin typeface="+mn-lt"/>
                          <a:ea typeface="Calibri" panose="020F0502020204030204" pitchFamily="34" charset="0"/>
                          <a:cs typeface="Calibri" panose="020F0502020204030204" pitchFamily="34" charset="0"/>
                        </a:rPr>
                        <a:t>Transaction per second (TPS)</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200">
                          <a:latin typeface="+mn-lt"/>
                          <a:ea typeface="Calibri" panose="020F0502020204030204" pitchFamily="34" charset="0"/>
                          <a:cs typeface="Calibri" panose="020F0502020204030204" pitchFamily="34" charset="0"/>
                        </a:rPr>
                        <a:t>Transaction per Minute (TPM)</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200">
                          <a:latin typeface="+mn-lt"/>
                          <a:ea typeface="Calibri" panose="020F0502020204030204" pitchFamily="34" charset="0"/>
                          <a:cs typeface="Calibri" panose="020F0502020204030204" pitchFamily="34" charset="0"/>
                        </a:rPr>
                        <a:t>Volume Details</a:t>
                      </a:r>
                    </a:p>
                  </a:txBody>
                  <a:tcPr/>
                </a:tc>
                <a:tc>
                  <a:txBody>
                    <a:bodyPr/>
                    <a:lstStyle/>
                    <a:p>
                      <a:pPr algn="ctr"/>
                      <a:r>
                        <a:rPr lang="en-US" sz="1200">
                          <a:latin typeface="+mn-lt"/>
                          <a:ea typeface="Calibri" panose="020F0502020204030204" pitchFamily="34" charset="0"/>
                          <a:cs typeface="Calibri" panose="020F0502020204030204" pitchFamily="34" charset="0"/>
                        </a:rPr>
                        <a:t>Response Time SLA’s</a:t>
                      </a:r>
                    </a:p>
                  </a:txBody>
                  <a:tcPr/>
                </a:tc>
                <a:extLst>
                  <a:ext uri="{0D108BD9-81ED-4DB2-BD59-A6C34878D82A}">
                    <a16:rowId xmlns:a16="http://schemas.microsoft.com/office/drawing/2014/main" val="3696638262"/>
                  </a:ext>
                </a:extLst>
              </a:tr>
              <a:tr h="586242">
                <a:tc>
                  <a:txBody>
                    <a:bodyPr/>
                    <a:lstStyle/>
                    <a:p>
                      <a:pPr algn="ctr"/>
                      <a:r>
                        <a:rPr lang="en-US" sz="1050">
                          <a:latin typeface="+mn-lt"/>
                          <a:ea typeface="Calibri" panose="020F0502020204030204" pitchFamily="34" charset="0"/>
                          <a:cs typeface="Calibri" panose="020F0502020204030204" pitchFamily="34" charset="0"/>
                        </a:rPr>
                        <a:t>1</a:t>
                      </a:r>
                    </a:p>
                  </a:txBody>
                  <a:tcPr/>
                </a:tc>
                <a:tc>
                  <a:txBody>
                    <a:bodyPr/>
                    <a:lstStyle/>
                    <a:p>
                      <a:pPr algn="l"/>
                      <a:r>
                        <a:rPr lang="en-US" sz="1050">
                          <a:latin typeface="+mn-lt"/>
                        </a:rPr>
                        <a:t>Scenario 1b+2: 80% of clinics generating equally; 20% generating in chunks - worst case - when they land on the </a:t>
                      </a:r>
                    </a:p>
                    <a:p>
                      <a:pPr algn="l"/>
                      <a:r>
                        <a:rPr lang="en-US" sz="1050" b="1">
                          <a:latin typeface="+mn-lt"/>
                          <a:ea typeface="Calibri" panose="020F0502020204030204" pitchFamily="34" charset="0"/>
                          <a:cs typeface="Calibri" panose="020F0502020204030204" pitchFamily="34" charset="0"/>
                        </a:rPr>
                        <a:t>(Report generation of 90, 14, 7 days equal distribution)</a:t>
                      </a:r>
                    </a:p>
                  </a:txBody>
                  <a:tcPr/>
                </a:tc>
                <a:tc>
                  <a:txBody>
                    <a:bodyPr/>
                    <a:lstStyle/>
                    <a:p>
                      <a:pPr algn="ctr"/>
                      <a:r>
                        <a:rPr lang="en-US" sz="1050">
                          <a:latin typeface="+mn-lt"/>
                          <a:ea typeface="Calibri" panose="020F0502020204030204" pitchFamily="34" charset="0"/>
                          <a:cs typeface="Calibri" panose="020F0502020204030204" pitchFamily="34" charset="0"/>
                        </a:rPr>
                        <a:t>HCP</a:t>
                      </a:r>
                    </a:p>
                  </a:txBody>
                  <a:tcPr/>
                </a:tc>
                <a:tc>
                  <a:txBody>
                    <a:bodyPr/>
                    <a:lstStyle/>
                    <a:p>
                      <a:pPr algn="ctr"/>
                      <a:r>
                        <a:rPr lang="en-US" sz="1050">
                          <a:latin typeface="+mn-lt"/>
                          <a:ea typeface="Calibri" panose="020F0502020204030204" pitchFamily="34" charset="0"/>
                          <a:cs typeface="Calibri" panose="020F0502020204030204" pitchFamily="34" charset="0"/>
                        </a:rPr>
                        <a:t>1 Hr.</a:t>
                      </a:r>
                    </a:p>
                  </a:txBody>
                  <a:tcPr/>
                </a:tc>
                <a:tc>
                  <a:txBody>
                    <a:bodyPr/>
                    <a:lstStyle/>
                    <a:p>
                      <a:pPr algn="ctr"/>
                      <a:r>
                        <a:rPr lang="en-US" sz="1050">
                          <a:latin typeface="+mn-lt"/>
                          <a:ea typeface="Calibri" panose="020F0502020204030204" pitchFamily="34" charset="0"/>
                          <a:cs typeface="Calibri" panose="020F0502020204030204" pitchFamily="34" charset="0"/>
                        </a:rPr>
                        <a:t>0.22</a:t>
                      </a:r>
                    </a:p>
                  </a:txBody>
                  <a:tcPr/>
                </a:tc>
                <a:tc>
                  <a:txBody>
                    <a:bodyPr/>
                    <a:lstStyle/>
                    <a:p>
                      <a:pPr algn="ctr"/>
                      <a:r>
                        <a:rPr lang="en-US" sz="1050">
                          <a:latin typeface="+mn-lt"/>
                          <a:ea typeface="Calibri" panose="020F0502020204030204" pitchFamily="34" charset="0"/>
                          <a:cs typeface="Calibri" panose="020F0502020204030204" pitchFamily="34" charset="0"/>
                        </a:rPr>
                        <a:t>13.13</a:t>
                      </a:r>
                    </a:p>
                  </a:txBody>
                  <a:tcPr/>
                </a:tc>
                <a:tc>
                  <a:txBody>
                    <a:bodyPr/>
                    <a:lstStyle/>
                    <a:p>
                      <a:pPr algn="ctr"/>
                      <a:r>
                        <a:rPr lang="en-US" sz="1050">
                          <a:latin typeface="+mn-lt"/>
                          <a:ea typeface="Calibri" panose="020F0502020204030204" pitchFamily="34" charset="0"/>
                          <a:cs typeface="Calibri" panose="020F0502020204030204" pitchFamily="34" charset="0"/>
                        </a:rPr>
                        <a:t>786</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50">
                          <a:latin typeface="+mn-lt"/>
                          <a:ea typeface="Calibri" panose="020F0502020204030204" pitchFamily="34" charset="0"/>
                          <a:cs typeface="Calibri" panose="020F0502020204030204" pitchFamily="34" charset="0"/>
                        </a:rPr>
                        <a:t>&lt;20 sec</a:t>
                      </a:r>
                    </a:p>
                  </a:txBody>
                  <a:tcPr/>
                </a:tc>
                <a:extLst>
                  <a:ext uri="{0D108BD9-81ED-4DB2-BD59-A6C34878D82A}">
                    <a16:rowId xmlns:a16="http://schemas.microsoft.com/office/drawing/2014/main" val="2849040954"/>
                  </a:ext>
                </a:extLst>
              </a:tr>
              <a:tr h="749087">
                <a:tc>
                  <a:txBody>
                    <a:bodyPr/>
                    <a:lstStyle/>
                    <a:p>
                      <a:pPr algn="ctr"/>
                      <a:r>
                        <a:rPr lang="en-US" sz="1050">
                          <a:latin typeface="+mn-lt"/>
                          <a:ea typeface="Calibri" panose="020F0502020204030204" pitchFamily="34" charset="0"/>
                          <a:cs typeface="Calibri" panose="020F0502020204030204" pitchFamily="34" charset="0"/>
                        </a:rPr>
                        <a:t>2</a:t>
                      </a:r>
                    </a:p>
                  </a:txBody>
                  <a:tcPr/>
                </a:tc>
                <a:tc>
                  <a:txBody>
                    <a:bodyPr/>
                    <a:lstStyle/>
                    <a:p>
                      <a:pPr algn="l"/>
                      <a:r>
                        <a:rPr lang="en-US" sz="1050">
                          <a:latin typeface="+mn-lt"/>
                          <a:ea typeface="Calibri" panose="020F0502020204030204" pitchFamily="34" charset="0"/>
                          <a:cs typeface="Calibri" panose="020F0502020204030204" pitchFamily="34" charset="0"/>
                        </a:rPr>
                        <a:t>S</a:t>
                      </a:r>
                      <a:r>
                        <a:rPr lang="en-US" sz="1050">
                          <a:latin typeface="+mn-lt"/>
                        </a:rPr>
                        <a:t>cenario 3 - HCP Report Generation at the start of the day - first hour (Extending to 30 Min instead of 15 min to see the consistency in the application beyond the expected volume</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1050" b="1">
                          <a:latin typeface="+mn-lt"/>
                          <a:ea typeface="Calibri" panose="020F0502020204030204" pitchFamily="34" charset="0"/>
                          <a:cs typeface="Calibri" panose="020F0502020204030204" pitchFamily="34" charset="0"/>
                        </a:rPr>
                        <a:t>(Report generation of 90, 14, 7 days equal distribution)</a:t>
                      </a:r>
                    </a:p>
                  </a:txBody>
                  <a:tcPr/>
                </a:tc>
                <a:tc>
                  <a:txBody>
                    <a:bodyPr/>
                    <a:lstStyle/>
                    <a:p>
                      <a:pPr algn="ctr"/>
                      <a:r>
                        <a:rPr lang="en-US" sz="1050">
                          <a:latin typeface="+mn-lt"/>
                          <a:ea typeface="Calibri" panose="020F0502020204030204" pitchFamily="34" charset="0"/>
                          <a:cs typeface="Calibri" panose="020F0502020204030204" pitchFamily="34" charset="0"/>
                        </a:rPr>
                        <a:t>HCP</a:t>
                      </a:r>
                    </a:p>
                  </a:txBody>
                  <a:tcPr/>
                </a:tc>
                <a:tc>
                  <a:txBody>
                    <a:bodyPr/>
                    <a:lstStyle/>
                    <a:p>
                      <a:pPr algn="ctr"/>
                      <a:r>
                        <a:rPr lang="en-US" sz="1050">
                          <a:latin typeface="+mn-lt"/>
                          <a:ea typeface="Calibri" panose="020F0502020204030204" pitchFamily="34" charset="0"/>
                          <a:cs typeface="Calibri" panose="020F0502020204030204" pitchFamily="34" charset="0"/>
                        </a:rPr>
                        <a:t>30 Min</a:t>
                      </a:r>
                    </a:p>
                  </a:txBody>
                  <a:tcPr/>
                </a:tc>
                <a:tc>
                  <a:txBody>
                    <a:bodyPr/>
                    <a:lstStyle/>
                    <a:p>
                      <a:pPr algn="ctr"/>
                      <a:r>
                        <a:rPr lang="en-US" sz="1050">
                          <a:latin typeface="+mn-lt"/>
                          <a:ea typeface="Calibri" panose="020F0502020204030204" pitchFamily="34" charset="0"/>
                          <a:cs typeface="Calibri" panose="020F0502020204030204" pitchFamily="34" charset="0"/>
                        </a:rPr>
                        <a:t>0.99</a:t>
                      </a:r>
                    </a:p>
                  </a:txBody>
                  <a:tcPr/>
                </a:tc>
                <a:tc>
                  <a:txBody>
                    <a:bodyPr/>
                    <a:lstStyle/>
                    <a:p>
                      <a:pPr algn="ctr"/>
                      <a:r>
                        <a:rPr lang="en-US" sz="1050">
                          <a:latin typeface="+mn-lt"/>
                          <a:ea typeface="Calibri" panose="020F0502020204030204" pitchFamily="34" charset="0"/>
                          <a:cs typeface="Calibri" panose="020F0502020204030204" pitchFamily="34" charset="0"/>
                        </a:rPr>
                        <a:t>59.14</a:t>
                      </a:r>
                    </a:p>
                  </a:txBody>
                  <a:tcPr/>
                </a:tc>
                <a:tc>
                  <a:txBody>
                    <a:bodyPr/>
                    <a:lstStyle/>
                    <a:p>
                      <a:pPr algn="ctr"/>
                      <a:r>
                        <a:rPr lang="en-US" sz="1050">
                          <a:latin typeface="+mn-lt"/>
                          <a:ea typeface="Calibri" panose="020F0502020204030204" pitchFamily="34" charset="0"/>
                          <a:cs typeface="Calibri" panose="020F0502020204030204" pitchFamily="34" charset="0"/>
                        </a:rPr>
                        <a:t>1774</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50">
                          <a:latin typeface="+mn-lt"/>
                          <a:ea typeface="Calibri" panose="020F0502020204030204" pitchFamily="34" charset="0"/>
                          <a:cs typeface="Calibri" panose="020F0502020204030204" pitchFamily="34" charset="0"/>
                        </a:rPr>
                        <a:t>&lt;20 sec</a:t>
                      </a:r>
                    </a:p>
                  </a:txBody>
                  <a:tcPr/>
                </a:tc>
                <a:extLst>
                  <a:ext uri="{0D108BD9-81ED-4DB2-BD59-A6C34878D82A}">
                    <a16:rowId xmlns:a16="http://schemas.microsoft.com/office/drawing/2014/main" val="2516364585"/>
                  </a:ext>
                </a:extLst>
              </a:tr>
              <a:tr h="586242">
                <a:tc>
                  <a:txBody>
                    <a:bodyPr/>
                    <a:lstStyle/>
                    <a:p>
                      <a:pPr algn="ctr"/>
                      <a:r>
                        <a:rPr lang="en-US" sz="1050">
                          <a:latin typeface="+mn-lt"/>
                          <a:ea typeface="Calibri" panose="020F0502020204030204" pitchFamily="34" charset="0"/>
                          <a:cs typeface="Calibri" panose="020F0502020204030204" pitchFamily="34" charset="0"/>
                        </a:rPr>
                        <a:t>3</a:t>
                      </a:r>
                    </a:p>
                  </a:txBody>
                  <a:tcPr/>
                </a:tc>
                <a:tc>
                  <a:txBody>
                    <a:bodyPr/>
                    <a:lstStyle/>
                    <a:p>
                      <a:pPr algn="l"/>
                      <a:r>
                        <a:rPr lang="en-US" sz="1050">
                          <a:latin typeface="+mn-lt"/>
                          <a:ea typeface="Calibri" panose="020F0502020204030204" pitchFamily="34" charset="0"/>
                          <a:cs typeface="Calibri" panose="020F0502020204030204" pitchFamily="34" charset="0"/>
                        </a:rPr>
                        <a:t>Replicate the </a:t>
                      </a:r>
                      <a:r>
                        <a:rPr lang="en-US" sz="1050" err="1">
                          <a:latin typeface="+mn-lt"/>
                          <a:ea typeface="Calibri" panose="020F0502020204030204" pitchFamily="34" charset="0"/>
                          <a:cs typeface="Calibri" panose="020F0502020204030204" pitchFamily="34" charset="0"/>
                        </a:rPr>
                        <a:t>PwD</a:t>
                      </a:r>
                      <a:r>
                        <a:rPr lang="en-US" sz="1050">
                          <a:latin typeface="+mn-lt"/>
                          <a:ea typeface="Calibri" panose="020F0502020204030204" pitchFamily="34" charset="0"/>
                          <a:cs typeface="Calibri" panose="020F0502020204030204" pitchFamily="34" charset="0"/>
                        </a:rPr>
                        <a:t> 6d Scenario </a:t>
                      </a:r>
                      <a:r>
                        <a:rPr lang="en-US" sz="1050" b="1">
                          <a:solidFill>
                            <a:schemeClr val="bg1"/>
                          </a:solidFill>
                          <a:highlight>
                            <a:srgbClr val="716EDA"/>
                          </a:highlight>
                          <a:latin typeface="+mn-lt"/>
                          <a:ea typeface="Calibri" panose="020F0502020204030204" pitchFamily="34" charset="0"/>
                          <a:cs typeface="Calibri" panose="020F0502020204030204" pitchFamily="34" charset="0"/>
                        </a:rPr>
                        <a:t>(</a:t>
                      </a:r>
                      <a:r>
                        <a:rPr lang="en-US" sz="1050" b="1" i="1" u="sng">
                          <a:solidFill>
                            <a:schemeClr val="bg1"/>
                          </a:solidFill>
                          <a:highlight>
                            <a:srgbClr val="716EDA"/>
                          </a:highlight>
                          <a:latin typeface="+mn-lt"/>
                          <a:ea typeface="Calibri" panose="020F0502020204030204" pitchFamily="34" charset="0"/>
                          <a:cs typeface="Calibri" panose="020F0502020204030204" pitchFamily="34" charset="0"/>
                        </a:rPr>
                        <a:t>Optional</a:t>
                      </a:r>
                      <a:r>
                        <a:rPr lang="en-US" sz="1050" b="1">
                          <a:solidFill>
                            <a:schemeClr val="bg1"/>
                          </a:solidFill>
                          <a:highlight>
                            <a:srgbClr val="716EDA"/>
                          </a:highlight>
                          <a:latin typeface="+mn-lt"/>
                          <a:ea typeface="Calibri" panose="020F0502020204030204" pitchFamily="34" charset="0"/>
                          <a:cs typeface="Calibri" panose="020F0502020204030204" pitchFamily="34" charset="0"/>
                        </a:rPr>
                        <a:t>)</a:t>
                      </a:r>
                      <a:r>
                        <a:rPr lang="en-US" sz="1050">
                          <a:solidFill>
                            <a:schemeClr val="bg1"/>
                          </a:solidFill>
                          <a:latin typeface="+mn-lt"/>
                          <a:ea typeface="Calibri" panose="020F0502020204030204" pitchFamily="34" charset="0"/>
                          <a:cs typeface="Calibri" panose="020F0502020204030204" pitchFamily="34" charset="0"/>
                        </a:rPr>
                        <a:t> </a:t>
                      </a:r>
                      <a:r>
                        <a:rPr lang="en-US" sz="1050">
                          <a:latin typeface="+mn-lt"/>
                          <a:ea typeface="Calibri" panose="020F0502020204030204" pitchFamily="34" charset="0"/>
                          <a:cs typeface="Calibri" panose="020F0502020204030204" pitchFamily="34" charset="0"/>
                        </a:rPr>
                        <a:t>until </a:t>
                      </a:r>
                      <a:r>
                        <a:rPr lang="en-US" sz="1050" err="1">
                          <a:latin typeface="+mn-lt"/>
                          <a:ea typeface="Calibri" panose="020F0502020204030204" pitchFamily="34" charset="0"/>
                          <a:cs typeface="Calibri" panose="020F0502020204030204" pitchFamily="34" charset="0"/>
                        </a:rPr>
                        <a:t>PwD</a:t>
                      </a:r>
                      <a:r>
                        <a:rPr lang="en-US" sz="1050">
                          <a:latin typeface="+mn-lt"/>
                          <a:ea typeface="Calibri" panose="020F0502020204030204" pitchFamily="34" charset="0"/>
                          <a:cs typeface="Calibri" panose="020F0502020204030204" pitchFamily="34" charset="0"/>
                        </a:rPr>
                        <a:t> execution started.</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1050" b="1">
                          <a:latin typeface="+mn-lt"/>
                          <a:ea typeface="Calibri" panose="020F0502020204030204" pitchFamily="34" charset="0"/>
                          <a:cs typeface="Calibri" panose="020F0502020204030204" pitchFamily="34" charset="0"/>
                        </a:rPr>
                        <a:t>(Report generation of 90, 14, 7 days equal distribution)</a:t>
                      </a:r>
                    </a:p>
                  </a:txBody>
                  <a:tcPr/>
                </a:tc>
                <a:tc>
                  <a:txBody>
                    <a:bodyPr/>
                    <a:lstStyle/>
                    <a:p>
                      <a:pPr algn="ctr"/>
                      <a:r>
                        <a:rPr lang="en-US" sz="1050">
                          <a:latin typeface="+mn-lt"/>
                          <a:ea typeface="Calibri" panose="020F0502020204030204" pitchFamily="34" charset="0"/>
                          <a:cs typeface="Calibri" panose="020F0502020204030204" pitchFamily="34" charset="0"/>
                        </a:rPr>
                        <a:t>HCP</a:t>
                      </a:r>
                    </a:p>
                  </a:txBody>
                  <a:tcPr/>
                </a:tc>
                <a:tc>
                  <a:txBody>
                    <a:bodyPr/>
                    <a:lstStyle/>
                    <a:p>
                      <a:pPr algn="ctr"/>
                      <a:r>
                        <a:rPr lang="en-US" sz="1050">
                          <a:latin typeface="+mn-lt"/>
                          <a:ea typeface="Calibri" panose="020F0502020204030204" pitchFamily="34" charset="0"/>
                          <a:cs typeface="Calibri" panose="020F0502020204030204" pitchFamily="34" charset="0"/>
                        </a:rPr>
                        <a:t>30 Min</a:t>
                      </a:r>
                    </a:p>
                  </a:txBody>
                  <a:tcPr/>
                </a:tc>
                <a:tc>
                  <a:txBody>
                    <a:bodyPr/>
                    <a:lstStyle/>
                    <a:p>
                      <a:pPr algn="ctr"/>
                      <a:r>
                        <a:rPr lang="en-US" sz="1050">
                          <a:latin typeface="+mn-lt"/>
                          <a:ea typeface="Calibri" panose="020F0502020204030204" pitchFamily="34" charset="0"/>
                          <a:cs typeface="Calibri" panose="020F0502020204030204" pitchFamily="34" charset="0"/>
                        </a:rPr>
                        <a:t>1.97</a:t>
                      </a:r>
                    </a:p>
                  </a:txBody>
                  <a:tcPr/>
                </a:tc>
                <a:tc>
                  <a:txBody>
                    <a:bodyPr/>
                    <a:lstStyle/>
                    <a:p>
                      <a:pPr algn="ctr"/>
                      <a:r>
                        <a:rPr lang="en-US" sz="1050">
                          <a:latin typeface="+mn-lt"/>
                          <a:ea typeface="Calibri" panose="020F0502020204030204" pitchFamily="34" charset="0"/>
                          <a:cs typeface="Calibri" panose="020F0502020204030204" pitchFamily="34" charset="0"/>
                        </a:rPr>
                        <a:t>118.28</a:t>
                      </a:r>
                    </a:p>
                  </a:txBody>
                  <a:tcPr/>
                </a:tc>
                <a:tc>
                  <a:txBody>
                    <a:bodyPr/>
                    <a:lstStyle/>
                    <a:p>
                      <a:pPr algn="ctr"/>
                      <a:r>
                        <a:rPr lang="en-US" sz="1050">
                          <a:latin typeface="+mn-lt"/>
                          <a:ea typeface="Calibri" panose="020F0502020204030204" pitchFamily="34" charset="0"/>
                          <a:cs typeface="Calibri" panose="020F0502020204030204" pitchFamily="34" charset="0"/>
                        </a:rPr>
                        <a:t>3548</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50">
                          <a:latin typeface="+mn-lt"/>
                          <a:ea typeface="Calibri" panose="020F0502020204030204" pitchFamily="34" charset="0"/>
                          <a:cs typeface="Calibri" panose="020F0502020204030204" pitchFamily="34" charset="0"/>
                        </a:rPr>
                        <a:t>&lt;20 sec</a:t>
                      </a:r>
                    </a:p>
                  </a:txBody>
                  <a:tcPr/>
                </a:tc>
                <a:extLst>
                  <a:ext uri="{0D108BD9-81ED-4DB2-BD59-A6C34878D82A}">
                    <a16:rowId xmlns:a16="http://schemas.microsoft.com/office/drawing/2014/main" val="32475341"/>
                  </a:ext>
                </a:extLst>
              </a:tr>
              <a:tr h="586242">
                <a:tc>
                  <a:txBody>
                    <a:bodyPr/>
                    <a:lstStyle/>
                    <a:p>
                      <a:pPr algn="ctr"/>
                      <a:r>
                        <a:rPr lang="en-US" sz="1050">
                          <a:latin typeface="+mn-lt"/>
                          <a:ea typeface="Calibri" panose="020F0502020204030204" pitchFamily="34" charset="0"/>
                          <a:cs typeface="Calibri" panose="020F0502020204030204" pitchFamily="34" charset="0"/>
                        </a:rPr>
                        <a:t>4</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050">
                          <a:latin typeface="+mn-lt"/>
                          <a:ea typeface="Calibri" panose="020F0502020204030204" pitchFamily="34" charset="0"/>
                          <a:cs typeface="Calibri" panose="020F0502020204030204" pitchFamily="34" charset="0"/>
                        </a:rPr>
                        <a:t>S</a:t>
                      </a:r>
                      <a:r>
                        <a:rPr lang="en-US" sz="1050">
                          <a:latin typeface="+mn-lt"/>
                        </a:rPr>
                        <a:t>cenario 6a - </a:t>
                      </a:r>
                      <a:r>
                        <a:rPr lang="en-US" sz="1050" err="1">
                          <a:latin typeface="+mn-lt"/>
                        </a:rPr>
                        <a:t>PwD</a:t>
                      </a:r>
                      <a:r>
                        <a:rPr lang="en-US" sz="1050">
                          <a:latin typeface="+mn-lt"/>
                        </a:rPr>
                        <a:t> runs the report in first 15 mins after they get their text message </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1050" b="1">
                          <a:latin typeface="+mn-lt"/>
                          <a:ea typeface="Calibri" panose="020F0502020204030204" pitchFamily="34" charset="0"/>
                          <a:cs typeface="Calibri" panose="020F0502020204030204" pitchFamily="34" charset="0"/>
                        </a:rPr>
                        <a:t>(Report generation of 90, 14, 7 days equal distribution)</a:t>
                      </a:r>
                    </a:p>
                  </a:txBody>
                  <a:tcPr/>
                </a:tc>
                <a:tc>
                  <a:txBody>
                    <a:bodyPr/>
                    <a:lstStyle/>
                    <a:p>
                      <a:pPr algn="ctr"/>
                      <a:r>
                        <a:rPr lang="en-US" sz="1050" err="1">
                          <a:latin typeface="+mn-lt"/>
                          <a:ea typeface="Calibri" panose="020F0502020204030204" pitchFamily="34" charset="0"/>
                          <a:cs typeface="Calibri" panose="020F0502020204030204" pitchFamily="34" charset="0"/>
                        </a:rPr>
                        <a:t>PwD</a:t>
                      </a:r>
                      <a:endParaRPr lang="en-US" sz="1050">
                        <a:latin typeface="+mn-lt"/>
                        <a:ea typeface="Calibri" panose="020F0502020204030204" pitchFamily="34" charset="0"/>
                        <a:cs typeface="Calibri" panose="020F0502020204030204" pitchFamily="34" charset="0"/>
                      </a:endParaRPr>
                    </a:p>
                  </a:txBody>
                  <a:tcPr/>
                </a:tc>
                <a:tc>
                  <a:txBody>
                    <a:bodyPr/>
                    <a:lstStyle/>
                    <a:p>
                      <a:pPr algn="ctr"/>
                      <a:r>
                        <a:rPr lang="en-US" sz="1050">
                          <a:latin typeface="+mn-lt"/>
                          <a:ea typeface="Calibri" panose="020F0502020204030204" pitchFamily="34" charset="0"/>
                          <a:cs typeface="Calibri" panose="020F0502020204030204" pitchFamily="34" charset="0"/>
                        </a:rPr>
                        <a:t>15 Min</a:t>
                      </a:r>
                    </a:p>
                  </a:txBody>
                  <a:tcPr/>
                </a:tc>
                <a:tc>
                  <a:txBody>
                    <a:bodyPr/>
                    <a:lstStyle/>
                    <a:p>
                      <a:pPr algn="ctr"/>
                      <a:r>
                        <a:rPr lang="en-US" sz="1050">
                          <a:latin typeface="+mn-lt"/>
                          <a:ea typeface="Calibri" panose="020F0502020204030204" pitchFamily="34" charset="0"/>
                          <a:cs typeface="Calibri" panose="020F0502020204030204" pitchFamily="34" charset="0"/>
                        </a:rPr>
                        <a:t>1.39</a:t>
                      </a:r>
                    </a:p>
                  </a:txBody>
                  <a:tcPr/>
                </a:tc>
                <a:tc>
                  <a:txBody>
                    <a:bodyPr/>
                    <a:lstStyle/>
                    <a:p>
                      <a:pPr algn="ctr"/>
                      <a:r>
                        <a:rPr lang="en-US" sz="1050">
                          <a:latin typeface="+mn-lt"/>
                          <a:ea typeface="Calibri" panose="020F0502020204030204" pitchFamily="34" charset="0"/>
                          <a:cs typeface="Calibri" panose="020F0502020204030204" pitchFamily="34" charset="0"/>
                        </a:rPr>
                        <a:t>83.33</a:t>
                      </a:r>
                    </a:p>
                  </a:txBody>
                  <a:tcPr/>
                </a:tc>
                <a:tc>
                  <a:txBody>
                    <a:bodyPr/>
                    <a:lstStyle/>
                    <a:p>
                      <a:pPr algn="ctr"/>
                      <a:r>
                        <a:rPr lang="en-US" sz="1050">
                          <a:latin typeface="+mn-lt"/>
                          <a:ea typeface="Calibri" panose="020F0502020204030204" pitchFamily="34" charset="0"/>
                          <a:cs typeface="Calibri" panose="020F0502020204030204" pitchFamily="34" charset="0"/>
                        </a:rPr>
                        <a:t>6250</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50">
                          <a:latin typeface="+mn-lt"/>
                          <a:ea typeface="Calibri" panose="020F0502020204030204" pitchFamily="34" charset="0"/>
                          <a:cs typeface="Calibri" panose="020F0502020204030204" pitchFamily="34" charset="0"/>
                        </a:rPr>
                        <a:t>&lt;20 sec</a:t>
                      </a:r>
                    </a:p>
                  </a:txBody>
                  <a:tcPr/>
                </a:tc>
                <a:extLst>
                  <a:ext uri="{0D108BD9-81ED-4DB2-BD59-A6C34878D82A}">
                    <a16:rowId xmlns:a16="http://schemas.microsoft.com/office/drawing/2014/main" val="601887233"/>
                  </a:ext>
                </a:extLst>
              </a:tr>
              <a:tr h="586242">
                <a:tc>
                  <a:txBody>
                    <a:bodyPr/>
                    <a:lstStyle/>
                    <a:p>
                      <a:pPr algn="ctr"/>
                      <a:r>
                        <a:rPr lang="en-US" sz="1050">
                          <a:latin typeface="+mn-lt"/>
                          <a:ea typeface="Calibri" panose="020F0502020204030204" pitchFamily="34" charset="0"/>
                          <a:cs typeface="Calibri" panose="020F0502020204030204" pitchFamily="34" charset="0"/>
                        </a:rPr>
                        <a:t>5</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050">
                          <a:latin typeface="+mn-lt"/>
                          <a:ea typeface="Calibri" panose="020F0502020204030204" pitchFamily="34" charset="0"/>
                          <a:cs typeface="Calibri" panose="020F0502020204030204" pitchFamily="34" charset="0"/>
                        </a:rPr>
                        <a:t>S</a:t>
                      </a:r>
                      <a:r>
                        <a:rPr lang="en-US" sz="1050">
                          <a:latin typeface="+mn-lt"/>
                        </a:rPr>
                        <a:t>cenario 6d - Some </a:t>
                      </a:r>
                      <a:r>
                        <a:rPr lang="en-US" sz="1050" err="1">
                          <a:latin typeface="+mn-lt"/>
                        </a:rPr>
                        <a:t>PwDs</a:t>
                      </a:r>
                      <a:r>
                        <a:rPr lang="en-US" sz="1050">
                          <a:latin typeface="+mn-lt"/>
                        </a:rPr>
                        <a:t> run the report in first 15 mins after they get their Sunday text message at 10am ET </a:t>
                      </a:r>
                      <a:r>
                        <a:rPr lang="en-US" sz="1050" b="1">
                          <a:solidFill>
                            <a:schemeClr val="bg1"/>
                          </a:solidFill>
                          <a:highlight>
                            <a:srgbClr val="716EDA"/>
                          </a:highlight>
                          <a:latin typeface="+mn-lt"/>
                        </a:rPr>
                        <a:t>– Best Case</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1050" b="1">
                          <a:latin typeface="+mn-lt"/>
                          <a:ea typeface="Calibri" panose="020F0502020204030204" pitchFamily="34" charset="0"/>
                          <a:cs typeface="Calibri" panose="020F0502020204030204" pitchFamily="34" charset="0"/>
                        </a:rPr>
                        <a:t>(Report generation of 90, 14, 7 days equal distribution)</a:t>
                      </a:r>
                      <a:endParaRPr lang="en-US" sz="1050">
                        <a:latin typeface="+mn-lt"/>
                        <a:ea typeface="Calibri" panose="020F0502020204030204" pitchFamily="34" charset="0"/>
                        <a:cs typeface="Calibri" panose="020F0502020204030204" pitchFamily="34" charset="0"/>
                      </a:endParaRPr>
                    </a:p>
                  </a:txBody>
                  <a:tcPr/>
                </a:tc>
                <a:tc>
                  <a:txBody>
                    <a:bodyPr/>
                    <a:lstStyle/>
                    <a:p>
                      <a:pPr algn="ctr"/>
                      <a:r>
                        <a:rPr lang="en-US" sz="1050" err="1">
                          <a:latin typeface="+mn-lt"/>
                          <a:ea typeface="Calibri" panose="020F0502020204030204" pitchFamily="34" charset="0"/>
                          <a:cs typeface="Calibri" panose="020F0502020204030204" pitchFamily="34" charset="0"/>
                        </a:rPr>
                        <a:t>PwD</a:t>
                      </a:r>
                      <a:endParaRPr lang="en-US" sz="1050">
                        <a:latin typeface="+mn-lt"/>
                        <a:ea typeface="Calibri" panose="020F0502020204030204" pitchFamily="34" charset="0"/>
                        <a:cs typeface="Calibri" panose="020F0502020204030204" pitchFamily="34" charset="0"/>
                      </a:endParaRPr>
                    </a:p>
                  </a:txBody>
                  <a:tcPr/>
                </a:tc>
                <a:tc>
                  <a:txBody>
                    <a:bodyPr/>
                    <a:lstStyle/>
                    <a:p>
                      <a:pPr algn="ctr"/>
                      <a:r>
                        <a:rPr lang="en-US" sz="1050">
                          <a:latin typeface="+mn-lt"/>
                          <a:ea typeface="Calibri" panose="020F0502020204030204" pitchFamily="34" charset="0"/>
                          <a:cs typeface="Calibri" panose="020F0502020204030204" pitchFamily="34" charset="0"/>
                        </a:rPr>
                        <a:t>15 Min</a:t>
                      </a:r>
                    </a:p>
                  </a:txBody>
                  <a:tcPr/>
                </a:tc>
                <a:tc>
                  <a:txBody>
                    <a:bodyPr/>
                    <a:lstStyle/>
                    <a:p>
                      <a:pPr algn="ctr"/>
                      <a:r>
                        <a:rPr lang="en-US" sz="1050">
                          <a:latin typeface="+mn-lt"/>
                          <a:ea typeface="Calibri" panose="020F0502020204030204" pitchFamily="34" charset="0"/>
                          <a:cs typeface="Calibri" panose="020F0502020204030204" pitchFamily="34" charset="0"/>
                        </a:rPr>
                        <a:t>1.74</a:t>
                      </a:r>
                    </a:p>
                  </a:txBody>
                  <a:tcPr/>
                </a:tc>
                <a:tc>
                  <a:txBody>
                    <a:bodyPr/>
                    <a:lstStyle/>
                    <a:p>
                      <a:pPr algn="ctr"/>
                      <a:r>
                        <a:rPr lang="en-US" sz="1050">
                          <a:latin typeface="+mn-lt"/>
                          <a:ea typeface="Calibri" panose="020F0502020204030204" pitchFamily="34" charset="0"/>
                          <a:cs typeface="Calibri" panose="020F0502020204030204" pitchFamily="34" charset="0"/>
                        </a:rPr>
                        <a:t>104.17</a:t>
                      </a:r>
                    </a:p>
                  </a:txBody>
                  <a:tcPr/>
                </a:tc>
                <a:tc>
                  <a:txBody>
                    <a:bodyPr/>
                    <a:lstStyle/>
                    <a:p>
                      <a:pPr algn="ctr"/>
                      <a:r>
                        <a:rPr lang="en-US" sz="1050">
                          <a:latin typeface="+mn-lt"/>
                          <a:ea typeface="Calibri" panose="020F0502020204030204" pitchFamily="34" charset="0"/>
                          <a:cs typeface="Calibri" panose="020F0502020204030204" pitchFamily="34" charset="0"/>
                        </a:rPr>
                        <a:t>1563</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50">
                          <a:latin typeface="+mn-lt"/>
                          <a:ea typeface="Calibri" panose="020F0502020204030204" pitchFamily="34" charset="0"/>
                          <a:cs typeface="Calibri" panose="020F0502020204030204" pitchFamily="34" charset="0"/>
                        </a:rPr>
                        <a:t>&lt;20 sec</a:t>
                      </a:r>
                    </a:p>
                  </a:txBody>
                  <a:tcPr/>
                </a:tc>
                <a:extLst>
                  <a:ext uri="{0D108BD9-81ED-4DB2-BD59-A6C34878D82A}">
                    <a16:rowId xmlns:a16="http://schemas.microsoft.com/office/drawing/2014/main" val="418093797"/>
                  </a:ext>
                </a:extLst>
              </a:tr>
              <a:tr h="749087">
                <a:tc>
                  <a:txBody>
                    <a:bodyPr/>
                    <a:lstStyle/>
                    <a:p>
                      <a:pPr algn="ctr"/>
                      <a:r>
                        <a:rPr lang="en-US" sz="1050">
                          <a:latin typeface="+mn-lt"/>
                          <a:ea typeface="Calibri" panose="020F0502020204030204" pitchFamily="34" charset="0"/>
                          <a:cs typeface="Calibri" panose="020F0502020204030204" pitchFamily="34" charset="0"/>
                        </a:rPr>
                        <a:t>6</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050">
                          <a:latin typeface="+mn-lt"/>
                          <a:ea typeface="Calibri" panose="020F0502020204030204" pitchFamily="34" charset="0"/>
                          <a:cs typeface="Calibri" panose="020F0502020204030204" pitchFamily="34" charset="0"/>
                        </a:rPr>
                        <a:t>S</a:t>
                      </a:r>
                      <a:r>
                        <a:rPr lang="en-US" sz="1050">
                          <a:latin typeface="+mn-lt"/>
                        </a:rPr>
                        <a:t>cenario 6d - Some </a:t>
                      </a:r>
                      <a:r>
                        <a:rPr lang="en-US" sz="1050" err="1">
                          <a:latin typeface="+mn-lt"/>
                        </a:rPr>
                        <a:t>PwDs</a:t>
                      </a:r>
                      <a:r>
                        <a:rPr lang="en-US" sz="1050">
                          <a:latin typeface="+mn-lt"/>
                        </a:rPr>
                        <a:t> run the report in first 15 mins after they get their Sunday text message at 10am ET </a:t>
                      </a:r>
                      <a:r>
                        <a:rPr lang="en-US" sz="1050" b="1">
                          <a:solidFill>
                            <a:schemeClr val="bg1"/>
                          </a:solidFill>
                          <a:highlight>
                            <a:srgbClr val="716EDA"/>
                          </a:highlight>
                          <a:latin typeface="+mn-lt"/>
                        </a:rPr>
                        <a:t>– Worst Case</a:t>
                      </a:r>
                      <a:endParaRPr lang="en-US" sz="1050">
                        <a:latin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1050" b="1">
                          <a:latin typeface="+mn-lt"/>
                          <a:ea typeface="Calibri" panose="020F0502020204030204" pitchFamily="34" charset="0"/>
                          <a:cs typeface="Calibri" panose="020F0502020204030204" pitchFamily="34" charset="0"/>
                        </a:rPr>
                        <a:t>(Report generation of 90, 14, 7 days equal distribution)</a:t>
                      </a:r>
                      <a:endParaRPr lang="en-US" sz="1050">
                        <a:latin typeface="+mn-lt"/>
                        <a:ea typeface="Calibri" panose="020F0502020204030204" pitchFamily="34" charset="0"/>
                        <a:cs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lang="en-US" sz="1050">
                        <a:latin typeface="+mn-lt"/>
                        <a:ea typeface="Calibri" panose="020F0502020204030204" pitchFamily="34" charset="0"/>
                        <a:cs typeface="Calibri" panose="020F0502020204030204" pitchFamily="34" charset="0"/>
                      </a:endParaRPr>
                    </a:p>
                  </a:txBody>
                  <a:tcPr/>
                </a:tc>
                <a:tc>
                  <a:txBody>
                    <a:bodyPr/>
                    <a:lstStyle/>
                    <a:p>
                      <a:pPr algn="ctr"/>
                      <a:r>
                        <a:rPr lang="en-US" sz="1050" err="1">
                          <a:latin typeface="+mn-lt"/>
                          <a:ea typeface="Calibri" panose="020F0502020204030204" pitchFamily="34" charset="0"/>
                          <a:cs typeface="Calibri" panose="020F0502020204030204" pitchFamily="34" charset="0"/>
                        </a:rPr>
                        <a:t>PwD</a:t>
                      </a:r>
                      <a:endParaRPr lang="en-US" sz="1050">
                        <a:latin typeface="+mn-lt"/>
                        <a:ea typeface="Calibri" panose="020F0502020204030204" pitchFamily="34" charset="0"/>
                        <a:cs typeface="Calibri" panose="020F0502020204030204" pitchFamily="34" charset="0"/>
                      </a:endParaRPr>
                    </a:p>
                  </a:txBody>
                  <a:tcPr/>
                </a:tc>
                <a:tc>
                  <a:txBody>
                    <a:bodyPr/>
                    <a:lstStyle/>
                    <a:p>
                      <a:pPr algn="ctr"/>
                      <a:r>
                        <a:rPr lang="en-US" sz="1050">
                          <a:latin typeface="+mn-lt"/>
                          <a:ea typeface="Calibri" panose="020F0502020204030204" pitchFamily="34" charset="0"/>
                          <a:cs typeface="Calibri" panose="020F0502020204030204" pitchFamily="34" charset="0"/>
                        </a:rPr>
                        <a:t>15 Min</a:t>
                      </a:r>
                    </a:p>
                  </a:txBody>
                  <a:tcPr/>
                </a:tc>
                <a:tc>
                  <a:txBody>
                    <a:bodyPr/>
                    <a:lstStyle/>
                    <a:p>
                      <a:pPr algn="ctr"/>
                      <a:r>
                        <a:rPr lang="en-US" sz="1050">
                          <a:latin typeface="+mn-lt"/>
                          <a:ea typeface="Calibri" panose="020F0502020204030204" pitchFamily="34" charset="0"/>
                          <a:cs typeface="Calibri" panose="020F0502020204030204" pitchFamily="34" charset="0"/>
                        </a:rPr>
                        <a:t>3.48</a:t>
                      </a:r>
                    </a:p>
                  </a:txBody>
                  <a:tcPr/>
                </a:tc>
                <a:tc>
                  <a:txBody>
                    <a:bodyPr/>
                    <a:lstStyle/>
                    <a:p>
                      <a:pPr algn="ctr"/>
                      <a:r>
                        <a:rPr lang="en-US" sz="1050">
                          <a:latin typeface="+mn-lt"/>
                          <a:ea typeface="Calibri" panose="020F0502020204030204" pitchFamily="34" charset="0"/>
                          <a:cs typeface="Calibri" panose="020F0502020204030204" pitchFamily="34" charset="0"/>
                        </a:rPr>
                        <a:t>209</a:t>
                      </a:r>
                    </a:p>
                  </a:txBody>
                  <a:tcPr/>
                </a:tc>
                <a:tc>
                  <a:txBody>
                    <a:bodyPr/>
                    <a:lstStyle/>
                    <a:p>
                      <a:pPr algn="ctr"/>
                      <a:r>
                        <a:rPr lang="en-US" sz="1050">
                          <a:latin typeface="+mn-lt"/>
                          <a:ea typeface="Calibri" panose="020F0502020204030204" pitchFamily="34" charset="0"/>
                          <a:cs typeface="Calibri" panose="020F0502020204030204" pitchFamily="34" charset="0"/>
                        </a:rPr>
                        <a:t>3135</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50">
                          <a:latin typeface="+mn-lt"/>
                          <a:ea typeface="Calibri" panose="020F0502020204030204" pitchFamily="34" charset="0"/>
                          <a:cs typeface="Calibri" panose="020F0502020204030204" pitchFamily="34" charset="0"/>
                        </a:rPr>
                        <a:t>&lt;20 sec</a:t>
                      </a:r>
                    </a:p>
                  </a:txBody>
                  <a:tcPr/>
                </a:tc>
                <a:extLst>
                  <a:ext uri="{0D108BD9-81ED-4DB2-BD59-A6C34878D82A}">
                    <a16:rowId xmlns:a16="http://schemas.microsoft.com/office/drawing/2014/main" val="1824316365"/>
                  </a:ext>
                </a:extLst>
              </a:tr>
            </a:tbl>
          </a:graphicData>
        </a:graphic>
      </p:graphicFrame>
      <p:sp>
        <p:nvSpPr>
          <p:cNvPr id="10" name="TextBox 9">
            <a:extLst>
              <a:ext uri="{FF2B5EF4-FFF2-40B4-BE49-F238E27FC236}">
                <a16:creationId xmlns:a16="http://schemas.microsoft.com/office/drawing/2014/main" id="{E05EF504-C960-198D-2635-70E05DF29343}"/>
              </a:ext>
            </a:extLst>
          </p:cNvPr>
          <p:cNvSpPr txBox="1"/>
          <p:nvPr/>
        </p:nvSpPr>
        <p:spPr>
          <a:xfrm>
            <a:off x="718456" y="676988"/>
            <a:ext cx="6096000" cy="369332"/>
          </a:xfrm>
          <a:prstGeom prst="rect">
            <a:avLst/>
          </a:prstGeom>
          <a:noFill/>
        </p:spPr>
        <p:txBody>
          <a:bodyPr wrap="square">
            <a:spAutoFit/>
          </a:bodyPr>
          <a:lstStyle/>
          <a:p>
            <a:r>
              <a:rPr lang="en-US" b="1"/>
              <a:t>Goal#2</a:t>
            </a:r>
            <a:r>
              <a:rPr lang="en-US" sz="1800" b="1">
                <a:solidFill>
                  <a:schemeClr val="bg1"/>
                </a:solidFill>
                <a:ea typeface="Calibri" panose="020F0502020204030204" pitchFamily="34" charset="0"/>
                <a:cs typeface="Calibri" panose="020F0502020204030204" pitchFamily="34" charset="0"/>
              </a:rPr>
              <a:t> </a:t>
            </a:r>
            <a:r>
              <a:rPr lang="en-US" sz="1800" b="1">
                <a:ea typeface="Calibri" panose="020F0502020204030204" pitchFamily="34" charset="0"/>
                <a:cs typeface="Calibri" panose="020F0502020204030204" pitchFamily="34" charset="0"/>
              </a:rPr>
              <a:t>HCP &amp; </a:t>
            </a:r>
            <a:r>
              <a:rPr lang="en-US" sz="1800" b="1" err="1">
                <a:ea typeface="Calibri" panose="020F0502020204030204" pitchFamily="34" charset="0"/>
                <a:cs typeface="Calibri" panose="020F0502020204030204" pitchFamily="34" charset="0"/>
              </a:rPr>
              <a:t>PwD</a:t>
            </a:r>
            <a:r>
              <a:rPr lang="en-US" sz="1800" b="1">
                <a:ea typeface="Calibri" panose="020F0502020204030204" pitchFamily="34" charset="0"/>
                <a:cs typeface="Calibri" panose="020F0502020204030204" pitchFamily="34" charset="0"/>
              </a:rPr>
              <a:t> Report Generation</a:t>
            </a:r>
            <a:endParaRPr lang="en-US" b="1"/>
          </a:p>
        </p:txBody>
      </p:sp>
    </p:spTree>
    <p:extLst>
      <p:ext uri="{BB962C8B-B14F-4D97-AF65-F5344CB8AC3E}">
        <p14:creationId xmlns:p14="http://schemas.microsoft.com/office/powerpoint/2010/main" val="3252178209"/>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004E8-96C7-51F2-FECA-B92F7A8675E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769237C-9CAD-C973-FF5D-98B1942278DD}"/>
              </a:ext>
            </a:extLst>
          </p:cNvPr>
          <p:cNvSpPr>
            <a:spLocks noGrp="1"/>
          </p:cNvSpPr>
          <p:nvPr>
            <p:ph type="ftr" sz="quarter" idx="15"/>
          </p:nvPr>
        </p:nvSpPr>
        <p:spPr/>
        <p:txBody>
          <a:bodyPr/>
          <a:lstStyle/>
          <a:p>
            <a:r>
              <a:rPr lang="en-US"/>
              <a:t>CONFIDENTIAL</a:t>
            </a:r>
          </a:p>
        </p:txBody>
      </p:sp>
      <p:sp>
        <p:nvSpPr>
          <p:cNvPr id="4" name="Slide Number Placeholder 3">
            <a:extLst>
              <a:ext uri="{FF2B5EF4-FFF2-40B4-BE49-F238E27FC236}">
                <a16:creationId xmlns:a16="http://schemas.microsoft.com/office/drawing/2014/main" id="{8AD87BD2-0A25-8191-193D-21A33EACEC07}"/>
              </a:ext>
            </a:extLst>
          </p:cNvPr>
          <p:cNvSpPr>
            <a:spLocks noGrp="1"/>
          </p:cNvSpPr>
          <p:nvPr>
            <p:ph type="sldNum" sz="quarter" idx="16"/>
          </p:nvPr>
        </p:nvSpPr>
        <p:spPr/>
        <p:txBody>
          <a:bodyPr/>
          <a:lstStyle/>
          <a:p>
            <a:fld id="{4F90343F-D056-4E24-BE3D-A305BDC1A23E}" type="slidenum">
              <a:rPr lang="en-US" smtClean="0"/>
              <a:pPr/>
              <a:t>14</a:t>
            </a:fld>
            <a:endParaRPr lang="en-US"/>
          </a:p>
        </p:txBody>
      </p:sp>
      <p:sp>
        <p:nvSpPr>
          <p:cNvPr id="7" name="Rectangle 6">
            <a:extLst>
              <a:ext uri="{FF2B5EF4-FFF2-40B4-BE49-F238E27FC236}">
                <a16:creationId xmlns:a16="http://schemas.microsoft.com/office/drawing/2014/main" id="{C49CDD7D-3016-E1AD-6A00-8B354A13941C}"/>
              </a:ext>
            </a:extLst>
          </p:cNvPr>
          <p:cNvSpPr/>
          <p:nvPr/>
        </p:nvSpPr>
        <p:spPr>
          <a:xfrm>
            <a:off x="670102" y="123099"/>
            <a:ext cx="10825211"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a:solidFill>
                  <a:schemeClr val="bg1"/>
                </a:solidFill>
              </a:rPr>
              <a:t>List of Functionalities</a:t>
            </a:r>
          </a:p>
        </p:txBody>
      </p:sp>
      <p:sp>
        <p:nvSpPr>
          <p:cNvPr id="8" name="TextBox 7">
            <a:extLst>
              <a:ext uri="{FF2B5EF4-FFF2-40B4-BE49-F238E27FC236}">
                <a16:creationId xmlns:a16="http://schemas.microsoft.com/office/drawing/2014/main" id="{2CB999BE-6F77-D015-C016-3AF2D0363A36}"/>
              </a:ext>
            </a:extLst>
          </p:cNvPr>
          <p:cNvSpPr txBox="1"/>
          <p:nvPr/>
        </p:nvSpPr>
        <p:spPr>
          <a:xfrm>
            <a:off x="670102" y="1171255"/>
            <a:ext cx="10776856" cy="2708434"/>
          </a:xfrm>
          <a:prstGeom prst="rect">
            <a:avLst/>
          </a:prstGeom>
          <a:noFill/>
        </p:spPr>
        <p:txBody>
          <a:bodyPr wrap="square">
            <a:spAutoFit/>
          </a:bodyPr>
          <a:lstStyle/>
          <a:p>
            <a:pPr>
              <a:spcAft>
                <a:spcPts val="600"/>
              </a:spcAft>
            </a:pPr>
            <a:r>
              <a:rPr lang="en-US" sz="1600" b="1"/>
              <a:t>Architectural changes</a:t>
            </a:r>
          </a:p>
          <a:p>
            <a:pPr marL="342900" indent="-342900">
              <a:spcAft>
                <a:spcPts val="600"/>
              </a:spcAft>
              <a:buFont typeface="+mj-lt"/>
              <a:buAutoNum type="arabicPeriod"/>
            </a:pPr>
            <a:r>
              <a:rPr lang="en-US" sz="1400"/>
              <a:t>New Hybrid ETL method</a:t>
            </a:r>
          </a:p>
          <a:p>
            <a:pPr>
              <a:spcAft>
                <a:spcPts val="600"/>
              </a:spcAft>
            </a:pPr>
            <a:r>
              <a:rPr lang="en-US" sz="1600" b="1"/>
              <a:t>Application Functionalities</a:t>
            </a:r>
          </a:p>
          <a:p>
            <a:pPr marL="342900" indent="-342900">
              <a:spcAft>
                <a:spcPts val="600"/>
              </a:spcAft>
              <a:buFont typeface="+mj-lt"/>
              <a:buAutoNum type="arabicPeriod"/>
            </a:pPr>
            <a:r>
              <a:rPr lang="en-US" sz="1400"/>
              <a:t>Addition of automated basal rates to the reports</a:t>
            </a:r>
          </a:p>
          <a:p>
            <a:pPr marL="342900" indent="-342900">
              <a:spcAft>
                <a:spcPts val="600"/>
              </a:spcAft>
              <a:buFont typeface="+mj-lt"/>
              <a:buAutoNum type="arabicPeriod"/>
            </a:pPr>
            <a:r>
              <a:rPr lang="en-US" sz="1400"/>
              <a:t>Addition of Libre 2 support - completed and deployed to 1.5 FMR</a:t>
            </a:r>
          </a:p>
          <a:p>
            <a:pPr marL="342900" indent="-342900">
              <a:spcAft>
                <a:spcPts val="600"/>
              </a:spcAft>
              <a:buFont typeface="+mj-lt"/>
              <a:buAutoNum type="arabicPeriod"/>
            </a:pPr>
            <a:r>
              <a:rPr lang="en-US" sz="1400"/>
              <a:t>Addition of Manual Basal rate on the reports</a:t>
            </a:r>
          </a:p>
          <a:p>
            <a:pPr marL="342900" indent="-342900">
              <a:spcAft>
                <a:spcPts val="600"/>
              </a:spcAft>
              <a:buFont typeface="+mj-lt"/>
              <a:buAutoNum type="arabicPeriod"/>
            </a:pPr>
            <a:r>
              <a:rPr lang="en-US" sz="1400"/>
              <a:t>IBF processing enhancements</a:t>
            </a:r>
          </a:p>
          <a:p>
            <a:pPr marL="342900" indent="-342900">
              <a:spcAft>
                <a:spcPts val="600"/>
              </a:spcAft>
              <a:buFont typeface="+mj-lt"/>
              <a:buAutoNum type="arabicPeriod"/>
            </a:pPr>
            <a:r>
              <a:rPr lang="en-US" sz="1400"/>
              <a:t>Accommodate users with no CGM data (changing how we calculate reports)</a:t>
            </a:r>
          </a:p>
          <a:p>
            <a:pPr marL="342900" indent="-342900">
              <a:spcAft>
                <a:spcPts val="600"/>
              </a:spcAft>
              <a:buFont typeface="+mj-lt"/>
              <a:buAutoNum type="arabicPeriod"/>
            </a:pPr>
            <a:r>
              <a:rPr lang="en-US" sz="1400"/>
              <a:t>Enhancement to Weekly Insights Calculations</a:t>
            </a:r>
          </a:p>
        </p:txBody>
      </p:sp>
      <p:sp>
        <p:nvSpPr>
          <p:cNvPr id="2" name="TextBox 1">
            <a:extLst>
              <a:ext uri="{FF2B5EF4-FFF2-40B4-BE49-F238E27FC236}">
                <a16:creationId xmlns:a16="http://schemas.microsoft.com/office/drawing/2014/main" id="{401F209D-C577-ADDE-CFBF-9D6814FE92A7}"/>
              </a:ext>
            </a:extLst>
          </p:cNvPr>
          <p:cNvSpPr txBox="1"/>
          <p:nvPr/>
        </p:nvSpPr>
        <p:spPr>
          <a:xfrm>
            <a:off x="661595" y="700090"/>
            <a:ext cx="10776854" cy="523220"/>
          </a:xfrm>
          <a:prstGeom prst="rect">
            <a:avLst/>
          </a:prstGeom>
          <a:noFill/>
        </p:spPr>
        <p:txBody>
          <a:bodyPr wrap="square">
            <a:spAutoFit/>
          </a:bodyPr>
          <a:lstStyle/>
          <a:p>
            <a:pPr algn="l">
              <a:spcBef>
                <a:spcPts val="750"/>
              </a:spcBef>
            </a:pPr>
            <a:r>
              <a:rPr lang="en-US" sz="1400"/>
              <a:t>Below are the list of features which are expected to be available, deployed, tested in Performance environment before start of the In-Scope performance test executions.</a:t>
            </a:r>
          </a:p>
        </p:txBody>
      </p:sp>
      <p:sp>
        <p:nvSpPr>
          <p:cNvPr id="5" name="Rectangle 4">
            <a:extLst>
              <a:ext uri="{FF2B5EF4-FFF2-40B4-BE49-F238E27FC236}">
                <a16:creationId xmlns:a16="http://schemas.microsoft.com/office/drawing/2014/main" id="{30D7D9E5-3A44-18FA-01FC-598E6D5EA7C2}"/>
              </a:ext>
            </a:extLst>
          </p:cNvPr>
          <p:cNvSpPr/>
          <p:nvPr/>
        </p:nvSpPr>
        <p:spPr>
          <a:xfrm>
            <a:off x="661595" y="3882815"/>
            <a:ext cx="10825211"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a:solidFill>
                  <a:schemeClr val="bg1"/>
                </a:solidFill>
              </a:rPr>
              <a:t>Out of scope</a:t>
            </a:r>
          </a:p>
        </p:txBody>
      </p:sp>
      <p:sp>
        <p:nvSpPr>
          <p:cNvPr id="10" name="TextBox 9">
            <a:extLst>
              <a:ext uri="{FF2B5EF4-FFF2-40B4-BE49-F238E27FC236}">
                <a16:creationId xmlns:a16="http://schemas.microsoft.com/office/drawing/2014/main" id="{8E7A4F7A-8E54-B928-0201-135F93AFBAFF}"/>
              </a:ext>
            </a:extLst>
          </p:cNvPr>
          <p:cNvSpPr txBox="1"/>
          <p:nvPr/>
        </p:nvSpPr>
        <p:spPr>
          <a:xfrm>
            <a:off x="661593" y="4489101"/>
            <a:ext cx="10776856" cy="2328843"/>
          </a:xfrm>
          <a:prstGeom prst="rect">
            <a:avLst/>
          </a:prstGeom>
          <a:noFill/>
        </p:spPr>
        <p:txBody>
          <a:bodyPr wrap="square">
            <a:spAutoFit/>
          </a:bodyPr>
          <a:lstStyle/>
          <a:p>
            <a:pPr marL="342900" indent="-342900" algn="l">
              <a:spcBef>
                <a:spcPts val="750"/>
              </a:spcBef>
              <a:buFont typeface="+mj-lt"/>
              <a:buAutoNum type="arabicPeriod"/>
            </a:pPr>
            <a:r>
              <a:rPr lang="en-US" sz="1400"/>
              <a:t>Any architectural changes, Bug fixing, DB fine tuning, DB profiling, Cloud configuration etc., </a:t>
            </a:r>
          </a:p>
          <a:p>
            <a:pPr marL="342900" indent="-342900" algn="l">
              <a:spcBef>
                <a:spcPts val="750"/>
              </a:spcBef>
              <a:buFont typeface="+mj-lt"/>
              <a:buAutoNum type="arabicPeriod"/>
            </a:pPr>
            <a:r>
              <a:rPr lang="en-US" sz="1400"/>
              <a:t>Monitoring of cloud systems</a:t>
            </a:r>
          </a:p>
          <a:p>
            <a:pPr marL="342900" indent="-342900" algn="l">
              <a:spcBef>
                <a:spcPts val="750"/>
              </a:spcBef>
              <a:buFont typeface="+mj-lt"/>
              <a:buAutoNum type="arabicPeriod"/>
            </a:pPr>
            <a:r>
              <a:rPr lang="en-US" sz="1400"/>
              <a:t>Preparing detailed results for scalability runs is Out of Scope as we follow top-down approach and need to run multiple executions. Only high-level results will be provided</a:t>
            </a:r>
          </a:p>
          <a:p>
            <a:pPr marL="342900" indent="-342900" algn="l">
              <a:spcBef>
                <a:spcPts val="750"/>
              </a:spcBef>
              <a:buFont typeface="+mj-lt"/>
              <a:buAutoNum type="arabicPeriod"/>
            </a:pPr>
            <a:r>
              <a:rPr lang="en-US" sz="1400"/>
              <a:t>Patient and Staff pending Approve &amp; Deny APIs along with the count scenario.</a:t>
            </a:r>
          </a:p>
          <a:p>
            <a:pPr marL="342900" indent="-342900" algn="l">
              <a:spcBef>
                <a:spcPts val="750"/>
              </a:spcBef>
              <a:buFont typeface="+mj-lt"/>
              <a:buAutoNum type="arabicPeriod"/>
            </a:pPr>
            <a:r>
              <a:rPr lang="en-US" sz="1400"/>
              <a:t>Any scenarios which are NOT functioning at the time of executions, will be considered out of scope and excluded from the ongoing tests</a:t>
            </a:r>
          </a:p>
          <a:p>
            <a:pPr marL="342900" indent="-342900" algn="l">
              <a:spcBef>
                <a:spcPts val="750"/>
              </a:spcBef>
              <a:buFont typeface="+mj-lt"/>
              <a:buAutoNum type="arabicPeriod"/>
            </a:pPr>
            <a:r>
              <a:rPr lang="en-US" sz="1400"/>
              <a:t>HA / DR performance testing</a:t>
            </a:r>
          </a:p>
        </p:txBody>
      </p:sp>
    </p:spTree>
    <p:extLst>
      <p:ext uri="{BB962C8B-B14F-4D97-AF65-F5344CB8AC3E}">
        <p14:creationId xmlns:p14="http://schemas.microsoft.com/office/powerpoint/2010/main" val="171658311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784A8-9AFB-EEF7-9E62-094E3B9F09B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4B5FFB8-598C-0AC0-B9D8-BB2E92C83C05}"/>
              </a:ext>
            </a:extLst>
          </p:cNvPr>
          <p:cNvSpPr>
            <a:spLocks noGrp="1"/>
          </p:cNvSpPr>
          <p:nvPr>
            <p:ph type="ftr" sz="quarter" idx="15"/>
          </p:nvPr>
        </p:nvSpPr>
        <p:spPr/>
        <p:txBody>
          <a:bodyPr/>
          <a:lstStyle/>
          <a:p>
            <a:r>
              <a:rPr lang="en-US"/>
              <a:t>CONFIDENTIAL</a:t>
            </a:r>
          </a:p>
        </p:txBody>
      </p:sp>
      <p:sp>
        <p:nvSpPr>
          <p:cNvPr id="4" name="Slide Number Placeholder 3">
            <a:extLst>
              <a:ext uri="{FF2B5EF4-FFF2-40B4-BE49-F238E27FC236}">
                <a16:creationId xmlns:a16="http://schemas.microsoft.com/office/drawing/2014/main" id="{E0B96B6D-65FE-2DA6-CB75-0FBD820B8A87}"/>
              </a:ext>
            </a:extLst>
          </p:cNvPr>
          <p:cNvSpPr>
            <a:spLocks noGrp="1"/>
          </p:cNvSpPr>
          <p:nvPr>
            <p:ph type="sldNum" sz="quarter" idx="16"/>
          </p:nvPr>
        </p:nvSpPr>
        <p:spPr/>
        <p:txBody>
          <a:bodyPr/>
          <a:lstStyle/>
          <a:p>
            <a:fld id="{4F90343F-D056-4E24-BE3D-A305BDC1A23E}" type="slidenum">
              <a:rPr lang="en-US" smtClean="0"/>
              <a:pPr/>
              <a:t>15</a:t>
            </a:fld>
            <a:endParaRPr lang="en-US"/>
          </a:p>
        </p:txBody>
      </p:sp>
      <p:sp>
        <p:nvSpPr>
          <p:cNvPr id="7" name="Rectangle 6">
            <a:extLst>
              <a:ext uri="{FF2B5EF4-FFF2-40B4-BE49-F238E27FC236}">
                <a16:creationId xmlns:a16="http://schemas.microsoft.com/office/drawing/2014/main" id="{05F0B1E3-7222-0E8D-2E76-B283D3096EAB}"/>
              </a:ext>
            </a:extLst>
          </p:cNvPr>
          <p:cNvSpPr/>
          <p:nvPr/>
        </p:nvSpPr>
        <p:spPr>
          <a:xfrm>
            <a:off x="718456" y="123099"/>
            <a:ext cx="10776857"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a:solidFill>
                  <a:schemeClr val="bg1"/>
                </a:solidFill>
              </a:rPr>
              <a:t>PT Environment Details</a:t>
            </a:r>
          </a:p>
        </p:txBody>
      </p:sp>
      <p:sp>
        <p:nvSpPr>
          <p:cNvPr id="10" name="TextBox 9">
            <a:extLst>
              <a:ext uri="{FF2B5EF4-FFF2-40B4-BE49-F238E27FC236}">
                <a16:creationId xmlns:a16="http://schemas.microsoft.com/office/drawing/2014/main" id="{40444257-D765-B645-818A-4683D68F98C4}"/>
              </a:ext>
            </a:extLst>
          </p:cNvPr>
          <p:cNvSpPr txBox="1"/>
          <p:nvPr/>
        </p:nvSpPr>
        <p:spPr>
          <a:xfrm>
            <a:off x="670102" y="748833"/>
            <a:ext cx="6096000" cy="338554"/>
          </a:xfrm>
          <a:prstGeom prst="rect">
            <a:avLst/>
          </a:prstGeom>
          <a:noFill/>
        </p:spPr>
        <p:txBody>
          <a:bodyPr wrap="square">
            <a:spAutoFit/>
          </a:bodyPr>
          <a:lstStyle/>
          <a:p>
            <a:r>
              <a:rPr lang="en-US" sz="1600" b="1"/>
              <a:t>Server specifications</a:t>
            </a:r>
          </a:p>
        </p:txBody>
      </p:sp>
      <p:graphicFrame>
        <p:nvGraphicFramePr>
          <p:cNvPr id="11" name="Table 10">
            <a:extLst>
              <a:ext uri="{FF2B5EF4-FFF2-40B4-BE49-F238E27FC236}">
                <a16:creationId xmlns:a16="http://schemas.microsoft.com/office/drawing/2014/main" id="{E6BBF9E9-F1F0-5193-FE52-C6602534A149}"/>
              </a:ext>
            </a:extLst>
          </p:cNvPr>
          <p:cNvGraphicFramePr>
            <a:graphicFrameLocks noGrp="1"/>
          </p:cNvGraphicFramePr>
          <p:nvPr>
            <p:extLst>
              <p:ext uri="{D42A27DB-BD31-4B8C-83A1-F6EECF244321}">
                <p14:modId xmlns:p14="http://schemas.microsoft.com/office/powerpoint/2010/main" val="2955772684"/>
              </p:ext>
            </p:extLst>
          </p:nvPr>
        </p:nvGraphicFramePr>
        <p:xfrm>
          <a:off x="740232" y="1129051"/>
          <a:ext cx="10755082" cy="4705691"/>
        </p:xfrm>
        <a:graphic>
          <a:graphicData uri="http://schemas.openxmlformats.org/drawingml/2006/table">
            <a:tbl>
              <a:tblPr firstRow="1" bandRow="1">
                <a:tableStyleId>{5C22544A-7EE6-4342-B048-85BDC9FD1C3A}</a:tableStyleId>
              </a:tblPr>
              <a:tblGrid>
                <a:gridCol w="234251">
                  <a:extLst>
                    <a:ext uri="{9D8B030D-6E8A-4147-A177-3AD203B41FA5}">
                      <a16:colId xmlns:a16="http://schemas.microsoft.com/office/drawing/2014/main" val="3934244433"/>
                    </a:ext>
                  </a:extLst>
                </a:gridCol>
                <a:gridCol w="845333">
                  <a:extLst>
                    <a:ext uri="{9D8B030D-6E8A-4147-A177-3AD203B41FA5}">
                      <a16:colId xmlns:a16="http://schemas.microsoft.com/office/drawing/2014/main" val="2006049169"/>
                    </a:ext>
                  </a:extLst>
                </a:gridCol>
                <a:gridCol w="1507342">
                  <a:extLst>
                    <a:ext uri="{9D8B030D-6E8A-4147-A177-3AD203B41FA5}">
                      <a16:colId xmlns:a16="http://schemas.microsoft.com/office/drawing/2014/main" val="341861935"/>
                    </a:ext>
                  </a:extLst>
                </a:gridCol>
                <a:gridCol w="602589">
                  <a:extLst>
                    <a:ext uri="{9D8B030D-6E8A-4147-A177-3AD203B41FA5}">
                      <a16:colId xmlns:a16="http://schemas.microsoft.com/office/drawing/2014/main" val="4225038240"/>
                    </a:ext>
                  </a:extLst>
                </a:gridCol>
                <a:gridCol w="1291772">
                  <a:extLst>
                    <a:ext uri="{9D8B030D-6E8A-4147-A177-3AD203B41FA5}">
                      <a16:colId xmlns:a16="http://schemas.microsoft.com/office/drawing/2014/main" val="990758790"/>
                    </a:ext>
                  </a:extLst>
                </a:gridCol>
                <a:gridCol w="590715">
                  <a:extLst>
                    <a:ext uri="{9D8B030D-6E8A-4147-A177-3AD203B41FA5}">
                      <a16:colId xmlns:a16="http://schemas.microsoft.com/office/drawing/2014/main" val="1398815147"/>
                    </a:ext>
                  </a:extLst>
                </a:gridCol>
                <a:gridCol w="824964">
                  <a:extLst>
                    <a:ext uri="{9D8B030D-6E8A-4147-A177-3AD203B41FA5}">
                      <a16:colId xmlns:a16="http://schemas.microsoft.com/office/drawing/2014/main" val="2457639357"/>
                    </a:ext>
                  </a:extLst>
                </a:gridCol>
                <a:gridCol w="692562">
                  <a:extLst>
                    <a:ext uri="{9D8B030D-6E8A-4147-A177-3AD203B41FA5}">
                      <a16:colId xmlns:a16="http://schemas.microsoft.com/office/drawing/2014/main" val="1976389769"/>
                    </a:ext>
                  </a:extLst>
                </a:gridCol>
                <a:gridCol w="692562">
                  <a:extLst>
                    <a:ext uri="{9D8B030D-6E8A-4147-A177-3AD203B41FA5}">
                      <a16:colId xmlns:a16="http://schemas.microsoft.com/office/drawing/2014/main" val="1229977522"/>
                    </a:ext>
                  </a:extLst>
                </a:gridCol>
                <a:gridCol w="794410">
                  <a:extLst>
                    <a:ext uri="{9D8B030D-6E8A-4147-A177-3AD203B41FA5}">
                      <a16:colId xmlns:a16="http://schemas.microsoft.com/office/drawing/2014/main" val="1514709766"/>
                    </a:ext>
                  </a:extLst>
                </a:gridCol>
                <a:gridCol w="509237">
                  <a:extLst>
                    <a:ext uri="{9D8B030D-6E8A-4147-A177-3AD203B41FA5}">
                      <a16:colId xmlns:a16="http://schemas.microsoft.com/office/drawing/2014/main" val="4019929994"/>
                    </a:ext>
                  </a:extLst>
                </a:gridCol>
                <a:gridCol w="721550">
                  <a:extLst>
                    <a:ext uri="{9D8B030D-6E8A-4147-A177-3AD203B41FA5}">
                      <a16:colId xmlns:a16="http://schemas.microsoft.com/office/drawing/2014/main" val="196343109"/>
                    </a:ext>
                  </a:extLst>
                </a:gridCol>
                <a:gridCol w="838200">
                  <a:extLst>
                    <a:ext uri="{9D8B030D-6E8A-4147-A177-3AD203B41FA5}">
                      <a16:colId xmlns:a16="http://schemas.microsoft.com/office/drawing/2014/main" val="2348325740"/>
                    </a:ext>
                  </a:extLst>
                </a:gridCol>
                <a:gridCol w="609595">
                  <a:extLst>
                    <a:ext uri="{9D8B030D-6E8A-4147-A177-3AD203B41FA5}">
                      <a16:colId xmlns:a16="http://schemas.microsoft.com/office/drawing/2014/main" val="1443552264"/>
                    </a:ext>
                  </a:extLst>
                </a:gridCol>
              </a:tblGrid>
              <a:tr h="766043">
                <a:tc>
                  <a:txBody>
                    <a:bodyPr/>
                    <a:lstStyle/>
                    <a:p>
                      <a:r>
                        <a:rPr lang="en-US" sz="1200">
                          <a:latin typeface="+mn-lt"/>
                        </a:rPr>
                        <a:t>#</a:t>
                      </a:r>
                    </a:p>
                  </a:txBody>
                  <a:tcPr/>
                </a:tc>
                <a:tc>
                  <a:txBody>
                    <a:bodyPr/>
                    <a:lstStyle/>
                    <a:p>
                      <a:r>
                        <a:rPr lang="en-US" sz="1200">
                          <a:latin typeface="+mn-lt"/>
                        </a:rPr>
                        <a:t>Resource Name</a:t>
                      </a:r>
                    </a:p>
                  </a:txBody>
                  <a:tcPr/>
                </a:tc>
                <a:tc>
                  <a:txBody>
                    <a:bodyPr/>
                    <a:lstStyle/>
                    <a:p>
                      <a:r>
                        <a:rPr lang="en-US" sz="1200">
                          <a:latin typeface="+mn-lt"/>
                        </a:rPr>
                        <a:t>Azure Service Name</a:t>
                      </a:r>
                    </a:p>
                  </a:txBody>
                  <a:tcPr/>
                </a:tc>
                <a:tc>
                  <a:txBody>
                    <a:bodyPr/>
                    <a:lstStyle/>
                    <a:p>
                      <a:r>
                        <a:rPr lang="en-US" sz="1200">
                          <a:latin typeface="+mn-lt"/>
                        </a:rPr>
                        <a:t>Container count</a:t>
                      </a:r>
                    </a:p>
                  </a:txBody>
                  <a:tcPr/>
                </a:tc>
                <a:tc>
                  <a:txBody>
                    <a:bodyPr/>
                    <a:lstStyle/>
                    <a:p>
                      <a:r>
                        <a:rPr lang="en-US" sz="1200">
                          <a:latin typeface="+mn-lt"/>
                        </a:rPr>
                        <a:t>Resource Group Location</a:t>
                      </a:r>
                    </a:p>
                  </a:txBody>
                  <a:tcPr/>
                </a:tc>
                <a:tc>
                  <a:txBody>
                    <a:bodyPr/>
                    <a:lstStyle/>
                    <a:p>
                      <a:r>
                        <a:rPr lang="en-US" sz="1200">
                          <a:latin typeface="+mn-lt"/>
                        </a:rPr>
                        <a:t>OS</a:t>
                      </a:r>
                    </a:p>
                  </a:txBody>
                  <a:tcPr/>
                </a:tc>
                <a:tc>
                  <a:txBody>
                    <a:bodyPr/>
                    <a:lstStyle/>
                    <a:p>
                      <a:r>
                        <a:rPr lang="en-US" sz="1200">
                          <a:latin typeface="+mn-lt"/>
                        </a:rPr>
                        <a:t>App Service Tier</a:t>
                      </a:r>
                    </a:p>
                  </a:txBody>
                  <a:tcPr/>
                </a:tc>
                <a:tc>
                  <a:txBody>
                    <a:bodyPr/>
                    <a:lstStyle/>
                    <a:p>
                      <a:r>
                        <a:rPr lang="en-US" sz="1200">
                          <a:latin typeface="+mn-lt"/>
                        </a:rPr>
                        <a:t>DB Tier</a:t>
                      </a:r>
                    </a:p>
                  </a:txBody>
                  <a:tcPr/>
                </a:tc>
                <a:tc>
                  <a:txBody>
                    <a:bodyPr/>
                    <a:lstStyle/>
                    <a:p>
                      <a:r>
                        <a:rPr lang="en-US" sz="1200">
                          <a:latin typeface="+mn-lt"/>
                        </a:rPr>
                        <a:t>No. of Servers</a:t>
                      </a:r>
                    </a:p>
                  </a:txBody>
                  <a:tcPr/>
                </a:tc>
                <a:tc>
                  <a:txBody>
                    <a:bodyPr/>
                    <a:lstStyle/>
                    <a:p>
                      <a:r>
                        <a:rPr lang="en-US" sz="1200">
                          <a:latin typeface="+mn-lt"/>
                        </a:rPr>
                        <a:t>Scale instance</a:t>
                      </a:r>
                    </a:p>
                  </a:txBody>
                  <a:tcPr/>
                </a:tc>
                <a:tc>
                  <a:txBody>
                    <a:bodyPr/>
                    <a:lstStyle/>
                    <a:p>
                      <a:r>
                        <a:rPr lang="en-US" sz="1200">
                          <a:latin typeface="+mn-lt"/>
                        </a:rPr>
                        <a:t>LB</a:t>
                      </a:r>
                    </a:p>
                  </a:txBody>
                  <a:tcPr/>
                </a:tc>
                <a:tc>
                  <a:txBody>
                    <a:bodyPr/>
                    <a:lstStyle/>
                    <a:p>
                      <a:r>
                        <a:rPr lang="en-US" sz="1200">
                          <a:latin typeface="+mn-lt"/>
                        </a:rPr>
                        <a:t>No. of VCPUs</a:t>
                      </a:r>
                    </a:p>
                  </a:txBody>
                  <a:tcPr/>
                </a:tc>
                <a:tc>
                  <a:txBody>
                    <a:bodyPr/>
                    <a:lstStyle/>
                    <a:p>
                      <a:r>
                        <a:rPr lang="en-US" sz="1200">
                          <a:latin typeface="+mn-lt"/>
                        </a:rPr>
                        <a:t>Memory allocation (GB)</a:t>
                      </a:r>
                    </a:p>
                  </a:txBody>
                  <a:tcPr/>
                </a:tc>
                <a:tc>
                  <a:txBody>
                    <a:bodyPr/>
                    <a:lstStyle/>
                    <a:p>
                      <a:r>
                        <a:rPr lang="en-US" sz="1200">
                          <a:latin typeface="+mn-lt"/>
                        </a:rPr>
                        <a:t>Region</a:t>
                      </a:r>
                    </a:p>
                  </a:txBody>
                  <a:tcPr/>
                </a:tc>
                <a:extLst>
                  <a:ext uri="{0D108BD9-81ED-4DB2-BD59-A6C34878D82A}">
                    <a16:rowId xmlns:a16="http://schemas.microsoft.com/office/drawing/2014/main" val="3402317045"/>
                  </a:ext>
                </a:extLst>
              </a:tr>
              <a:tr h="547173">
                <a:tc>
                  <a:txBody>
                    <a:bodyPr/>
                    <a:lstStyle/>
                    <a:p>
                      <a:r>
                        <a:rPr lang="en-US" sz="1200">
                          <a:latin typeface="+mn-lt"/>
                        </a:rPr>
                        <a:t>1</a:t>
                      </a:r>
                    </a:p>
                  </a:txBody>
                  <a:tcPr/>
                </a:tc>
                <a:tc>
                  <a:txBody>
                    <a:bodyPr/>
                    <a:lstStyle/>
                    <a:p>
                      <a:r>
                        <a:rPr lang="en-US" sz="1200">
                          <a:latin typeface="+mn-lt"/>
                        </a:rPr>
                        <a:t>HCP App Server</a:t>
                      </a:r>
                    </a:p>
                  </a:txBody>
                  <a:tcPr/>
                </a:tc>
                <a:tc>
                  <a:txBody>
                    <a:bodyPr/>
                    <a:lstStyle/>
                    <a:p>
                      <a:r>
                        <a:rPr lang="en-US" sz="1200">
                          <a:latin typeface="+mn-lt"/>
                        </a:rPr>
                        <a:t>app-</a:t>
                      </a:r>
                      <a:r>
                        <a:rPr lang="en-US" sz="1200" err="1">
                          <a:latin typeface="+mn-lt"/>
                        </a:rPr>
                        <a:t>wus</a:t>
                      </a:r>
                      <a:r>
                        <a:rPr lang="en-US" sz="1200">
                          <a:latin typeface="+mn-lt"/>
                        </a:rPr>
                        <a:t>-be-hcp-</a:t>
                      </a:r>
                      <a:r>
                        <a:rPr lang="en-US" sz="1200" err="1">
                          <a:latin typeface="+mn-lt"/>
                        </a:rPr>
                        <a:t>gibraltar</a:t>
                      </a:r>
                      <a:r>
                        <a:rPr lang="en-US" sz="1200">
                          <a:latin typeface="+mn-lt"/>
                        </a:rPr>
                        <a:t>-pf</a:t>
                      </a:r>
                    </a:p>
                  </a:txBody>
                  <a:tcPr/>
                </a:tc>
                <a:tc>
                  <a:txBody>
                    <a:bodyPr/>
                    <a:lstStyle/>
                    <a:p>
                      <a:r>
                        <a:rPr lang="en-US" sz="1200">
                          <a:latin typeface="+mn-lt"/>
                        </a:rPr>
                        <a:t>NA</a:t>
                      </a:r>
                    </a:p>
                  </a:txBody>
                  <a:tcPr/>
                </a:tc>
                <a:tc>
                  <a:txBody>
                    <a:bodyPr/>
                    <a:lstStyle/>
                    <a:p>
                      <a:r>
                        <a:rPr lang="en-US" sz="1200">
                          <a:latin typeface="+mn-lt"/>
                        </a:rPr>
                        <a:t>rg-wus-infra-Gibraltar-pf</a:t>
                      </a:r>
                    </a:p>
                  </a:txBody>
                  <a:tcPr/>
                </a:tc>
                <a:tc>
                  <a:txBody>
                    <a:bodyPr/>
                    <a:lstStyle/>
                    <a:p>
                      <a:r>
                        <a:rPr lang="en-US" sz="1200">
                          <a:latin typeface="+mn-lt"/>
                        </a:rPr>
                        <a:t>Linux</a:t>
                      </a:r>
                    </a:p>
                  </a:txBody>
                  <a:tcPr/>
                </a:tc>
                <a:tc>
                  <a:txBody>
                    <a:bodyPr/>
                    <a:lstStyle/>
                    <a:p>
                      <a:r>
                        <a:rPr lang="en-US" sz="1200">
                          <a:latin typeface="+mn-lt"/>
                        </a:rPr>
                        <a:t>Premium V3</a:t>
                      </a:r>
                    </a:p>
                  </a:txBody>
                  <a:tcPr/>
                </a:tc>
                <a:tc>
                  <a:txBody>
                    <a:bodyPr/>
                    <a:lstStyle/>
                    <a:p>
                      <a:r>
                        <a:rPr lang="en-US" sz="1200">
                          <a:latin typeface="+mn-lt"/>
                        </a:rPr>
                        <a:t>NA</a:t>
                      </a:r>
                    </a:p>
                  </a:txBody>
                  <a:tcPr/>
                </a:tc>
                <a:tc>
                  <a:txBody>
                    <a:bodyPr/>
                    <a:lstStyle/>
                    <a:p>
                      <a:r>
                        <a:rPr lang="en-US" sz="1200">
                          <a:latin typeface="+mn-lt"/>
                        </a:rPr>
                        <a:t>1</a:t>
                      </a:r>
                    </a:p>
                  </a:txBody>
                  <a:tcPr/>
                </a:tc>
                <a:tc>
                  <a:txBody>
                    <a:bodyPr/>
                    <a:lstStyle/>
                    <a:p>
                      <a:r>
                        <a:rPr lang="en-US" sz="1200">
                          <a:latin typeface="+mn-lt"/>
                        </a:rPr>
                        <a:t>30</a:t>
                      </a:r>
                    </a:p>
                  </a:txBody>
                  <a:tcPr/>
                </a:tc>
                <a:tc>
                  <a:txBody>
                    <a:bodyPr/>
                    <a:lstStyle/>
                    <a:p>
                      <a:r>
                        <a:rPr lang="en-US" sz="1200">
                          <a:latin typeface="+mn-lt"/>
                        </a:rPr>
                        <a:t>No</a:t>
                      </a:r>
                    </a:p>
                  </a:txBody>
                  <a:tcPr/>
                </a:tc>
                <a:tc>
                  <a:txBody>
                    <a:bodyPr/>
                    <a:lstStyle/>
                    <a:p>
                      <a:r>
                        <a:rPr lang="en-US" sz="1200">
                          <a:latin typeface="+mn-lt"/>
                        </a:rPr>
                        <a:t>4</a:t>
                      </a:r>
                    </a:p>
                  </a:txBody>
                  <a:tcPr/>
                </a:tc>
                <a:tc>
                  <a:txBody>
                    <a:bodyPr/>
                    <a:lstStyle/>
                    <a:p>
                      <a:r>
                        <a:rPr lang="en-US" sz="1200">
                          <a:latin typeface="+mn-lt"/>
                        </a:rPr>
                        <a:t>16</a:t>
                      </a:r>
                    </a:p>
                  </a:txBody>
                  <a:tcPr/>
                </a:tc>
                <a:tc>
                  <a:txBody>
                    <a:bodyPr/>
                    <a:lstStyle/>
                    <a:p>
                      <a:r>
                        <a:rPr lang="en-US" sz="1200">
                          <a:latin typeface="+mn-lt"/>
                        </a:rPr>
                        <a:t>West US</a:t>
                      </a:r>
                    </a:p>
                  </a:txBody>
                  <a:tcPr/>
                </a:tc>
                <a:extLst>
                  <a:ext uri="{0D108BD9-81ED-4DB2-BD59-A6C34878D82A}">
                    <a16:rowId xmlns:a16="http://schemas.microsoft.com/office/drawing/2014/main" val="854935237"/>
                  </a:ext>
                </a:extLst>
              </a:tr>
              <a:tr h="766043">
                <a:tc>
                  <a:txBody>
                    <a:bodyPr/>
                    <a:lstStyle/>
                    <a:p>
                      <a:r>
                        <a:rPr lang="en-US" sz="1200">
                          <a:latin typeface="+mn-lt"/>
                        </a:rPr>
                        <a:t>2</a:t>
                      </a:r>
                    </a:p>
                  </a:txBody>
                  <a:tcPr/>
                </a:tc>
                <a:tc>
                  <a:txBody>
                    <a:bodyPr/>
                    <a:lstStyle/>
                    <a:p>
                      <a:r>
                        <a:rPr lang="en-US" sz="1200">
                          <a:latin typeface="+mn-lt"/>
                        </a:rPr>
                        <a:t>PWD App Server</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a:latin typeface="+mn-lt"/>
                        </a:rPr>
                        <a:t>app-wus-be-pwd-gibraltar-pf</a:t>
                      </a:r>
                      <a:endParaRPr lang="en-US" sz="1200" b="0" i="0" u="none" strike="noStrike">
                        <a:solidFill>
                          <a:schemeClr val="tx1"/>
                        </a:solidFill>
                        <a:effectLst/>
                        <a:latin typeface="+mn-lt"/>
                      </a:endParaRPr>
                    </a:p>
                  </a:txBody>
                  <a:tcPr/>
                </a:tc>
                <a:tc>
                  <a:txBody>
                    <a:bodyPr/>
                    <a:lstStyle/>
                    <a:p>
                      <a:r>
                        <a:rPr lang="en-US" sz="1200">
                          <a:latin typeface="+mn-lt"/>
                        </a:rPr>
                        <a:t>NA</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a:latin typeface="+mn-lt"/>
                        </a:rPr>
                        <a:t>rg-wus-infra-gibraltar-pf</a:t>
                      </a:r>
                      <a:endParaRPr lang="en-US" sz="1200" b="0" i="0" u="none" strike="noStrike">
                        <a:solidFill>
                          <a:schemeClr val="tx1"/>
                        </a:solidFill>
                        <a:effectLst/>
                        <a:latin typeface="+mn-lt"/>
                      </a:endParaRPr>
                    </a:p>
                    <a:p>
                      <a:endParaRPr lang="en-US" sz="1200">
                        <a:latin typeface="+mn-lt"/>
                      </a:endParaRPr>
                    </a:p>
                  </a:txBody>
                  <a:tcPr/>
                </a:tc>
                <a:tc>
                  <a:txBody>
                    <a:bodyPr/>
                    <a:lstStyle/>
                    <a:p>
                      <a:r>
                        <a:rPr lang="en-US" sz="1200">
                          <a:latin typeface="+mn-lt"/>
                        </a:rPr>
                        <a:t>Linux</a:t>
                      </a:r>
                    </a:p>
                  </a:txBody>
                  <a:tcPr/>
                </a:tc>
                <a:tc>
                  <a:txBody>
                    <a:bodyPr/>
                    <a:lstStyle/>
                    <a:p>
                      <a:r>
                        <a:rPr lang="en-US" sz="1200">
                          <a:latin typeface="+mn-lt"/>
                        </a:rPr>
                        <a:t>Premium V3 (P2V3)</a:t>
                      </a:r>
                    </a:p>
                  </a:txBody>
                  <a:tcPr/>
                </a:tc>
                <a:tc>
                  <a:txBody>
                    <a:bodyPr/>
                    <a:lstStyle/>
                    <a:p>
                      <a:r>
                        <a:rPr lang="en-US" sz="1200">
                          <a:latin typeface="+mn-lt"/>
                        </a:rPr>
                        <a:t>NA</a:t>
                      </a:r>
                    </a:p>
                  </a:txBody>
                  <a:tcPr/>
                </a:tc>
                <a:tc>
                  <a:txBody>
                    <a:bodyPr/>
                    <a:lstStyle/>
                    <a:p>
                      <a:r>
                        <a:rPr lang="en-US" sz="1200">
                          <a:latin typeface="+mn-lt"/>
                        </a:rPr>
                        <a:t>1</a:t>
                      </a:r>
                    </a:p>
                  </a:txBody>
                  <a:tcPr/>
                </a:tc>
                <a:tc>
                  <a:txBody>
                    <a:bodyPr/>
                    <a:lstStyle/>
                    <a:p>
                      <a:r>
                        <a:rPr lang="en-US" sz="1200">
                          <a:latin typeface="+mn-lt"/>
                        </a:rPr>
                        <a:t>30</a:t>
                      </a:r>
                    </a:p>
                  </a:txBody>
                  <a:tcPr/>
                </a:tc>
                <a:tc>
                  <a:txBody>
                    <a:bodyPr/>
                    <a:lstStyle/>
                    <a:p>
                      <a:r>
                        <a:rPr lang="en-US" sz="1200">
                          <a:latin typeface="+mn-lt"/>
                        </a:rPr>
                        <a:t>No</a:t>
                      </a:r>
                    </a:p>
                  </a:txBody>
                  <a:tcPr/>
                </a:tc>
                <a:tc>
                  <a:txBody>
                    <a:bodyPr/>
                    <a:lstStyle/>
                    <a:p>
                      <a:r>
                        <a:rPr lang="en-US" sz="1200">
                          <a:latin typeface="+mn-lt"/>
                        </a:rPr>
                        <a:t>4</a:t>
                      </a:r>
                    </a:p>
                  </a:txBody>
                  <a:tcPr/>
                </a:tc>
                <a:tc>
                  <a:txBody>
                    <a:bodyPr/>
                    <a:lstStyle/>
                    <a:p>
                      <a:r>
                        <a:rPr lang="en-US" sz="1200">
                          <a:latin typeface="+mn-lt"/>
                        </a:rPr>
                        <a:t>16</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a:latin typeface="+mn-lt"/>
                        </a:rPr>
                        <a:t>West US</a:t>
                      </a:r>
                    </a:p>
                    <a:p>
                      <a:endParaRPr lang="en-US" sz="1200">
                        <a:latin typeface="+mn-lt"/>
                      </a:endParaRPr>
                    </a:p>
                  </a:txBody>
                  <a:tcPr/>
                </a:tc>
                <a:extLst>
                  <a:ext uri="{0D108BD9-81ED-4DB2-BD59-A6C34878D82A}">
                    <a16:rowId xmlns:a16="http://schemas.microsoft.com/office/drawing/2014/main" val="3460816646"/>
                  </a:ext>
                </a:extLst>
              </a:tr>
              <a:tr h="766043">
                <a:tc>
                  <a:txBody>
                    <a:bodyPr/>
                    <a:lstStyle/>
                    <a:p>
                      <a:r>
                        <a:rPr lang="en-US" sz="1200">
                          <a:latin typeface="+mn-lt"/>
                        </a:rPr>
                        <a:t>3</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b="0" i="0" u="none" strike="noStrike">
                          <a:solidFill>
                            <a:schemeClr val="tx1"/>
                          </a:solidFill>
                          <a:effectLst/>
                          <a:latin typeface="+mn-lt"/>
                        </a:rPr>
                        <a:t>PDF App Services</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a:latin typeface="+mn-lt"/>
                        </a:rPr>
                        <a:t>app-wus-be-pdf-hcp-gibraltar-pf</a:t>
                      </a:r>
                      <a:endParaRPr lang="en-US" sz="1200" b="0" i="0" u="none" strike="noStrike">
                        <a:solidFill>
                          <a:schemeClr val="tx1"/>
                        </a:solidFill>
                        <a:effectLst/>
                        <a:latin typeface="+mn-lt"/>
                      </a:endParaRPr>
                    </a:p>
                  </a:txBody>
                  <a:tcPr/>
                </a:tc>
                <a:tc>
                  <a:txBody>
                    <a:bodyPr/>
                    <a:lstStyle/>
                    <a:p>
                      <a:r>
                        <a:rPr lang="en-US" sz="1200">
                          <a:latin typeface="+mn-lt"/>
                        </a:rPr>
                        <a:t>NA</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a:latin typeface="+mn-lt"/>
                        </a:rPr>
                        <a:t>rg-wus-infra-gibraltar-pf</a:t>
                      </a:r>
                      <a:endParaRPr lang="en-US" sz="1200" b="0" i="0" u="none" strike="noStrike">
                        <a:solidFill>
                          <a:schemeClr val="tx1"/>
                        </a:solidFill>
                        <a:effectLst/>
                        <a:latin typeface="+mn-lt"/>
                      </a:endParaRPr>
                    </a:p>
                  </a:txBody>
                  <a:tcPr/>
                </a:tc>
                <a:tc>
                  <a:txBody>
                    <a:bodyPr/>
                    <a:lstStyle/>
                    <a:p>
                      <a:r>
                        <a:rPr lang="en-US" sz="1200">
                          <a:latin typeface="+mn-lt"/>
                        </a:rPr>
                        <a:t>Linux</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a:latin typeface="+mn-lt"/>
                        </a:rPr>
                        <a:t>Premium V3 (P2V3)</a:t>
                      </a:r>
                    </a:p>
                  </a:txBody>
                  <a:tcPr/>
                </a:tc>
                <a:tc>
                  <a:txBody>
                    <a:bodyPr/>
                    <a:lstStyle/>
                    <a:p>
                      <a:r>
                        <a:rPr lang="en-US" sz="1200">
                          <a:latin typeface="+mn-lt"/>
                        </a:rPr>
                        <a:t>NA</a:t>
                      </a:r>
                    </a:p>
                  </a:txBody>
                  <a:tcPr/>
                </a:tc>
                <a:tc>
                  <a:txBody>
                    <a:bodyPr/>
                    <a:lstStyle/>
                    <a:p>
                      <a:r>
                        <a:rPr lang="en-US" sz="1200">
                          <a:latin typeface="+mn-lt"/>
                        </a:rPr>
                        <a:t>1</a:t>
                      </a:r>
                    </a:p>
                  </a:txBody>
                  <a:tcPr/>
                </a:tc>
                <a:tc>
                  <a:txBody>
                    <a:bodyPr/>
                    <a:lstStyle/>
                    <a:p>
                      <a:r>
                        <a:rPr lang="en-US" sz="1200">
                          <a:latin typeface="+mn-lt"/>
                        </a:rPr>
                        <a:t>30</a:t>
                      </a:r>
                    </a:p>
                  </a:txBody>
                  <a:tcPr/>
                </a:tc>
                <a:tc>
                  <a:txBody>
                    <a:bodyPr/>
                    <a:lstStyle/>
                    <a:p>
                      <a:r>
                        <a:rPr lang="en-US" sz="1200">
                          <a:latin typeface="+mn-lt"/>
                        </a:rPr>
                        <a:t>No</a:t>
                      </a:r>
                    </a:p>
                  </a:txBody>
                  <a:tcPr/>
                </a:tc>
                <a:tc>
                  <a:txBody>
                    <a:bodyPr/>
                    <a:lstStyle/>
                    <a:p>
                      <a:r>
                        <a:rPr lang="en-US" sz="1200">
                          <a:latin typeface="+mn-lt"/>
                        </a:rPr>
                        <a:t>4</a:t>
                      </a:r>
                    </a:p>
                  </a:txBody>
                  <a:tcPr/>
                </a:tc>
                <a:tc>
                  <a:txBody>
                    <a:bodyPr/>
                    <a:lstStyle/>
                    <a:p>
                      <a:r>
                        <a:rPr lang="en-US" sz="1200">
                          <a:latin typeface="+mn-lt"/>
                        </a:rPr>
                        <a:t>16</a:t>
                      </a:r>
                    </a:p>
                  </a:txBody>
                  <a:tcPr/>
                </a:tc>
                <a:tc>
                  <a:txBody>
                    <a:bodyPr/>
                    <a:lstStyle/>
                    <a:p>
                      <a:r>
                        <a:rPr lang="en-US" sz="1200">
                          <a:latin typeface="+mn-lt"/>
                        </a:rPr>
                        <a:t>West US</a:t>
                      </a:r>
                    </a:p>
                  </a:txBody>
                  <a:tcPr/>
                </a:tc>
                <a:extLst>
                  <a:ext uri="{0D108BD9-81ED-4DB2-BD59-A6C34878D82A}">
                    <a16:rowId xmlns:a16="http://schemas.microsoft.com/office/drawing/2014/main" val="8888072"/>
                  </a:ext>
                </a:extLst>
              </a:tr>
              <a:tr h="766043">
                <a:tc>
                  <a:txBody>
                    <a:bodyPr/>
                    <a:lstStyle/>
                    <a:p>
                      <a:r>
                        <a:rPr lang="en-US" sz="1200">
                          <a:latin typeface="+mn-lt"/>
                        </a:rPr>
                        <a:t>4</a:t>
                      </a:r>
                    </a:p>
                  </a:txBody>
                  <a:tcPr/>
                </a:tc>
                <a:tc>
                  <a:txBody>
                    <a:bodyPr/>
                    <a:lstStyle/>
                    <a:p>
                      <a:r>
                        <a:rPr lang="en-US" sz="1200">
                          <a:latin typeface="+mn-lt"/>
                        </a:rPr>
                        <a:t>DMS DB</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a:latin typeface="+mn-lt"/>
                        </a:rPr>
                        <a:t>psql-wus-gibraltar-pf</a:t>
                      </a:r>
                      <a:endParaRPr lang="en-US" sz="1200" b="0" i="0" u="none" strike="noStrike">
                        <a:solidFill>
                          <a:schemeClr val="tx1"/>
                        </a:solidFill>
                        <a:effectLst/>
                        <a:latin typeface="+mn-lt"/>
                      </a:endParaRPr>
                    </a:p>
                  </a:txBody>
                  <a:tcPr/>
                </a:tc>
                <a:tc>
                  <a:txBody>
                    <a:bodyPr/>
                    <a:lstStyle/>
                    <a:p>
                      <a:r>
                        <a:rPr lang="en-US" sz="1200">
                          <a:latin typeface="+mn-lt"/>
                        </a:rPr>
                        <a:t>NA</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a:latin typeface="+mn-lt"/>
                        </a:rPr>
                        <a:t>rg-wus-infra-gibraltar-pf</a:t>
                      </a:r>
                      <a:endParaRPr lang="en-US" sz="1200" b="0" i="0" u="none" strike="noStrike">
                        <a:solidFill>
                          <a:schemeClr val="tx1"/>
                        </a:solidFill>
                        <a:effectLst/>
                        <a:latin typeface="+mn-lt"/>
                      </a:endParaRPr>
                    </a:p>
                  </a:txBody>
                  <a:tcPr/>
                </a:tc>
                <a:tc>
                  <a:txBody>
                    <a:bodyPr/>
                    <a:lstStyle/>
                    <a:p>
                      <a:r>
                        <a:rPr lang="en-US" sz="1200">
                          <a:latin typeface="+mn-lt"/>
                        </a:rPr>
                        <a:t>NA</a:t>
                      </a:r>
                    </a:p>
                  </a:txBody>
                  <a:tcPr/>
                </a:tc>
                <a:tc>
                  <a:txBody>
                    <a:bodyPr/>
                    <a:lstStyle/>
                    <a:p>
                      <a:r>
                        <a:rPr lang="en-US" sz="1200">
                          <a:latin typeface="+mn-lt"/>
                        </a:rPr>
                        <a:t>NA</a:t>
                      </a:r>
                    </a:p>
                  </a:txBody>
                  <a:tcPr/>
                </a:tc>
                <a:tc>
                  <a:txBody>
                    <a:bodyPr/>
                    <a:lstStyle/>
                    <a:p>
                      <a:r>
                        <a:rPr lang="en-US" sz="1200">
                          <a:latin typeface="+mn-lt"/>
                        </a:rPr>
                        <a:t>Gen Purpose 4v</a:t>
                      </a:r>
                    </a:p>
                  </a:txBody>
                  <a:tcPr/>
                </a:tc>
                <a:tc>
                  <a:txBody>
                    <a:bodyPr/>
                    <a:lstStyle/>
                    <a:p>
                      <a:r>
                        <a:rPr lang="en-US" sz="1200">
                          <a:latin typeface="+mn-lt"/>
                        </a:rPr>
                        <a:t>1</a:t>
                      </a:r>
                    </a:p>
                  </a:txBody>
                  <a:tcPr/>
                </a:tc>
                <a:tc>
                  <a:txBody>
                    <a:bodyPr/>
                    <a:lstStyle/>
                    <a:p>
                      <a:endParaRPr lang="en-US" sz="1200">
                        <a:latin typeface="+mn-lt"/>
                      </a:endParaRPr>
                    </a:p>
                  </a:txBody>
                  <a:tcPr/>
                </a:tc>
                <a:tc>
                  <a:txBody>
                    <a:bodyPr/>
                    <a:lstStyle/>
                    <a:p>
                      <a:r>
                        <a:rPr lang="en-US" sz="1200">
                          <a:latin typeface="+mn-lt"/>
                        </a:rPr>
                        <a:t>No</a:t>
                      </a:r>
                    </a:p>
                  </a:txBody>
                  <a:tcPr/>
                </a:tc>
                <a:tc>
                  <a:txBody>
                    <a:bodyPr/>
                    <a:lstStyle/>
                    <a:p>
                      <a:r>
                        <a:rPr lang="en-US" sz="1200">
                          <a:latin typeface="+mn-lt"/>
                        </a:rPr>
                        <a:t>4</a:t>
                      </a:r>
                    </a:p>
                  </a:txBody>
                  <a:tcPr/>
                </a:tc>
                <a:tc>
                  <a:txBody>
                    <a:bodyPr/>
                    <a:lstStyle/>
                    <a:p>
                      <a:r>
                        <a:rPr lang="en-US" sz="1200">
                          <a:latin typeface="+mn-lt"/>
                        </a:rPr>
                        <a:t>20 (5 GB Per Vcore</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a:latin typeface="+mn-lt"/>
                        </a:rPr>
                        <a:t>West US</a:t>
                      </a:r>
                    </a:p>
                    <a:p>
                      <a:endParaRPr lang="en-US" sz="1200">
                        <a:latin typeface="+mn-lt"/>
                      </a:endParaRPr>
                    </a:p>
                  </a:txBody>
                  <a:tcPr/>
                </a:tc>
                <a:extLst>
                  <a:ext uri="{0D108BD9-81ED-4DB2-BD59-A6C34878D82A}">
                    <a16:rowId xmlns:a16="http://schemas.microsoft.com/office/drawing/2014/main" val="2492943226"/>
                  </a:ext>
                </a:extLst>
              </a:tr>
              <a:tr h="547173">
                <a:tc>
                  <a:txBody>
                    <a:bodyPr/>
                    <a:lstStyle/>
                    <a:p>
                      <a:r>
                        <a:rPr lang="en-US" sz="1200">
                          <a:latin typeface="+mn-lt"/>
                        </a:rPr>
                        <a:t>5</a:t>
                      </a:r>
                    </a:p>
                  </a:txBody>
                  <a:tcPr/>
                </a:tc>
                <a:tc>
                  <a:txBody>
                    <a:bodyPr/>
                    <a:lstStyle/>
                    <a:p>
                      <a:r>
                        <a:rPr lang="en-US" sz="1200">
                          <a:latin typeface="+mn-lt"/>
                        </a:rPr>
                        <a:t>Container Group</a:t>
                      </a:r>
                    </a:p>
                  </a:txBody>
                  <a:tcPr/>
                </a:tc>
                <a:tc>
                  <a:txBody>
                    <a:bodyPr/>
                    <a:lstStyle/>
                    <a:p>
                      <a:r>
                        <a:rPr lang="en-US" sz="1200">
                          <a:latin typeface="+mn-lt"/>
                        </a:rPr>
                        <a:t>etl-cloud-api-hcp-pwddatalake-pf </a:t>
                      </a:r>
                    </a:p>
                  </a:txBody>
                  <a:tcPr/>
                </a:tc>
                <a:tc>
                  <a:txBody>
                    <a:bodyPr/>
                    <a:lstStyle/>
                    <a:p>
                      <a:r>
                        <a:rPr lang="en-US" sz="1200">
                          <a:latin typeface="+mn-lt"/>
                        </a:rPr>
                        <a:t>8</a:t>
                      </a:r>
                    </a:p>
                  </a:txBody>
                  <a:tcPr/>
                </a:tc>
                <a:tc>
                  <a:txBody>
                    <a:bodyPr/>
                    <a:lstStyle/>
                    <a:p>
                      <a:r>
                        <a:rPr lang="en-US" sz="1200">
                          <a:latin typeface="+mn-lt"/>
                        </a:rPr>
                        <a:t>rg-wus-infra-Gibraltar-pf</a:t>
                      </a:r>
                    </a:p>
                  </a:txBody>
                  <a:tcPr/>
                </a:tc>
                <a:tc>
                  <a:txBody>
                    <a:bodyPr/>
                    <a:lstStyle/>
                    <a:p>
                      <a:r>
                        <a:rPr lang="en-US" sz="1200">
                          <a:latin typeface="+mn-lt"/>
                        </a:rPr>
                        <a:t>NA</a:t>
                      </a:r>
                    </a:p>
                  </a:txBody>
                  <a:tcPr/>
                </a:tc>
                <a:tc>
                  <a:txBody>
                    <a:bodyPr/>
                    <a:lstStyle/>
                    <a:p>
                      <a:r>
                        <a:rPr lang="en-US" sz="1200">
                          <a:latin typeface="+mn-lt"/>
                        </a:rPr>
                        <a:t>NA</a:t>
                      </a:r>
                    </a:p>
                  </a:txBody>
                  <a:tcPr/>
                </a:tc>
                <a:tc>
                  <a:txBody>
                    <a:bodyPr/>
                    <a:lstStyle/>
                    <a:p>
                      <a:r>
                        <a:rPr lang="en-US" sz="1200">
                          <a:latin typeface="+mn-lt"/>
                        </a:rPr>
                        <a:t>NA</a:t>
                      </a:r>
                    </a:p>
                  </a:txBody>
                  <a:tcPr/>
                </a:tc>
                <a:tc>
                  <a:txBody>
                    <a:bodyPr/>
                    <a:lstStyle/>
                    <a:p>
                      <a:r>
                        <a:rPr lang="en-US" sz="1200">
                          <a:latin typeface="+mn-lt"/>
                        </a:rPr>
                        <a:t>1</a:t>
                      </a:r>
                    </a:p>
                  </a:txBody>
                  <a:tcPr/>
                </a:tc>
                <a:tc>
                  <a:txBody>
                    <a:bodyPr/>
                    <a:lstStyle/>
                    <a:p>
                      <a:endParaRPr lang="en-US" sz="1200">
                        <a:latin typeface="+mn-lt"/>
                      </a:endParaRPr>
                    </a:p>
                  </a:txBody>
                  <a:tcPr/>
                </a:tc>
                <a:tc>
                  <a:txBody>
                    <a:bodyPr/>
                    <a:lstStyle/>
                    <a:p>
                      <a:r>
                        <a:rPr lang="en-US" sz="1200">
                          <a:latin typeface="+mn-lt"/>
                        </a:rPr>
                        <a:t>No</a:t>
                      </a:r>
                    </a:p>
                  </a:txBody>
                  <a:tcPr/>
                </a:tc>
                <a:tc>
                  <a:txBody>
                    <a:bodyPr/>
                    <a:lstStyle/>
                    <a:p>
                      <a:r>
                        <a:rPr lang="en-US" sz="1200">
                          <a:latin typeface="+mn-lt"/>
                        </a:rPr>
                        <a:t>4</a:t>
                      </a:r>
                    </a:p>
                  </a:txBody>
                  <a:tcPr/>
                </a:tc>
                <a:tc>
                  <a:txBody>
                    <a:bodyPr/>
                    <a:lstStyle/>
                    <a:p>
                      <a:r>
                        <a:rPr lang="en-US" sz="1200">
                          <a:latin typeface="+mn-lt"/>
                        </a:rPr>
                        <a:t>16</a:t>
                      </a:r>
                    </a:p>
                  </a:txBody>
                  <a:tcPr/>
                </a:tc>
                <a:tc>
                  <a:txBody>
                    <a:bodyPr/>
                    <a:lstStyle/>
                    <a:p>
                      <a:r>
                        <a:rPr lang="en-US" sz="1200">
                          <a:latin typeface="+mn-lt"/>
                        </a:rPr>
                        <a:t>West US</a:t>
                      </a:r>
                    </a:p>
                  </a:txBody>
                  <a:tcPr/>
                </a:tc>
                <a:extLst>
                  <a:ext uri="{0D108BD9-81ED-4DB2-BD59-A6C34878D82A}">
                    <a16:rowId xmlns:a16="http://schemas.microsoft.com/office/drawing/2014/main" val="2654064376"/>
                  </a:ext>
                </a:extLst>
              </a:tr>
              <a:tr h="547173">
                <a:tc>
                  <a:txBody>
                    <a:bodyPr/>
                    <a:lstStyle/>
                    <a:p>
                      <a:r>
                        <a:rPr lang="en-US" sz="1200">
                          <a:latin typeface="+mn-lt"/>
                        </a:rPr>
                        <a:t>6</a:t>
                      </a:r>
                    </a:p>
                  </a:txBody>
                  <a:tcPr/>
                </a:tc>
                <a:tc>
                  <a:txBody>
                    <a:bodyPr/>
                    <a:lstStyle/>
                    <a:p>
                      <a:endParaRPr lang="en-US" sz="1200">
                        <a:latin typeface="+mn-lt"/>
                      </a:endParaRPr>
                    </a:p>
                  </a:txBody>
                  <a:tcPr/>
                </a:tc>
                <a:tc>
                  <a:txBody>
                    <a:bodyPr/>
                    <a:lstStyle/>
                    <a:p>
                      <a:r>
                        <a:rPr lang="en-US" sz="1200">
                          <a:latin typeface="+mn-lt"/>
                        </a:rPr>
                        <a:t>etl-cloud-api-hcp-pwddatamart-pf </a:t>
                      </a:r>
                    </a:p>
                  </a:txBody>
                  <a:tcPr/>
                </a:tc>
                <a:tc>
                  <a:txBody>
                    <a:bodyPr/>
                    <a:lstStyle/>
                    <a:p>
                      <a:r>
                        <a:rPr lang="en-US" sz="1200">
                          <a:latin typeface="+mn-lt"/>
                        </a:rPr>
                        <a:t>10</a:t>
                      </a:r>
                    </a:p>
                  </a:txBody>
                  <a:tcPr/>
                </a:tc>
                <a:tc>
                  <a:txBody>
                    <a:bodyPr/>
                    <a:lstStyle/>
                    <a:p>
                      <a:r>
                        <a:rPr lang="en-US" sz="1200">
                          <a:latin typeface="+mn-lt"/>
                        </a:rPr>
                        <a:t>rg-wus-infra-Gibraltar-pf</a:t>
                      </a:r>
                    </a:p>
                  </a:txBody>
                  <a:tcPr/>
                </a:tc>
                <a:tc>
                  <a:txBody>
                    <a:bodyPr/>
                    <a:lstStyle/>
                    <a:p>
                      <a:r>
                        <a:rPr lang="en-US" sz="1200">
                          <a:latin typeface="+mn-lt"/>
                        </a:rPr>
                        <a:t>NA</a:t>
                      </a:r>
                    </a:p>
                  </a:txBody>
                  <a:tcPr/>
                </a:tc>
                <a:tc>
                  <a:txBody>
                    <a:bodyPr/>
                    <a:lstStyle/>
                    <a:p>
                      <a:r>
                        <a:rPr lang="en-US" sz="1200">
                          <a:latin typeface="+mn-lt"/>
                        </a:rPr>
                        <a:t>NA</a:t>
                      </a:r>
                    </a:p>
                  </a:txBody>
                  <a:tcPr/>
                </a:tc>
                <a:tc>
                  <a:txBody>
                    <a:bodyPr/>
                    <a:lstStyle/>
                    <a:p>
                      <a:r>
                        <a:rPr lang="en-US" sz="1200">
                          <a:latin typeface="+mn-lt"/>
                        </a:rPr>
                        <a:t>NA</a:t>
                      </a:r>
                    </a:p>
                  </a:txBody>
                  <a:tcPr/>
                </a:tc>
                <a:tc>
                  <a:txBody>
                    <a:bodyPr/>
                    <a:lstStyle/>
                    <a:p>
                      <a:r>
                        <a:rPr lang="en-US" sz="1200">
                          <a:latin typeface="+mn-lt"/>
                        </a:rPr>
                        <a:t>1</a:t>
                      </a:r>
                    </a:p>
                  </a:txBody>
                  <a:tcPr/>
                </a:tc>
                <a:tc>
                  <a:txBody>
                    <a:bodyPr/>
                    <a:lstStyle/>
                    <a:p>
                      <a:endParaRPr lang="en-US" sz="1200">
                        <a:latin typeface="+mn-lt"/>
                      </a:endParaRPr>
                    </a:p>
                  </a:txBody>
                  <a:tcPr/>
                </a:tc>
                <a:tc>
                  <a:txBody>
                    <a:bodyPr/>
                    <a:lstStyle/>
                    <a:p>
                      <a:r>
                        <a:rPr lang="en-US" sz="1200">
                          <a:latin typeface="+mn-lt"/>
                        </a:rPr>
                        <a:t>No</a:t>
                      </a:r>
                    </a:p>
                  </a:txBody>
                  <a:tcPr/>
                </a:tc>
                <a:tc>
                  <a:txBody>
                    <a:bodyPr/>
                    <a:lstStyle/>
                    <a:p>
                      <a:r>
                        <a:rPr lang="en-US" sz="1200">
                          <a:latin typeface="+mn-lt"/>
                        </a:rPr>
                        <a:t>4</a:t>
                      </a:r>
                    </a:p>
                  </a:txBody>
                  <a:tcPr/>
                </a:tc>
                <a:tc>
                  <a:txBody>
                    <a:bodyPr/>
                    <a:lstStyle/>
                    <a:p>
                      <a:r>
                        <a:rPr lang="en-US" sz="1200">
                          <a:latin typeface="+mn-lt"/>
                        </a:rPr>
                        <a:t>NA</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a:latin typeface="+mn-lt"/>
                        </a:rPr>
                        <a:t>West US</a:t>
                      </a:r>
                    </a:p>
                  </a:txBody>
                  <a:tcPr/>
                </a:tc>
                <a:extLst>
                  <a:ext uri="{0D108BD9-81ED-4DB2-BD59-A6C34878D82A}">
                    <a16:rowId xmlns:a16="http://schemas.microsoft.com/office/drawing/2014/main" val="2873767947"/>
                  </a:ext>
                </a:extLst>
              </a:tr>
            </a:tbl>
          </a:graphicData>
        </a:graphic>
      </p:graphicFrame>
    </p:spTree>
    <p:extLst>
      <p:ext uri="{BB962C8B-B14F-4D97-AF65-F5344CB8AC3E}">
        <p14:creationId xmlns:p14="http://schemas.microsoft.com/office/powerpoint/2010/main" val="3353432610"/>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04754-F4C5-32BD-982F-10D597CA529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083373E-E63E-09FF-039C-E76A4A98E870}"/>
              </a:ext>
            </a:extLst>
          </p:cNvPr>
          <p:cNvSpPr>
            <a:spLocks noGrp="1"/>
          </p:cNvSpPr>
          <p:nvPr>
            <p:ph type="ftr" sz="quarter" idx="15"/>
          </p:nvPr>
        </p:nvSpPr>
        <p:spPr/>
        <p:txBody>
          <a:bodyPr/>
          <a:lstStyle/>
          <a:p>
            <a:r>
              <a:rPr lang="en-US"/>
              <a:t>CONFIDENTIAL</a:t>
            </a:r>
          </a:p>
        </p:txBody>
      </p:sp>
      <p:sp>
        <p:nvSpPr>
          <p:cNvPr id="3" name="Slide Number Placeholder 2">
            <a:extLst>
              <a:ext uri="{FF2B5EF4-FFF2-40B4-BE49-F238E27FC236}">
                <a16:creationId xmlns:a16="http://schemas.microsoft.com/office/drawing/2014/main" id="{8B6B34F1-AED8-9F4C-262C-FFB29BE75B09}"/>
              </a:ext>
            </a:extLst>
          </p:cNvPr>
          <p:cNvSpPr>
            <a:spLocks noGrp="1"/>
          </p:cNvSpPr>
          <p:nvPr>
            <p:ph type="sldNum" sz="quarter" idx="16"/>
          </p:nvPr>
        </p:nvSpPr>
        <p:spPr/>
        <p:txBody>
          <a:bodyPr/>
          <a:lstStyle/>
          <a:p>
            <a:fld id="{4F90343F-D056-4E24-BE3D-A305BDC1A23E}" type="slidenum">
              <a:rPr lang="en-US" smtClean="0"/>
              <a:pPr/>
              <a:t>16</a:t>
            </a:fld>
            <a:endParaRPr lang="en-US"/>
          </a:p>
        </p:txBody>
      </p:sp>
      <p:sp>
        <p:nvSpPr>
          <p:cNvPr id="32" name="Title 31">
            <a:extLst>
              <a:ext uri="{FF2B5EF4-FFF2-40B4-BE49-F238E27FC236}">
                <a16:creationId xmlns:a16="http://schemas.microsoft.com/office/drawing/2014/main" id="{F01C4C9C-145A-D226-AE80-451C119B8C19}"/>
              </a:ext>
            </a:extLst>
          </p:cNvPr>
          <p:cNvSpPr>
            <a:spLocks noGrp="1"/>
          </p:cNvSpPr>
          <p:nvPr>
            <p:ph type="title"/>
          </p:nvPr>
        </p:nvSpPr>
        <p:spPr>
          <a:xfrm>
            <a:off x="435262" y="2430877"/>
            <a:ext cx="11273991" cy="1147160"/>
          </a:xfrm>
        </p:spPr>
        <p:txBody>
          <a:bodyPr/>
          <a:lstStyle/>
          <a:p>
            <a:pPr algn="ctr"/>
            <a:r>
              <a:rPr lang="en-US">
                <a:latin typeface="+mj-lt"/>
              </a:rPr>
              <a:t> Thank you!</a:t>
            </a:r>
            <a:endParaRPr lang="en-US">
              <a:solidFill>
                <a:schemeClr val="accent2"/>
              </a:solidFill>
              <a:latin typeface="+mj-lt"/>
            </a:endParaRPr>
          </a:p>
        </p:txBody>
      </p:sp>
    </p:spTree>
    <p:extLst>
      <p:ext uri="{BB962C8B-B14F-4D97-AF65-F5344CB8AC3E}">
        <p14:creationId xmlns:p14="http://schemas.microsoft.com/office/powerpoint/2010/main" val="252207051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C0390-3E96-5646-1755-BD76DB6BAC0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27C4FD0-FAC0-9E19-1021-26B8D97CF87A}"/>
              </a:ext>
            </a:extLst>
          </p:cNvPr>
          <p:cNvSpPr>
            <a:spLocks noGrp="1"/>
          </p:cNvSpPr>
          <p:nvPr>
            <p:ph type="ftr" sz="quarter" idx="15"/>
          </p:nvPr>
        </p:nvSpPr>
        <p:spPr/>
        <p:txBody>
          <a:bodyPr/>
          <a:lstStyle/>
          <a:p>
            <a:r>
              <a:rPr lang="en-US"/>
              <a:t>CONFIDENTIAL</a:t>
            </a:r>
          </a:p>
        </p:txBody>
      </p:sp>
      <p:sp>
        <p:nvSpPr>
          <p:cNvPr id="4" name="Slide Number Placeholder 3">
            <a:extLst>
              <a:ext uri="{FF2B5EF4-FFF2-40B4-BE49-F238E27FC236}">
                <a16:creationId xmlns:a16="http://schemas.microsoft.com/office/drawing/2014/main" id="{9F28A682-F490-FF19-4286-76E6FEA8C8AC}"/>
              </a:ext>
            </a:extLst>
          </p:cNvPr>
          <p:cNvSpPr>
            <a:spLocks noGrp="1"/>
          </p:cNvSpPr>
          <p:nvPr>
            <p:ph type="sldNum" sz="quarter" idx="16"/>
          </p:nvPr>
        </p:nvSpPr>
        <p:spPr/>
        <p:txBody>
          <a:bodyPr/>
          <a:lstStyle/>
          <a:p>
            <a:fld id="{4F90343F-D056-4E24-BE3D-A305BDC1A23E}" type="slidenum">
              <a:rPr lang="en-US" smtClean="0"/>
              <a:pPr/>
              <a:t>17</a:t>
            </a:fld>
            <a:endParaRPr lang="en-US"/>
          </a:p>
        </p:txBody>
      </p:sp>
      <p:sp>
        <p:nvSpPr>
          <p:cNvPr id="7" name="Rectangle 6">
            <a:extLst>
              <a:ext uri="{FF2B5EF4-FFF2-40B4-BE49-F238E27FC236}">
                <a16:creationId xmlns:a16="http://schemas.microsoft.com/office/drawing/2014/main" id="{CD3F2645-2EC8-0663-4EB0-4AA317E9A013}"/>
              </a:ext>
            </a:extLst>
          </p:cNvPr>
          <p:cNvSpPr/>
          <p:nvPr/>
        </p:nvSpPr>
        <p:spPr>
          <a:xfrm>
            <a:off x="718456" y="123099"/>
            <a:ext cx="10776857"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a:solidFill>
                  <a:schemeClr val="bg1"/>
                </a:solidFill>
              </a:rPr>
              <a:t>In-scope Scenarios with Endpoint URL</a:t>
            </a:r>
          </a:p>
        </p:txBody>
      </p:sp>
      <p:sp>
        <p:nvSpPr>
          <p:cNvPr id="8" name="TextBox 7">
            <a:extLst>
              <a:ext uri="{FF2B5EF4-FFF2-40B4-BE49-F238E27FC236}">
                <a16:creationId xmlns:a16="http://schemas.microsoft.com/office/drawing/2014/main" id="{472C1DF3-0F23-4CF6-D0D3-EA7FA10D9B77}"/>
              </a:ext>
            </a:extLst>
          </p:cNvPr>
          <p:cNvSpPr txBox="1"/>
          <p:nvPr/>
        </p:nvSpPr>
        <p:spPr>
          <a:xfrm>
            <a:off x="670102" y="602947"/>
            <a:ext cx="8909834" cy="276999"/>
          </a:xfrm>
          <a:prstGeom prst="rect">
            <a:avLst/>
          </a:prstGeom>
          <a:noFill/>
        </p:spPr>
        <p:txBody>
          <a:bodyPr wrap="square">
            <a:spAutoFit/>
          </a:bodyPr>
          <a:lstStyle/>
          <a:p>
            <a:r>
              <a:rPr lang="en-US" sz="1200" b="1"/>
              <a:t>In-Scope scenario with Endpoint URL - </a:t>
            </a:r>
            <a:r>
              <a:rPr lang="en-US" sz="1200" b="0" i="0">
                <a:solidFill>
                  <a:srgbClr val="172B4D"/>
                </a:solidFill>
                <a:effectLst/>
                <a:latin typeface="-apple-system"/>
              </a:rPr>
              <a:t>Following are the scenarios which will be tested using both API and GUI</a:t>
            </a:r>
            <a:endParaRPr lang="en-US" sz="1200" b="1"/>
          </a:p>
        </p:txBody>
      </p:sp>
      <p:graphicFrame>
        <p:nvGraphicFramePr>
          <p:cNvPr id="6" name="Table 5">
            <a:extLst>
              <a:ext uri="{FF2B5EF4-FFF2-40B4-BE49-F238E27FC236}">
                <a16:creationId xmlns:a16="http://schemas.microsoft.com/office/drawing/2014/main" id="{088814E4-CB24-FB2A-8ACC-26267E662982}"/>
              </a:ext>
            </a:extLst>
          </p:cNvPr>
          <p:cNvGraphicFramePr>
            <a:graphicFrameLocks noGrp="1"/>
          </p:cNvGraphicFramePr>
          <p:nvPr>
            <p:extLst>
              <p:ext uri="{D42A27DB-BD31-4B8C-83A1-F6EECF244321}">
                <p14:modId xmlns:p14="http://schemas.microsoft.com/office/powerpoint/2010/main" val="3312684165"/>
              </p:ext>
            </p:extLst>
          </p:nvPr>
        </p:nvGraphicFramePr>
        <p:xfrm>
          <a:off x="718456" y="863179"/>
          <a:ext cx="10776857" cy="5423597"/>
        </p:xfrm>
        <a:graphic>
          <a:graphicData uri="http://schemas.openxmlformats.org/drawingml/2006/table">
            <a:tbl>
              <a:tblPr firstRow="1" bandRow="1">
                <a:tableStyleId>{5C22544A-7EE6-4342-B048-85BDC9FD1C3A}</a:tableStyleId>
              </a:tblPr>
              <a:tblGrid>
                <a:gridCol w="1572162">
                  <a:extLst>
                    <a:ext uri="{9D8B030D-6E8A-4147-A177-3AD203B41FA5}">
                      <a16:colId xmlns:a16="http://schemas.microsoft.com/office/drawing/2014/main" val="4117921048"/>
                    </a:ext>
                  </a:extLst>
                </a:gridCol>
                <a:gridCol w="3916218">
                  <a:extLst>
                    <a:ext uri="{9D8B030D-6E8A-4147-A177-3AD203B41FA5}">
                      <a16:colId xmlns:a16="http://schemas.microsoft.com/office/drawing/2014/main" val="2226252745"/>
                    </a:ext>
                  </a:extLst>
                </a:gridCol>
                <a:gridCol w="5288477">
                  <a:extLst>
                    <a:ext uri="{9D8B030D-6E8A-4147-A177-3AD203B41FA5}">
                      <a16:colId xmlns:a16="http://schemas.microsoft.com/office/drawing/2014/main" val="205041436"/>
                    </a:ext>
                  </a:extLst>
                </a:gridCol>
              </a:tblGrid>
              <a:tr h="177489">
                <a:tc>
                  <a:txBody>
                    <a:bodyPr/>
                    <a:lstStyle/>
                    <a:p>
                      <a:pPr algn="ctr" rtl="0" fontAlgn="ctr"/>
                      <a:r>
                        <a:rPr lang="en-US" sz="1200" b="1" i="0" u="none" strike="noStrike">
                          <a:solidFill>
                            <a:srgbClr val="FFFFFF"/>
                          </a:solidFill>
                          <a:effectLst/>
                          <a:latin typeface="+mj-lt"/>
                        </a:rPr>
                        <a:t>Sl. No.</a:t>
                      </a:r>
                    </a:p>
                  </a:txBody>
                  <a:tcPr marL="0" marR="0" marT="0" marB="0" anchor="ctr"/>
                </a:tc>
                <a:tc>
                  <a:txBody>
                    <a:bodyPr/>
                    <a:lstStyle/>
                    <a:p>
                      <a:pPr algn="ctr" rtl="0" fontAlgn="ctr"/>
                      <a:r>
                        <a:rPr lang="en-US" sz="1200" b="1" i="0" u="none" strike="noStrike">
                          <a:solidFill>
                            <a:srgbClr val="FFFFFF"/>
                          </a:solidFill>
                          <a:effectLst/>
                          <a:latin typeface="+mj-lt"/>
                        </a:rPr>
                        <a:t>Scenario</a:t>
                      </a:r>
                    </a:p>
                  </a:txBody>
                  <a:tcPr marL="0" marR="0" marT="0" marB="0" anchor="ctr"/>
                </a:tc>
                <a:tc>
                  <a:txBody>
                    <a:bodyPr/>
                    <a:lstStyle/>
                    <a:p>
                      <a:pPr algn="ctr" rtl="0" fontAlgn="ctr"/>
                      <a:r>
                        <a:rPr lang="en-US" sz="1200" b="1" i="0" u="none" strike="noStrike" err="1">
                          <a:solidFill>
                            <a:srgbClr val="FFFFFF"/>
                          </a:solidFill>
                          <a:effectLst/>
                          <a:latin typeface="+mj-lt"/>
                        </a:rPr>
                        <a:t>EndPoint</a:t>
                      </a:r>
                      <a:r>
                        <a:rPr lang="en-US" sz="1200" b="1" i="0" u="none" strike="noStrike">
                          <a:solidFill>
                            <a:srgbClr val="FFFFFF"/>
                          </a:solidFill>
                          <a:effectLst/>
                          <a:latin typeface="+mj-lt"/>
                        </a:rPr>
                        <a:t> URL</a:t>
                      </a:r>
                    </a:p>
                  </a:txBody>
                  <a:tcPr marL="0" marR="0" marT="0" marB="0" anchor="ctr"/>
                </a:tc>
                <a:extLst>
                  <a:ext uri="{0D108BD9-81ED-4DB2-BD59-A6C34878D82A}">
                    <a16:rowId xmlns:a16="http://schemas.microsoft.com/office/drawing/2014/main" val="808366037"/>
                  </a:ext>
                </a:extLst>
              </a:tr>
              <a:tr h="177489">
                <a:tc>
                  <a:txBody>
                    <a:bodyPr/>
                    <a:lstStyle/>
                    <a:p>
                      <a:pPr algn="ctr" fontAlgn="ctr"/>
                      <a:r>
                        <a:rPr lang="en-US" sz="1200" b="0" i="0" u="none" strike="noStrike">
                          <a:solidFill>
                            <a:srgbClr val="000000"/>
                          </a:solidFill>
                          <a:effectLst/>
                          <a:latin typeface="+mj-lt"/>
                        </a:rPr>
                        <a:t>1</a:t>
                      </a:r>
                    </a:p>
                  </a:txBody>
                  <a:tcPr marL="0" marR="0" marT="0" marB="0" anchor="ctr"/>
                </a:tc>
                <a:tc>
                  <a:txBody>
                    <a:bodyPr/>
                    <a:lstStyle/>
                    <a:p>
                      <a:pPr algn="l" rtl="0" fontAlgn="ctr"/>
                      <a:r>
                        <a:rPr lang="en-US" sz="1200" b="0" i="0" u="none" strike="noStrike">
                          <a:solidFill>
                            <a:srgbClr val="000000"/>
                          </a:solidFill>
                          <a:effectLst/>
                          <a:latin typeface="+mj-lt"/>
                        </a:rPr>
                        <a:t>Report generation</a:t>
                      </a:r>
                    </a:p>
                  </a:txBody>
                  <a:tcPr marL="0" marR="0" marT="0" marB="0" anchor="ctr"/>
                </a:tc>
                <a:tc>
                  <a:txBody>
                    <a:bodyPr/>
                    <a:lstStyle/>
                    <a:p>
                      <a:pPr algn="l" fontAlgn="b"/>
                      <a:r>
                        <a:rPr lang="en-US" sz="1200" b="0" i="0" u="none" strike="noStrike">
                          <a:solidFill>
                            <a:srgbClr val="000000"/>
                          </a:solidFill>
                          <a:effectLst/>
                          <a:latin typeface="+mj-lt"/>
                        </a:rPr>
                        <a:t>/generate?</a:t>
                      </a:r>
                    </a:p>
                  </a:txBody>
                  <a:tcPr marL="0" marR="0" marT="0" marB="0" anchor="b"/>
                </a:tc>
                <a:extLst>
                  <a:ext uri="{0D108BD9-81ED-4DB2-BD59-A6C34878D82A}">
                    <a16:rowId xmlns:a16="http://schemas.microsoft.com/office/drawing/2014/main" val="2194146527"/>
                  </a:ext>
                </a:extLst>
              </a:tr>
              <a:tr h="177489">
                <a:tc>
                  <a:txBody>
                    <a:bodyPr/>
                    <a:lstStyle/>
                    <a:p>
                      <a:pPr algn="ctr" fontAlgn="ctr"/>
                      <a:r>
                        <a:rPr lang="en-US" sz="1200" b="0" i="0" u="none" strike="noStrike">
                          <a:solidFill>
                            <a:srgbClr val="000000"/>
                          </a:solidFill>
                          <a:effectLst/>
                          <a:latin typeface="+mj-lt"/>
                        </a:rPr>
                        <a:t>2</a:t>
                      </a:r>
                    </a:p>
                  </a:txBody>
                  <a:tcPr marL="0" marR="0" marT="0" marB="0" anchor="ctr"/>
                </a:tc>
                <a:tc>
                  <a:txBody>
                    <a:bodyPr/>
                    <a:lstStyle/>
                    <a:p>
                      <a:pPr algn="l" rtl="0" fontAlgn="ctr"/>
                      <a:r>
                        <a:rPr lang="en-US" sz="1200" b="0" i="0" u="none" strike="noStrike">
                          <a:solidFill>
                            <a:srgbClr val="000000"/>
                          </a:solidFill>
                          <a:effectLst/>
                          <a:latin typeface="+mj-lt"/>
                        </a:rPr>
                        <a:t>Navigation (landing page - patient directory)</a:t>
                      </a:r>
                    </a:p>
                  </a:txBody>
                  <a:tcPr marL="0" marR="0" marT="0" marB="0" anchor="ctr"/>
                </a:tc>
                <a:tc>
                  <a:txBody>
                    <a:bodyPr/>
                    <a:lstStyle/>
                    <a:p>
                      <a:pPr algn="l" fontAlgn="b"/>
                      <a:r>
                        <a:rPr lang="en-US" sz="1200" b="0" i="0" u="none" strike="noStrike">
                          <a:solidFill>
                            <a:srgbClr val="000000"/>
                          </a:solidFill>
                          <a:effectLst/>
                          <a:latin typeface="+mj-lt"/>
                        </a:rPr>
                        <a:t>/patients</a:t>
                      </a:r>
                    </a:p>
                  </a:txBody>
                  <a:tcPr marL="0" marR="0" marT="0" marB="0" anchor="b"/>
                </a:tc>
                <a:extLst>
                  <a:ext uri="{0D108BD9-81ED-4DB2-BD59-A6C34878D82A}">
                    <a16:rowId xmlns:a16="http://schemas.microsoft.com/office/drawing/2014/main" val="2712929876"/>
                  </a:ext>
                </a:extLst>
              </a:tr>
              <a:tr h="177489">
                <a:tc>
                  <a:txBody>
                    <a:bodyPr/>
                    <a:lstStyle/>
                    <a:p>
                      <a:pPr algn="ctr" fontAlgn="ctr"/>
                      <a:r>
                        <a:rPr lang="en-US" sz="1200" b="0" i="0" u="none" strike="noStrike">
                          <a:solidFill>
                            <a:srgbClr val="000000"/>
                          </a:solidFill>
                          <a:effectLst/>
                          <a:latin typeface="+mj-lt"/>
                        </a:rPr>
                        <a:t>3</a:t>
                      </a:r>
                    </a:p>
                  </a:txBody>
                  <a:tcPr marL="0" marR="0" marT="0" marB="0" anchor="ctr"/>
                </a:tc>
                <a:tc>
                  <a:txBody>
                    <a:bodyPr/>
                    <a:lstStyle/>
                    <a:p>
                      <a:pPr algn="l" rtl="0" fontAlgn="ctr"/>
                      <a:r>
                        <a:rPr lang="en-US" sz="1200" b="0" i="0" u="none" strike="noStrike">
                          <a:solidFill>
                            <a:srgbClr val="000000"/>
                          </a:solidFill>
                          <a:effectLst/>
                          <a:latin typeface="+mj-lt"/>
                        </a:rPr>
                        <a:t>Search patient with ID </a:t>
                      </a:r>
                    </a:p>
                  </a:txBody>
                  <a:tcPr marL="0" marR="0" marT="0" marB="0" anchor="ctr"/>
                </a:tc>
                <a:tc>
                  <a:txBody>
                    <a:bodyPr/>
                    <a:lstStyle/>
                    <a:p>
                      <a:pPr algn="l" fontAlgn="b"/>
                      <a:r>
                        <a:rPr lang="en-US" sz="1200" b="0" i="0" u="none" strike="noStrike">
                          <a:solidFill>
                            <a:srgbClr val="000000"/>
                          </a:solidFill>
                          <a:effectLst/>
                          <a:latin typeface="+mj-lt"/>
                        </a:rPr>
                        <a:t>/patients/device-statistics?</a:t>
                      </a:r>
                    </a:p>
                  </a:txBody>
                  <a:tcPr marL="0" marR="0" marT="0" marB="0" anchor="b"/>
                </a:tc>
                <a:extLst>
                  <a:ext uri="{0D108BD9-81ED-4DB2-BD59-A6C34878D82A}">
                    <a16:rowId xmlns:a16="http://schemas.microsoft.com/office/drawing/2014/main" val="1285746666"/>
                  </a:ext>
                </a:extLst>
              </a:tr>
              <a:tr h="354979">
                <a:tc>
                  <a:txBody>
                    <a:bodyPr/>
                    <a:lstStyle/>
                    <a:p>
                      <a:pPr algn="ctr" fontAlgn="ctr"/>
                      <a:r>
                        <a:rPr lang="en-US" sz="1200" b="0" i="0" u="none" strike="noStrike">
                          <a:solidFill>
                            <a:srgbClr val="000000"/>
                          </a:solidFill>
                          <a:effectLst/>
                          <a:latin typeface="+mj-lt"/>
                        </a:rPr>
                        <a:t>4</a:t>
                      </a:r>
                    </a:p>
                  </a:txBody>
                  <a:tcPr marL="0" marR="0" marT="0" marB="0" anchor="ctr"/>
                </a:tc>
                <a:tc>
                  <a:txBody>
                    <a:bodyPr/>
                    <a:lstStyle/>
                    <a:p>
                      <a:pPr algn="l" rtl="0" fontAlgn="ctr"/>
                      <a:r>
                        <a:rPr lang="en-US" sz="1200" b="0" i="0" u="none" strike="noStrike">
                          <a:solidFill>
                            <a:srgbClr val="000000"/>
                          </a:solidFill>
                          <a:effectLst/>
                          <a:latin typeface="+mj-lt"/>
                        </a:rPr>
                        <a:t>HCP Invite to PwD - Invite Patient (Enter details and click on Invite)</a:t>
                      </a:r>
                    </a:p>
                  </a:txBody>
                  <a:tcPr marL="0" marR="0" marT="0" marB="0" anchor="ctr"/>
                </a:tc>
                <a:tc>
                  <a:txBody>
                    <a:bodyPr/>
                    <a:lstStyle/>
                    <a:p>
                      <a:pPr algn="l" fontAlgn="b"/>
                      <a:r>
                        <a:rPr lang="en-US" sz="1200" b="0" i="0" u="none" strike="noStrike">
                          <a:solidFill>
                            <a:srgbClr val="000000"/>
                          </a:solidFill>
                          <a:effectLst/>
                          <a:latin typeface="+mj-lt"/>
                        </a:rPr>
                        <a:t>/patients/invitations</a:t>
                      </a:r>
                    </a:p>
                  </a:txBody>
                  <a:tcPr marL="0" marR="0" marT="0" marB="0" anchor="b"/>
                </a:tc>
                <a:extLst>
                  <a:ext uri="{0D108BD9-81ED-4DB2-BD59-A6C34878D82A}">
                    <a16:rowId xmlns:a16="http://schemas.microsoft.com/office/drawing/2014/main" val="4193110486"/>
                  </a:ext>
                </a:extLst>
              </a:tr>
              <a:tr h="177489">
                <a:tc>
                  <a:txBody>
                    <a:bodyPr/>
                    <a:lstStyle/>
                    <a:p>
                      <a:pPr algn="ctr" fontAlgn="ctr"/>
                      <a:r>
                        <a:rPr lang="en-US" sz="1200" b="0" i="0" u="none" strike="noStrike">
                          <a:solidFill>
                            <a:srgbClr val="000000"/>
                          </a:solidFill>
                          <a:effectLst/>
                          <a:latin typeface="+mj-lt"/>
                        </a:rPr>
                        <a:t>5</a:t>
                      </a:r>
                    </a:p>
                  </a:txBody>
                  <a:tcPr marL="0" marR="0" marT="0" marB="0" anchor="ctr"/>
                </a:tc>
                <a:tc>
                  <a:txBody>
                    <a:bodyPr/>
                    <a:lstStyle/>
                    <a:p>
                      <a:pPr algn="l" rtl="0" fontAlgn="ctr"/>
                      <a:r>
                        <a:rPr lang="en-US" sz="1200" b="0" i="0" u="none" strike="noStrike">
                          <a:solidFill>
                            <a:srgbClr val="000000"/>
                          </a:solidFill>
                          <a:effectLst/>
                          <a:latin typeface="+mj-lt"/>
                        </a:rPr>
                        <a:t>Staff navigation (Go to staff directory) </a:t>
                      </a:r>
                    </a:p>
                  </a:txBody>
                  <a:tcPr marL="0" marR="0" marT="0" marB="0" anchor="ctr"/>
                </a:tc>
                <a:tc>
                  <a:txBody>
                    <a:bodyPr/>
                    <a:lstStyle/>
                    <a:p>
                      <a:pPr algn="l" fontAlgn="b"/>
                      <a:r>
                        <a:rPr lang="en-US" sz="1200" b="0" i="0" u="none" strike="noStrike">
                          <a:solidFill>
                            <a:srgbClr val="000000"/>
                          </a:solidFill>
                          <a:effectLst/>
                          <a:latin typeface="+mj-lt"/>
                        </a:rPr>
                        <a:t>/admin/clinical-workers/approved</a:t>
                      </a:r>
                    </a:p>
                  </a:txBody>
                  <a:tcPr marL="0" marR="0" marT="0" marB="0" anchor="b"/>
                </a:tc>
                <a:extLst>
                  <a:ext uri="{0D108BD9-81ED-4DB2-BD59-A6C34878D82A}">
                    <a16:rowId xmlns:a16="http://schemas.microsoft.com/office/drawing/2014/main" val="1496273548"/>
                  </a:ext>
                </a:extLst>
              </a:tr>
              <a:tr h="177489">
                <a:tc>
                  <a:txBody>
                    <a:bodyPr/>
                    <a:lstStyle/>
                    <a:p>
                      <a:pPr algn="ctr" fontAlgn="ctr"/>
                      <a:r>
                        <a:rPr lang="en-US" sz="1200" b="0" i="0" u="none" strike="noStrike">
                          <a:solidFill>
                            <a:srgbClr val="000000"/>
                          </a:solidFill>
                          <a:effectLst/>
                          <a:latin typeface="+mj-lt"/>
                        </a:rPr>
                        <a:t>6</a:t>
                      </a:r>
                    </a:p>
                  </a:txBody>
                  <a:tcPr marL="0" marR="0" marT="0" marB="0" anchor="ctr"/>
                </a:tc>
                <a:tc>
                  <a:txBody>
                    <a:bodyPr/>
                    <a:lstStyle/>
                    <a:p>
                      <a:pPr algn="l" rtl="0" fontAlgn="ctr"/>
                      <a:r>
                        <a:rPr lang="en-US" sz="1200" b="0" i="0" u="none" strike="noStrike">
                          <a:solidFill>
                            <a:srgbClr val="000000"/>
                          </a:solidFill>
                          <a:effectLst/>
                          <a:latin typeface="+mj-lt"/>
                        </a:rPr>
                        <a:t>Staff navigation (Go to pending staff) </a:t>
                      </a:r>
                    </a:p>
                  </a:txBody>
                  <a:tcPr marL="0" marR="0" marT="0" marB="0" anchor="ctr"/>
                </a:tc>
                <a:tc>
                  <a:txBody>
                    <a:bodyPr/>
                    <a:lstStyle/>
                    <a:p>
                      <a:pPr algn="l" fontAlgn="b"/>
                      <a:r>
                        <a:rPr lang="en-US" sz="1200" b="0" i="0" u="none" strike="noStrike">
                          <a:solidFill>
                            <a:srgbClr val="000000"/>
                          </a:solidFill>
                          <a:effectLst/>
                          <a:latin typeface="+mj-lt"/>
                        </a:rPr>
                        <a:t>/admin/clinical-workers/pending</a:t>
                      </a:r>
                    </a:p>
                  </a:txBody>
                  <a:tcPr marL="0" marR="0" marT="0" marB="0" anchor="b"/>
                </a:tc>
                <a:extLst>
                  <a:ext uri="{0D108BD9-81ED-4DB2-BD59-A6C34878D82A}">
                    <a16:rowId xmlns:a16="http://schemas.microsoft.com/office/drawing/2014/main" val="2013882394"/>
                  </a:ext>
                </a:extLst>
              </a:tr>
              <a:tr h="177489">
                <a:tc>
                  <a:txBody>
                    <a:bodyPr/>
                    <a:lstStyle/>
                    <a:p>
                      <a:pPr algn="ctr" fontAlgn="ctr"/>
                      <a:r>
                        <a:rPr lang="en-US" sz="1200" b="0" i="0" u="none" strike="noStrike">
                          <a:solidFill>
                            <a:srgbClr val="000000"/>
                          </a:solidFill>
                          <a:effectLst/>
                          <a:latin typeface="+mj-lt"/>
                        </a:rPr>
                        <a:t>7</a:t>
                      </a:r>
                    </a:p>
                  </a:txBody>
                  <a:tcPr marL="0" marR="0" marT="0" marB="0" anchor="ctr"/>
                </a:tc>
                <a:tc>
                  <a:txBody>
                    <a:bodyPr/>
                    <a:lstStyle/>
                    <a:p>
                      <a:pPr algn="l" rtl="0" fontAlgn="ctr"/>
                      <a:r>
                        <a:rPr lang="en-US" sz="1200" b="0" i="0" u="none" strike="noStrike">
                          <a:solidFill>
                            <a:srgbClr val="000000"/>
                          </a:solidFill>
                          <a:effectLst/>
                          <a:latin typeface="+mj-lt"/>
                        </a:rPr>
                        <a:t>Staff navigation (Go to pending patient)</a:t>
                      </a:r>
                    </a:p>
                  </a:txBody>
                  <a:tcPr marL="0" marR="0" marT="0" marB="0" anchor="ctr"/>
                </a:tc>
                <a:tc>
                  <a:txBody>
                    <a:bodyPr/>
                    <a:lstStyle/>
                    <a:p>
                      <a:pPr algn="l" fontAlgn="b"/>
                      <a:r>
                        <a:rPr lang="en-US" sz="1200" b="0" i="0" u="none" strike="noStrike">
                          <a:solidFill>
                            <a:srgbClr val="000000"/>
                          </a:solidFill>
                          <a:effectLst/>
                          <a:latin typeface="+mj-lt"/>
                        </a:rPr>
                        <a:t>/admin/patients/pending</a:t>
                      </a:r>
                    </a:p>
                  </a:txBody>
                  <a:tcPr marL="0" marR="0" marT="0" marB="0" anchor="b"/>
                </a:tc>
                <a:extLst>
                  <a:ext uri="{0D108BD9-81ED-4DB2-BD59-A6C34878D82A}">
                    <a16:rowId xmlns:a16="http://schemas.microsoft.com/office/drawing/2014/main" val="119781175"/>
                  </a:ext>
                </a:extLst>
              </a:tr>
              <a:tr h="177489">
                <a:tc>
                  <a:txBody>
                    <a:bodyPr/>
                    <a:lstStyle/>
                    <a:p>
                      <a:pPr algn="ctr" fontAlgn="ctr"/>
                      <a:r>
                        <a:rPr lang="en-US" sz="1200" b="0" i="0" u="none" strike="noStrike">
                          <a:solidFill>
                            <a:srgbClr val="000000"/>
                          </a:solidFill>
                          <a:effectLst/>
                          <a:latin typeface="+mj-lt"/>
                        </a:rPr>
                        <a:t>8</a:t>
                      </a:r>
                    </a:p>
                  </a:txBody>
                  <a:tcPr marL="0" marR="0" marT="0" marB="0" anchor="ctr"/>
                </a:tc>
                <a:tc>
                  <a:txBody>
                    <a:bodyPr/>
                    <a:lstStyle/>
                    <a:p>
                      <a:pPr algn="l" rtl="0" fontAlgn="ctr"/>
                      <a:r>
                        <a:rPr lang="en-US" sz="1200" b="0" i="0" u="none" strike="noStrike">
                          <a:solidFill>
                            <a:srgbClr val="000000"/>
                          </a:solidFill>
                          <a:effectLst/>
                          <a:latin typeface="+mj-lt"/>
                        </a:rPr>
                        <a:t>Staff navigation (Staff Count) - 3</a:t>
                      </a:r>
                    </a:p>
                  </a:txBody>
                  <a:tcPr marL="0" marR="0" marT="0" marB="0" anchor="ctr"/>
                </a:tc>
                <a:tc>
                  <a:txBody>
                    <a:bodyPr/>
                    <a:lstStyle/>
                    <a:p>
                      <a:pPr algn="l" fontAlgn="b"/>
                      <a:r>
                        <a:rPr lang="en-US" sz="1200" b="0" i="0" u="none" strike="noStrike">
                          <a:solidFill>
                            <a:srgbClr val="000000"/>
                          </a:solidFill>
                          <a:effectLst/>
                          <a:latin typeface="+mj-lt"/>
                        </a:rPr>
                        <a:t>/admin/users/pending/counts</a:t>
                      </a:r>
                    </a:p>
                  </a:txBody>
                  <a:tcPr marL="0" marR="0" marT="0" marB="0" anchor="b"/>
                </a:tc>
                <a:extLst>
                  <a:ext uri="{0D108BD9-81ED-4DB2-BD59-A6C34878D82A}">
                    <a16:rowId xmlns:a16="http://schemas.microsoft.com/office/drawing/2014/main" val="765679292"/>
                  </a:ext>
                </a:extLst>
              </a:tr>
              <a:tr h="177489">
                <a:tc>
                  <a:txBody>
                    <a:bodyPr/>
                    <a:lstStyle/>
                    <a:p>
                      <a:pPr algn="ctr" fontAlgn="ctr"/>
                      <a:r>
                        <a:rPr lang="en-US" sz="1200" b="0" i="0" u="none" strike="noStrike">
                          <a:solidFill>
                            <a:srgbClr val="000000"/>
                          </a:solidFill>
                          <a:effectLst/>
                          <a:latin typeface="+mj-lt"/>
                        </a:rPr>
                        <a:t>9</a:t>
                      </a:r>
                    </a:p>
                  </a:txBody>
                  <a:tcPr marL="0" marR="0" marT="0" marB="0" anchor="ctr"/>
                </a:tc>
                <a:tc>
                  <a:txBody>
                    <a:bodyPr/>
                    <a:lstStyle/>
                    <a:p>
                      <a:pPr algn="l" rtl="0" fontAlgn="ctr"/>
                      <a:r>
                        <a:rPr lang="en-US" sz="1200" b="0" i="0" u="none" strike="noStrike">
                          <a:solidFill>
                            <a:srgbClr val="000000"/>
                          </a:solidFill>
                          <a:effectLst/>
                          <a:latin typeface="+mj-lt"/>
                        </a:rPr>
                        <a:t>Patient navigation (goto help and click on IFU )</a:t>
                      </a:r>
                    </a:p>
                  </a:txBody>
                  <a:tcPr marL="0" marR="0" marT="0" marB="0" anchor="ctr"/>
                </a:tc>
                <a:tc>
                  <a:txBody>
                    <a:bodyPr/>
                    <a:lstStyle/>
                    <a:p>
                      <a:pPr algn="l" fontAlgn="b"/>
                      <a:r>
                        <a:rPr lang="en-US" sz="1200" b="0" i="0" u="none" strike="noStrike">
                          <a:solidFill>
                            <a:srgbClr val="000000"/>
                          </a:solidFill>
                          <a:effectLst/>
                          <a:latin typeface="+mj-lt"/>
                        </a:rPr>
                        <a:t> </a:t>
                      </a:r>
                    </a:p>
                  </a:txBody>
                  <a:tcPr marL="0" marR="0" marT="0" marB="0" anchor="b"/>
                </a:tc>
                <a:extLst>
                  <a:ext uri="{0D108BD9-81ED-4DB2-BD59-A6C34878D82A}">
                    <a16:rowId xmlns:a16="http://schemas.microsoft.com/office/drawing/2014/main" val="1335914973"/>
                  </a:ext>
                </a:extLst>
              </a:tr>
              <a:tr h="709958">
                <a:tc>
                  <a:txBody>
                    <a:bodyPr/>
                    <a:lstStyle/>
                    <a:p>
                      <a:pPr algn="ctr" fontAlgn="ctr"/>
                      <a:r>
                        <a:rPr lang="en-US" sz="1200" b="0" i="0" u="none" strike="noStrike">
                          <a:solidFill>
                            <a:srgbClr val="000000"/>
                          </a:solidFill>
                          <a:effectLst/>
                          <a:latin typeface="+mj-lt"/>
                        </a:rPr>
                        <a:t>10</a:t>
                      </a:r>
                    </a:p>
                  </a:txBody>
                  <a:tcPr marL="0" marR="0" marT="0" marB="0" anchor="ctr"/>
                </a:tc>
                <a:tc>
                  <a:txBody>
                    <a:bodyPr/>
                    <a:lstStyle/>
                    <a:p>
                      <a:pPr algn="l" rtl="0" fontAlgn="ctr"/>
                      <a:r>
                        <a:rPr lang="en-US" sz="1200" b="0" i="0" u="none" strike="noStrike">
                          <a:solidFill>
                            <a:srgbClr val="000000"/>
                          </a:solidFill>
                          <a:effectLst/>
                          <a:latin typeface="+mj-lt"/>
                        </a:rPr>
                        <a:t>Patient navigation (Landing Page OP5 Insights)</a:t>
                      </a:r>
                    </a:p>
                  </a:txBody>
                  <a:tcPr marL="0" marR="0" marT="0" marB="0" anchor="ctr"/>
                </a:tc>
                <a:tc>
                  <a:txBody>
                    <a:bodyPr/>
                    <a:lstStyle/>
                    <a:p>
                      <a:pPr algn="l" fontAlgn="b"/>
                      <a:r>
                        <a:rPr lang="en-US" sz="1200" b="0" i="0" u="none" strike="noStrike">
                          <a:solidFill>
                            <a:srgbClr val="000000"/>
                          </a:solidFill>
                          <a:effectLst/>
                          <a:latin typeface="+mj-lt"/>
                        </a:rPr>
                        <a:t>Profile, dashboard, dashboard/insulin-usage</a:t>
                      </a:r>
                      <a:br>
                        <a:rPr lang="en-US" sz="1200" b="0" i="0" u="none" strike="noStrike">
                          <a:solidFill>
                            <a:srgbClr val="000000"/>
                          </a:solidFill>
                          <a:effectLst/>
                          <a:latin typeface="+mj-lt"/>
                        </a:rPr>
                      </a:br>
                      <a:r>
                        <a:rPr lang="en-US" sz="1200" b="0" i="0" u="none" strike="noStrike">
                          <a:solidFill>
                            <a:srgbClr val="000000"/>
                          </a:solidFill>
                          <a:effectLst/>
                          <a:latin typeface="+mj-lt"/>
                        </a:rPr>
                        <a:t>dashboard/insulin-usage/trend,</a:t>
                      </a:r>
                      <a:br>
                        <a:rPr lang="en-US" sz="1200" b="0" i="0" u="none" strike="noStrike">
                          <a:solidFill>
                            <a:srgbClr val="000000"/>
                          </a:solidFill>
                          <a:effectLst/>
                          <a:latin typeface="+mj-lt"/>
                        </a:rPr>
                      </a:br>
                      <a:r>
                        <a:rPr lang="en-US" sz="1200" b="0" i="0" u="none" strike="noStrike">
                          <a:solidFill>
                            <a:srgbClr val="000000"/>
                          </a:solidFill>
                          <a:effectLst/>
                          <a:latin typeface="+mj-lt"/>
                        </a:rPr>
                        <a:t>dashboard/summary/glucose-trend,</a:t>
                      </a:r>
                      <a:br>
                        <a:rPr lang="en-US" sz="1200" b="0" i="0" u="none" strike="noStrike">
                          <a:solidFill>
                            <a:srgbClr val="000000"/>
                          </a:solidFill>
                          <a:effectLst/>
                          <a:latin typeface="+mj-lt"/>
                        </a:rPr>
                      </a:br>
                      <a:r>
                        <a:rPr lang="en-US" sz="1200" b="0" i="0" u="none" strike="noStrike">
                          <a:solidFill>
                            <a:srgbClr val="000000"/>
                          </a:solidFill>
                          <a:effectLst/>
                          <a:latin typeface="+mj-lt"/>
                        </a:rPr>
                        <a:t>dashboard/summary, learning-material/op5-progress</a:t>
                      </a:r>
                    </a:p>
                  </a:txBody>
                  <a:tcPr marL="0" marR="0" marT="0" marB="0" anchor="b"/>
                </a:tc>
                <a:extLst>
                  <a:ext uri="{0D108BD9-81ED-4DB2-BD59-A6C34878D82A}">
                    <a16:rowId xmlns:a16="http://schemas.microsoft.com/office/drawing/2014/main" val="2179043597"/>
                  </a:ext>
                </a:extLst>
              </a:tr>
              <a:tr h="532468">
                <a:tc>
                  <a:txBody>
                    <a:bodyPr/>
                    <a:lstStyle/>
                    <a:p>
                      <a:pPr algn="ctr" fontAlgn="ctr"/>
                      <a:r>
                        <a:rPr lang="en-US" sz="1200" b="0" i="0" u="none" strike="noStrike">
                          <a:solidFill>
                            <a:srgbClr val="000000"/>
                          </a:solidFill>
                          <a:effectLst/>
                          <a:latin typeface="+mj-lt"/>
                        </a:rPr>
                        <a:t>11</a:t>
                      </a:r>
                    </a:p>
                  </a:txBody>
                  <a:tcPr marL="0" marR="0" marT="0" marB="0" anchor="ctr"/>
                </a:tc>
                <a:tc>
                  <a:txBody>
                    <a:bodyPr/>
                    <a:lstStyle/>
                    <a:p>
                      <a:pPr algn="l" rtl="0" fontAlgn="ctr"/>
                      <a:r>
                        <a:rPr lang="en-US" sz="1200" b="0" i="0" u="none" strike="noStrike">
                          <a:solidFill>
                            <a:srgbClr val="000000"/>
                          </a:solidFill>
                          <a:effectLst/>
                          <a:latin typeface="+mj-lt"/>
                        </a:rPr>
                        <a:t>Select any week</a:t>
                      </a:r>
                    </a:p>
                  </a:txBody>
                  <a:tcPr marL="438558" marR="0" marT="0" marB="0" anchor="ctr"/>
                </a:tc>
                <a:tc>
                  <a:txBody>
                    <a:bodyPr/>
                    <a:lstStyle/>
                    <a:p>
                      <a:pPr algn="l" fontAlgn="b"/>
                      <a:r>
                        <a:rPr lang="en-US" sz="1200" b="0" i="0" u="none" strike="noStrike">
                          <a:solidFill>
                            <a:srgbClr val="000000"/>
                          </a:solidFill>
                          <a:effectLst/>
                          <a:latin typeface="+mj-lt"/>
                        </a:rPr>
                        <a:t>Dashboard, dashboard/insulin-usage, </a:t>
                      </a:r>
                      <a:br>
                        <a:rPr lang="en-US" sz="1200" b="0" i="0" u="none" strike="noStrike">
                          <a:solidFill>
                            <a:srgbClr val="000000"/>
                          </a:solidFill>
                          <a:effectLst/>
                          <a:latin typeface="+mj-lt"/>
                        </a:rPr>
                      </a:br>
                      <a:r>
                        <a:rPr lang="en-US" sz="1200" b="0" i="0" u="none" strike="noStrike">
                          <a:solidFill>
                            <a:srgbClr val="000000"/>
                          </a:solidFill>
                          <a:effectLst/>
                          <a:latin typeface="+mj-lt"/>
                        </a:rPr>
                        <a:t>dashboard/insulin-usage/trend</a:t>
                      </a:r>
                      <a:br>
                        <a:rPr lang="en-US" sz="1200" b="0" i="0" u="none" strike="noStrike">
                          <a:solidFill>
                            <a:srgbClr val="000000"/>
                          </a:solidFill>
                          <a:effectLst/>
                          <a:latin typeface="+mj-lt"/>
                        </a:rPr>
                      </a:br>
                      <a:r>
                        <a:rPr lang="en-US" sz="1200" b="0" i="0" u="none" strike="noStrike">
                          <a:solidFill>
                            <a:srgbClr val="000000"/>
                          </a:solidFill>
                          <a:effectLst/>
                          <a:latin typeface="+mj-lt"/>
                        </a:rPr>
                        <a:t>dashboard/summary/glucose-trend, dashboard/summary </a:t>
                      </a:r>
                    </a:p>
                  </a:txBody>
                  <a:tcPr marL="0" marR="0" marT="0" marB="0" anchor="b"/>
                </a:tc>
                <a:extLst>
                  <a:ext uri="{0D108BD9-81ED-4DB2-BD59-A6C34878D82A}">
                    <a16:rowId xmlns:a16="http://schemas.microsoft.com/office/drawing/2014/main" val="2276709401"/>
                  </a:ext>
                </a:extLst>
              </a:tr>
              <a:tr h="485837">
                <a:tc>
                  <a:txBody>
                    <a:bodyPr/>
                    <a:lstStyle/>
                    <a:p>
                      <a:pPr algn="ctr" fontAlgn="ctr"/>
                      <a:r>
                        <a:rPr lang="en-US" sz="1200" b="0" i="0" u="none" strike="noStrike">
                          <a:solidFill>
                            <a:srgbClr val="000000"/>
                          </a:solidFill>
                          <a:effectLst/>
                          <a:latin typeface="+mj-lt"/>
                        </a:rPr>
                        <a:t>12</a:t>
                      </a:r>
                    </a:p>
                  </a:txBody>
                  <a:tcPr marL="0" marR="0" marT="0" marB="0" anchor="ctr"/>
                </a:tc>
                <a:tc>
                  <a:txBody>
                    <a:bodyPr/>
                    <a:lstStyle/>
                    <a:p>
                      <a:pPr algn="l" rtl="0" fontAlgn="ctr"/>
                      <a:r>
                        <a:rPr lang="en-US" sz="1200" b="0" i="0" u="none" strike="noStrike">
                          <a:solidFill>
                            <a:srgbClr val="000000"/>
                          </a:solidFill>
                          <a:effectLst/>
                          <a:latin typeface="+mj-lt"/>
                        </a:rPr>
                        <a:t>After Bolus Highs, click any week</a:t>
                      </a:r>
                    </a:p>
                  </a:txBody>
                  <a:tcPr marL="438558" marR="0" marT="0" marB="0" anchor="ctr"/>
                </a:tc>
                <a:tc>
                  <a:txBody>
                    <a:bodyPr/>
                    <a:lstStyle/>
                    <a:p>
                      <a:pPr algn="l" fontAlgn="b"/>
                      <a:r>
                        <a:rPr lang="en-US" sz="1200" b="0" i="0" u="none" strike="noStrike">
                          <a:solidFill>
                            <a:srgbClr val="000000"/>
                          </a:solidFill>
                          <a:effectLst/>
                          <a:latin typeface="+mj-lt"/>
                        </a:rPr>
                        <a:t>patient/insights/${insights}/boluses, patient/insights/${insights}/readings</a:t>
                      </a:r>
                      <a:br>
                        <a:rPr lang="en-US" sz="1200" b="0" i="0" u="none" strike="noStrike">
                          <a:solidFill>
                            <a:srgbClr val="000000"/>
                          </a:solidFill>
                          <a:effectLst/>
                          <a:latin typeface="+mj-lt"/>
                        </a:rPr>
                      </a:br>
                      <a:r>
                        <a:rPr lang="en-US" sz="1200" b="0" i="0" u="none" strike="noStrike">
                          <a:solidFill>
                            <a:srgbClr val="000000"/>
                          </a:solidFill>
                          <a:effectLst/>
                          <a:latin typeface="+mj-lt"/>
                        </a:rPr>
                        <a:t>patient/insights/${insights}/modes</a:t>
                      </a:r>
                    </a:p>
                  </a:txBody>
                  <a:tcPr marL="0" marR="0" marT="0" marB="0" anchor="b"/>
                </a:tc>
                <a:extLst>
                  <a:ext uri="{0D108BD9-81ED-4DB2-BD59-A6C34878D82A}">
                    <a16:rowId xmlns:a16="http://schemas.microsoft.com/office/drawing/2014/main" val="488231117"/>
                  </a:ext>
                </a:extLst>
              </a:tr>
              <a:tr h="532468">
                <a:tc>
                  <a:txBody>
                    <a:bodyPr/>
                    <a:lstStyle/>
                    <a:p>
                      <a:pPr algn="ctr" fontAlgn="ctr"/>
                      <a:r>
                        <a:rPr lang="en-US" sz="1200" b="0" i="0" u="none" strike="noStrike">
                          <a:solidFill>
                            <a:srgbClr val="000000"/>
                          </a:solidFill>
                          <a:effectLst/>
                          <a:latin typeface="+mj-lt"/>
                        </a:rPr>
                        <a:t>13</a:t>
                      </a:r>
                    </a:p>
                  </a:txBody>
                  <a:tcPr marL="0" marR="0" marT="0" marB="0" anchor="ctr"/>
                </a:tc>
                <a:tc>
                  <a:txBody>
                    <a:bodyPr/>
                    <a:lstStyle/>
                    <a:p>
                      <a:pPr algn="l" rtl="0" fontAlgn="ctr"/>
                      <a:r>
                        <a:rPr lang="en-US" sz="1200" b="0" i="0" u="none" strike="noStrike">
                          <a:solidFill>
                            <a:srgbClr val="000000"/>
                          </a:solidFill>
                          <a:effectLst/>
                          <a:latin typeface="+mj-lt"/>
                        </a:rPr>
                        <a:t>Morning Highs</a:t>
                      </a:r>
                    </a:p>
                  </a:txBody>
                  <a:tcPr marL="438558" marR="0" marT="0" marB="0" anchor="ctr"/>
                </a:tc>
                <a:tc>
                  <a:txBody>
                    <a:bodyPr/>
                    <a:lstStyle/>
                    <a:p>
                      <a:pPr algn="l" fontAlgn="b"/>
                      <a:r>
                        <a:rPr lang="en-US" sz="1200" b="0" i="0" u="none" strike="noStrike">
                          <a:solidFill>
                            <a:srgbClr val="000000"/>
                          </a:solidFill>
                          <a:effectLst/>
                          <a:latin typeface="+mj-lt"/>
                        </a:rPr>
                        <a:t>patient/insights/${insights}/boluses</a:t>
                      </a:r>
                      <a:br>
                        <a:rPr lang="en-US" sz="1200" b="0" i="0" u="none" strike="noStrike">
                          <a:solidFill>
                            <a:srgbClr val="000000"/>
                          </a:solidFill>
                          <a:effectLst/>
                          <a:latin typeface="+mj-lt"/>
                        </a:rPr>
                      </a:br>
                      <a:r>
                        <a:rPr lang="en-US" sz="1200" b="0" i="0" u="none" strike="noStrike">
                          <a:solidFill>
                            <a:srgbClr val="000000"/>
                          </a:solidFill>
                          <a:effectLst/>
                          <a:latin typeface="+mj-lt"/>
                        </a:rPr>
                        <a:t>patient/insights/${insights}/readings</a:t>
                      </a:r>
                      <a:br>
                        <a:rPr lang="en-US" sz="1200" b="0" i="0" u="none" strike="noStrike">
                          <a:solidFill>
                            <a:srgbClr val="000000"/>
                          </a:solidFill>
                          <a:effectLst/>
                          <a:latin typeface="+mj-lt"/>
                        </a:rPr>
                      </a:br>
                      <a:r>
                        <a:rPr lang="en-US" sz="1200" b="0" i="0" u="none" strike="noStrike">
                          <a:solidFill>
                            <a:srgbClr val="000000"/>
                          </a:solidFill>
                          <a:effectLst/>
                          <a:latin typeface="+mj-lt"/>
                        </a:rPr>
                        <a:t>patient/insights/${insights}/modes</a:t>
                      </a:r>
                    </a:p>
                  </a:txBody>
                  <a:tcPr marL="0" marR="0" marT="0" marB="0" anchor="b"/>
                </a:tc>
                <a:extLst>
                  <a:ext uri="{0D108BD9-81ED-4DB2-BD59-A6C34878D82A}">
                    <a16:rowId xmlns:a16="http://schemas.microsoft.com/office/drawing/2014/main" val="2329150989"/>
                  </a:ext>
                </a:extLst>
              </a:tr>
              <a:tr h="532468">
                <a:tc>
                  <a:txBody>
                    <a:bodyPr/>
                    <a:lstStyle/>
                    <a:p>
                      <a:pPr algn="ctr" fontAlgn="ctr"/>
                      <a:r>
                        <a:rPr lang="en-US" sz="1200" b="0" i="0" u="none" strike="noStrike">
                          <a:solidFill>
                            <a:srgbClr val="000000"/>
                          </a:solidFill>
                          <a:effectLst/>
                          <a:latin typeface="+mj-lt"/>
                        </a:rPr>
                        <a:t>14</a:t>
                      </a:r>
                    </a:p>
                  </a:txBody>
                  <a:tcPr marL="0" marR="0" marT="0" marB="0" anchor="ctr"/>
                </a:tc>
                <a:tc>
                  <a:txBody>
                    <a:bodyPr/>
                    <a:lstStyle/>
                    <a:p>
                      <a:pPr algn="l" rtl="0" fontAlgn="ctr"/>
                      <a:r>
                        <a:rPr lang="en-US" sz="1200" b="0" i="0" u="none" strike="noStrike">
                          <a:solidFill>
                            <a:srgbClr val="000000"/>
                          </a:solidFill>
                          <a:effectLst/>
                          <a:latin typeface="+mj-lt"/>
                        </a:rPr>
                        <a:t>Afternoon Highs</a:t>
                      </a:r>
                    </a:p>
                  </a:txBody>
                  <a:tcPr marL="438558" marR="0" marT="0" marB="0" anchor="ctr"/>
                </a:tc>
                <a:tc>
                  <a:txBody>
                    <a:bodyPr/>
                    <a:lstStyle/>
                    <a:p>
                      <a:pPr algn="l" fontAlgn="b"/>
                      <a:r>
                        <a:rPr lang="en-US" sz="1200" b="0" i="0" u="none" strike="noStrike">
                          <a:solidFill>
                            <a:srgbClr val="000000"/>
                          </a:solidFill>
                          <a:effectLst/>
                          <a:latin typeface="+mj-lt"/>
                        </a:rPr>
                        <a:t>patient/insights/${insights}/boluses</a:t>
                      </a:r>
                      <a:br>
                        <a:rPr lang="en-US" sz="1200" b="0" i="0" u="none" strike="noStrike">
                          <a:solidFill>
                            <a:srgbClr val="000000"/>
                          </a:solidFill>
                          <a:effectLst/>
                          <a:latin typeface="+mj-lt"/>
                        </a:rPr>
                      </a:br>
                      <a:r>
                        <a:rPr lang="en-US" sz="1200" b="0" i="0" u="none" strike="noStrike">
                          <a:solidFill>
                            <a:srgbClr val="000000"/>
                          </a:solidFill>
                          <a:effectLst/>
                          <a:latin typeface="+mj-lt"/>
                        </a:rPr>
                        <a:t>patient/insights/${insights}/readings</a:t>
                      </a:r>
                      <a:br>
                        <a:rPr lang="en-US" sz="1200" b="0" i="0" u="none" strike="noStrike">
                          <a:solidFill>
                            <a:srgbClr val="000000"/>
                          </a:solidFill>
                          <a:effectLst/>
                          <a:latin typeface="+mj-lt"/>
                        </a:rPr>
                      </a:br>
                      <a:r>
                        <a:rPr lang="en-US" sz="1200" b="0" i="0" u="none" strike="noStrike">
                          <a:solidFill>
                            <a:srgbClr val="000000"/>
                          </a:solidFill>
                          <a:effectLst/>
                          <a:latin typeface="+mj-lt"/>
                        </a:rPr>
                        <a:t>patient/insights/${insights}/modes</a:t>
                      </a:r>
                    </a:p>
                  </a:txBody>
                  <a:tcPr marL="0" marR="0" marT="0" marB="0" anchor="b"/>
                </a:tc>
                <a:extLst>
                  <a:ext uri="{0D108BD9-81ED-4DB2-BD59-A6C34878D82A}">
                    <a16:rowId xmlns:a16="http://schemas.microsoft.com/office/drawing/2014/main" val="1228096593"/>
                  </a:ext>
                </a:extLst>
              </a:tr>
              <a:tr h="532468">
                <a:tc>
                  <a:txBody>
                    <a:bodyPr/>
                    <a:lstStyle/>
                    <a:p>
                      <a:pPr algn="ctr" fontAlgn="ctr"/>
                      <a:r>
                        <a:rPr lang="en-US" sz="1200" b="0" i="0" u="none" strike="noStrike">
                          <a:solidFill>
                            <a:srgbClr val="000000"/>
                          </a:solidFill>
                          <a:effectLst/>
                          <a:latin typeface="+mj-lt"/>
                        </a:rPr>
                        <a:t>15</a:t>
                      </a:r>
                    </a:p>
                  </a:txBody>
                  <a:tcPr marL="0" marR="0" marT="0" marB="0" anchor="ctr"/>
                </a:tc>
                <a:tc>
                  <a:txBody>
                    <a:bodyPr/>
                    <a:lstStyle/>
                    <a:p>
                      <a:pPr algn="l" rtl="0" fontAlgn="ctr"/>
                      <a:r>
                        <a:rPr lang="en-US" sz="1200" b="0" i="0" u="none" strike="noStrike">
                          <a:solidFill>
                            <a:srgbClr val="000000"/>
                          </a:solidFill>
                          <a:effectLst/>
                          <a:latin typeface="+mj-lt"/>
                        </a:rPr>
                        <a:t>Evening Highs</a:t>
                      </a:r>
                    </a:p>
                  </a:txBody>
                  <a:tcPr marL="438558" marR="0" marT="0" marB="0" anchor="ctr"/>
                </a:tc>
                <a:tc>
                  <a:txBody>
                    <a:bodyPr/>
                    <a:lstStyle/>
                    <a:p>
                      <a:pPr algn="l" fontAlgn="b"/>
                      <a:r>
                        <a:rPr lang="en-US" sz="1200" b="0" i="0" u="none" strike="noStrike">
                          <a:solidFill>
                            <a:srgbClr val="000000"/>
                          </a:solidFill>
                          <a:effectLst/>
                          <a:latin typeface="+mj-lt"/>
                        </a:rPr>
                        <a:t>patient/insights/${insights}/boluses</a:t>
                      </a:r>
                      <a:br>
                        <a:rPr lang="en-US" sz="1200" b="0" i="0" u="none" strike="noStrike">
                          <a:solidFill>
                            <a:srgbClr val="000000"/>
                          </a:solidFill>
                          <a:effectLst/>
                          <a:latin typeface="+mj-lt"/>
                        </a:rPr>
                      </a:br>
                      <a:r>
                        <a:rPr lang="en-US" sz="1200" b="0" i="0" u="none" strike="noStrike">
                          <a:solidFill>
                            <a:srgbClr val="000000"/>
                          </a:solidFill>
                          <a:effectLst/>
                          <a:latin typeface="+mj-lt"/>
                        </a:rPr>
                        <a:t>patient/insights/${insights}/readings</a:t>
                      </a:r>
                      <a:br>
                        <a:rPr lang="en-US" sz="1200" b="0" i="0" u="none" strike="noStrike">
                          <a:solidFill>
                            <a:srgbClr val="000000"/>
                          </a:solidFill>
                          <a:effectLst/>
                          <a:latin typeface="+mj-lt"/>
                        </a:rPr>
                      </a:br>
                      <a:r>
                        <a:rPr lang="en-US" sz="1200" b="0" i="0" u="none" strike="noStrike">
                          <a:solidFill>
                            <a:srgbClr val="000000"/>
                          </a:solidFill>
                          <a:effectLst/>
                          <a:latin typeface="+mj-lt"/>
                        </a:rPr>
                        <a:t>patient/insights/${insights}/modes</a:t>
                      </a:r>
                    </a:p>
                  </a:txBody>
                  <a:tcPr marL="0" marR="0" marT="0" marB="0" anchor="b"/>
                </a:tc>
                <a:extLst>
                  <a:ext uri="{0D108BD9-81ED-4DB2-BD59-A6C34878D82A}">
                    <a16:rowId xmlns:a16="http://schemas.microsoft.com/office/drawing/2014/main" val="2927364144"/>
                  </a:ext>
                </a:extLst>
              </a:tr>
            </a:tbl>
          </a:graphicData>
        </a:graphic>
      </p:graphicFrame>
    </p:spTree>
    <p:extLst>
      <p:ext uri="{BB962C8B-B14F-4D97-AF65-F5344CB8AC3E}">
        <p14:creationId xmlns:p14="http://schemas.microsoft.com/office/powerpoint/2010/main" val="1670877268"/>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F32B6-1CDF-2CB2-F60A-BA688F67BAE2}"/>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362A9125-2293-8818-58D4-11130C707259}"/>
              </a:ext>
            </a:extLst>
          </p:cNvPr>
          <p:cNvSpPr/>
          <p:nvPr/>
        </p:nvSpPr>
        <p:spPr>
          <a:xfrm>
            <a:off x="718456" y="123099"/>
            <a:ext cx="10776857"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a:solidFill>
                  <a:schemeClr val="bg1"/>
                </a:solidFill>
              </a:rPr>
              <a:t>Volume Details (API, GUI &amp; ETL)</a:t>
            </a:r>
          </a:p>
        </p:txBody>
      </p:sp>
      <p:sp>
        <p:nvSpPr>
          <p:cNvPr id="8" name="TextBox 7">
            <a:extLst>
              <a:ext uri="{FF2B5EF4-FFF2-40B4-BE49-F238E27FC236}">
                <a16:creationId xmlns:a16="http://schemas.microsoft.com/office/drawing/2014/main" id="{C4914E3C-BB23-40F8-262D-18C18E26EFF9}"/>
              </a:ext>
            </a:extLst>
          </p:cNvPr>
          <p:cNvSpPr txBox="1"/>
          <p:nvPr/>
        </p:nvSpPr>
        <p:spPr>
          <a:xfrm>
            <a:off x="876931" y="718452"/>
            <a:ext cx="3140612" cy="276999"/>
          </a:xfrm>
          <a:prstGeom prst="rect">
            <a:avLst/>
          </a:prstGeom>
          <a:noFill/>
        </p:spPr>
        <p:txBody>
          <a:bodyPr wrap="square">
            <a:spAutoFit/>
          </a:bodyPr>
          <a:lstStyle/>
          <a:p>
            <a:r>
              <a:rPr lang="en-US" sz="1200" b="1"/>
              <a:t>Total Volume Details (API and GUI)</a:t>
            </a:r>
          </a:p>
        </p:txBody>
      </p:sp>
      <p:sp>
        <p:nvSpPr>
          <p:cNvPr id="9" name="TextBox 8">
            <a:extLst>
              <a:ext uri="{FF2B5EF4-FFF2-40B4-BE49-F238E27FC236}">
                <a16:creationId xmlns:a16="http://schemas.microsoft.com/office/drawing/2014/main" id="{514C3233-B927-5A3E-F01A-13AC017198C3}"/>
              </a:ext>
            </a:extLst>
          </p:cNvPr>
          <p:cNvSpPr txBox="1"/>
          <p:nvPr/>
        </p:nvSpPr>
        <p:spPr>
          <a:xfrm>
            <a:off x="718453" y="3328624"/>
            <a:ext cx="3140612" cy="276999"/>
          </a:xfrm>
          <a:prstGeom prst="rect">
            <a:avLst/>
          </a:prstGeom>
          <a:noFill/>
        </p:spPr>
        <p:txBody>
          <a:bodyPr wrap="square">
            <a:spAutoFit/>
          </a:bodyPr>
          <a:lstStyle/>
          <a:p>
            <a:r>
              <a:rPr lang="en-US" sz="1200" b="1"/>
              <a:t>Total ETL Volume process </a:t>
            </a:r>
          </a:p>
        </p:txBody>
      </p:sp>
      <p:sp>
        <p:nvSpPr>
          <p:cNvPr id="10" name="TextBox 9">
            <a:extLst>
              <a:ext uri="{FF2B5EF4-FFF2-40B4-BE49-F238E27FC236}">
                <a16:creationId xmlns:a16="http://schemas.microsoft.com/office/drawing/2014/main" id="{10F1BE31-08FE-9BF9-FD34-0FB9CC2478D1}"/>
              </a:ext>
            </a:extLst>
          </p:cNvPr>
          <p:cNvSpPr txBox="1"/>
          <p:nvPr/>
        </p:nvSpPr>
        <p:spPr>
          <a:xfrm>
            <a:off x="718453" y="4383838"/>
            <a:ext cx="3891012" cy="276999"/>
          </a:xfrm>
          <a:prstGeom prst="rect">
            <a:avLst/>
          </a:prstGeom>
          <a:noFill/>
        </p:spPr>
        <p:txBody>
          <a:bodyPr wrap="square">
            <a:spAutoFit/>
          </a:bodyPr>
          <a:lstStyle/>
          <a:p>
            <a:r>
              <a:rPr lang="en-US" sz="1200" b="1"/>
              <a:t>User Creation – Unique data (Overall)</a:t>
            </a:r>
          </a:p>
        </p:txBody>
      </p:sp>
      <p:graphicFrame>
        <p:nvGraphicFramePr>
          <p:cNvPr id="11" name="Table 10">
            <a:extLst>
              <a:ext uri="{FF2B5EF4-FFF2-40B4-BE49-F238E27FC236}">
                <a16:creationId xmlns:a16="http://schemas.microsoft.com/office/drawing/2014/main" id="{9C126A2F-5CE9-ADA7-CFB8-40FFE8FF3524}"/>
              </a:ext>
            </a:extLst>
          </p:cNvPr>
          <p:cNvGraphicFramePr>
            <a:graphicFrameLocks noGrp="1"/>
          </p:cNvGraphicFramePr>
          <p:nvPr>
            <p:extLst>
              <p:ext uri="{D42A27DB-BD31-4B8C-83A1-F6EECF244321}">
                <p14:modId xmlns:p14="http://schemas.microsoft.com/office/powerpoint/2010/main" val="1862732198"/>
              </p:ext>
            </p:extLst>
          </p:nvPr>
        </p:nvGraphicFramePr>
        <p:xfrm>
          <a:off x="718453" y="3655494"/>
          <a:ext cx="10776856" cy="555817"/>
        </p:xfrm>
        <a:graphic>
          <a:graphicData uri="http://schemas.openxmlformats.org/drawingml/2006/table">
            <a:tbl>
              <a:tblPr firstRow="1" bandRow="1">
                <a:tableStyleId>{5C22544A-7EE6-4342-B048-85BDC9FD1C3A}</a:tableStyleId>
              </a:tblPr>
              <a:tblGrid>
                <a:gridCol w="2694214">
                  <a:extLst>
                    <a:ext uri="{9D8B030D-6E8A-4147-A177-3AD203B41FA5}">
                      <a16:colId xmlns:a16="http://schemas.microsoft.com/office/drawing/2014/main" val="3017751880"/>
                    </a:ext>
                  </a:extLst>
                </a:gridCol>
                <a:gridCol w="2694214">
                  <a:extLst>
                    <a:ext uri="{9D8B030D-6E8A-4147-A177-3AD203B41FA5}">
                      <a16:colId xmlns:a16="http://schemas.microsoft.com/office/drawing/2014/main" val="844738308"/>
                    </a:ext>
                  </a:extLst>
                </a:gridCol>
                <a:gridCol w="2694214">
                  <a:extLst>
                    <a:ext uri="{9D8B030D-6E8A-4147-A177-3AD203B41FA5}">
                      <a16:colId xmlns:a16="http://schemas.microsoft.com/office/drawing/2014/main" val="4059862128"/>
                    </a:ext>
                  </a:extLst>
                </a:gridCol>
                <a:gridCol w="2694214">
                  <a:extLst>
                    <a:ext uri="{9D8B030D-6E8A-4147-A177-3AD203B41FA5}">
                      <a16:colId xmlns:a16="http://schemas.microsoft.com/office/drawing/2014/main" val="2916916657"/>
                    </a:ext>
                  </a:extLst>
                </a:gridCol>
              </a:tblGrid>
              <a:tr h="228324">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1" kern="1200">
                          <a:solidFill>
                            <a:schemeClr val="lt1"/>
                          </a:solidFill>
                          <a:latin typeface="+mn-lt"/>
                          <a:ea typeface="+mn-ea"/>
                          <a:cs typeface="+mn-cs"/>
                        </a:rPr>
                        <a:t>S. No. </a:t>
                      </a:r>
                    </a:p>
                  </a:txBody>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1" kern="1200">
                          <a:solidFill>
                            <a:schemeClr val="lt1"/>
                          </a:solidFill>
                          <a:latin typeface="+mn-lt"/>
                          <a:ea typeface="+mn-ea"/>
                          <a:cs typeface="+mn-cs"/>
                        </a:rPr>
                        <a:t>Process Type</a:t>
                      </a:r>
                    </a:p>
                  </a:txBody>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1" kern="1200">
                          <a:solidFill>
                            <a:schemeClr val="lt1"/>
                          </a:solidFill>
                          <a:latin typeface="+mn-lt"/>
                          <a:ea typeface="+mn-ea"/>
                          <a:cs typeface="+mn-cs"/>
                        </a:rPr>
                        <a:t>No. of hours</a:t>
                      </a:r>
                    </a:p>
                  </a:txBody>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1" kern="1200">
                          <a:solidFill>
                            <a:schemeClr val="lt1"/>
                          </a:solidFill>
                          <a:latin typeface="+mn-lt"/>
                          <a:ea typeface="+mn-ea"/>
                          <a:cs typeface="+mn-cs"/>
                        </a:rPr>
                        <a:t>Expected Volume</a:t>
                      </a:r>
                    </a:p>
                  </a:txBody>
                  <a:tcPr/>
                </a:tc>
                <a:extLst>
                  <a:ext uri="{0D108BD9-81ED-4DB2-BD59-A6C34878D82A}">
                    <a16:rowId xmlns:a16="http://schemas.microsoft.com/office/drawing/2014/main" val="2130503187"/>
                  </a:ext>
                </a:extLst>
              </a:tr>
              <a:tr h="281497">
                <a:tc>
                  <a:txBody>
                    <a:bodyPr/>
                    <a:lstStyle/>
                    <a:p>
                      <a:pPr marL="0" algn="ctr" defTabSz="1219170" rtl="0" eaLnBrk="1" fontAlgn="ctr" latinLnBrk="0" hangingPunct="1"/>
                      <a:r>
                        <a:rPr lang="en-US" sz="1200" b="0" i="0" u="none" strike="noStrike" kern="1200">
                          <a:solidFill>
                            <a:schemeClr val="tx1"/>
                          </a:solidFill>
                          <a:effectLst/>
                          <a:latin typeface="+mn-lt"/>
                          <a:ea typeface="+mn-ea"/>
                          <a:cs typeface="+mn-cs"/>
                        </a:rPr>
                        <a:t>1</a:t>
                      </a:r>
                    </a:p>
                  </a:txBody>
                  <a:tcPr/>
                </a:tc>
                <a:tc>
                  <a:txBody>
                    <a:bodyPr/>
                    <a:lstStyle/>
                    <a:p>
                      <a:pPr marL="0" algn="ctr" defTabSz="1219170" rtl="0" eaLnBrk="1" fontAlgn="ctr" latinLnBrk="0" hangingPunct="1"/>
                      <a:r>
                        <a:rPr lang="en-US" sz="1200" b="0" i="0" u="none" strike="noStrike" kern="1200">
                          <a:solidFill>
                            <a:schemeClr val="tx1"/>
                          </a:solidFill>
                          <a:effectLst/>
                          <a:latin typeface="+mn-lt"/>
                          <a:ea typeface="+mn-ea"/>
                          <a:cs typeface="+mn-cs"/>
                        </a:rPr>
                        <a:t>ETL</a:t>
                      </a:r>
                    </a:p>
                  </a:txBody>
                  <a:tcPr/>
                </a:tc>
                <a:tc>
                  <a:txBody>
                    <a:bodyPr/>
                    <a:lstStyle/>
                    <a:p>
                      <a:pPr marL="0" algn="ctr" defTabSz="1219170" rtl="0" eaLnBrk="1" fontAlgn="ctr" latinLnBrk="0" hangingPunct="1"/>
                      <a:r>
                        <a:rPr lang="en-US" sz="1200" b="0" i="0" u="none" strike="noStrike" kern="1200">
                          <a:solidFill>
                            <a:schemeClr val="tx1"/>
                          </a:solidFill>
                          <a:effectLst/>
                          <a:latin typeface="+mn-lt"/>
                          <a:ea typeface="+mn-ea"/>
                          <a:cs typeface="+mn-cs"/>
                        </a:rPr>
                        <a:t>24</a:t>
                      </a:r>
                    </a:p>
                  </a:txBody>
                  <a:tcPr/>
                </a:tc>
                <a:tc>
                  <a:txBody>
                    <a:bodyPr/>
                    <a:lstStyle/>
                    <a:p>
                      <a:pPr marL="0" algn="ctr" defTabSz="1219170" rtl="0" eaLnBrk="1" fontAlgn="ctr" latinLnBrk="0" hangingPunct="1"/>
                      <a:r>
                        <a:rPr lang="en-US" sz="1200" b="0" i="0" u="none" strike="noStrike" kern="1200">
                          <a:solidFill>
                            <a:schemeClr val="tx1"/>
                          </a:solidFill>
                          <a:effectLst/>
                          <a:latin typeface="+mn-lt"/>
                          <a:ea typeface="+mn-ea"/>
                          <a:cs typeface="+mn-cs"/>
                        </a:rPr>
                        <a:t>50000</a:t>
                      </a:r>
                    </a:p>
                  </a:txBody>
                  <a:tcPr/>
                </a:tc>
                <a:extLst>
                  <a:ext uri="{0D108BD9-81ED-4DB2-BD59-A6C34878D82A}">
                    <a16:rowId xmlns:a16="http://schemas.microsoft.com/office/drawing/2014/main" val="1343857955"/>
                  </a:ext>
                </a:extLst>
              </a:tr>
            </a:tbl>
          </a:graphicData>
        </a:graphic>
      </p:graphicFrame>
      <p:graphicFrame>
        <p:nvGraphicFramePr>
          <p:cNvPr id="13" name="Table 12">
            <a:extLst>
              <a:ext uri="{FF2B5EF4-FFF2-40B4-BE49-F238E27FC236}">
                <a16:creationId xmlns:a16="http://schemas.microsoft.com/office/drawing/2014/main" id="{C08A8B06-E6D6-F278-8E9C-E9CD2206E9B1}"/>
              </a:ext>
            </a:extLst>
          </p:cNvPr>
          <p:cNvGraphicFramePr>
            <a:graphicFrameLocks noGrp="1"/>
          </p:cNvGraphicFramePr>
          <p:nvPr>
            <p:extLst>
              <p:ext uri="{D42A27DB-BD31-4B8C-83A1-F6EECF244321}">
                <p14:modId xmlns:p14="http://schemas.microsoft.com/office/powerpoint/2010/main" val="70820024"/>
              </p:ext>
            </p:extLst>
          </p:nvPr>
        </p:nvGraphicFramePr>
        <p:xfrm>
          <a:off x="718453" y="4738847"/>
          <a:ext cx="10776855" cy="555817"/>
        </p:xfrm>
        <a:graphic>
          <a:graphicData uri="http://schemas.openxmlformats.org/drawingml/2006/table">
            <a:tbl>
              <a:tblPr firstRow="1" bandRow="1">
                <a:tableStyleId>{5C22544A-7EE6-4342-B048-85BDC9FD1C3A}</a:tableStyleId>
              </a:tblPr>
              <a:tblGrid>
                <a:gridCol w="3592285">
                  <a:extLst>
                    <a:ext uri="{9D8B030D-6E8A-4147-A177-3AD203B41FA5}">
                      <a16:colId xmlns:a16="http://schemas.microsoft.com/office/drawing/2014/main" val="3017751880"/>
                    </a:ext>
                  </a:extLst>
                </a:gridCol>
                <a:gridCol w="3592285">
                  <a:extLst>
                    <a:ext uri="{9D8B030D-6E8A-4147-A177-3AD203B41FA5}">
                      <a16:colId xmlns:a16="http://schemas.microsoft.com/office/drawing/2014/main" val="844738308"/>
                    </a:ext>
                  </a:extLst>
                </a:gridCol>
                <a:gridCol w="3592285">
                  <a:extLst>
                    <a:ext uri="{9D8B030D-6E8A-4147-A177-3AD203B41FA5}">
                      <a16:colId xmlns:a16="http://schemas.microsoft.com/office/drawing/2014/main" val="4059862128"/>
                    </a:ext>
                  </a:extLst>
                </a:gridCol>
              </a:tblGrid>
              <a:tr h="228324">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1" kern="1200">
                          <a:solidFill>
                            <a:schemeClr val="lt1"/>
                          </a:solidFill>
                          <a:latin typeface="+mn-lt"/>
                          <a:ea typeface="+mn-ea"/>
                          <a:cs typeface="+mn-cs"/>
                        </a:rPr>
                        <a:t>S. No. </a:t>
                      </a:r>
                    </a:p>
                  </a:txBody>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1" kern="1200">
                          <a:solidFill>
                            <a:schemeClr val="lt1"/>
                          </a:solidFill>
                          <a:latin typeface="+mn-lt"/>
                          <a:ea typeface="+mn-ea"/>
                          <a:cs typeface="+mn-cs"/>
                        </a:rPr>
                        <a:t>HCP</a:t>
                      </a:r>
                    </a:p>
                  </a:txBody>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1" kern="1200">
                          <a:solidFill>
                            <a:schemeClr val="lt1"/>
                          </a:solidFill>
                          <a:latin typeface="+mn-lt"/>
                          <a:ea typeface="+mn-ea"/>
                          <a:cs typeface="+mn-cs"/>
                        </a:rPr>
                        <a:t>PwD</a:t>
                      </a:r>
                    </a:p>
                  </a:txBody>
                  <a:tcPr/>
                </a:tc>
                <a:extLst>
                  <a:ext uri="{0D108BD9-81ED-4DB2-BD59-A6C34878D82A}">
                    <a16:rowId xmlns:a16="http://schemas.microsoft.com/office/drawing/2014/main" val="2130503187"/>
                  </a:ext>
                </a:extLst>
              </a:tr>
              <a:tr h="281497">
                <a:tc>
                  <a:txBody>
                    <a:bodyPr/>
                    <a:lstStyle/>
                    <a:p>
                      <a:pPr marL="0" algn="ctr" defTabSz="1219170" rtl="0" eaLnBrk="1" fontAlgn="ctr" latinLnBrk="0" hangingPunct="1"/>
                      <a:r>
                        <a:rPr lang="en-US" sz="1200" b="0" i="0" u="none" strike="noStrike" kern="1200">
                          <a:solidFill>
                            <a:schemeClr val="tx1"/>
                          </a:solidFill>
                          <a:effectLst/>
                          <a:latin typeface="+mn-lt"/>
                          <a:ea typeface="+mn-ea"/>
                          <a:cs typeface="+mn-cs"/>
                        </a:rPr>
                        <a:t>1</a:t>
                      </a:r>
                    </a:p>
                  </a:txBody>
                  <a:tcPr/>
                </a:tc>
                <a:tc>
                  <a:txBody>
                    <a:bodyPr/>
                    <a:lstStyle/>
                    <a:p>
                      <a:pPr marL="0" algn="ctr" defTabSz="1219170" rtl="0" eaLnBrk="1" fontAlgn="ctr" latinLnBrk="0" hangingPunct="1"/>
                      <a:r>
                        <a:rPr lang="en-US" sz="1200" b="0" i="0" u="none" strike="noStrike" kern="1200">
                          <a:solidFill>
                            <a:schemeClr val="tx1"/>
                          </a:solidFill>
                          <a:effectLst/>
                          <a:latin typeface="+mn-lt"/>
                          <a:ea typeface="+mn-ea"/>
                          <a:cs typeface="+mn-cs"/>
                        </a:rPr>
                        <a:t>3550</a:t>
                      </a:r>
                    </a:p>
                  </a:txBody>
                  <a:tcPr/>
                </a:tc>
                <a:tc>
                  <a:txBody>
                    <a:bodyPr/>
                    <a:lstStyle/>
                    <a:p>
                      <a:pPr marL="0" algn="ctr" defTabSz="1219170" rtl="0" eaLnBrk="1" fontAlgn="ctr" latinLnBrk="0" hangingPunct="1"/>
                      <a:r>
                        <a:rPr lang="en-US" sz="1200" b="0" i="0" u="none" strike="noStrike" kern="1200">
                          <a:solidFill>
                            <a:schemeClr val="tx1"/>
                          </a:solidFill>
                          <a:effectLst/>
                          <a:latin typeface="+mn-lt"/>
                          <a:ea typeface="+mn-ea"/>
                          <a:cs typeface="+mn-cs"/>
                        </a:rPr>
                        <a:t>50100</a:t>
                      </a:r>
                    </a:p>
                  </a:txBody>
                  <a:tcPr/>
                </a:tc>
                <a:extLst>
                  <a:ext uri="{0D108BD9-81ED-4DB2-BD59-A6C34878D82A}">
                    <a16:rowId xmlns:a16="http://schemas.microsoft.com/office/drawing/2014/main" val="1343857955"/>
                  </a:ext>
                </a:extLst>
              </a:tr>
            </a:tbl>
          </a:graphicData>
        </a:graphic>
      </p:graphicFrame>
      <p:pic>
        <p:nvPicPr>
          <p:cNvPr id="1026" name="Picture 2">
            <a:extLst>
              <a:ext uri="{FF2B5EF4-FFF2-40B4-BE49-F238E27FC236}">
                <a16:creationId xmlns:a16="http://schemas.microsoft.com/office/drawing/2014/main" id="{6E0C72DE-0347-0CA5-2998-B0C89DDFEA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9455" y="999587"/>
            <a:ext cx="11125853" cy="2242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7692288"/>
      </p:ext>
    </p:extLst>
  </p:cSld>
  <p:clrMapOvr>
    <a:masterClrMapping/>
  </p:clrMapOvr>
  <p:transition>
    <p:fade/>
  </p:transition>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FF1BE-485E-8135-1528-81D21B43755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EA0EEE8-3726-5991-0658-BE2750912ABC}"/>
              </a:ext>
            </a:extLst>
          </p:cNvPr>
          <p:cNvSpPr>
            <a:spLocks noGrp="1"/>
          </p:cNvSpPr>
          <p:nvPr>
            <p:ph type="ftr" sz="quarter" idx="15"/>
          </p:nvPr>
        </p:nvSpPr>
        <p:spPr/>
        <p:txBody>
          <a:bodyPr/>
          <a:lstStyle/>
          <a:p>
            <a:r>
              <a:rPr lang="en-US"/>
              <a:t>CONFIDENTIAL</a:t>
            </a:r>
          </a:p>
        </p:txBody>
      </p:sp>
      <p:sp>
        <p:nvSpPr>
          <p:cNvPr id="4" name="Slide Number Placeholder 3">
            <a:extLst>
              <a:ext uri="{FF2B5EF4-FFF2-40B4-BE49-F238E27FC236}">
                <a16:creationId xmlns:a16="http://schemas.microsoft.com/office/drawing/2014/main" id="{30658431-C3EF-8663-05F9-DA062411EA4B}"/>
              </a:ext>
            </a:extLst>
          </p:cNvPr>
          <p:cNvSpPr>
            <a:spLocks noGrp="1"/>
          </p:cNvSpPr>
          <p:nvPr>
            <p:ph type="sldNum" sz="quarter" idx="16"/>
          </p:nvPr>
        </p:nvSpPr>
        <p:spPr/>
        <p:txBody>
          <a:bodyPr/>
          <a:lstStyle/>
          <a:p>
            <a:fld id="{4F90343F-D056-4E24-BE3D-A305BDC1A23E}" type="slidenum">
              <a:rPr lang="en-US" smtClean="0"/>
              <a:pPr/>
              <a:t>19</a:t>
            </a:fld>
            <a:endParaRPr lang="en-US"/>
          </a:p>
        </p:txBody>
      </p:sp>
      <p:grpSp>
        <p:nvGrpSpPr>
          <p:cNvPr id="63" name="Group 62">
            <a:extLst>
              <a:ext uri="{FF2B5EF4-FFF2-40B4-BE49-F238E27FC236}">
                <a16:creationId xmlns:a16="http://schemas.microsoft.com/office/drawing/2014/main" id="{BC949A5B-63A0-C587-43A3-7CDAF61FC276}"/>
              </a:ext>
            </a:extLst>
          </p:cNvPr>
          <p:cNvGrpSpPr/>
          <p:nvPr/>
        </p:nvGrpSpPr>
        <p:grpSpPr>
          <a:xfrm>
            <a:off x="765799" y="2951910"/>
            <a:ext cx="10753069" cy="3140397"/>
            <a:chOff x="35496" y="190399"/>
            <a:chExt cx="8953207" cy="4587800"/>
          </a:xfrm>
        </p:grpSpPr>
        <p:grpSp>
          <p:nvGrpSpPr>
            <p:cNvPr id="64" name="Group 63">
              <a:extLst>
                <a:ext uri="{FF2B5EF4-FFF2-40B4-BE49-F238E27FC236}">
                  <a16:creationId xmlns:a16="http://schemas.microsoft.com/office/drawing/2014/main" id="{63A0A246-78F1-75E6-A5CF-A10C3A3B45A4}"/>
                </a:ext>
              </a:extLst>
            </p:cNvPr>
            <p:cNvGrpSpPr/>
            <p:nvPr/>
          </p:nvGrpSpPr>
          <p:grpSpPr>
            <a:xfrm>
              <a:off x="296547" y="190399"/>
              <a:ext cx="3176183" cy="2627203"/>
              <a:chOff x="296547" y="190397"/>
              <a:chExt cx="3176183" cy="2627203"/>
            </a:xfrm>
          </p:grpSpPr>
          <p:pic>
            <p:nvPicPr>
              <p:cNvPr id="103" name="Picture 102">
                <a:extLst>
                  <a:ext uri="{FF2B5EF4-FFF2-40B4-BE49-F238E27FC236}">
                    <a16:creationId xmlns:a16="http://schemas.microsoft.com/office/drawing/2014/main" id="{03488895-D245-ABB8-9AA8-FE6E076E0754}"/>
                  </a:ext>
                </a:extLst>
              </p:cNvPr>
              <p:cNvPicPr>
                <a:picLocks noChangeAspect="1"/>
              </p:cNvPicPr>
              <p:nvPr/>
            </p:nvPicPr>
            <p:blipFill>
              <a:blip r:embed="rId4"/>
              <a:stretch>
                <a:fillRect/>
              </a:stretch>
            </p:blipFill>
            <p:spPr>
              <a:xfrm>
                <a:off x="569252" y="2418998"/>
                <a:ext cx="511249" cy="398602"/>
              </a:xfrm>
              <a:prstGeom prst="rect">
                <a:avLst/>
              </a:prstGeom>
            </p:spPr>
          </p:pic>
          <p:pic>
            <p:nvPicPr>
              <p:cNvPr id="105" name="Picture 104">
                <a:extLst>
                  <a:ext uri="{FF2B5EF4-FFF2-40B4-BE49-F238E27FC236}">
                    <a16:creationId xmlns:a16="http://schemas.microsoft.com/office/drawing/2014/main" id="{4099D4E3-FF9A-CD90-A810-BE66A93B37DF}"/>
                  </a:ext>
                </a:extLst>
              </p:cNvPr>
              <p:cNvPicPr>
                <a:picLocks noChangeAspect="1"/>
              </p:cNvPicPr>
              <p:nvPr/>
            </p:nvPicPr>
            <p:blipFill>
              <a:blip r:embed="rId4"/>
              <a:stretch>
                <a:fillRect/>
              </a:stretch>
            </p:blipFill>
            <p:spPr>
              <a:xfrm>
                <a:off x="1427175" y="1638156"/>
                <a:ext cx="511249" cy="398602"/>
              </a:xfrm>
              <a:prstGeom prst="rect">
                <a:avLst/>
              </a:prstGeom>
            </p:spPr>
          </p:pic>
          <p:cxnSp>
            <p:nvCxnSpPr>
              <p:cNvPr id="106" name="Connector: Elbow 105">
                <a:extLst>
                  <a:ext uri="{FF2B5EF4-FFF2-40B4-BE49-F238E27FC236}">
                    <a16:creationId xmlns:a16="http://schemas.microsoft.com/office/drawing/2014/main" id="{AFA6B900-0110-F916-64A5-15509EFB5664}"/>
                  </a:ext>
                </a:extLst>
              </p:cNvPr>
              <p:cNvCxnSpPr>
                <a:stCxn id="103" idx="0"/>
                <a:endCxn id="105" idx="1"/>
              </p:cNvCxnSpPr>
              <p:nvPr/>
            </p:nvCxnSpPr>
            <p:spPr>
              <a:xfrm rot="5400000" flipH="1" flipV="1">
                <a:off x="835256" y="1827079"/>
                <a:ext cx="581541" cy="60229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07" name="TextBox 106">
                <a:extLst>
                  <a:ext uri="{FF2B5EF4-FFF2-40B4-BE49-F238E27FC236}">
                    <a16:creationId xmlns:a16="http://schemas.microsoft.com/office/drawing/2014/main" id="{815F0201-D258-ED22-252D-FC3C91886686}"/>
                  </a:ext>
                </a:extLst>
              </p:cNvPr>
              <p:cNvSpPr txBox="1"/>
              <p:nvPr/>
            </p:nvSpPr>
            <p:spPr>
              <a:xfrm>
                <a:off x="296547" y="1878152"/>
                <a:ext cx="614286" cy="356988"/>
              </a:xfrm>
              <a:prstGeom prst="rect">
                <a:avLst/>
              </a:prstGeom>
              <a:noFill/>
            </p:spPr>
            <p:txBody>
              <a:bodyPr wrap="square" rtlCol="0">
                <a:spAutoFit/>
              </a:bodyPr>
              <a:lstStyle/>
              <a:p>
                <a:r>
                  <a:rPr lang="en-US" sz="988"/>
                  <a:t>60 sec</a:t>
                </a:r>
                <a:endParaRPr lang="en-IN" sz="988"/>
              </a:p>
            </p:txBody>
          </p:sp>
          <p:pic>
            <p:nvPicPr>
              <p:cNvPr id="108" name="Picture 107">
                <a:extLst>
                  <a:ext uri="{FF2B5EF4-FFF2-40B4-BE49-F238E27FC236}">
                    <a16:creationId xmlns:a16="http://schemas.microsoft.com/office/drawing/2014/main" id="{30F3B876-797E-2FEE-3E57-B817C2C65604}"/>
                  </a:ext>
                </a:extLst>
              </p:cNvPr>
              <p:cNvPicPr>
                <a:picLocks noChangeAspect="1"/>
              </p:cNvPicPr>
              <p:nvPr/>
            </p:nvPicPr>
            <p:blipFill>
              <a:blip r:embed="rId4"/>
              <a:stretch>
                <a:fillRect/>
              </a:stretch>
            </p:blipFill>
            <p:spPr>
              <a:xfrm>
                <a:off x="1990872" y="934238"/>
                <a:ext cx="511249" cy="398602"/>
              </a:xfrm>
              <a:prstGeom prst="rect">
                <a:avLst/>
              </a:prstGeom>
            </p:spPr>
          </p:pic>
          <p:cxnSp>
            <p:nvCxnSpPr>
              <p:cNvPr id="110" name="Connector: Elbow 109">
                <a:extLst>
                  <a:ext uri="{FF2B5EF4-FFF2-40B4-BE49-F238E27FC236}">
                    <a16:creationId xmlns:a16="http://schemas.microsoft.com/office/drawing/2014/main" id="{2EC169C6-089F-3778-52F5-4F688D864C16}"/>
                  </a:ext>
                </a:extLst>
              </p:cNvPr>
              <p:cNvCxnSpPr>
                <a:cxnSpLocks/>
                <a:stCxn id="105" idx="0"/>
                <a:endCxn id="108" idx="1"/>
              </p:cNvCxnSpPr>
              <p:nvPr/>
            </p:nvCxnSpPr>
            <p:spPr>
              <a:xfrm rot="5400000" flipH="1" flipV="1">
                <a:off x="1584528" y="1231813"/>
                <a:ext cx="504616" cy="30807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1" name="Picture 110">
                <a:extLst>
                  <a:ext uri="{FF2B5EF4-FFF2-40B4-BE49-F238E27FC236}">
                    <a16:creationId xmlns:a16="http://schemas.microsoft.com/office/drawing/2014/main" id="{E8832AD0-ACBC-2287-FF1B-5F9F9DE3E914}"/>
                  </a:ext>
                </a:extLst>
              </p:cNvPr>
              <p:cNvPicPr>
                <a:picLocks noChangeAspect="1"/>
              </p:cNvPicPr>
              <p:nvPr/>
            </p:nvPicPr>
            <p:blipFill>
              <a:blip r:embed="rId4"/>
              <a:stretch>
                <a:fillRect/>
              </a:stretch>
            </p:blipFill>
            <p:spPr>
              <a:xfrm>
                <a:off x="2635095" y="190397"/>
                <a:ext cx="511249" cy="398600"/>
              </a:xfrm>
              <a:prstGeom prst="rect">
                <a:avLst/>
              </a:prstGeom>
            </p:spPr>
          </p:pic>
          <p:cxnSp>
            <p:nvCxnSpPr>
              <p:cNvPr id="112" name="Connector: Elbow 111">
                <a:extLst>
                  <a:ext uri="{FF2B5EF4-FFF2-40B4-BE49-F238E27FC236}">
                    <a16:creationId xmlns:a16="http://schemas.microsoft.com/office/drawing/2014/main" id="{88A080A4-AF63-ABB5-9D4E-23997D4CA2F7}"/>
                  </a:ext>
                </a:extLst>
              </p:cNvPr>
              <p:cNvCxnSpPr>
                <a:cxnSpLocks/>
                <a:stCxn id="108" idx="0"/>
                <a:endCxn id="111" idx="1"/>
              </p:cNvCxnSpPr>
              <p:nvPr/>
            </p:nvCxnSpPr>
            <p:spPr>
              <a:xfrm rot="5400000" flipH="1" flipV="1">
                <a:off x="2168525" y="467669"/>
                <a:ext cx="544541" cy="38859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B54C88F9-10D6-10BB-F023-703DAD21A920}"/>
                  </a:ext>
                </a:extLst>
              </p:cNvPr>
              <p:cNvSpPr txBox="1"/>
              <p:nvPr/>
            </p:nvSpPr>
            <p:spPr>
              <a:xfrm rot="19595175">
                <a:off x="1081990" y="1883624"/>
                <a:ext cx="2390740" cy="883807"/>
              </a:xfrm>
              <a:prstGeom prst="rect">
                <a:avLst/>
              </a:prstGeom>
              <a:noFill/>
            </p:spPr>
            <p:txBody>
              <a:bodyPr wrap="square" rtlCol="0">
                <a:spAutoFit/>
              </a:bodyPr>
              <a:lstStyle/>
              <a:p>
                <a:pPr algn="ctr"/>
                <a:r>
                  <a:rPr lang="en-US" sz="988" b="1">
                    <a:solidFill>
                      <a:srgbClr val="002060"/>
                    </a:solidFill>
                  </a:rPr>
                  <a:t>50 users will ramp up in every 60  sec until user count reaches 790</a:t>
                </a:r>
                <a:endParaRPr lang="en-IN" sz="988" b="1">
                  <a:solidFill>
                    <a:srgbClr val="002060"/>
                  </a:solidFill>
                </a:endParaRPr>
              </a:p>
            </p:txBody>
          </p:sp>
          <p:cxnSp>
            <p:nvCxnSpPr>
              <p:cNvPr id="116" name="Straight Arrow Connector 115">
                <a:extLst>
                  <a:ext uri="{FF2B5EF4-FFF2-40B4-BE49-F238E27FC236}">
                    <a16:creationId xmlns:a16="http://schemas.microsoft.com/office/drawing/2014/main" id="{5804C452-10E5-8AA1-8128-14CCE5EF7A58}"/>
                  </a:ext>
                </a:extLst>
              </p:cNvPr>
              <p:cNvCxnSpPr>
                <a:cxnSpLocks/>
              </p:cNvCxnSpPr>
              <p:nvPr/>
            </p:nvCxnSpPr>
            <p:spPr>
              <a:xfrm flipH="1">
                <a:off x="3121551" y="1907086"/>
                <a:ext cx="242030" cy="166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pic>
          <p:nvPicPr>
            <p:cNvPr id="65" name="Picture 64">
              <a:extLst>
                <a:ext uri="{FF2B5EF4-FFF2-40B4-BE49-F238E27FC236}">
                  <a16:creationId xmlns:a16="http://schemas.microsoft.com/office/drawing/2014/main" id="{CBD1E28B-955F-8F3F-76DF-A3596C0DEDB0}"/>
                </a:ext>
              </a:extLst>
            </p:cNvPr>
            <p:cNvPicPr>
              <a:picLocks noChangeAspect="1"/>
            </p:cNvPicPr>
            <p:nvPr/>
          </p:nvPicPr>
          <p:blipFill>
            <a:blip r:embed="rId4"/>
            <a:stretch>
              <a:fillRect/>
            </a:stretch>
          </p:blipFill>
          <p:spPr>
            <a:xfrm>
              <a:off x="3839386" y="780447"/>
              <a:ext cx="511249" cy="398601"/>
            </a:xfrm>
            <a:prstGeom prst="rect">
              <a:avLst/>
            </a:prstGeom>
          </p:spPr>
        </p:pic>
        <p:pic>
          <p:nvPicPr>
            <p:cNvPr id="66" name="Picture 65">
              <a:extLst>
                <a:ext uri="{FF2B5EF4-FFF2-40B4-BE49-F238E27FC236}">
                  <a16:creationId xmlns:a16="http://schemas.microsoft.com/office/drawing/2014/main" id="{D18EBA03-B2A2-57B7-84B3-BDC2FD7A9FC6}"/>
                </a:ext>
              </a:extLst>
            </p:cNvPr>
            <p:cNvPicPr>
              <a:picLocks noChangeAspect="1"/>
            </p:cNvPicPr>
            <p:nvPr/>
          </p:nvPicPr>
          <p:blipFill>
            <a:blip r:embed="rId4"/>
            <a:stretch>
              <a:fillRect/>
            </a:stretch>
          </p:blipFill>
          <p:spPr>
            <a:xfrm>
              <a:off x="4350635" y="764838"/>
              <a:ext cx="511249" cy="398601"/>
            </a:xfrm>
            <a:prstGeom prst="rect">
              <a:avLst/>
            </a:prstGeom>
          </p:spPr>
        </p:pic>
        <p:pic>
          <p:nvPicPr>
            <p:cNvPr id="67" name="Picture 66">
              <a:extLst>
                <a:ext uri="{FF2B5EF4-FFF2-40B4-BE49-F238E27FC236}">
                  <a16:creationId xmlns:a16="http://schemas.microsoft.com/office/drawing/2014/main" id="{4398DBE4-869D-3ADD-6D01-2544CE61A422}"/>
                </a:ext>
              </a:extLst>
            </p:cNvPr>
            <p:cNvPicPr>
              <a:picLocks noChangeAspect="1"/>
            </p:cNvPicPr>
            <p:nvPr/>
          </p:nvPicPr>
          <p:blipFill>
            <a:blip r:embed="rId4"/>
            <a:stretch>
              <a:fillRect/>
            </a:stretch>
          </p:blipFill>
          <p:spPr>
            <a:xfrm>
              <a:off x="4861884" y="741378"/>
              <a:ext cx="511249" cy="398601"/>
            </a:xfrm>
            <a:prstGeom prst="rect">
              <a:avLst/>
            </a:prstGeom>
          </p:spPr>
        </p:pic>
        <p:cxnSp>
          <p:nvCxnSpPr>
            <p:cNvPr id="68" name="Straight Arrow Connector 67">
              <a:extLst>
                <a:ext uri="{FF2B5EF4-FFF2-40B4-BE49-F238E27FC236}">
                  <a16:creationId xmlns:a16="http://schemas.microsoft.com/office/drawing/2014/main" id="{130B6F75-2D75-9A5A-7897-AABDCA53DC3F}"/>
                </a:ext>
              </a:extLst>
            </p:cNvPr>
            <p:cNvCxnSpPr>
              <a:cxnSpLocks/>
            </p:cNvCxnSpPr>
            <p:nvPr/>
          </p:nvCxnSpPr>
          <p:spPr>
            <a:xfrm flipH="1">
              <a:off x="3468300" y="780447"/>
              <a:ext cx="14813" cy="3164924"/>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69" name="Straight Arrow Connector 68">
              <a:extLst>
                <a:ext uri="{FF2B5EF4-FFF2-40B4-BE49-F238E27FC236}">
                  <a16:creationId xmlns:a16="http://schemas.microsoft.com/office/drawing/2014/main" id="{2983C305-19E4-B3EB-B807-8CD87EFF8086}"/>
                </a:ext>
              </a:extLst>
            </p:cNvPr>
            <p:cNvCxnSpPr>
              <a:cxnSpLocks/>
            </p:cNvCxnSpPr>
            <p:nvPr/>
          </p:nvCxnSpPr>
          <p:spPr>
            <a:xfrm flipH="1">
              <a:off x="3483113" y="2154635"/>
              <a:ext cx="2327836" cy="0"/>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70" name="Straight Arrow Connector 69">
              <a:extLst>
                <a:ext uri="{FF2B5EF4-FFF2-40B4-BE49-F238E27FC236}">
                  <a16:creationId xmlns:a16="http://schemas.microsoft.com/office/drawing/2014/main" id="{2EBED78F-83A3-4C2D-F36D-C864075C0AE4}"/>
                </a:ext>
              </a:extLst>
            </p:cNvPr>
            <p:cNvCxnSpPr>
              <a:cxnSpLocks/>
            </p:cNvCxnSpPr>
            <p:nvPr/>
          </p:nvCxnSpPr>
          <p:spPr>
            <a:xfrm flipH="1">
              <a:off x="5798690" y="780448"/>
              <a:ext cx="12259" cy="3164925"/>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pic>
          <p:nvPicPr>
            <p:cNvPr id="71" name="Picture 70">
              <a:extLst>
                <a:ext uri="{FF2B5EF4-FFF2-40B4-BE49-F238E27FC236}">
                  <a16:creationId xmlns:a16="http://schemas.microsoft.com/office/drawing/2014/main" id="{EE24FAB0-C68D-380B-0AA3-5CA0A06BB044}"/>
                </a:ext>
              </a:extLst>
            </p:cNvPr>
            <p:cNvPicPr>
              <a:picLocks noChangeAspect="1"/>
            </p:cNvPicPr>
            <p:nvPr/>
          </p:nvPicPr>
          <p:blipFill>
            <a:blip r:embed="rId4"/>
            <a:stretch>
              <a:fillRect/>
            </a:stretch>
          </p:blipFill>
          <p:spPr>
            <a:xfrm>
              <a:off x="5913858" y="1252971"/>
              <a:ext cx="511249" cy="398601"/>
            </a:xfrm>
            <a:prstGeom prst="rect">
              <a:avLst/>
            </a:prstGeom>
          </p:spPr>
        </p:pic>
        <p:sp>
          <p:nvSpPr>
            <p:cNvPr id="72" name="TextBox 71">
              <a:extLst>
                <a:ext uri="{FF2B5EF4-FFF2-40B4-BE49-F238E27FC236}">
                  <a16:creationId xmlns:a16="http://schemas.microsoft.com/office/drawing/2014/main" id="{F720B8BE-303C-12E1-5CCD-7788EC38A5DF}"/>
                </a:ext>
              </a:extLst>
            </p:cNvPr>
            <p:cNvSpPr txBox="1"/>
            <p:nvPr/>
          </p:nvSpPr>
          <p:spPr>
            <a:xfrm>
              <a:off x="7227038" y="2325529"/>
              <a:ext cx="965540" cy="500155"/>
            </a:xfrm>
            <a:prstGeom prst="rect">
              <a:avLst/>
            </a:prstGeom>
            <a:noFill/>
          </p:spPr>
          <p:txBody>
            <a:bodyPr wrap="square" rtlCol="0">
              <a:spAutoFit/>
            </a:bodyPr>
            <a:lstStyle/>
            <a:p>
              <a:r>
                <a:rPr lang="en-US" sz="988"/>
                <a:t>50 Users</a:t>
              </a:r>
              <a:endParaRPr lang="en-IN" sz="988"/>
            </a:p>
          </p:txBody>
        </p:sp>
        <p:pic>
          <p:nvPicPr>
            <p:cNvPr id="73" name="Picture 72">
              <a:extLst>
                <a:ext uri="{FF2B5EF4-FFF2-40B4-BE49-F238E27FC236}">
                  <a16:creationId xmlns:a16="http://schemas.microsoft.com/office/drawing/2014/main" id="{1A52929B-4266-AC9D-DA39-091AB33FEEF8}"/>
                </a:ext>
              </a:extLst>
            </p:cNvPr>
            <p:cNvPicPr>
              <a:picLocks noChangeAspect="1"/>
            </p:cNvPicPr>
            <p:nvPr/>
          </p:nvPicPr>
          <p:blipFill>
            <a:blip r:embed="rId4"/>
            <a:stretch>
              <a:fillRect/>
            </a:stretch>
          </p:blipFill>
          <p:spPr>
            <a:xfrm>
              <a:off x="6601392" y="1582448"/>
              <a:ext cx="511249" cy="398601"/>
            </a:xfrm>
            <a:prstGeom prst="rect">
              <a:avLst/>
            </a:prstGeom>
          </p:spPr>
        </p:pic>
        <p:sp>
          <p:nvSpPr>
            <p:cNvPr id="74" name="TextBox 73">
              <a:extLst>
                <a:ext uri="{FF2B5EF4-FFF2-40B4-BE49-F238E27FC236}">
                  <a16:creationId xmlns:a16="http://schemas.microsoft.com/office/drawing/2014/main" id="{12B38277-2EAA-47C3-DD4C-F369204B4E6A}"/>
                </a:ext>
              </a:extLst>
            </p:cNvPr>
            <p:cNvSpPr txBox="1"/>
            <p:nvPr/>
          </p:nvSpPr>
          <p:spPr>
            <a:xfrm>
              <a:off x="5925914" y="746763"/>
              <a:ext cx="642809" cy="356988"/>
            </a:xfrm>
            <a:prstGeom prst="rect">
              <a:avLst/>
            </a:prstGeom>
            <a:noFill/>
          </p:spPr>
          <p:txBody>
            <a:bodyPr wrap="square" rtlCol="0">
              <a:spAutoFit/>
            </a:bodyPr>
            <a:lstStyle/>
            <a:p>
              <a:r>
                <a:rPr lang="en-US" sz="988"/>
                <a:t>60 sec</a:t>
              </a:r>
              <a:endParaRPr lang="en-IN" sz="988"/>
            </a:p>
          </p:txBody>
        </p:sp>
        <p:pic>
          <p:nvPicPr>
            <p:cNvPr id="75" name="Picture 74">
              <a:extLst>
                <a:ext uri="{FF2B5EF4-FFF2-40B4-BE49-F238E27FC236}">
                  <a16:creationId xmlns:a16="http://schemas.microsoft.com/office/drawing/2014/main" id="{9772F1D7-7169-6DDE-B52E-42D223C670A3}"/>
                </a:ext>
              </a:extLst>
            </p:cNvPr>
            <p:cNvPicPr>
              <a:picLocks noChangeAspect="1"/>
            </p:cNvPicPr>
            <p:nvPr/>
          </p:nvPicPr>
          <p:blipFill>
            <a:blip r:embed="rId4"/>
            <a:stretch>
              <a:fillRect/>
            </a:stretch>
          </p:blipFill>
          <p:spPr>
            <a:xfrm>
              <a:off x="7295472" y="1959472"/>
              <a:ext cx="511249" cy="398601"/>
            </a:xfrm>
            <a:prstGeom prst="rect">
              <a:avLst/>
            </a:prstGeom>
          </p:spPr>
        </p:pic>
        <p:pic>
          <p:nvPicPr>
            <p:cNvPr id="76" name="Picture 75">
              <a:extLst>
                <a:ext uri="{FF2B5EF4-FFF2-40B4-BE49-F238E27FC236}">
                  <a16:creationId xmlns:a16="http://schemas.microsoft.com/office/drawing/2014/main" id="{49BA1BAB-49B4-541C-A6BC-890F9F4D1A44}"/>
                </a:ext>
              </a:extLst>
            </p:cNvPr>
            <p:cNvPicPr>
              <a:picLocks noChangeAspect="1"/>
            </p:cNvPicPr>
            <p:nvPr/>
          </p:nvPicPr>
          <p:blipFill>
            <a:blip r:embed="rId4"/>
            <a:stretch>
              <a:fillRect/>
            </a:stretch>
          </p:blipFill>
          <p:spPr>
            <a:xfrm>
              <a:off x="7971692" y="2326599"/>
              <a:ext cx="511249" cy="398601"/>
            </a:xfrm>
            <a:prstGeom prst="rect">
              <a:avLst/>
            </a:prstGeom>
          </p:spPr>
        </p:pic>
        <p:sp>
          <p:nvSpPr>
            <p:cNvPr id="77" name="TextBox 76">
              <a:extLst>
                <a:ext uri="{FF2B5EF4-FFF2-40B4-BE49-F238E27FC236}">
                  <a16:creationId xmlns:a16="http://schemas.microsoft.com/office/drawing/2014/main" id="{4F854E3E-7930-118C-144E-D9B69776F857}"/>
                </a:ext>
              </a:extLst>
            </p:cNvPr>
            <p:cNvSpPr txBox="1"/>
            <p:nvPr/>
          </p:nvSpPr>
          <p:spPr>
            <a:xfrm rot="1986314">
              <a:off x="5473007" y="2691522"/>
              <a:ext cx="2534826" cy="897247"/>
            </a:xfrm>
            <a:prstGeom prst="rect">
              <a:avLst/>
            </a:prstGeom>
            <a:noFill/>
          </p:spPr>
          <p:txBody>
            <a:bodyPr wrap="square" rtlCol="0">
              <a:spAutoFit/>
            </a:bodyPr>
            <a:lstStyle/>
            <a:p>
              <a:pPr algn="ctr"/>
              <a:r>
                <a:rPr lang="en-US" sz="988" b="1">
                  <a:solidFill>
                    <a:srgbClr val="002060"/>
                  </a:solidFill>
                </a:rPr>
                <a:t>50 users will ramp down in every 60 sec until user count reaches 0 Users</a:t>
              </a:r>
              <a:endParaRPr lang="en-IN" sz="988" b="1">
                <a:solidFill>
                  <a:srgbClr val="002060"/>
                </a:solidFill>
              </a:endParaRPr>
            </a:p>
          </p:txBody>
        </p:sp>
        <p:cxnSp>
          <p:nvCxnSpPr>
            <p:cNvPr id="78" name="Connector: Elbow 77">
              <a:extLst>
                <a:ext uri="{FF2B5EF4-FFF2-40B4-BE49-F238E27FC236}">
                  <a16:creationId xmlns:a16="http://schemas.microsoft.com/office/drawing/2014/main" id="{A0EFA46A-0DBE-65F7-8DE1-0A385F1E7B2A}"/>
                </a:ext>
              </a:extLst>
            </p:cNvPr>
            <p:cNvCxnSpPr>
              <a:cxnSpLocks/>
              <a:endCxn id="73" idx="0"/>
            </p:cNvCxnSpPr>
            <p:nvPr/>
          </p:nvCxnSpPr>
          <p:spPr>
            <a:xfrm>
              <a:off x="6452867" y="1414420"/>
              <a:ext cx="404150" cy="16802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2A5BB299-BEFD-B0F3-FB30-99CA4E36D0B4}"/>
                </a:ext>
              </a:extLst>
            </p:cNvPr>
            <p:cNvSpPr txBox="1"/>
            <p:nvPr/>
          </p:nvSpPr>
          <p:spPr>
            <a:xfrm>
              <a:off x="5866060" y="1587782"/>
              <a:ext cx="920785" cy="500155"/>
            </a:xfrm>
            <a:prstGeom prst="rect">
              <a:avLst/>
            </a:prstGeom>
            <a:noFill/>
          </p:spPr>
          <p:txBody>
            <a:bodyPr wrap="square" rtlCol="0">
              <a:spAutoFit/>
            </a:bodyPr>
            <a:lstStyle/>
            <a:p>
              <a:r>
                <a:rPr lang="en-US" sz="988"/>
                <a:t>50 Users</a:t>
              </a:r>
              <a:endParaRPr lang="en-IN" sz="988"/>
            </a:p>
          </p:txBody>
        </p:sp>
        <p:sp>
          <p:nvSpPr>
            <p:cNvPr id="81" name="TextBox 80">
              <a:extLst>
                <a:ext uri="{FF2B5EF4-FFF2-40B4-BE49-F238E27FC236}">
                  <a16:creationId xmlns:a16="http://schemas.microsoft.com/office/drawing/2014/main" id="{E6A69677-C932-B342-9548-0801BBB052E2}"/>
                </a:ext>
              </a:extLst>
            </p:cNvPr>
            <p:cNvSpPr txBox="1"/>
            <p:nvPr/>
          </p:nvSpPr>
          <p:spPr>
            <a:xfrm>
              <a:off x="6568723" y="1926641"/>
              <a:ext cx="1098822" cy="500155"/>
            </a:xfrm>
            <a:prstGeom prst="rect">
              <a:avLst/>
            </a:prstGeom>
            <a:noFill/>
          </p:spPr>
          <p:txBody>
            <a:bodyPr wrap="square" rtlCol="0">
              <a:spAutoFit/>
            </a:bodyPr>
            <a:lstStyle/>
            <a:p>
              <a:r>
                <a:rPr lang="en-US" sz="988"/>
                <a:t>50 Users</a:t>
              </a:r>
              <a:endParaRPr lang="en-IN" sz="988"/>
            </a:p>
          </p:txBody>
        </p:sp>
        <p:cxnSp>
          <p:nvCxnSpPr>
            <p:cNvPr id="83" name="Connector: Elbow 82">
              <a:extLst>
                <a:ext uri="{FF2B5EF4-FFF2-40B4-BE49-F238E27FC236}">
                  <a16:creationId xmlns:a16="http://schemas.microsoft.com/office/drawing/2014/main" id="{740B48AD-476F-F0DE-4C7C-72FDE25610EA}"/>
                </a:ext>
              </a:extLst>
            </p:cNvPr>
            <p:cNvCxnSpPr>
              <a:cxnSpLocks/>
            </p:cNvCxnSpPr>
            <p:nvPr/>
          </p:nvCxnSpPr>
          <p:spPr>
            <a:xfrm>
              <a:off x="7146946" y="1699963"/>
              <a:ext cx="404150" cy="16802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0463A678-C5EF-20A1-F86C-8FCA91D49C89}"/>
                </a:ext>
              </a:extLst>
            </p:cNvPr>
            <p:cNvSpPr txBox="1"/>
            <p:nvPr/>
          </p:nvSpPr>
          <p:spPr>
            <a:xfrm>
              <a:off x="6666213" y="914788"/>
              <a:ext cx="778308" cy="500155"/>
            </a:xfrm>
            <a:prstGeom prst="rect">
              <a:avLst/>
            </a:prstGeom>
            <a:noFill/>
          </p:spPr>
          <p:txBody>
            <a:bodyPr wrap="square" rtlCol="0">
              <a:spAutoFit/>
            </a:bodyPr>
            <a:lstStyle/>
            <a:p>
              <a:r>
                <a:rPr lang="en-US" sz="988"/>
                <a:t>60 sec</a:t>
              </a:r>
              <a:endParaRPr lang="en-IN" sz="988"/>
            </a:p>
          </p:txBody>
        </p:sp>
        <p:sp>
          <p:nvSpPr>
            <p:cNvPr id="85" name="TextBox 84">
              <a:extLst>
                <a:ext uri="{FF2B5EF4-FFF2-40B4-BE49-F238E27FC236}">
                  <a16:creationId xmlns:a16="http://schemas.microsoft.com/office/drawing/2014/main" id="{765BCE54-9E1B-342E-68AE-DA0DF0968B78}"/>
                </a:ext>
              </a:extLst>
            </p:cNvPr>
            <p:cNvSpPr txBox="1"/>
            <p:nvPr/>
          </p:nvSpPr>
          <p:spPr>
            <a:xfrm>
              <a:off x="7216795" y="1210781"/>
              <a:ext cx="778308" cy="500155"/>
            </a:xfrm>
            <a:prstGeom prst="rect">
              <a:avLst/>
            </a:prstGeom>
            <a:noFill/>
          </p:spPr>
          <p:txBody>
            <a:bodyPr wrap="square" rtlCol="0">
              <a:spAutoFit/>
            </a:bodyPr>
            <a:lstStyle/>
            <a:p>
              <a:r>
                <a:rPr lang="en-US" sz="988"/>
                <a:t>60 sec</a:t>
              </a:r>
              <a:endParaRPr lang="en-IN" sz="988"/>
            </a:p>
          </p:txBody>
        </p:sp>
        <p:cxnSp>
          <p:nvCxnSpPr>
            <p:cNvPr id="86" name="Connector: Elbow 85">
              <a:extLst>
                <a:ext uri="{FF2B5EF4-FFF2-40B4-BE49-F238E27FC236}">
                  <a16:creationId xmlns:a16="http://schemas.microsoft.com/office/drawing/2014/main" id="{8D580419-AC4C-12F4-2C74-983777F1D678}"/>
                </a:ext>
              </a:extLst>
            </p:cNvPr>
            <p:cNvCxnSpPr>
              <a:cxnSpLocks/>
            </p:cNvCxnSpPr>
            <p:nvPr/>
          </p:nvCxnSpPr>
          <p:spPr>
            <a:xfrm>
              <a:off x="7828091" y="2173690"/>
              <a:ext cx="404150" cy="16802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5B0950F6-8F91-E9D1-A7EA-9400D519BFCE}"/>
                </a:ext>
              </a:extLst>
            </p:cNvPr>
            <p:cNvCxnSpPr>
              <a:cxnSpLocks/>
            </p:cNvCxnSpPr>
            <p:nvPr/>
          </p:nvCxnSpPr>
          <p:spPr>
            <a:xfrm>
              <a:off x="5989478" y="1975661"/>
              <a:ext cx="165168" cy="4470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215DE8AB-1C5F-2183-B052-2007C09EFD7E}"/>
                </a:ext>
              </a:extLst>
            </p:cNvPr>
            <p:cNvCxnSpPr>
              <a:cxnSpLocks/>
            </p:cNvCxnSpPr>
            <p:nvPr/>
          </p:nvCxnSpPr>
          <p:spPr>
            <a:xfrm>
              <a:off x="35496" y="3795886"/>
              <a:ext cx="756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1E274ADB-2F1A-CC92-EE14-21907A0B2AD6}"/>
                </a:ext>
              </a:extLst>
            </p:cNvPr>
            <p:cNvCxnSpPr>
              <a:cxnSpLocks/>
            </p:cNvCxnSpPr>
            <p:nvPr/>
          </p:nvCxnSpPr>
          <p:spPr>
            <a:xfrm flipH="1">
              <a:off x="2562432" y="3810234"/>
              <a:ext cx="656575" cy="158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42BD541B-BA41-50A5-4067-62AE8035F136}"/>
                </a:ext>
              </a:extLst>
            </p:cNvPr>
            <p:cNvCxnSpPr>
              <a:cxnSpLocks/>
            </p:cNvCxnSpPr>
            <p:nvPr/>
          </p:nvCxnSpPr>
          <p:spPr>
            <a:xfrm flipH="1">
              <a:off x="5205482" y="3792553"/>
              <a:ext cx="3353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023F345F-91E6-BF26-BBE3-BC878234CC04}"/>
                </a:ext>
              </a:extLst>
            </p:cNvPr>
            <p:cNvCxnSpPr>
              <a:cxnSpLocks/>
            </p:cNvCxnSpPr>
            <p:nvPr/>
          </p:nvCxnSpPr>
          <p:spPr>
            <a:xfrm flipV="1">
              <a:off x="3590311" y="3810234"/>
              <a:ext cx="477633" cy="11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81E5BCB0-A268-35F9-3C55-E59A10B5723A}"/>
                </a:ext>
              </a:extLst>
            </p:cNvPr>
            <p:cNvSpPr txBox="1"/>
            <p:nvPr/>
          </p:nvSpPr>
          <p:spPr>
            <a:xfrm>
              <a:off x="4102478" y="3676185"/>
              <a:ext cx="1268594" cy="275975"/>
            </a:xfrm>
            <a:prstGeom prst="rect">
              <a:avLst/>
            </a:prstGeom>
            <a:noFill/>
          </p:spPr>
          <p:txBody>
            <a:bodyPr wrap="square" rtlCol="0">
              <a:spAutoFit/>
            </a:bodyPr>
            <a:lstStyle/>
            <a:p>
              <a:r>
                <a:rPr lang="en-US" sz="800">
                  <a:solidFill>
                    <a:srgbClr val="002060"/>
                  </a:solidFill>
                </a:rPr>
                <a:t>Steady State</a:t>
              </a:r>
              <a:endParaRPr lang="en-IN" sz="800">
                <a:solidFill>
                  <a:srgbClr val="002060"/>
                </a:solidFill>
              </a:endParaRPr>
            </a:p>
          </p:txBody>
        </p:sp>
        <p:cxnSp>
          <p:nvCxnSpPr>
            <p:cNvPr id="94" name="Straight Arrow Connector 93">
              <a:extLst>
                <a:ext uri="{FF2B5EF4-FFF2-40B4-BE49-F238E27FC236}">
                  <a16:creationId xmlns:a16="http://schemas.microsoft.com/office/drawing/2014/main" id="{83029FA2-9AE3-A4F5-DD10-8A219F83CED9}"/>
                </a:ext>
              </a:extLst>
            </p:cNvPr>
            <p:cNvCxnSpPr>
              <a:cxnSpLocks/>
            </p:cNvCxnSpPr>
            <p:nvPr/>
          </p:nvCxnSpPr>
          <p:spPr>
            <a:xfrm>
              <a:off x="5824833" y="3781104"/>
              <a:ext cx="63034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2450C83A-FB57-D8B0-16CF-44014C9154EE}"/>
                </a:ext>
              </a:extLst>
            </p:cNvPr>
            <p:cNvSpPr txBox="1"/>
            <p:nvPr/>
          </p:nvSpPr>
          <p:spPr>
            <a:xfrm>
              <a:off x="6612508" y="3772771"/>
              <a:ext cx="1685512" cy="314742"/>
            </a:xfrm>
            <a:prstGeom prst="rect">
              <a:avLst/>
            </a:prstGeom>
            <a:noFill/>
          </p:spPr>
          <p:txBody>
            <a:bodyPr wrap="square" rtlCol="0">
              <a:spAutoFit/>
            </a:bodyPr>
            <a:lstStyle/>
            <a:p>
              <a:r>
                <a:rPr lang="en-US" sz="800">
                  <a:solidFill>
                    <a:srgbClr val="002060"/>
                  </a:solidFill>
                </a:rPr>
                <a:t>User Ramp Down Phase</a:t>
              </a:r>
              <a:endParaRPr lang="en-IN" sz="800">
                <a:solidFill>
                  <a:srgbClr val="002060"/>
                </a:solidFill>
              </a:endParaRPr>
            </a:p>
          </p:txBody>
        </p:sp>
        <p:cxnSp>
          <p:nvCxnSpPr>
            <p:cNvPr id="96" name="Straight Arrow Connector 95">
              <a:extLst>
                <a:ext uri="{FF2B5EF4-FFF2-40B4-BE49-F238E27FC236}">
                  <a16:creationId xmlns:a16="http://schemas.microsoft.com/office/drawing/2014/main" id="{9F5D775F-9047-357F-F147-9087AF76C085}"/>
                </a:ext>
              </a:extLst>
            </p:cNvPr>
            <p:cNvCxnSpPr>
              <a:cxnSpLocks/>
            </p:cNvCxnSpPr>
            <p:nvPr/>
          </p:nvCxnSpPr>
          <p:spPr>
            <a:xfrm flipH="1" flipV="1">
              <a:off x="8482941" y="3810234"/>
              <a:ext cx="5057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B6EB1364-7471-7951-1855-A1AA2D3BBC60}"/>
                </a:ext>
              </a:extLst>
            </p:cNvPr>
            <p:cNvSpPr txBox="1"/>
            <p:nvPr/>
          </p:nvSpPr>
          <p:spPr>
            <a:xfrm>
              <a:off x="108552" y="4079178"/>
              <a:ext cx="2999089" cy="699021"/>
            </a:xfrm>
            <a:prstGeom prst="rect">
              <a:avLst/>
            </a:prstGeom>
            <a:noFill/>
            <a:ln>
              <a:solidFill>
                <a:srgbClr val="002060"/>
              </a:solidFill>
            </a:ln>
          </p:spPr>
          <p:txBody>
            <a:bodyPr wrap="square" rtlCol="0">
              <a:spAutoFit/>
            </a:bodyPr>
            <a:lstStyle/>
            <a:p>
              <a:pPr algn="ctr"/>
              <a:r>
                <a:rPr lang="en-US" sz="1000">
                  <a:solidFill>
                    <a:srgbClr val="002060"/>
                  </a:solidFill>
                </a:rPr>
                <a:t>It takes about 15 minutes to ramp up all 790 Users to  on the system</a:t>
              </a:r>
              <a:endParaRPr lang="en-IN" sz="1000">
                <a:solidFill>
                  <a:srgbClr val="002060"/>
                </a:solidFill>
              </a:endParaRPr>
            </a:p>
          </p:txBody>
        </p:sp>
        <p:sp>
          <p:nvSpPr>
            <p:cNvPr id="98" name="TextBox 97">
              <a:extLst>
                <a:ext uri="{FF2B5EF4-FFF2-40B4-BE49-F238E27FC236}">
                  <a16:creationId xmlns:a16="http://schemas.microsoft.com/office/drawing/2014/main" id="{E12C579F-2902-A0D5-4759-06F344A6A4DE}"/>
                </a:ext>
              </a:extLst>
            </p:cNvPr>
            <p:cNvSpPr txBox="1"/>
            <p:nvPr/>
          </p:nvSpPr>
          <p:spPr>
            <a:xfrm>
              <a:off x="3563896" y="4080030"/>
              <a:ext cx="2232241" cy="584520"/>
            </a:xfrm>
            <a:prstGeom prst="rect">
              <a:avLst/>
            </a:prstGeom>
            <a:noFill/>
            <a:ln>
              <a:solidFill>
                <a:srgbClr val="002060"/>
              </a:solidFill>
            </a:ln>
          </p:spPr>
          <p:txBody>
            <a:bodyPr wrap="square" rtlCol="0">
              <a:spAutoFit/>
            </a:bodyPr>
            <a:lstStyle/>
            <a:p>
              <a:pPr algn="ctr"/>
              <a:r>
                <a:rPr lang="en-US" sz="1000">
                  <a:solidFill>
                    <a:srgbClr val="002060"/>
                  </a:solidFill>
                </a:rPr>
                <a:t>Test will run for 24 hour to achieve 12,250 volume</a:t>
              </a:r>
              <a:endParaRPr lang="en-IN" sz="1000">
                <a:solidFill>
                  <a:srgbClr val="002060"/>
                </a:solidFill>
              </a:endParaRPr>
            </a:p>
          </p:txBody>
        </p:sp>
        <p:sp>
          <p:nvSpPr>
            <p:cNvPr id="99" name="TextBox 98">
              <a:extLst>
                <a:ext uri="{FF2B5EF4-FFF2-40B4-BE49-F238E27FC236}">
                  <a16:creationId xmlns:a16="http://schemas.microsoft.com/office/drawing/2014/main" id="{FC60A029-A31C-CFB1-5582-FD0086742F8D}"/>
                </a:ext>
              </a:extLst>
            </p:cNvPr>
            <p:cNvSpPr txBox="1"/>
            <p:nvPr/>
          </p:nvSpPr>
          <p:spPr>
            <a:xfrm>
              <a:off x="6114528" y="4079177"/>
              <a:ext cx="2874175" cy="699021"/>
            </a:xfrm>
            <a:prstGeom prst="rect">
              <a:avLst/>
            </a:prstGeom>
            <a:noFill/>
            <a:ln>
              <a:solidFill>
                <a:srgbClr val="002060"/>
              </a:solidFill>
            </a:ln>
          </p:spPr>
          <p:txBody>
            <a:bodyPr wrap="square" rtlCol="0">
              <a:spAutoFit/>
            </a:bodyPr>
            <a:lstStyle/>
            <a:p>
              <a:pPr algn="ctr"/>
              <a:r>
                <a:rPr lang="en-US" sz="1000">
                  <a:solidFill>
                    <a:srgbClr val="002060"/>
                  </a:solidFill>
                </a:rPr>
                <a:t>It takes about 15 minutes to ramp up all 790 Users to  on the system</a:t>
              </a:r>
              <a:endParaRPr lang="en-IN" sz="1000">
                <a:solidFill>
                  <a:srgbClr val="002060"/>
                </a:solidFill>
              </a:endParaRPr>
            </a:p>
          </p:txBody>
        </p:sp>
        <p:pic>
          <p:nvPicPr>
            <p:cNvPr id="100" name="Picture 99">
              <a:extLst>
                <a:ext uri="{FF2B5EF4-FFF2-40B4-BE49-F238E27FC236}">
                  <a16:creationId xmlns:a16="http://schemas.microsoft.com/office/drawing/2014/main" id="{18FE2AC4-0F61-4377-EEA0-886FFE780F12}"/>
                </a:ext>
              </a:extLst>
            </p:cNvPr>
            <p:cNvPicPr>
              <a:picLocks noChangeAspect="1"/>
            </p:cNvPicPr>
            <p:nvPr/>
          </p:nvPicPr>
          <p:blipFill>
            <a:blip r:embed="rId4"/>
            <a:stretch>
              <a:fillRect/>
            </a:stretch>
          </p:blipFill>
          <p:spPr>
            <a:xfrm>
              <a:off x="3859051" y="1133542"/>
              <a:ext cx="511249" cy="398601"/>
            </a:xfrm>
            <a:prstGeom prst="rect">
              <a:avLst/>
            </a:prstGeom>
          </p:spPr>
        </p:pic>
        <p:pic>
          <p:nvPicPr>
            <p:cNvPr id="101" name="Picture 100">
              <a:extLst>
                <a:ext uri="{FF2B5EF4-FFF2-40B4-BE49-F238E27FC236}">
                  <a16:creationId xmlns:a16="http://schemas.microsoft.com/office/drawing/2014/main" id="{F830CE2F-9C5B-3646-27AF-E24B80DDC6F2}"/>
                </a:ext>
              </a:extLst>
            </p:cNvPr>
            <p:cNvPicPr>
              <a:picLocks noChangeAspect="1"/>
            </p:cNvPicPr>
            <p:nvPr/>
          </p:nvPicPr>
          <p:blipFill>
            <a:blip r:embed="rId4"/>
            <a:stretch>
              <a:fillRect/>
            </a:stretch>
          </p:blipFill>
          <p:spPr>
            <a:xfrm>
              <a:off x="4375159" y="1123086"/>
              <a:ext cx="511249" cy="398601"/>
            </a:xfrm>
            <a:prstGeom prst="rect">
              <a:avLst/>
            </a:prstGeom>
          </p:spPr>
        </p:pic>
        <p:pic>
          <p:nvPicPr>
            <p:cNvPr id="102" name="Picture 101">
              <a:extLst>
                <a:ext uri="{FF2B5EF4-FFF2-40B4-BE49-F238E27FC236}">
                  <a16:creationId xmlns:a16="http://schemas.microsoft.com/office/drawing/2014/main" id="{CC1D22BF-5B5A-3514-66A1-A41020976088}"/>
                </a:ext>
              </a:extLst>
            </p:cNvPr>
            <p:cNvPicPr>
              <a:picLocks noChangeAspect="1"/>
            </p:cNvPicPr>
            <p:nvPr/>
          </p:nvPicPr>
          <p:blipFill>
            <a:blip r:embed="rId4"/>
            <a:stretch>
              <a:fillRect/>
            </a:stretch>
          </p:blipFill>
          <p:spPr>
            <a:xfrm>
              <a:off x="4859825" y="1110195"/>
              <a:ext cx="511249" cy="398601"/>
            </a:xfrm>
            <a:prstGeom prst="rect">
              <a:avLst/>
            </a:prstGeom>
          </p:spPr>
        </p:pic>
      </p:grpSp>
      <p:sp>
        <p:nvSpPr>
          <p:cNvPr id="172" name="Rectangle 171">
            <a:extLst>
              <a:ext uri="{FF2B5EF4-FFF2-40B4-BE49-F238E27FC236}">
                <a16:creationId xmlns:a16="http://schemas.microsoft.com/office/drawing/2014/main" id="{9CB109E8-B0B3-FDFC-7AF8-B54A8CBE49BC}"/>
              </a:ext>
            </a:extLst>
          </p:cNvPr>
          <p:cNvSpPr/>
          <p:nvPr/>
        </p:nvSpPr>
        <p:spPr>
          <a:xfrm>
            <a:off x="665950" y="2493818"/>
            <a:ext cx="11128886" cy="3676074"/>
          </a:xfrm>
          <a:prstGeom prst="rect">
            <a:avLst/>
          </a:prstGeom>
          <a:noFill/>
          <a:ln/>
        </p:spPr>
        <p:style>
          <a:lnRef idx="2">
            <a:schemeClr val="accent1"/>
          </a:lnRef>
          <a:fillRef idx="1">
            <a:schemeClr val="lt1"/>
          </a:fillRef>
          <a:effectRef idx="0">
            <a:schemeClr val="accent1"/>
          </a:effectRef>
          <a:fontRef idx="minor">
            <a:schemeClr val="dk1"/>
          </a:fontRef>
        </p:style>
        <p:txBody>
          <a:bodyPr lIns="91440" tIns="0" rIns="91440" bIns="0" rtlCol="0" anchor="ctr"/>
          <a:lstStyle/>
          <a:p>
            <a:pPr algn="ctr">
              <a:lnSpc>
                <a:spcPct val="85000"/>
              </a:lnSpc>
            </a:pPr>
            <a:endParaRPr lang="en-US" sz="2400">
              <a:solidFill>
                <a:schemeClr val="bg1"/>
              </a:solidFill>
            </a:endParaRPr>
          </a:p>
        </p:txBody>
      </p:sp>
      <p:sp>
        <p:nvSpPr>
          <p:cNvPr id="8" name="TextBox 7">
            <a:extLst>
              <a:ext uri="{FF2B5EF4-FFF2-40B4-BE49-F238E27FC236}">
                <a16:creationId xmlns:a16="http://schemas.microsoft.com/office/drawing/2014/main" id="{E5217C9B-228B-EC8E-414A-94F0CA0BA137}"/>
              </a:ext>
            </a:extLst>
          </p:cNvPr>
          <p:cNvSpPr txBox="1"/>
          <p:nvPr/>
        </p:nvSpPr>
        <p:spPr>
          <a:xfrm>
            <a:off x="2241301" y="5348289"/>
            <a:ext cx="2298502" cy="215444"/>
          </a:xfrm>
          <a:prstGeom prst="rect">
            <a:avLst/>
          </a:prstGeom>
          <a:noFill/>
        </p:spPr>
        <p:txBody>
          <a:bodyPr wrap="square" rtlCol="0">
            <a:spAutoFit/>
          </a:bodyPr>
          <a:lstStyle/>
          <a:p>
            <a:r>
              <a:rPr lang="en-US" sz="800">
                <a:solidFill>
                  <a:srgbClr val="002060"/>
                </a:solidFill>
              </a:rPr>
              <a:t>User Ramp up Phase </a:t>
            </a:r>
            <a:endParaRPr lang="en-IN" sz="800">
              <a:solidFill>
                <a:srgbClr val="002060"/>
              </a:solidFill>
            </a:endParaRPr>
          </a:p>
        </p:txBody>
      </p:sp>
      <p:sp>
        <p:nvSpPr>
          <p:cNvPr id="38" name="TextBox 37">
            <a:extLst>
              <a:ext uri="{FF2B5EF4-FFF2-40B4-BE49-F238E27FC236}">
                <a16:creationId xmlns:a16="http://schemas.microsoft.com/office/drawing/2014/main" id="{9C5B7B31-8C1E-A72F-6974-6B7E9472D919}"/>
              </a:ext>
            </a:extLst>
          </p:cNvPr>
          <p:cNvSpPr txBox="1"/>
          <p:nvPr/>
        </p:nvSpPr>
        <p:spPr>
          <a:xfrm>
            <a:off x="1475914" y="4778113"/>
            <a:ext cx="765387" cy="244362"/>
          </a:xfrm>
          <a:prstGeom prst="rect">
            <a:avLst/>
          </a:prstGeom>
          <a:noFill/>
        </p:spPr>
        <p:txBody>
          <a:bodyPr wrap="square" rtlCol="0">
            <a:spAutoFit/>
          </a:bodyPr>
          <a:lstStyle/>
          <a:p>
            <a:r>
              <a:rPr lang="en-US" sz="988"/>
              <a:t>50 Users</a:t>
            </a:r>
            <a:endParaRPr lang="en-IN" sz="988"/>
          </a:p>
        </p:txBody>
      </p:sp>
      <p:sp>
        <p:nvSpPr>
          <p:cNvPr id="39" name="TextBox 38">
            <a:extLst>
              <a:ext uri="{FF2B5EF4-FFF2-40B4-BE49-F238E27FC236}">
                <a16:creationId xmlns:a16="http://schemas.microsoft.com/office/drawing/2014/main" id="{2EC964FA-D234-BC9C-286E-0D1FA3C9DD5B}"/>
              </a:ext>
            </a:extLst>
          </p:cNvPr>
          <p:cNvSpPr txBox="1"/>
          <p:nvPr/>
        </p:nvSpPr>
        <p:spPr>
          <a:xfrm>
            <a:off x="2327894" y="4286657"/>
            <a:ext cx="765387" cy="244362"/>
          </a:xfrm>
          <a:prstGeom prst="rect">
            <a:avLst/>
          </a:prstGeom>
          <a:noFill/>
        </p:spPr>
        <p:txBody>
          <a:bodyPr wrap="square" rtlCol="0">
            <a:spAutoFit/>
          </a:bodyPr>
          <a:lstStyle/>
          <a:p>
            <a:r>
              <a:rPr lang="en-US" sz="988"/>
              <a:t>50 Users</a:t>
            </a:r>
            <a:endParaRPr lang="en-IN" sz="988"/>
          </a:p>
        </p:txBody>
      </p:sp>
      <p:sp>
        <p:nvSpPr>
          <p:cNvPr id="40" name="TextBox 39">
            <a:extLst>
              <a:ext uri="{FF2B5EF4-FFF2-40B4-BE49-F238E27FC236}">
                <a16:creationId xmlns:a16="http://schemas.microsoft.com/office/drawing/2014/main" id="{A012DA18-6251-6550-1C6F-48DDF6EE4B32}"/>
              </a:ext>
            </a:extLst>
          </p:cNvPr>
          <p:cNvSpPr txBox="1"/>
          <p:nvPr/>
        </p:nvSpPr>
        <p:spPr>
          <a:xfrm>
            <a:off x="3067978" y="3755841"/>
            <a:ext cx="765387" cy="244362"/>
          </a:xfrm>
          <a:prstGeom prst="rect">
            <a:avLst/>
          </a:prstGeom>
          <a:noFill/>
        </p:spPr>
        <p:txBody>
          <a:bodyPr wrap="square" rtlCol="0">
            <a:spAutoFit/>
          </a:bodyPr>
          <a:lstStyle/>
          <a:p>
            <a:r>
              <a:rPr lang="en-US" sz="988"/>
              <a:t>50 Users</a:t>
            </a:r>
            <a:endParaRPr lang="en-IN" sz="988"/>
          </a:p>
        </p:txBody>
      </p:sp>
      <p:sp>
        <p:nvSpPr>
          <p:cNvPr id="41" name="TextBox 40">
            <a:extLst>
              <a:ext uri="{FF2B5EF4-FFF2-40B4-BE49-F238E27FC236}">
                <a16:creationId xmlns:a16="http://schemas.microsoft.com/office/drawing/2014/main" id="{21081BCB-5411-FBC1-6539-EC1A5D54B5F2}"/>
              </a:ext>
            </a:extLst>
          </p:cNvPr>
          <p:cNvSpPr txBox="1"/>
          <p:nvPr/>
        </p:nvSpPr>
        <p:spPr>
          <a:xfrm>
            <a:off x="3811848" y="3243949"/>
            <a:ext cx="765387" cy="244362"/>
          </a:xfrm>
          <a:prstGeom prst="rect">
            <a:avLst/>
          </a:prstGeom>
          <a:noFill/>
        </p:spPr>
        <p:txBody>
          <a:bodyPr wrap="square" rtlCol="0">
            <a:spAutoFit/>
          </a:bodyPr>
          <a:lstStyle/>
          <a:p>
            <a:r>
              <a:rPr lang="en-US" sz="988"/>
              <a:t>50 Users</a:t>
            </a:r>
            <a:endParaRPr lang="en-IN" sz="988"/>
          </a:p>
        </p:txBody>
      </p:sp>
      <p:sp>
        <p:nvSpPr>
          <p:cNvPr id="42" name="TextBox 41">
            <a:extLst>
              <a:ext uri="{FF2B5EF4-FFF2-40B4-BE49-F238E27FC236}">
                <a16:creationId xmlns:a16="http://schemas.microsoft.com/office/drawing/2014/main" id="{5FE0D98B-8AB4-0801-3A60-BCFD4B013F4B}"/>
              </a:ext>
            </a:extLst>
          </p:cNvPr>
          <p:cNvSpPr txBox="1"/>
          <p:nvPr/>
        </p:nvSpPr>
        <p:spPr>
          <a:xfrm>
            <a:off x="1896309" y="3669852"/>
            <a:ext cx="737776" cy="244362"/>
          </a:xfrm>
          <a:prstGeom prst="rect">
            <a:avLst/>
          </a:prstGeom>
          <a:noFill/>
        </p:spPr>
        <p:txBody>
          <a:bodyPr wrap="square" rtlCol="0">
            <a:spAutoFit/>
          </a:bodyPr>
          <a:lstStyle/>
          <a:p>
            <a:r>
              <a:rPr lang="en-US" sz="988"/>
              <a:t>60 sec</a:t>
            </a:r>
            <a:endParaRPr lang="en-IN" sz="988"/>
          </a:p>
        </p:txBody>
      </p:sp>
      <p:sp>
        <p:nvSpPr>
          <p:cNvPr id="43" name="TextBox 42">
            <a:extLst>
              <a:ext uri="{FF2B5EF4-FFF2-40B4-BE49-F238E27FC236}">
                <a16:creationId xmlns:a16="http://schemas.microsoft.com/office/drawing/2014/main" id="{9B202719-D08C-873A-9FE4-027EE725C967}"/>
              </a:ext>
            </a:extLst>
          </p:cNvPr>
          <p:cNvSpPr txBox="1"/>
          <p:nvPr/>
        </p:nvSpPr>
        <p:spPr>
          <a:xfrm>
            <a:off x="2624494" y="3166628"/>
            <a:ext cx="737776" cy="244362"/>
          </a:xfrm>
          <a:prstGeom prst="rect">
            <a:avLst/>
          </a:prstGeom>
          <a:noFill/>
        </p:spPr>
        <p:txBody>
          <a:bodyPr wrap="square" rtlCol="0">
            <a:spAutoFit/>
          </a:bodyPr>
          <a:lstStyle/>
          <a:p>
            <a:r>
              <a:rPr lang="en-US" sz="988"/>
              <a:t>60 sec</a:t>
            </a:r>
            <a:endParaRPr lang="en-IN" sz="988"/>
          </a:p>
        </p:txBody>
      </p:sp>
      <p:sp>
        <p:nvSpPr>
          <p:cNvPr id="44" name="TextBox 43">
            <a:extLst>
              <a:ext uri="{FF2B5EF4-FFF2-40B4-BE49-F238E27FC236}">
                <a16:creationId xmlns:a16="http://schemas.microsoft.com/office/drawing/2014/main" id="{595865AF-45E2-DEB1-7D98-55B3045D7B31}"/>
              </a:ext>
            </a:extLst>
          </p:cNvPr>
          <p:cNvSpPr txBox="1"/>
          <p:nvPr/>
        </p:nvSpPr>
        <p:spPr>
          <a:xfrm>
            <a:off x="3442960" y="2755963"/>
            <a:ext cx="737776" cy="244362"/>
          </a:xfrm>
          <a:prstGeom prst="rect">
            <a:avLst/>
          </a:prstGeom>
          <a:noFill/>
        </p:spPr>
        <p:txBody>
          <a:bodyPr wrap="square" rtlCol="0">
            <a:spAutoFit/>
          </a:bodyPr>
          <a:lstStyle/>
          <a:p>
            <a:r>
              <a:rPr lang="en-US" sz="988"/>
              <a:t>60 sec</a:t>
            </a:r>
            <a:endParaRPr lang="en-IN" sz="988"/>
          </a:p>
        </p:txBody>
      </p:sp>
    </p:spTree>
    <p:extLst>
      <p:ext uri="{BB962C8B-B14F-4D97-AF65-F5344CB8AC3E}">
        <p14:creationId xmlns:p14="http://schemas.microsoft.com/office/powerpoint/2010/main" val="1407696017"/>
      </p:ext>
    </p:extLst>
  </p:cSld>
  <p:clrMapOvr>
    <a:masterClrMapping/>
  </p:clrMapOvr>
  <p:transition>
    <p:fade/>
  </p:transition>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4FF8D-6DD2-7EFA-A4FB-D258F6103F9C}"/>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2A378F39-C5BD-4B54-0273-BF69398157ED}"/>
              </a:ext>
            </a:extLst>
          </p:cNvPr>
          <p:cNvSpPr txBox="1"/>
          <p:nvPr/>
        </p:nvSpPr>
        <p:spPr>
          <a:xfrm>
            <a:off x="484414" y="752684"/>
            <a:ext cx="10509651" cy="5326073"/>
          </a:xfrm>
          <a:prstGeom prst="rect">
            <a:avLst/>
          </a:prstGeom>
          <a:noFill/>
        </p:spPr>
        <p:txBody>
          <a:bodyPr wrap="square">
            <a:spAutoFit/>
          </a:bodyPr>
          <a:lstStyle/>
          <a:p>
            <a:pPr marL="342900" indent="-342900">
              <a:lnSpc>
                <a:spcPct val="85000"/>
              </a:lnSpc>
              <a:spcAft>
                <a:spcPts val="600"/>
              </a:spcAft>
              <a:buFont typeface="+mj-lt"/>
              <a:buAutoNum type="arabicPeriod"/>
            </a:pPr>
            <a:r>
              <a:rPr lang="en-US">
                <a:latin typeface="+mj-lt"/>
                <a:cs typeface="Times New Roman" panose="02020603050405020304" pitchFamily="18" charset="0"/>
              </a:rPr>
              <a:t>Objective &amp; Feature Details</a:t>
            </a:r>
          </a:p>
          <a:p>
            <a:pPr marL="342900" indent="-342900">
              <a:lnSpc>
                <a:spcPct val="85000"/>
              </a:lnSpc>
              <a:spcAft>
                <a:spcPts val="600"/>
              </a:spcAft>
              <a:buFont typeface="+mj-lt"/>
              <a:buAutoNum type="arabicPeriod"/>
            </a:pPr>
            <a:r>
              <a:rPr lang="en-US" sz="1800"/>
              <a:t>Architecture Diagram</a:t>
            </a:r>
          </a:p>
          <a:p>
            <a:pPr marL="342900" indent="-342900">
              <a:lnSpc>
                <a:spcPct val="85000"/>
              </a:lnSpc>
              <a:spcAft>
                <a:spcPts val="600"/>
              </a:spcAft>
              <a:buFont typeface="+mj-lt"/>
              <a:buAutoNum type="arabicPeriod"/>
            </a:pPr>
            <a:r>
              <a:rPr lang="en-US"/>
              <a:t>Dependencies</a:t>
            </a:r>
            <a:endParaRPr lang="en-US" sz="1800"/>
          </a:p>
          <a:p>
            <a:pPr marL="342900" indent="-342900">
              <a:lnSpc>
                <a:spcPct val="85000"/>
              </a:lnSpc>
              <a:spcAft>
                <a:spcPts val="600"/>
              </a:spcAft>
              <a:buFont typeface="+mj-lt"/>
              <a:buAutoNum type="arabicPeriod"/>
            </a:pPr>
            <a:r>
              <a:rPr lang="en-US" sz="1800"/>
              <a:t>Pre-requisites and Tools</a:t>
            </a:r>
          </a:p>
          <a:p>
            <a:pPr marL="342900" indent="-342900">
              <a:lnSpc>
                <a:spcPct val="85000"/>
              </a:lnSpc>
              <a:spcAft>
                <a:spcPts val="600"/>
              </a:spcAft>
              <a:buFont typeface="+mj-lt"/>
              <a:buAutoNum type="arabicPeriod"/>
            </a:pPr>
            <a:r>
              <a:rPr lang="en-US">
                <a:latin typeface="+mj-lt"/>
                <a:cs typeface="Times New Roman" panose="02020603050405020304" pitchFamily="18" charset="0"/>
              </a:rPr>
              <a:t>NFRs and In-scope Scenarios</a:t>
            </a:r>
          </a:p>
          <a:p>
            <a:pPr marL="342900" indent="-342900">
              <a:lnSpc>
                <a:spcPct val="85000"/>
              </a:lnSpc>
              <a:spcAft>
                <a:spcPts val="600"/>
              </a:spcAft>
              <a:buFont typeface="+mj-lt"/>
              <a:buAutoNum type="arabicPeriod"/>
            </a:pPr>
            <a:r>
              <a:rPr lang="en-US">
                <a:latin typeface="+mj-lt"/>
                <a:cs typeface="Times New Roman" panose="02020603050405020304" pitchFamily="18" charset="0"/>
              </a:rPr>
              <a:t>Volume Details (API, GUI &amp; ETL)</a:t>
            </a:r>
          </a:p>
          <a:p>
            <a:pPr marL="342900" indent="-342900">
              <a:lnSpc>
                <a:spcPct val="85000"/>
              </a:lnSpc>
              <a:spcAft>
                <a:spcPts val="600"/>
              </a:spcAft>
              <a:buFont typeface="+mj-lt"/>
              <a:buAutoNum type="arabicPeriod"/>
            </a:pPr>
            <a:r>
              <a:rPr lang="en-US">
                <a:latin typeface="+mj-lt"/>
                <a:cs typeface="Times New Roman" panose="02020603050405020304" pitchFamily="18" charset="0"/>
              </a:rPr>
              <a:t>Overall Execution Summary for API and GUI</a:t>
            </a:r>
          </a:p>
          <a:p>
            <a:pPr marL="342900" indent="-342900">
              <a:lnSpc>
                <a:spcPct val="85000"/>
              </a:lnSpc>
              <a:spcAft>
                <a:spcPts val="600"/>
              </a:spcAft>
              <a:buFont typeface="+mj-lt"/>
              <a:buAutoNum type="arabicPeriod"/>
            </a:pPr>
            <a:r>
              <a:rPr lang="en-US">
                <a:latin typeface="+mj-lt"/>
                <a:cs typeface="Times New Roman" panose="02020603050405020304" pitchFamily="18" charset="0"/>
              </a:rPr>
              <a:t>API Goals</a:t>
            </a:r>
          </a:p>
          <a:p>
            <a:pPr marL="800100" lvl="1" indent="-342900">
              <a:lnSpc>
                <a:spcPct val="85000"/>
              </a:lnSpc>
              <a:spcAft>
                <a:spcPts val="600"/>
              </a:spcAft>
              <a:buFont typeface="+mj-lt"/>
              <a:buAutoNum type="arabicPeriod"/>
            </a:pPr>
            <a:r>
              <a:rPr lang="en-US">
                <a:latin typeface="+mj-lt"/>
                <a:cs typeface="Times New Roman" panose="02020603050405020304" pitchFamily="18" charset="0"/>
              </a:rPr>
              <a:t>Goal#1 – All in-scope Scenario except report generation</a:t>
            </a:r>
          </a:p>
          <a:p>
            <a:pPr marL="800100" lvl="1" indent="-342900">
              <a:lnSpc>
                <a:spcPct val="85000"/>
              </a:lnSpc>
              <a:spcAft>
                <a:spcPts val="600"/>
              </a:spcAft>
              <a:buFont typeface="+mj-lt"/>
              <a:buAutoNum type="arabicPeriod"/>
            </a:pPr>
            <a:r>
              <a:rPr lang="en-US">
                <a:latin typeface="+mj-lt"/>
                <a:cs typeface="Times New Roman" panose="02020603050405020304" pitchFamily="18" charset="0"/>
              </a:rPr>
              <a:t>Goal#2 – HCP &amp; </a:t>
            </a:r>
            <a:r>
              <a:rPr lang="en-US" err="1">
                <a:latin typeface="+mj-lt"/>
                <a:cs typeface="Times New Roman" panose="02020603050405020304" pitchFamily="18" charset="0"/>
              </a:rPr>
              <a:t>PwD</a:t>
            </a:r>
            <a:r>
              <a:rPr lang="en-US">
                <a:latin typeface="+mj-lt"/>
                <a:cs typeface="Times New Roman" panose="02020603050405020304" pitchFamily="18" charset="0"/>
              </a:rPr>
              <a:t> report generation (only)</a:t>
            </a:r>
          </a:p>
          <a:p>
            <a:pPr marL="342900" indent="-342900">
              <a:lnSpc>
                <a:spcPct val="85000"/>
              </a:lnSpc>
              <a:spcAft>
                <a:spcPts val="600"/>
              </a:spcAft>
              <a:buFont typeface="+mj-lt"/>
              <a:buAutoNum type="arabicPeriod"/>
            </a:pPr>
            <a:r>
              <a:rPr lang="en-US">
                <a:latin typeface="+mj-lt"/>
                <a:cs typeface="Times New Roman" panose="02020603050405020304" pitchFamily="18" charset="0"/>
              </a:rPr>
              <a:t>GUI Goals</a:t>
            </a:r>
          </a:p>
          <a:p>
            <a:pPr marL="800100" lvl="1" indent="-342900">
              <a:lnSpc>
                <a:spcPct val="85000"/>
              </a:lnSpc>
              <a:spcAft>
                <a:spcPts val="600"/>
              </a:spcAft>
              <a:buFont typeface="+mj-lt"/>
              <a:buAutoNum type="arabicPeriod"/>
            </a:pPr>
            <a:r>
              <a:rPr lang="en-US">
                <a:latin typeface="+mj-lt"/>
                <a:cs typeface="Times New Roman" panose="02020603050405020304" pitchFamily="18" charset="0"/>
              </a:rPr>
              <a:t>Goal#1 – All in-scope Scenario except Report Generation (</a:t>
            </a:r>
            <a:r>
              <a:rPr lang="en-US" err="1">
                <a:latin typeface="+mj-lt"/>
                <a:cs typeface="Times New Roman" panose="02020603050405020304" pitchFamily="18" charset="0"/>
              </a:rPr>
              <a:t>PwD</a:t>
            </a:r>
            <a:r>
              <a:rPr lang="en-US">
                <a:latin typeface="+mj-lt"/>
                <a:cs typeface="Times New Roman" panose="02020603050405020304" pitchFamily="18" charset="0"/>
              </a:rPr>
              <a:t>)  </a:t>
            </a:r>
          </a:p>
          <a:p>
            <a:pPr marL="800100" lvl="1" indent="-342900">
              <a:lnSpc>
                <a:spcPct val="85000"/>
              </a:lnSpc>
              <a:spcAft>
                <a:spcPts val="600"/>
              </a:spcAft>
              <a:buFont typeface="+mj-lt"/>
              <a:buAutoNum type="arabicPeriod"/>
            </a:pPr>
            <a:r>
              <a:rPr lang="en-US">
                <a:latin typeface="+mj-lt"/>
                <a:cs typeface="Times New Roman" panose="02020603050405020304" pitchFamily="18" charset="0"/>
              </a:rPr>
              <a:t>Goal#2 – PWD report generation only </a:t>
            </a:r>
          </a:p>
          <a:p>
            <a:pPr marL="800100" lvl="1" indent="-342900">
              <a:lnSpc>
                <a:spcPct val="85000"/>
              </a:lnSpc>
              <a:spcAft>
                <a:spcPts val="600"/>
              </a:spcAft>
              <a:buFont typeface="+mj-lt"/>
              <a:buAutoNum type="arabicPeriod"/>
            </a:pPr>
            <a:r>
              <a:rPr lang="en-US">
                <a:latin typeface="+mj-lt"/>
                <a:cs typeface="Times New Roman" panose="02020603050405020304" pitchFamily="18" charset="0"/>
              </a:rPr>
              <a:t>Goal#3 – All in-scope Scenario</a:t>
            </a:r>
          </a:p>
          <a:p>
            <a:pPr marL="342900" indent="-342900">
              <a:lnSpc>
                <a:spcPct val="85000"/>
              </a:lnSpc>
              <a:spcAft>
                <a:spcPts val="600"/>
              </a:spcAft>
              <a:buFont typeface="+mj-lt"/>
              <a:buAutoNum type="arabicPeriod"/>
            </a:pPr>
            <a:r>
              <a:rPr lang="en-US">
                <a:latin typeface="+mj-lt"/>
                <a:cs typeface="Times New Roman" panose="02020603050405020304" pitchFamily="18" charset="0"/>
              </a:rPr>
              <a:t>List of Functionalities and Out Of Scope</a:t>
            </a:r>
          </a:p>
          <a:p>
            <a:pPr marL="342900" indent="-342900">
              <a:lnSpc>
                <a:spcPct val="85000"/>
              </a:lnSpc>
              <a:spcAft>
                <a:spcPts val="600"/>
              </a:spcAft>
              <a:buFont typeface="+mj-lt"/>
              <a:buAutoNum type="arabicPeriod"/>
            </a:pPr>
            <a:r>
              <a:rPr lang="en-US">
                <a:latin typeface="+mj-lt"/>
                <a:cs typeface="Times New Roman" panose="02020603050405020304" pitchFamily="18" charset="0"/>
              </a:rPr>
              <a:t>PT Environment Details</a:t>
            </a:r>
          </a:p>
          <a:p>
            <a:pPr marL="342900" indent="-342900">
              <a:lnSpc>
                <a:spcPct val="85000"/>
              </a:lnSpc>
              <a:spcAft>
                <a:spcPts val="600"/>
              </a:spcAft>
              <a:buFont typeface="+mj-lt"/>
              <a:buAutoNum type="arabicPeriod"/>
            </a:pPr>
            <a:endParaRPr lang="en-US">
              <a:latin typeface="+mj-lt"/>
            </a:endParaRPr>
          </a:p>
        </p:txBody>
      </p:sp>
      <p:sp>
        <p:nvSpPr>
          <p:cNvPr id="31" name="Rectangle 30">
            <a:extLst>
              <a:ext uri="{FF2B5EF4-FFF2-40B4-BE49-F238E27FC236}">
                <a16:creationId xmlns:a16="http://schemas.microsoft.com/office/drawing/2014/main" id="{59CEE17E-4C57-E69E-74FA-38E958F50FDD}"/>
              </a:ext>
            </a:extLst>
          </p:cNvPr>
          <p:cNvSpPr/>
          <p:nvPr/>
        </p:nvSpPr>
        <p:spPr>
          <a:xfrm>
            <a:off x="484414" y="228600"/>
            <a:ext cx="3755572" cy="348343"/>
          </a:xfrm>
          <a:prstGeom prst="rect">
            <a:avLst/>
          </a:prstGeom>
          <a:solidFill>
            <a:schemeClr val="accent6">
              <a:lumMod val="50000"/>
            </a:schemeClr>
          </a:solidFill>
          <a:ln>
            <a:solidFill>
              <a:schemeClr val="accent1"/>
            </a:solidFill>
          </a:ln>
        </p:spPr>
        <p:style>
          <a:lnRef idx="0">
            <a:scrgbClr r="0" g="0" b="0"/>
          </a:lnRef>
          <a:fillRef idx="0">
            <a:scrgbClr r="0" g="0" b="0"/>
          </a:fillRef>
          <a:effectRef idx="0">
            <a:scrgbClr r="0" g="0" b="0"/>
          </a:effectRef>
          <a:fontRef idx="minor">
            <a:schemeClr val="lt1"/>
          </a:fontRef>
        </p:style>
        <p:txBody>
          <a:bodyPr lIns="91440" tIns="0" rIns="91440" bIns="0" rtlCol="0" anchor="ctr"/>
          <a:lstStyle/>
          <a:p>
            <a:pPr>
              <a:lnSpc>
                <a:spcPct val="85000"/>
              </a:lnSpc>
            </a:pPr>
            <a:r>
              <a:rPr lang="en-US" sz="2400" b="1">
                <a:solidFill>
                  <a:schemeClr val="bg1"/>
                </a:solidFill>
                <a:latin typeface="+mj-lt"/>
              </a:rPr>
              <a:t>Table of Contents</a:t>
            </a:r>
          </a:p>
        </p:txBody>
      </p:sp>
    </p:spTree>
    <p:extLst>
      <p:ext uri="{BB962C8B-B14F-4D97-AF65-F5344CB8AC3E}">
        <p14:creationId xmlns:p14="http://schemas.microsoft.com/office/powerpoint/2010/main" val="24050568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B2C95-1C4F-D830-739F-2507654C789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09E1EBA-F536-FDAC-B106-15362EAB03A5}"/>
              </a:ext>
            </a:extLst>
          </p:cNvPr>
          <p:cNvSpPr>
            <a:spLocks noGrp="1"/>
          </p:cNvSpPr>
          <p:nvPr>
            <p:ph type="ftr" sz="quarter" idx="15"/>
          </p:nvPr>
        </p:nvSpPr>
        <p:spPr/>
        <p:txBody>
          <a:bodyPr/>
          <a:lstStyle/>
          <a:p>
            <a:r>
              <a:rPr lang="en-US">
                <a:latin typeface="+mj-lt"/>
              </a:rPr>
              <a:t>CONFIDENTIAL</a:t>
            </a:r>
          </a:p>
        </p:txBody>
      </p:sp>
      <p:sp>
        <p:nvSpPr>
          <p:cNvPr id="4" name="Slide Number Placeholder 3">
            <a:extLst>
              <a:ext uri="{FF2B5EF4-FFF2-40B4-BE49-F238E27FC236}">
                <a16:creationId xmlns:a16="http://schemas.microsoft.com/office/drawing/2014/main" id="{B69F54D4-A2C2-ECBC-0B98-076266CEE793}"/>
              </a:ext>
            </a:extLst>
          </p:cNvPr>
          <p:cNvSpPr>
            <a:spLocks noGrp="1"/>
          </p:cNvSpPr>
          <p:nvPr>
            <p:ph type="sldNum" sz="quarter" idx="16"/>
          </p:nvPr>
        </p:nvSpPr>
        <p:spPr/>
        <p:txBody>
          <a:bodyPr/>
          <a:lstStyle/>
          <a:p>
            <a:fld id="{4F90343F-D056-4E24-BE3D-A305BDC1A23E}" type="slidenum">
              <a:rPr lang="en-US" smtClean="0">
                <a:latin typeface="+mj-lt"/>
              </a:rPr>
              <a:pPr/>
              <a:t>21</a:t>
            </a:fld>
            <a:endParaRPr lang="en-US">
              <a:latin typeface="+mj-lt"/>
            </a:endParaRPr>
          </a:p>
        </p:txBody>
      </p:sp>
      <p:sp>
        <p:nvSpPr>
          <p:cNvPr id="20" name="TextBox 19">
            <a:extLst>
              <a:ext uri="{FF2B5EF4-FFF2-40B4-BE49-F238E27FC236}">
                <a16:creationId xmlns:a16="http://schemas.microsoft.com/office/drawing/2014/main" id="{CFCCDCA5-9C58-628B-31E2-59DA2758EAEC}"/>
              </a:ext>
            </a:extLst>
          </p:cNvPr>
          <p:cNvSpPr txBox="1"/>
          <p:nvPr/>
        </p:nvSpPr>
        <p:spPr>
          <a:xfrm>
            <a:off x="623522" y="744147"/>
            <a:ext cx="10823437" cy="815608"/>
          </a:xfrm>
          <a:prstGeom prst="rect">
            <a:avLst/>
          </a:prstGeom>
          <a:noFill/>
        </p:spPr>
        <p:txBody>
          <a:bodyPr wrap="square" lIns="91440" tIns="0" rIns="91440" bIns="0" rtlCol="0" anchor="ctr">
            <a:spAutoFit/>
          </a:bodyPr>
          <a:lstStyle/>
          <a:p>
            <a:pPr>
              <a:spcAft>
                <a:spcPts val="600"/>
              </a:spcAft>
            </a:pPr>
            <a:r>
              <a:rPr lang="en-US" sz="1200" b="1">
                <a:latin typeface="+mj-lt"/>
                <a:ea typeface="Calibri" panose="020F0502020204030204" pitchFamily="34" charset="0"/>
                <a:cs typeface="Calibri" panose="020F0502020204030204" pitchFamily="34" charset="0"/>
              </a:rPr>
              <a:t>Objective:</a:t>
            </a:r>
          </a:p>
          <a:p>
            <a:pPr>
              <a:spcAft>
                <a:spcPts val="600"/>
              </a:spcAft>
            </a:pPr>
            <a:r>
              <a:rPr lang="en-US" sz="1200" b="1">
                <a:latin typeface="+mj-lt"/>
                <a:ea typeface="Calibri" panose="020F0502020204030204" pitchFamily="34" charset="0"/>
                <a:cs typeface="Calibri" panose="020F0502020204030204" pitchFamily="34" charset="0"/>
              </a:rPr>
              <a:t> </a:t>
            </a:r>
            <a:r>
              <a:rPr lang="en-US" sz="1200" b="0" i="0">
                <a:solidFill>
                  <a:srgbClr val="000000"/>
                </a:solidFill>
                <a:effectLst/>
                <a:ea typeface="Calibri" panose="020F0502020204030204" pitchFamily="34" charset="0"/>
                <a:cs typeface="Calibri" panose="020F0502020204030204" pitchFamily="34" charset="0"/>
              </a:rPr>
              <a:t>For FMR release execute the below agreed Load tests for HCP and </a:t>
            </a:r>
            <a:r>
              <a:rPr lang="en-US" sz="1200" b="0" i="0" err="1">
                <a:solidFill>
                  <a:srgbClr val="000000"/>
                </a:solidFill>
                <a:effectLst/>
                <a:ea typeface="Calibri" panose="020F0502020204030204" pitchFamily="34" charset="0"/>
                <a:cs typeface="Calibri" panose="020F0502020204030204" pitchFamily="34" charset="0"/>
              </a:rPr>
              <a:t>PwD</a:t>
            </a:r>
            <a:r>
              <a:rPr lang="en-US" sz="1200" b="0" i="0">
                <a:solidFill>
                  <a:srgbClr val="000000"/>
                </a:solidFill>
                <a:effectLst/>
                <a:ea typeface="Calibri" panose="020F0502020204030204" pitchFamily="34" charset="0"/>
                <a:cs typeface="Calibri" panose="020F0502020204030204" pitchFamily="34" charset="0"/>
              </a:rPr>
              <a:t> scenarios to understand the overall systems behavior, stability and responsiveness of the API &amp; GUI performance for an application. Also, ensure that per NFR requirements, all the in-scope scenarios for HCP and </a:t>
            </a:r>
            <a:r>
              <a:rPr lang="en-US" sz="1200" b="0" i="0" err="1">
                <a:solidFill>
                  <a:srgbClr val="000000"/>
                </a:solidFill>
                <a:effectLst/>
                <a:ea typeface="Calibri" panose="020F0502020204030204" pitchFamily="34" charset="0"/>
                <a:cs typeface="Calibri" panose="020F0502020204030204" pitchFamily="34" charset="0"/>
              </a:rPr>
              <a:t>PwD</a:t>
            </a:r>
            <a:r>
              <a:rPr lang="en-US" sz="1200" b="0" i="0">
                <a:solidFill>
                  <a:srgbClr val="000000"/>
                </a:solidFill>
                <a:effectLst/>
                <a:ea typeface="Calibri" panose="020F0502020204030204" pitchFamily="34" charset="0"/>
                <a:cs typeface="Calibri" panose="020F0502020204030204" pitchFamily="34" charset="0"/>
              </a:rPr>
              <a:t> meet the targeted SLAs, server health is within the threshold limit</a:t>
            </a:r>
            <a:endParaRPr lang="en-US" sz="1200">
              <a:ea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74468CF7-D2D7-56FC-5CC5-BD48E4C195DF}"/>
              </a:ext>
            </a:extLst>
          </p:cNvPr>
          <p:cNvSpPr txBox="1"/>
          <p:nvPr/>
        </p:nvSpPr>
        <p:spPr>
          <a:xfrm>
            <a:off x="670102" y="1623198"/>
            <a:ext cx="3044964" cy="276999"/>
          </a:xfrm>
          <a:prstGeom prst="rect">
            <a:avLst/>
          </a:prstGeom>
          <a:noFill/>
        </p:spPr>
        <p:txBody>
          <a:bodyPr wrap="square">
            <a:spAutoFit/>
          </a:bodyPr>
          <a:lstStyle/>
          <a:p>
            <a:r>
              <a:rPr lang="en-US" sz="1200" b="1" i="0">
                <a:solidFill>
                  <a:srgbClr val="000000"/>
                </a:solidFill>
                <a:effectLst/>
                <a:latin typeface="+mj-lt"/>
                <a:ea typeface="Calibri" panose="020F0502020204030204" pitchFamily="34" charset="0"/>
                <a:cs typeface="Calibri" panose="020F0502020204030204" pitchFamily="34" charset="0"/>
              </a:rPr>
              <a:t>1.5 </a:t>
            </a:r>
            <a:r>
              <a:rPr lang="en-US" sz="1200" b="1">
                <a:latin typeface="+mj-lt"/>
                <a:ea typeface="Calibri" panose="020F0502020204030204" pitchFamily="34" charset="0"/>
                <a:cs typeface="Calibri" panose="020F0502020204030204" pitchFamily="34" charset="0"/>
              </a:rPr>
              <a:t>FMR</a:t>
            </a:r>
            <a:r>
              <a:rPr lang="en-US" sz="1200" b="1" i="0">
                <a:solidFill>
                  <a:srgbClr val="000000"/>
                </a:solidFill>
                <a:effectLst/>
                <a:latin typeface="+mj-lt"/>
                <a:ea typeface="Calibri" panose="020F0502020204030204" pitchFamily="34" charset="0"/>
                <a:cs typeface="Calibri" panose="020F0502020204030204" pitchFamily="34" charset="0"/>
              </a:rPr>
              <a:t> In-scope List of Features:</a:t>
            </a:r>
            <a:endParaRPr lang="en-US" sz="1200" b="1">
              <a:latin typeface="+mj-lt"/>
              <a:ea typeface="Calibri" panose="020F0502020204030204" pitchFamily="34" charset="0"/>
              <a:cs typeface="Calibri" panose="020F0502020204030204" pitchFamily="34" charset="0"/>
            </a:endParaRPr>
          </a:p>
        </p:txBody>
      </p:sp>
      <p:sp>
        <p:nvSpPr>
          <p:cNvPr id="36" name="Rectangle 35">
            <a:extLst>
              <a:ext uri="{FF2B5EF4-FFF2-40B4-BE49-F238E27FC236}">
                <a16:creationId xmlns:a16="http://schemas.microsoft.com/office/drawing/2014/main" id="{C818BDDB-E8AA-3658-FE38-292A6C988A90}"/>
              </a:ext>
            </a:extLst>
          </p:cNvPr>
          <p:cNvSpPr/>
          <p:nvPr/>
        </p:nvSpPr>
        <p:spPr>
          <a:xfrm>
            <a:off x="670102" y="152672"/>
            <a:ext cx="10776857"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spcAft>
                <a:spcPts val="600"/>
              </a:spcAft>
            </a:pPr>
            <a:r>
              <a:rPr lang="en-US" sz="2400" b="1">
                <a:latin typeface="+mj-lt"/>
                <a:cs typeface="Times New Roman" panose="02020603050405020304" pitchFamily="18" charset="0"/>
              </a:rPr>
              <a:t>Objective &amp; Feature Details</a:t>
            </a:r>
          </a:p>
        </p:txBody>
      </p:sp>
      <p:graphicFrame>
        <p:nvGraphicFramePr>
          <p:cNvPr id="2" name="Table 1">
            <a:extLst>
              <a:ext uri="{FF2B5EF4-FFF2-40B4-BE49-F238E27FC236}">
                <a16:creationId xmlns:a16="http://schemas.microsoft.com/office/drawing/2014/main" id="{6DE3B715-D6DD-B4CE-7741-74A4538D0440}"/>
              </a:ext>
            </a:extLst>
          </p:cNvPr>
          <p:cNvGraphicFramePr>
            <a:graphicFrameLocks noGrp="1"/>
          </p:cNvGraphicFramePr>
          <p:nvPr/>
        </p:nvGraphicFramePr>
        <p:xfrm>
          <a:off x="623522" y="1962073"/>
          <a:ext cx="10823439" cy="4151779"/>
        </p:xfrm>
        <a:graphic>
          <a:graphicData uri="http://schemas.openxmlformats.org/drawingml/2006/table">
            <a:tbl>
              <a:tblPr firstRow="1" bandRow="1">
                <a:tableStyleId>{5C22544A-7EE6-4342-B048-85BDC9FD1C3A}</a:tableStyleId>
              </a:tblPr>
              <a:tblGrid>
                <a:gridCol w="1488375">
                  <a:extLst>
                    <a:ext uri="{9D8B030D-6E8A-4147-A177-3AD203B41FA5}">
                      <a16:colId xmlns:a16="http://schemas.microsoft.com/office/drawing/2014/main" val="4162674647"/>
                    </a:ext>
                  </a:extLst>
                </a:gridCol>
                <a:gridCol w="1178088">
                  <a:extLst>
                    <a:ext uri="{9D8B030D-6E8A-4147-A177-3AD203B41FA5}">
                      <a16:colId xmlns:a16="http://schemas.microsoft.com/office/drawing/2014/main" val="2596175646"/>
                    </a:ext>
                  </a:extLst>
                </a:gridCol>
                <a:gridCol w="1103878">
                  <a:extLst>
                    <a:ext uri="{9D8B030D-6E8A-4147-A177-3AD203B41FA5}">
                      <a16:colId xmlns:a16="http://schemas.microsoft.com/office/drawing/2014/main" val="3391331019"/>
                    </a:ext>
                  </a:extLst>
                </a:gridCol>
                <a:gridCol w="5318887">
                  <a:extLst>
                    <a:ext uri="{9D8B030D-6E8A-4147-A177-3AD203B41FA5}">
                      <a16:colId xmlns:a16="http://schemas.microsoft.com/office/drawing/2014/main" val="748178747"/>
                    </a:ext>
                  </a:extLst>
                </a:gridCol>
                <a:gridCol w="1734211">
                  <a:extLst>
                    <a:ext uri="{9D8B030D-6E8A-4147-A177-3AD203B41FA5}">
                      <a16:colId xmlns:a16="http://schemas.microsoft.com/office/drawing/2014/main" val="954654562"/>
                    </a:ext>
                  </a:extLst>
                </a:gridCol>
              </a:tblGrid>
              <a:tr h="466263">
                <a:tc>
                  <a:txBody>
                    <a:bodyPr/>
                    <a:lstStyle/>
                    <a:p>
                      <a:pPr algn="ctr"/>
                      <a:r>
                        <a:rPr lang="en-US" sz="1100"/>
                        <a:t>Feature Number</a:t>
                      </a:r>
                    </a:p>
                  </a:txBody>
                  <a:tcPr/>
                </a:tc>
                <a:tc>
                  <a:txBody>
                    <a:bodyPr/>
                    <a:lstStyle/>
                    <a:p>
                      <a:pPr algn="ctr"/>
                      <a:r>
                        <a:rPr lang="en-US" sz="1100"/>
                        <a:t>Year &amp; Quarter </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a:t>Type of Feature </a:t>
                      </a:r>
                    </a:p>
                  </a:txBody>
                  <a:tcPr/>
                </a:tc>
                <a:tc>
                  <a:txBody>
                    <a:bodyPr/>
                    <a:lstStyle/>
                    <a:p>
                      <a:pPr algn="ctr"/>
                      <a:r>
                        <a:rPr lang="en-US" sz="1100"/>
                        <a:t>Description</a:t>
                      </a:r>
                    </a:p>
                  </a:txBody>
                  <a:tcPr/>
                </a:tc>
                <a:tc>
                  <a:txBody>
                    <a:bodyPr/>
                    <a:lstStyle/>
                    <a:p>
                      <a:pPr algn="ctr"/>
                      <a:r>
                        <a:rPr lang="en-US" sz="1100"/>
                        <a:t>Status</a:t>
                      </a:r>
                    </a:p>
                  </a:txBody>
                  <a:tcPr/>
                </a:tc>
                <a:extLst>
                  <a:ext uri="{0D108BD9-81ED-4DB2-BD59-A6C34878D82A}">
                    <a16:rowId xmlns:a16="http://schemas.microsoft.com/office/drawing/2014/main" val="1012688494"/>
                  </a:ext>
                </a:extLst>
              </a:tr>
              <a:tr h="618239">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kern="1200">
                          <a:solidFill>
                            <a:schemeClr val="dk1"/>
                          </a:solidFill>
                          <a:latin typeface="+mn-lt"/>
                          <a:ea typeface="Calibri" panose="020F0502020204030204" pitchFamily="34" charset="0"/>
                          <a:cs typeface="Calibri" panose="020F0502020204030204" pitchFamily="34" charset="0"/>
                        </a:rPr>
                        <a:t>INSIGHT-595</a:t>
                      </a:r>
                      <a:endParaRPr lang="en-US" sz="1100" kern="1200">
                        <a:solidFill>
                          <a:schemeClr val="dk1"/>
                        </a:solidFill>
                        <a:latin typeface="+mn-lt"/>
                        <a:ea typeface="+mn-ea"/>
                        <a:cs typeface="+mn-cs"/>
                      </a:endParaRPr>
                    </a:p>
                  </a:txBody>
                  <a:tcPr/>
                </a:tc>
                <a:tc>
                  <a:txBody>
                    <a:bodyPr/>
                    <a:lstStyle/>
                    <a:p>
                      <a:r>
                        <a:rPr lang="en-US" sz="1100"/>
                        <a:t>2024 &amp; Q4</a:t>
                      </a:r>
                    </a:p>
                  </a:txBody>
                  <a:tcPr/>
                </a:tc>
                <a:tc>
                  <a:txBody>
                    <a:bodyPr/>
                    <a:lstStyle/>
                    <a:p>
                      <a:r>
                        <a:rPr lang="en-US" sz="1100"/>
                        <a:t>API</a:t>
                      </a:r>
                    </a:p>
                  </a:txBody>
                  <a:tcPr/>
                </a:tc>
                <a:tc>
                  <a:txBody>
                    <a:bodyPr/>
                    <a:lstStyle/>
                    <a:p>
                      <a:r>
                        <a:rPr lang="en-US" sz="1100"/>
                        <a:t>Performance team will discover all the identified workflows (Navigations, search, invitations) in Q3, and prepare API scripts in the available environment</a:t>
                      </a:r>
                    </a:p>
                  </a:txBody>
                  <a:tcPr/>
                </a:tc>
                <a:tc>
                  <a:txBody>
                    <a:bodyPr/>
                    <a:lstStyle/>
                    <a:p>
                      <a:r>
                        <a:rPr lang="en-US" sz="1100"/>
                        <a:t>Completed</a:t>
                      </a:r>
                    </a:p>
                  </a:txBody>
                  <a:tcPr/>
                </a:tc>
                <a:extLst>
                  <a:ext uri="{0D108BD9-81ED-4DB2-BD59-A6C34878D82A}">
                    <a16:rowId xmlns:a16="http://schemas.microsoft.com/office/drawing/2014/main" val="168465913"/>
                  </a:ext>
                </a:extLst>
              </a:tr>
              <a:tr h="649437">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kern="1200">
                          <a:solidFill>
                            <a:schemeClr val="dk1"/>
                          </a:solidFill>
                          <a:latin typeface="+mn-lt"/>
                          <a:ea typeface="Calibri" panose="020F0502020204030204" pitchFamily="34" charset="0"/>
                          <a:cs typeface="Calibri" panose="020F0502020204030204" pitchFamily="34" charset="0"/>
                        </a:rPr>
                        <a:t>INSIGHT-476</a:t>
                      </a:r>
                      <a:r>
                        <a:rPr lang="en-US" sz="1100" kern="1200">
                          <a:solidFill>
                            <a:schemeClr val="dk1"/>
                          </a:solidFill>
                          <a:latin typeface="+mn-lt"/>
                          <a:ea typeface="+mn-ea"/>
                          <a:cs typeface="+mn-cs"/>
                        </a:rPr>
                        <a:t> </a:t>
                      </a:r>
                      <a:endParaRPr lang="en-US" sz="1100"/>
                    </a:p>
                  </a:txBody>
                  <a:tcPr/>
                </a:tc>
                <a:tc>
                  <a:txBody>
                    <a:bodyPr/>
                    <a:lstStyle/>
                    <a:p>
                      <a:r>
                        <a:rPr lang="en-US" sz="1100"/>
                        <a:t>2024 &amp; Q4</a:t>
                      </a:r>
                    </a:p>
                  </a:txBody>
                  <a:tcPr/>
                </a:tc>
                <a:tc>
                  <a:txBody>
                    <a:bodyPr/>
                    <a:lstStyle/>
                    <a:p>
                      <a:r>
                        <a:rPr lang="en-US" sz="1100"/>
                        <a:t>API</a:t>
                      </a:r>
                    </a:p>
                  </a:txBody>
                  <a:tcPr/>
                </a:tc>
                <a:tc>
                  <a:txBody>
                    <a:bodyPr/>
                    <a:lstStyle/>
                    <a:p>
                      <a:r>
                        <a:rPr lang="en-US" sz="1100"/>
                        <a:t>Performance Testing preparation for report generation, perform JMeter PoC on setting up the pipeline, setting up the expectations with the cloud team for necessary script preparation</a:t>
                      </a:r>
                    </a:p>
                  </a:txBody>
                  <a:tcPr/>
                </a:tc>
                <a:tc>
                  <a:txBody>
                    <a:bodyPr/>
                    <a:lstStyle/>
                    <a:p>
                      <a:r>
                        <a:rPr lang="en-US" sz="1100"/>
                        <a:t>Completed</a:t>
                      </a:r>
                    </a:p>
                  </a:txBody>
                  <a:tcPr/>
                </a:tc>
                <a:extLst>
                  <a:ext uri="{0D108BD9-81ED-4DB2-BD59-A6C34878D82A}">
                    <a16:rowId xmlns:a16="http://schemas.microsoft.com/office/drawing/2014/main" val="2237517643"/>
                  </a:ext>
                </a:extLst>
              </a:tr>
              <a:tr h="649437">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a:t>INSIGHT-477</a:t>
                      </a:r>
                    </a:p>
                  </a:txBody>
                  <a:tcPr/>
                </a:tc>
                <a:tc>
                  <a:txBody>
                    <a:bodyPr/>
                    <a:lstStyle/>
                    <a:p>
                      <a:r>
                        <a:rPr lang="en-US" sz="1100"/>
                        <a:t>2024 &amp; Q4</a:t>
                      </a:r>
                    </a:p>
                  </a:txBody>
                  <a:tcPr/>
                </a:tc>
                <a:tc>
                  <a:txBody>
                    <a:bodyPr/>
                    <a:lstStyle/>
                    <a:p>
                      <a:r>
                        <a:rPr lang="en-US" sz="1100"/>
                        <a:t>API</a:t>
                      </a:r>
                    </a:p>
                  </a:txBody>
                  <a:tcPr/>
                </a:tc>
                <a:tc>
                  <a:txBody>
                    <a:bodyPr/>
                    <a:lstStyle/>
                    <a:p>
                      <a:r>
                        <a:rPr lang="en-US" sz="1100"/>
                        <a:t>All in-scope scenario API scripts to be migrated to PF environment, perform validations, identify test data needs for scripting and execution. Design test scenarios and perform dry run or sanity checks.</a:t>
                      </a:r>
                    </a:p>
                  </a:txBody>
                  <a:tcPr/>
                </a:tc>
                <a:tc>
                  <a:txBody>
                    <a:bodyPr/>
                    <a:lstStyle/>
                    <a:p>
                      <a:r>
                        <a:rPr lang="en-US" sz="1100"/>
                        <a:t>In-Progress</a:t>
                      </a:r>
                    </a:p>
                  </a:txBody>
                  <a:tcPr/>
                </a:tc>
                <a:extLst>
                  <a:ext uri="{0D108BD9-81ED-4DB2-BD59-A6C34878D82A}">
                    <a16:rowId xmlns:a16="http://schemas.microsoft.com/office/drawing/2014/main" val="3070229845"/>
                  </a:ext>
                </a:extLst>
              </a:tr>
              <a:tr h="500727">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a:t>INSIGHT-699</a:t>
                      </a:r>
                    </a:p>
                  </a:txBody>
                  <a:tcPr/>
                </a:tc>
                <a:tc>
                  <a:txBody>
                    <a:bodyPr/>
                    <a:lstStyle/>
                    <a:p>
                      <a:r>
                        <a:rPr lang="en-US" sz="1100"/>
                        <a:t>2024 &amp; Q4</a:t>
                      </a:r>
                    </a:p>
                  </a:txBody>
                  <a:tcPr/>
                </a:tc>
                <a:tc>
                  <a:txBody>
                    <a:bodyPr/>
                    <a:lstStyle/>
                    <a:p>
                      <a:r>
                        <a:rPr lang="en-US" sz="1100"/>
                        <a:t>API</a:t>
                      </a:r>
                    </a:p>
                  </a:txBody>
                  <a:tcPr/>
                </a:tc>
                <a:tc>
                  <a:txBody>
                    <a:bodyPr/>
                    <a:lstStyle/>
                    <a:p>
                      <a:r>
                        <a:rPr lang="en-US" sz="1100"/>
                        <a:t>Complete all pre-requisites, prepare and execute API Performance testing on in-scope hcp and </a:t>
                      </a:r>
                      <a:r>
                        <a:rPr lang="en-US" sz="1100" err="1"/>
                        <a:t>pwd</a:t>
                      </a:r>
                      <a:r>
                        <a:rPr lang="en-US" sz="1100"/>
                        <a:t> applications along with results preparation</a:t>
                      </a:r>
                    </a:p>
                  </a:txBody>
                  <a:tcPr/>
                </a:tc>
                <a:tc>
                  <a:txBody>
                    <a:bodyPr/>
                    <a:lstStyle/>
                    <a:p>
                      <a:r>
                        <a:rPr lang="en-US" sz="1100"/>
                        <a:t>In-Progress</a:t>
                      </a:r>
                    </a:p>
                  </a:txBody>
                  <a:tcPr/>
                </a:tc>
                <a:extLst>
                  <a:ext uri="{0D108BD9-81ED-4DB2-BD59-A6C34878D82A}">
                    <a16:rowId xmlns:a16="http://schemas.microsoft.com/office/drawing/2014/main" val="923586512"/>
                  </a:ext>
                </a:extLst>
              </a:tr>
              <a:tr h="618239">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a:t>INSIGHT-723</a:t>
                      </a:r>
                    </a:p>
                  </a:txBody>
                  <a:tcPr/>
                </a:tc>
                <a:tc>
                  <a:txBody>
                    <a:bodyPr/>
                    <a:lstStyle/>
                    <a:p>
                      <a:r>
                        <a:rPr lang="en-US" sz="1100"/>
                        <a:t>2024 &amp; Q4</a:t>
                      </a:r>
                    </a:p>
                  </a:txBody>
                  <a:tcPr/>
                </a:tc>
                <a:tc>
                  <a:txBody>
                    <a:bodyPr/>
                    <a:lstStyle/>
                    <a:p>
                      <a:r>
                        <a:rPr lang="en-US" sz="1100"/>
                        <a:t>GUI</a:t>
                      </a:r>
                    </a:p>
                  </a:txBody>
                  <a:tcPr/>
                </a:tc>
                <a:tc>
                  <a:txBody>
                    <a:bodyPr/>
                    <a:lstStyle/>
                    <a:p>
                      <a:r>
                        <a:rPr lang="en-US" sz="1100" b="0"/>
                        <a:t>Performance team will be creating GUI scripts in PF environment for all the in-scope scenarios and validate the same.</a:t>
                      </a:r>
                    </a:p>
                  </a:txBody>
                  <a:tcPr/>
                </a:tc>
                <a:tc>
                  <a:txBody>
                    <a:bodyPr/>
                    <a:lstStyle/>
                    <a:p>
                      <a:r>
                        <a:rPr lang="en-US" sz="1100"/>
                        <a:t>To-Do</a:t>
                      </a:r>
                    </a:p>
                  </a:txBody>
                  <a:tcPr/>
                </a:tc>
                <a:extLst>
                  <a:ext uri="{0D108BD9-81ED-4DB2-BD59-A6C34878D82A}">
                    <a16:rowId xmlns:a16="http://schemas.microsoft.com/office/drawing/2014/main" val="694349439"/>
                  </a:ext>
                </a:extLst>
              </a:tr>
              <a:tr h="649437">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a:t>INSIGHT-715</a:t>
                      </a:r>
                    </a:p>
                  </a:txBody>
                  <a:tcPr/>
                </a:tc>
                <a:tc>
                  <a:txBody>
                    <a:bodyPr/>
                    <a:lstStyle/>
                    <a:p>
                      <a:r>
                        <a:rPr lang="en-US" sz="1100"/>
                        <a:t>2025 &amp; Q1</a:t>
                      </a:r>
                    </a:p>
                  </a:txBody>
                  <a:tcPr/>
                </a:tc>
                <a:tc>
                  <a:txBody>
                    <a:bodyPr/>
                    <a:lstStyle/>
                    <a:p>
                      <a:r>
                        <a:rPr lang="en-US" sz="1100"/>
                        <a:t>GUI</a:t>
                      </a:r>
                    </a:p>
                  </a:txBody>
                  <a:tcPr/>
                </a:tc>
                <a:tc>
                  <a:txBody>
                    <a:bodyPr/>
                    <a:lstStyle/>
                    <a:p>
                      <a:r>
                        <a:rPr lang="en-US" sz="1100" b="0"/>
                        <a:t>Performance team will be executing all in-scope scenarios based on the Data Model volume numbers along with the types of scenarios. </a:t>
                      </a:r>
                    </a:p>
                  </a:txBody>
                  <a:tcPr/>
                </a:tc>
                <a:tc>
                  <a:txBody>
                    <a:bodyPr/>
                    <a:lstStyle/>
                    <a:p>
                      <a:r>
                        <a:rPr lang="en-US" sz="1100"/>
                        <a:t>To-Do</a:t>
                      </a:r>
                    </a:p>
                  </a:txBody>
                  <a:tcPr/>
                </a:tc>
                <a:extLst>
                  <a:ext uri="{0D108BD9-81ED-4DB2-BD59-A6C34878D82A}">
                    <a16:rowId xmlns:a16="http://schemas.microsoft.com/office/drawing/2014/main" val="65856232"/>
                  </a:ext>
                </a:extLst>
              </a:tr>
            </a:tbl>
          </a:graphicData>
        </a:graphic>
      </p:graphicFrame>
    </p:spTree>
    <p:extLst>
      <p:ext uri="{BB962C8B-B14F-4D97-AF65-F5344CB8AC3E}">
        <p14:creationId xmlns:p14="http://schemas.microsoft.com/office/powerpoint/2010/main" val="3325147008"/>
      </p:ext>
    </p:extLst>
  </p:cSld>
  <p:clrMapOvr>
    <a:masterClrMapping/>
  </p:clrMapOvr>
  <p:transition>
    <p:fade/>
  </p:transition>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F82C4-88D1-209F-A057-A98DD41992C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E9DCAE3-23D7-6AFD-582A-C87467F981FD}"/>
              </a:ext>
            </a:extLst>
          </p:cNvPr>
          <p:cNvSpPr>
            <a:spLocks noGrp="1"/>
          </p:cNvSpPr>
          <p:nvPr>
            <p:ph type="ftr" sz="quarter" idx="15"/>
          </p:nvPr>
        </p:nvSpPr>
        <p:spPr/>
        <p:txBody>
          <a:bodyPr/>
          <a:lstStyle/>
          <a:p>
            <a:r>
              <a:rPr lang="en-US" sz="1000">
                <a:latin typeface="Calibri" panose="020F0502020204030204" pitchFamily="34" charset="0"/>
                <a:ea typeface="Calibri" panose="020F0502020204030204" pitchFamily="34" charset="0"/>
                <a:cs typeface="Calibri" panose="020F0502020204030204" pitchFamily="34" charset="0"/>
              </a:rPr>
              <a:t>CONFIDENTIAL</a:t>
            </a:r>
          </a:p>
        </p:txBody>
      </p:sp>
      <p:sp>
        <p:nvSpPr>
          <p:cNvPr id="4" name="Slide Number Placeholder 3">
            <a:extLst>
              <a:ext uri="{FF2B5EF4-FFF2-40B4-BE49-F238E27FC236}">
                <a16:creationId xmlns:a16="http://schemas.microsoft.com/office/drawing/2014/main" id="{2188DAB7-4149-2250-EC3D-390798A87B65}"/>
              </a:ext>
            </a:extLst>
          </p:cNvPr>
          <p:cNvSpPr>
            <a:spLocks noGrp="1"/>
          </p:cNvSpPr>
          <p:nvPr>
            <p:ph type="sldNum" sz="quarter" idx="16"/>
          </p:nvPr>
        </p:nvSpPr>
        <p:spPr/>
        <p:txBody>
          <a:bodyPr/>
          <a:lstStyle/>
          <a:p>
            <a:fld id="{4F90343F-D056-4E24-BE3D-A305BDC1A23E}" type="slidenum">
              <a:rPr lang="en-US" sz="1000" smtClean="0">
                <a:latin typeface="Calibri" panose="020F0502020204030204" pitchFamily="34" charset="0"/>
                <a:ea typeface="Calibri" panose="020F0502020204030204" pitchFamily="34" charset="0"/>
                <a:cs typeface="Calibri" panose="020F0502020204030204" pitchFamily="34" charset="0"/>
              </a:rPr>
              <a:pPr/>
              <a:t>22</a:t>
            </a:fld>
            <a:endParaRPr lang="en-US" sz="1000">
              <a:latin typeface="Calibri" panose="020F0502020204030204" pitchFamily="34" charset="0"/>
              <a:ea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CEB2B23D-3147-B130-D8F2-7BCE83E3FA24}"/>
              </a:ext>
            </a:extLst>
          </p:cNvPr>
          <p:cNvSpPr/>
          <p:nvPr/>
        </p:nvSpPr>
        <p:spPr>
          <a:xfrm>
            <a:off x="214511" y="123722"/>
            <a:ext cx="11762978" cy="346818"/>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a:solidFill>
                  <a:schemeClr val="bg1"/>
                </a:solidFill>
                <a:ea typeface="Calibri" panose="020F0502020204030204" pitchFamily="34" charset="0"/>
                <a:cs typeface="Calibri" panose="020F0502020204030204" pitchFamily="34" charset="0"/>
              </a:rPr>
              <a:t>Overall Execution Summary for API and GUI</a:t>
            </a:r>
          </a:p>
        </p:txBody>
      </p:sp>
      <p:sp>
        <p:nvSpPr>
          <p:cNvPr id="8" name="TextBox 7">
            <a:extLst>
              <a:ext uri="{FF2B5EF4-FFF2-40B4-BE49-F238E27FC236}">
                <a16:creationId xmlns:a16="http://schemas.microsoft.com/office/drawing/2014/main" id="{E24A5EC8-6738-1FDF-63B6-FE2DD04AFE62}"/>
              </a:ext>
            </a:extLst>
          </p:cNvPr>
          <p:cNvSpPr txBox="1"/>
          <p:nvPr/>
        </p:nvSpPr>
        <p:spPr>
          <a:xfrm>
            <a:off x="213024" y="485037"/>
            <a:ext cx="5971778" cy="338554"/>
          </a:xfrm>
          <a:prstGeom prst="rect">
            <a:avLst/>
          </a:prstGeom>
          <a:noFill/>
        </p:spPr>
        <p:txBody>
          <a:bodyPr wrap="square">
            <a:spAutoFit/>
          </a:bodyPr>
          <a:lstStyle/>
          <a:p>
            <a:r>
              <a:rPr lang="en-US" sz="1600" b="1">
                <a:ea typeface="Calibri" panose="020F0502020204030204" pitchFamily="34" charset="0"/>
                <a:cs typeface="Calibri" panose="020F0502020204030204" pitchFamily="34" charset="0"/>
              </a:rPr>
              <a:t>API Test Execution Plan</a:t>
            </a:r>
          </a:p>
        </p:txBody>
      </p:sp>
      <p:graphicFrame>
        <p:nvGraphicFramePr>
          <p:cNvPr id="5" name="Table 4">
            <a:extLst>
              <a:ext uri="{FF2B5EF4-FFF2-40B4-BE49-F238E27FC236}">
                <a16:creationId xmlns:a16="http://schemas.microsoft.com/office/drawing/2014/main" id="{24FC7E0C-DBA4-DA3E-B250-F8569ED135FB}"/>
              </a:ext>
            </a:extLst>
          </p:cNvPr>
          <p:cNvGraphicFramePr>
            <a:graphicFrameLocks noGrp="1"/>
          </p:cNvGraphicFramePr>
          <p:nvPr/>
        </p:nvGraphicFramePr>
        <p:xfrm>
          <a:off x="200421" y="731259"/>
          <a:ext cx="11750373" cy="2495710"/>
        </p:xfrm>
        <a:graphic>
          <a:graphicData uri="http://schemas.openxmlformats.org/drawingml/2006/table">
            <a:tbl>
              <a:tblPr firstRow="1" bandRow="1">
                <a:tableStyleId>{5C22544A-7EE6-4342-B048-85BDC9FD1C3A}</a:tableStyleId>
              </a:tblPr>
              <a:tblGrid>
                <a:gridCol w="439157">
                  <a:extLst>
                    <a:ext uri="{9D8B030D-6E8A-4147-A177-3AD203B41FA5}">
                      <a16:colId xmlns:a16="http://schemas.microsoft.com/office/drawing/2014/main" val="4051123191"/>
                    </a:ext>
                  </a:extLst>
                </a:gridCol>
                <a:gridCol w="3800076">
                  <a:extLst>
                    <a:ext uri="{9D8B030D-6E8A-4147-A177-3AD203B41FA5}">
                      <a16:colId xmlns:a16="http://schemas.microsoft.com/office/drawing/2014/main" val="3511626335"/>
                    </a:ext>
                  </a:extLst>
                </a:gridCol>
                <a:gridCol w="1866863">
                  <a:extLst>
                    <a:ext uri="{9D8B030D-6E8A-4147-A177-3AD203B41FA5}">
                      <a16:colId xmlns:a16="http://schemas.microsoft.com/office/drawing/2014/main" val="1830456476"/>
                    </a:ext>
                  </a:extLst>
                </a:gridCol>
                <a:gridCol w="1296635">
                  <a:extLst>
                    <a:ext uri="{9D8B030D-6E8A-4147-A177-3AD203B41FA5}">
                      <a16:colId xmlns:a16="http://schemas.microsoft.com/office/drawing/2014/main" val="2312423078"/>
                    </a:ext>
                  </a:extLst>
                </a:gridCol>
                <a:gridCol w="1148316">
                  <a:extLst>
                    <a:ext uri="{9D8B030D-6E8A-4147-A177-3AD203B41FA5}">
                      <a16:colId xmlns:a16="http://schemas.microsoft.com/office/drawing/2014/main" val="864379418"/>
                    </a:ext>
                  </a:extLst>
                </a:gridCol>
                <a:gridCol w="1217193">
                  <a:extLst>
                    <a:ext uri="{9D8B030D-6E8A-4147-A177-3AD203B41FA5}">
                      <a16:colId xmlns:a16="http://schemas.microsoft.com/office/drawing/2014/main" val="1092972083"/>
                    </a:ext>
                  </a:extLst>
                </a:gridCol>
                <a:gridCol w="1163168">
                  <a:extLst>
                    <a:ext uri="{9D8B030D-6E8A-4147-A177-3AD203B41FA5}">
                      <a16:colId xmlns:a16="http://schemas.microsoft.com/office/drawing/2014/main" val="3260127342"/>
                    </a:ext>
                  </a:extLst>
                </a:gridCol>
                <a:gridCol w="818965">
                  <a:extLst>
                    <a:ext uri="{9D8B030D-6E8A-4147-A177-3AD203B41FA5}">
                      <a16:colId xmlns:a16="http://schemas.microsoft.com/office/drawing/2014/main" val="2786087848"/>
                    </a:ext>
                  </a:extLst>
                </a:gridCol>
              </a:tblGrid>
              <a:tr h="253040">
                <a:tc rowSpan="2">
                  <a:txBody>
                    <a:bodyPr/>
                    <a:lstStyle/>
                    <a:p>
                      <a:pPr algn="ctr" fontAlgn="ctr"/>
                      <a:r>
                        <a:rPr lang="en-US" sz="900">
                          <a:latin typeface="+mn-lt"/>
                          <a:ea typeface="Calibri" panose="020F0502020204030204" pitchFamily="34" charset="0"/>
                          <a:cs typeface="Calibri" panose="020F0502020204030204" pitchFamily="34" charset="0"/>
                        </a:rPr>
                        <a:t>#</a:t>
                      </a:r>
                      <a:endParaRPr lang="en-US" sz="900" b="1" i="0" u="none" strike="noStrike">
                        <a:solidFill>
                          <a:schemeClr val="bg1"/>
                        </a:solidFill>
                        <a:effectLst/>
                        <a:latin typeface="+mn-lt"/>
                        <a:ea typeface="Calibri" panose="020F0502020204030204" pitchFamily="34" charset="0"/>
                        <a:cs typeface="Calibri" panose="020F0502020204030204" pitchFamily="34" charset="0"/>
                      </a:endParaRPr>
                    </a:p>
                  </a:txBody>
                  <a:tcPr marL="4277" marR="4277" marT="4277" marB="30792" anchor="ctr"/>
                </a:tc>
                <a:tc rowSpan="2">
                  <a:txBody>
                    <a:bodyPr/>
                    <a:lstStyle/>
                    <a:p>
                      <a:pPr algn="ctr" fontAlgn="ctr"/>
                      <a:r>
                        <a:rPr lang="en-US" sz="900" b="1" i="0" u="none" strike="noStrike">
                          <a:solidFill>
                            <a:schemeClr val="bg1"/>
                          </a:solidFill>
                          <a:effectLst/>
                          <a:latin typeface="+mn-lt"/>
                          <a:ea typeface="Calibri" panose="020F0502020204030204" pitchFamily="34" charset="0"/>
                          <a:cs typeface="Calibri" panose="020F0502020204030204" pitchFamily="34" charset="0"/>
                        </a:rPr>
                        <a:t>Description</a:t>
                      </a:r>
                    </a:p>
                  </a:txBody>
                  <a:tcPr marL="4277" marR="4277" marT="4277" marB="30792" anchor="ctr"/>
                </a:tc>
                <a:tc rowSpan="2">
                  <a:txBody>
                    <a:bodyPr/>
                    <a:lstStyle/>
                    <a:p>
                      <a:pPr algn="ctr" fontAlgn="ctr"/>
                      <a:r>
                        <a:rPr lang="en-US" sz="900" b="1" i="0" u="none" strike="noStrike">
                          <a:solidFill>
                            <a:schemeClr val="bg1"/>
                          </a:solidFill>
                          <a:effectLst/>
                          <a:latin typeface="+mn-lt"/>
                          <a:ea typeface="Calibri" panose="020F0502020204030204" pitchFamily="34" charset="0"/>
                          <a:cs typeface="Calibri" panose="020F0502020204030204" pitchFamily="34" charset="0"/>
                        </a:rPr>
                        <a:t>Goals</a:t>
                      </a:r>
                    </a:p>
                  </a:txBody>
                  <a:tcPr marL="4277" marR="4277" marT="4277" marB="30792" anchor="ctr"/>
                </a:tc>
                <a:tc rowSpan="2">
                  <a:txBody>
                    <a:bodyPr/>
                    <a:lstStyle/>
                    <a:p>
                      <a:pPr algn="ctr" fontAlgn="ctr"/>
                      <a:r>
                        <a:rPr lang="en-US" sz="900" b="1" i="0" u="none" strike="noStrike">
                          <a:solidFill>
                            <a:schemeClr val="bg1"/>
                          </a:solidFill>
                          <a:effectLst/>
                          <a:latin typeface="+mn-lt"/>
                          <a:ea typeface="Calibri" panose="020F0502020204030204" pitchFamily="34" charset="0"/>
                          <a:cs typeface="Calibri" panose="020F0502020204030204" pitchFamily="34" charset="0"/>
                        </a:rPr>
                        <a:t>Type of Test</a:t>
                      </a:r>
                    </a:p>
                  </a:txBody>
                  <a:tcPr marL="4277" marR="4277" marT="4277" marB="30792" anchor="ctr"/>
                </a:tc>
                <a:tc rowSpan="2">
                  <a:txBody>
                    <a:bodyPr/>
                    <a:lstStyle/>
                    <a:p>
                      <a:pPr algn="ctr" fontAlgn="ctr"/>
                      <a:r>
                        <a:rPr lang="en-US" sz="900" b="1" i="0" u="none" strike="noStrike">
                          <a:solidFill>
                            <a:schemeClr val="bg1"/>
                          </a:solidFill>
                          <a:effectLst/>
                          <a:latin typeface="+mn-lt"/>
                          <a:ea typeface="Calibri" panose="020F0502020204030204" pitchFamily="34" charset="0"/>
                          <a:cs typeface="Calibri" panose="020F0502020204030204" pitchFamily="34" charset="0"/>
                        </a:rPr>
                        <a:t>No. of Cycles</a:t>
                      </a:r>
                    </a:p>
                  </a:txBody>
                  <a:tcPr marL="4277" marR="4277" marT="4277" marB="30792" anchor="ctr"/>
                </a:tc>
                <a:tc gridSpan="2">
                  <a:txBody>
                    <a:bodyPr/>
                    <a:lstStyle/>
                    <a:p>
                      <a:pPr marL="0" algn="ctr" defTabSz="1219170" rtl="0" eaLnBrk="1" fontAlgn="ctr" latinLnBrk="0" hangingPunct="1"/>
                      <a:r>
                        <a:rPr lang="en-US" sz="900" b="1" i="0" u="none" strike="noStrike" kern="1200">
                          <a:solidFill>
                            <a:schemeClr val="bg1"/>
                          </a:solidFill>
                          <a:effectLst/>
                          <a:latin typeface="+mn-lt"/>
                          <a:ea typeface="Calibri" panose="020F0502020204030204" pitchFamily="34" charset="0"/>
                          <a:cs typeface="Calibri" panose="020F0502020204030204" pitchFamily="34" charset="0"/>
                        </a:rPr>
                        <a:t>Execution Timelines</a:t>
                      </a:r>
                    </a:p>
                  </a:txBody>
                  <a:tcPr/>
                </a:tc>
                <a:tc hMerge="1">
                  <a:txBody>
                    <a:bodyPr/>
                    <a:lstStyle/>
                    <a:p>
                      <a:endParaRPr lang="en-US"/>
                    </a:p>
                  </a:txBody>
                  <a:tcPr/>
                </a:tc>
                <a:tc rowSpan="2">
                  <a:txBody>
                    <a:bodyPr/>
                    <a:lstStyle/>
                    <a:p>
                      <a:pPr algn="ctr"/>
                      <a:r>
                        <a:rPr lang="en-US" sz="900" b="1" i="0" u="none" strike="noStrike" kern="1200">
                          <a:solidFill>
                            <a:schemeClr val="bg1"/>
                          </a:solidFill>
                          <a:effectLst/>
                          <a:latin typeface="+mn-lt"/>
                          <a:ea typeface="Calibri" panose="020F0502020204030204" pitchFamily="34" charset="0"/>
                          <a:cs typeface="Calibri" panose="020F0502020204030204" pitchFamily="34" charset="0"/>
                        </a:rPr>
                        <a:t>No. of days</a:t>
                      </a:r>
                    </a:p>
                  </a:txBody>
                  <a:tcPr/>
                </a:tc>
                <a:extLst>
                  <a:ext uri="{0D108BD9-81ED-4DB2-BD59-A6C34878D82A}">
                    <a16:rowId xmlns:a16="http://schemas.microsoft.com/office/drawing/2014/main" val="3397604140"/>
                  </a:ext>
                </a:extLst>
              </a:tr>
              <a:tr h="421734">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r>
                        <a:rPr lang="en-US" sz="900" b="1" i="0" u="none" strike="noStrike" kern="1200">
                          <a:solidFill>
                            <a:schemeClr val="tx1"/>
                          </a:solidFill>
                          <a:effectLst/>
                          <a:latin typeface="+mn-lt"/>
                          <a:ea typeface="Calibri" panose="020F0502020204030204" pitchFamily="34" charset="0"/>
                          <a:cs typeface="Calibri" panose="020F0502020204030204" pitchFamily="34" charset="0"/>
                        </a:rPr>
                        <a:t>Start Date</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900" b="1" i="0" u="none" strike="noStrike" kern="1200">
                          <a:solidFill>
                            <a:schemeClr val="tx1"/>
                          </a:solidFill>
                          <a:effectLst/>
                          <a:latin typeface="+mn-lt"/>
                          <a:ea typeface="Calibri" panose="020F0502020204030204" pitchFamily="34" charset="0"/>
                          <a:cs typeface="Calibri" panose="020F0502020204030204" pitchFamily="34" charset="0"/>
                        </a:rPr>
                        <a:t>End Date</a:t>
                      </a:r>
                    </a:p>
                    <a:p>
                      <a:pPr algn="ctr"/>
                      <a:endParaRPr lang="en-US" sz="900" b="1" i="0" u="none" strike="noStrike" kern="1200">
                        <a:solidFill>
                          <a:schemeClr val="tx1"/>
                        </a:solidFill>
                        <a:effectLst/>
                        <a:latin typeface="+mn-lt"/>
                        <a:ea typeface="Calibri" panose="020F0502020204030204" pitchFamily="34" charset="0"/>
                        <a:cs typeface="Calibri" panose="020F0502020204030204" pitchFamily="34" charset="0"/>
                      </a:endParaRPr>
                    </a:p>
                  </a:txBody>
                  <a:tcPr/>
                </a:tc>
                <a:tc vMerge="1">
                  <a:txBody>
                    <a:bodyPr/>
                    <a:lstStyle/>
                    <a:p>
                      <a:endParaRPr lang="en-US" sz="1200" b="1" i="0" u="none" strike="noStrike" kern="1200">
                        <a:solidFill>
                          <a:schemeClr val="bg1"/>
                        </a:solidFill>
                        <a:effectLst/>
                        <a:latin typeface="Segoe UI" panose="020B0502040204020203" pitchFamily="34" charset="0"/>
                        <a:ea typeface="+mn-ea"/>
                        <a:cs typeface="+mn-cs"/>
                      </a:endParaRPr>
                    </a:p>
                  </a:txBody>
                  <a:tcPr/>
                </a:tc>
                <a:extLst>
                  <a:ext uri="{0D108BD9-81ED-4DB2-BD59-A6C34878D82A}">
                    <a16:rowId xmlns:a16="http://schemas.microsoft.com/office/drawing/2014/main" val="2137669670"/>
                  </a:ext>
                </a:extLst>
              </a:tr>
              <a:tr h="590428">
                <a:tc>
                  <a:txBody>
                    <a:bodyPr/>
                    <a:lstStyle/>
                    <a:p>
                      <a:pPr algn="ctr"/>
                      <a:r>
                        <a:rPr lang="en-US" sz="900">
                          <a:latin typeface="+mn-lt"/>
                          <a:ea typeface="Calibri" panose="020F0502020204030204" pitchFamily="34" charset="0"/>
                          <a:cs typeface="Calibri" panose="020F0502020204030204" pitchFamily="34" charset="0"/>
                        </a:rPr>
                        <a:t>1</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a:latin typeface="+mn-lt"/>
                        </a:rPr>
                        <a:t>All in-scope scenarios for HCP &amp; </a:t>
                      </a:r>
                      <a:r>
                        <a:rPr lang="en-US" sz="900" err="1">
                          <a:latin typeface="+mn-lt"/>
                        </a:rPr>
                        <a:t>PwD</a:t>
                      </a:r>
                      <a:r>
                        <a:rPr lang="en-US" sz="900">
                          <a:latin typeface="+mn-lt"/>
                        </a:rPr>
                        <a:t> except Report Generation scenarios.</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900" b="1">
                          <a:latin typeface="+mn-lt"/>
                        </a:rPr>
                        <a:t>(Refer slide 8 - NFRs and In-Scope scenarios) </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900">
                          <a:latin typeface="+mn-lt"/>
                          <a:ea typeface="Calibri" panose="020F0502020204030204" pitchFamily="34" charset="0"/>
                          <a:cs typeface="Calibri" panose="020F0502020204030204" pitchFamily="34" charset="0"/>
                        </a:rPr>
                        <a:t>(Including re-execution timelines)</a:t>
                      </a:r>
                      <a:endParaRPr lang="en-US" sz="900" b="0">
                        <a:latin typeface="+mn-lt"/>
                      </a:endParaRPr>
                    </a:p>
                  </a:txBody>
                  <a:tcPr/>
                </a:tc>
                <a:tc>
                  <a:txBody>
                    <a:bodyPr/>
                    <a:lstStyle/>
                    <a:p>
                      <a:r>
                        <a:rPr lang="en-US" sz="900">
                          <a:latin typeface="+mn-lt"/>
                        </a:rPr>
                        <a:t>Load Test - Achieve targeted users and TPS Stress Test - Identify the breakpoint</a:t>
                      </a:r>
                      <a:endParaRPr lang="en-US" sz="900">
                        <a:latin typeface="+mn-lt"/>
                        <a:ea typeface="Calibri" panose="020F0502020204030204" pitchFamily="34" charset="0"/>
                        <a:cs typeface="Calibri" panose="020F0502020204030204" pitchFamily="34" charset="0"/>
                      </a:endParaRPr>
                    </a:p>
                  </a:txBody>
                  <a:tcPr/>
                </a:tc>
                <a:tc>
                  <a:txBody>
                    <a:bodyPr/>
                    <a:lstStyle/>
                    <a:p>
                      <a:r>
                        <a:rPr lang="en-US" sz="900">
                          <a:latin typeface="+mn-lt"/>
                          <a:ea typeface="Calibri" panose="020F0502020204030204" pitchFamily="34" charset="0"/>
                          <a:cs typeface="Calibri" panose="020F0502020204030204" pitchFamily="34" charset="0"/>
                        </a:rPr>
                        <a:t>Load Test </a:t>
                      </a:r>
                    </a:p>
                    <a:p>
                      <a:r>
                        <a:rPr lang="en-US" sz="900">
                          <a:latin typeface="+mn-lt"/>
                          <a:ea typeface="Calibri" panose="020F0502020204030204" pitchFamily="34" charset="0"/>
                          <a:cs typeface="Calibri" panose="020F0502020204030204" pitchFamily="34" charset="0"/>
                        </a:rPr>
                        <a:t>Stress Test</a:t>
                      </a:r>
                    </a:p>
                  </a:txBody>
                  <a:tcPr/>
                </a:tc>
                <a:tc>
                  <a:txBody>
                    <a:bodyPr/>
                    <a:lstStyle/>
                    <a:p>
                      <a:pPr algn="ctr"/>
                      <a:r>
                        <a:rPr lang="en-US" sz="900">
                          <a:latin typeface="+mn-lt"/>
                          <a:ea typeface="Calibri" panose="020F0502020204030204" pitchFamily="34" charset="0"/>
                          <a:cs typeface="Calibri" panose="020F0502020204030204" pitchFamily="34" charset="0"/>
                        </a:rPr>
                        <a:t>Load Test – 1</a:t>
                      </a:r>
                    </a:p>
                    <a:p>
                      <a:pPr algn="ctr"/>
                      <a:r>
                        <a:rPr lang="en-US" sz="900">
                          <a:latin typeface="+mn-lt"/>
                          <a:ea typeface="Calibri" panose="020F0502020204030204" pitchFamily="34" charset="0"/>
                          <a:cs typeface="Calibri" panose="020F0502020204030204" pitchFamily="34" charset="0"/>
                        </a:rPr>
                        <a:t>Stress Test – 1</a:t>
                      </a:r>
                    </a:p>
                    <a:p>
                      <a:pPr algn="ctr"/>
                      <a:r>
                        <a:rPr lang="en-US" sz="900">
                          <a:latin typeface="+mn-lt"/>
                          <a:ea typeface="Calibri" panose="020F0502020204030204" pitchFamily="34" charset="0"/>
                          <a:cs typeface="Calibri" panose="020F0502020204030204" pitchFamily="34" charset="0"/>
                        </a:rPr>
                        <a:t>Load Test – 1 (Re-test)</a:t>
                      </a:r>
                    </a:p>
                  </a:txBody>
                  <a:tcPr/>
                </a:tc>
                <a:tc>
                  <a:txBody>
                    <a:bodyPr/>
                    <a:lstStyle/>
                    <a:p>
                      <a:pPr algn="ctr"/>
                      <a:r>
                        <a:rPr lang="en-US" sz="900">
                          <a:latin typeface="+mn-lt"/>
                          <a:ea typeface="Calibri" panose="020F0502020204030204" pitchFamily="34" charset="0"/>
                          <a:cs typeface="Calibri" panose="020F0502020204030204" pitchFamily="34" charset="0"/>
                        </a:rPr>
                        <a:t>23</a:t>
                      </a:r>
                      <a:r>
                        <a:rPr lang="en-US" sz="900" baseline="30000">
                          <a:latin typeface="+mn-lt"/>
                          <a:ea typeface="Calibri" panose="020F0502020204030204" pitchFamily="34" charset="0"/>
                          <a:cs typeface="Calibri" panose="020F0502020204030204" pitchFamily="34" charset="0"/>
                        </a:rPr>
                        <a:t>rd</a:t>
                      </a:r>
                      <a:r>
                        <a:rPr lang="en-US" sz="900">
                          <a:latin typeface="+mn-lt"/>
                          <a:ea typeface="Calibri" panose="020F0502020204030204" pitchFamily="34" charset="0"/>
                          <a:cs typeface="Calibri" panose="020F0502020204030204" pitchFamily="34" charset="0"/>
                        </a:rPr>
                        <a:t> Dec 2024</a:t>
                      </a:r>
                    </a:p>
                  </a:txBody>
                  <a:tcPr/>
                </a:tc>
                <a:tc>
                  <a:txBody>
                    <a:bodyPr/>
                    <a:lstStyle/>
                    <a:p>
                      <a:pPr algn="ctr"/>
                      <a:r>
                        <a:rPr lang="en-US" sz="900">
                          <a:latin typeface="+mn-lt"/>
                          <a:ea typeface="Calibri" panose="020F0502020204030204" pitchFamily="34" charset="0"/>
                          <a:cs typeface="Calibri" panose="020F0502020204030204" pitchFamily="34" charset="0"/>
                        </a:rPr>
                        <a:t>10</a:t>
                      </a:r>
                      <a:r>
                        <a:rPr lang="en-US" sz="900" baseline="30000">
                          <a:latin typeface="+mn-lt"/>
                          <a:ea typeface="Calibri" panose="020F0502020204030204" pitchFamily="34" charset="0"/>
                          <a:cs typeface="Calibri" panose="020F0502020204030204" pitchFamily="34" charset="0"/>
                        </a:rPr>
                        <a:t>th</a:t>
                      </a:r>
                      <a:r>
                        <a:rPr lang="en-US" sz="900">
                          <a:latin typeface="+mn-lt"/>
                          <a:ea typeface="Calibri" panose="020F0502020204030204" pitchFamily="34" charset="0"/>
                          <a:cs typeface="Calibri" panose="020F0502020204030204" pitchFamily="34" charset="0"/>
                        </a:rPr>
                        <a:t> Jan 2025</a:t>
                      </a:r>
                    </a:p>
                  </a:txBody>
                  <a:tcPr/>
                </a:tc>
                <a:tc>
                  <a:txBody>
                    <a:bodyPr/>
                    <a:lstStyle/>
                    <a:p>
                      <a:pPr algn="ctr"/>
                      <a:r>
                        <a:rPr lang="en-US" sz="900">
                          <a:latin typeface="+mn-lt"/>
                          <a:ea typeface="Calibri" panose="020F0502020204030204" pitchFamily="34" charset="0"/>
                          <a:cs typeface="Calibri" panose="020F0502020204030204" pitchFamily="34" charset="0"/>
                        </a:rPr>
                        <a:t>13 days</a:t>
                      </a:r>
                    </a:p>
                  </a:txBody>
                  <a:tcPr/>
                </a:tc>
                <a:extLst>
                  <a:ext uri="{0D108BD9-81ED-4DB2-BD59-A6C34878D82A}">
                    <a16:rowId xmlns:a16="http://schemas.microsoft.com/office/drawing/2014/main" val="1257574285"/>
                  </a:ext>
                </a:extLst>
              </a:tr>
              <a:tr h="590428">
                <a:tc>
                  <a:txBody>
                    <a:bodyPr/>
                    <a:lstStyle/>
                    <a:p>
                      <a:pPr algn="ctr"/>
                      <a:r>
                        <a:rPr lang="en-US" sz="900">
                          <a:latin typeface="+mn-lt"/>
                          <a:ea typeface="Calibri" panose="020F0502020204030204" pitchFamily="34" charset="0"/>
                          <a:cs typeface="Calibri" panose="020F0502020204030204" pitchFamily="34" charset="0"/>
                        </a:rPr>
                        <a:t>2</a:t>
                      </a:r>
                    </a:p>
                  </a:txBody>
                  <a:tcPr/>
                </a:tc>
                <a:tc>
                  <a:txBody>
                    <a:bodyPr/>
                    <a:lstStyle/>
                    <a:p>
                      <a:r>
                        <a:rPr lang="en-US" sz="900">
                          <a:latin typeface="+mn-lt"/>
                          <a:ea typeface="Calibri" panose="020F0502020204030204" pitchFamily="34" charset="0"/>
                          <a:cs typeface="Calibri" panose="020F0502020204030204" pitchFamily="34" charset="0"/>
                        </a:rPr>
                        <a:t>Generate report for 90, 14, 7 days (Equal distribution of report length) for HCP and </a:t>
                      </a:r>
                      <a:r>
                        <a:rPr lang="en-US" sz="900" err="1">
                          <a:latin typeface="+mn-lt"/>
                          <a:ea typeface="Calibri" panose="020F0502020204030204" pitchFamily="34" charset="0"/>
                          <a:cs typeface="Calibri" panose="020F0502020204030204" pitchFamily="34" charset="0"/>
                        </a:rPr>
                        <a:t>PwD</a:t>
                      </a:r>
                      <a:r>
                        <a:rPr lang="en-US" sz="900">
                          <a:latin typeface="+mn-lt"/>
                          <a:ea typeface="Calibri" panose="020F0502020204030204" pitchFamily="34" charset="0"/>
                          <a:cs typeface="Calibri" panose="020F0502020204030204" pitchFamily="34" charset="0"/>
                        </a:rPr>
                        <a:t> scenarios.</a:t>
                      </a:r>
                    </a:p>
                    <a:p>
                      <a:r>
                        <a:rPr lang="en-US" sz="900" b="1" i="1" u="none">
                          <a:latin typeface="+mn-lt"/>
                          <a:ea typeface="Calibri" panose="020F0502020204030204" pitchFamily="34" charset="0"/>
                          <a:cs typeface="Calibri" panose="020F0502020204030204" pitchFamily="34" charset="0"/>
                        </a:rPr>
                        <a:t>Note: Lollipop feature needs to be deployed in PF environment</a:t>
                      </a:r>
                    </a:p>
                  </a:txBody>
                  <a:tcPr/>
                </a:tc>
                <a:tc>
                  <a:txBody>
                    <a:bodyPr/>
                    <a:lstStyle/>
                    <a:p>
                      <a:r>
                        <a:rPr lang="en-US" sz="900">
                          <a:latin typeface="+mn-lt"/>
                          <a:ea typeface="Calibri" panose="020F0502020204030204" pitchFamily="34" charset="0"/>
                          <a:cs typeface="Calibri" panose="020F0502020204030204" pitchFamily="34" charset="0"/>
                        </a:rPr>
                        <a:t>To Achieve targeted users and TPS </a:t>
                      </a:r>
                    </a:p>
                  </a:txBody>
                  <a:tcPr/>
                </a:tc>
                <a:tc>
                  <a:txBody>
                    <a:bodyPr/>
                    <a:lstStyle/>
                    <a:p>
                      <a:r>
                        <a:rPr lang="en-US" sz="900">
                          <a:latin typeface="+mn-lt"/>
                          <a:ea typeface="Calibri" panose="020F0502020204030204" pitchFamily="34" charset="0"/>
                          <a:cs typeface="Calibri" panose="020F0502020204030204" pitchFamily="34" charset="0"/>
                        </a:rPr>
                        <a:t>Load Test</a:t>
                      </a:r>
                    </a:p>
                  </a:txBody>
                  <a:tcPr/>
                </a:tc>
                <a:tc>
                  <a:txBody>
                    <a:bodyPr/>
                    <a:lstStyle/>
                    <a:p>
                      <a:pPr algn="ctr"/>
                      <a:r>
                        <a:rPr lang="en-US" sz="900">
                          <a:latin typeface="+mn-lt"/>
                          <a:ea typeface="Calibri" panose="020F0502020204030204" pitchFamily="34" charset="0"/>
                          <a:cs typeface="Calibri" panose="020F0502020204030204" pitchFamily="34" charset="0"/>
                        </a:rPr>
                        <a:t>6</a:t>
                      </a:r>
                    </a:p>
                  </a:txBody>
                  <a:tcPr/>
                </a:tc>
                <a:tc>
                  <a:txBody>
                    <a:bodyPr/>
                    <a:lstStyle/>
                    <a:p>
                      <a:pPr algn="ctr"/>
                      <a:r>
                        <a:rPr lang="en-US" sz="900">
                          <a:latin typeface="+mn-lt"/>
                          <a:ea typeface="Calibri" panose="020F0502020204030204" pitchFamily="34" charset="0"/>
                          <a:cs typeface="Calibri" panose="020F0502020204030204" pitchFamily="34" charset="0"/>
                        </a:rPr>
                        <a:t>13</a:t>
                      </a:r>
                      <a:r>
                        <a:rPr lang="en-US" sz="900" baseline="30000">
                          <a:latin typeface="+mn-lt"/>
                          <a:ea typeface="Calibri" panose="020F0502020204030204" pitchFamily="34" charset="0"/>
                          <a:cs typeface="Calibri" panose="020F0502020204030204" pitchFamily="34" charset="0"/>
                        </a:rPr>
                        <a:t>th</a:t>
                      </a:r>
                      <a:r>
                        <a:rPr lang="en-US" sz="900">
                          <a:latin typeface="+mn-lt"/>
                          <a:ea typeface="Calibri" panose="020F0502020204030204" pitchFamily="34" charset="0"/>
                          <a:cs typeface="Calibri" panose="020F0502020204030204" pitchFamily="34" charset="0"/>
                        </a:rPr>
                        <a:t> Jan 2025</a:t>
                      </a:r>
                    </a:p>
                  </a:txBody>
                  <a:tcPr/>
                </a:tc>
                <a:tc>
                  <a:txBody>
                    <a:bodyPr/>
                    <a:lstStyle/>
                    <a:p>
                      <a:pPr algn="ctr"/>
                      <a:r>
                        <a:rPr lang="en-US" sz="900">
                          <a:latin typeface="+mn-lt"/>
                          <a:ea typeface="Calibri" panose="020F0502020204030204" pitchFamily="34" charset="0"/>
                          <a:cs typeface="Calibri" panose="020F0502020204030204" pitchFamily="34" charset="0"/>
                        </a:rPr>
                        <a:t>3</a:t>
                      </a:r>
                      <a:r>
                        <a:rPr lang="en-US" sz="900" baseline="30000">
                          <a:latin typeface="+mn-lt"/>
                          <a:ea typeface="Calibri" panose="020F0502020204030204" pitchFamily="34" charset="0"/>
                          <a:cs typeface="Calibri" panose="020F0502020204030204" pitchFamily="34" charset="0"/>
                        </a:rPr>
                        <a:t>rd</a:t>
                      </a:r>
                      <a:r>
                        <a:rPr lang="en-US" sz="900">
                          <a:latin typeface="+mn-lt"/>
                          <a:ea typeface="Calibri" panose="020F0502020204030204" pitchFamily="34" charset="0"/>
                          <a:cs typeface="Calibri" panose="020F0502020204030204" pitchFamily="34" charset="0"/>
                        </a:rPr>
                        <a:t> Feb 2025</a:t>
                      </a:r>
                    </a:p>
                  </a:txBody>
                  <a:tcPr/>
                </a:tc>
                <a:tc>
                  <a:txBody>
                    <a:bodyPr/>
                    <a:lstStyle/>
                    <a:p>
                      <a:pPr algn="ctr"/>
                      <a:r>
                        <a:rPr lang="en-US" sz="900">
                          <a:latin typeface="+mn-lt"/>
                          <a:ea typeface="Calibri" panose="020F0502020204030204" pitchFamily="34" charset="0"/>
                          <a:cs typeface="Calibri" panose="020F0502020204030204" pitchFamily="34" charset="0"/>
                        </a:rPr>
                        <a:t>14 days</a:t>
                      </a:r>
                    </a:p>
                  </a:txBody>
                  <a:tcPr/>
                </a:tc>
                <a:extLst>
                  <a:ext uri="{0D108BD9-81ED-4DB2-BD59-A6C34878D82A}">
                    <a16:rowId xmlns:a16="http://schemas.microsoft.com/office/drawing/2014/main" val="4240306570"/>
                  </a:ext>
                </a:extLst>
              </a:tr>
              <a:tr h="590428">
                <a:tc>
                  <a:txBody>
                    <a:bodyPr/>
                    <a:lstStyle/>
                    <a:p>
                      <a:pPr algn="ctr"/>
                      <a:r>
                        <a:rPr lang="en-US" sz="900">
                          <a:latin typeface="+mn-lt"/>
                          <a:ea typeface="Calibri" panose="020F0502020204030204" pitchFamily="34" charset="0"/>
                          <a:cs typeface="Calibri" panose="020F0502020204030204" pitchFamily="34" charset="0"/>
                        </a:rPr>
                        <a:t>3</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a:latin typeface="+mn-lt"/>
                        </a:rPr>
                        <a:t>All in-scope scenarios for HCP &amp; </a:t>
                      </a:r>
                      <a:r>
                        <a:rPr lang="en-US" sz="900" err="1">
                          <a:latin typeface="+mn-lt"/>
                        </a:rPr>
                        <a:t>PwD</a:t>
                      </a:r>
                      <a:endParaRPr lang="en-US" sz="900">
                        <a:latin typeface="+mn-lt"/>
                      </a:endParaRP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a:latin typeface="+mn-lt"/>
                        </a:rPr>
                        <a:t>Identify any memory leaks while during extending duration testing</a:t>
                      </a:r>
                      <a:endParaRPr lang="en-US" sz="900" b="1">
                        <a:latin typeface="+mn-lt"/>
                      </a:endParaRPr>
                    </a:p>
                  </a:txBody>
                  <a:tcPr/>
                </a:tc>
                <a:tc>
                  <a:txBody>
                    <a:bodyPr/>
                    <a:lstStyle/>
                    <a:p>
                      <a:r>
                        <a:rPr lang="en-US" sz="900">
                          <a:latin typeface="+mn-lt"/>
                          <a:ea typeface="Calibri" panose="020F0502020204030204" pitchFamily="34" charset="0"/>
                          <a:cs typeface="Calibri" panose="020F0502020204030204" pitchFamily="34" charset="0"/>
                        </a:rPr>
                        <a:t>Endurance Test (24 hours)</a:t>
                      </a:r>
                    </a:p>
                  </a:txBody>
                  <a:tcPr/>
                </a:tc>
                <a:tc>
                  <a:txBody>
                    <a:bodyPr/>
                    <a:lstStyle/>
                    <a:p>
                      <a:pPr algn="ctr"/>
                      <a:r>
                        <a:rPr lang="en-US" sz="900">
                          <a:latin typeface="+mn-lt"/>
                          <a:ea typeface="Calibri" panose="020F0502020204030204" pitchFamily="34" charset="0"/>
                          <a:cs typeface="Calibri" panose="020F0502020204030204" pitchFamily="34" charset="0"/>
                        </a:rPr>
                        <a:t>1</a:t>
                      </a:r>
                    </a:p>
                  </a:txBody>
                  <a:tcPr/>
                </a:tc>
                <a:tc>
                  <a:txBody>
                    <a:bodyPr/>
                    <a:lstStyle/>
                    <a:p>
                      <a:pPr algn="ctr"/>
                      <a:r>
                        <a:rPr lang="en-US" sz="900">
                          <a:latin typeface="+mn-lt"/>
                          <a:ea typeface="Calibri" panose="020F0502020204030204" pitchFamily="34" charset="0"/>
                          <a:cs typeface="Calibri" panose="020F0502020204030204" pitchFamily="34" charset="0"/>
                        </a:rPr>
                        <a:t>10</a:t>
                      </a:r>
                      <a:r>
                        <a:rPr lang="en-US" sz="900" baseline="30000">
                          <a:latin typeface="+mn-lt"/>
                          <a:ea typeface="Calibri" panose="020F0502020204030204" pitchFamily="34" charset="0"/>
                          <a:cs typeface="Calibri" panose="020F0502020204030204" pitchFamily="34" charset="0"/>
                        </a:rPr>
                        <a:t>th</a:t>
                      </a:r>
                      <a:r>
                        <a:rPr lang="en-US" sz="900">
                          <a:latin typeface="+mn-lt"/>
                          <a:ea typeface="Calibri" panose="020F0502020204030204" pitchFamily="34" charset="0"/>
                          <a:cs typeface="Calibri" panose="020F0502020204030204" pitchFamily="34" charset="0"/>
                        </a:rPr>
                        <a:t> Feb 2025</a:t>
                      </a:r>
                    </a:p>
                  </a:txBody>
                  <a:tcPr/>
                </a:tc>
                <a:tc>
                  <a:txBody>
                    <a:bodyPr/>
                    <a:lstStyle/>
                    <a:p>
                      <a:pPr algn="ctr"/>
                      <a:r>
                        <a:rPr lang="en-US" sz="900">
                          <a:latin typeface="+mn-lt"/>
                          <a:ea typeface="Calibri" panose="020F0502020204030204" pitchFamily="34" charset="0"/>
                          <a:cs typeface="Calibri" panose="020F0502020204030204" pitchFamily="34" charset="0"/>
                        </a:rPr>
                        <a:t>14</a:t>
                      </a:r>
                      <a:r>
                        <a:rPr lang="en-US" sz="900" baseline="30000">
                          <a:latin typeface="+mn-lt"/>
                          <a:ea typeface="Calibri" panose="020F0502020204030204" pitchFamily="34" charset="0"/>
                          <a:cs typeface="Calibri" panose="020F0502020204030204" pitchFamily="34" charset="0"/>
                        </a:rPr>
                        <a:t>th</a:t>
                      </a:r>
                      <a:r>
                        <a:rPr lang="en-US" sz="900">
                          <a:latin typeface="+mn-lt"/>
                          <a:ea typeface="Calibri" panose="020F0502020204030204" pitchFamily="34" charset="0"/>
                          <a:cs typeface="Calibri" panose="020F0502020204030204" pitchFamily="34" charset="0"/>
                        </a:rPr>
                        <a:t> Feb 2025</a:t>
                      </a:r>
                    </a:p>
                  </a:txBody>
                  <a:tcPr/>
                </a:tc>
                <a:tc>
                  <a:txBody>
                    <a:bodyPr/>
                    <a:lstStyle/>
                    <a:p>
                      <a:pPr algn="ctr"/>
                      <a:r>
                        <a:rPr lang="en-US" sz="900">
                          <a:latin typeface="+mn-lt"/>
                          <a:ea typeface="Calibri" panose="020F0502020204030204" pitchFamily="34" charset="0"/>
                          <a:cs typeface="Calibri" panose="020F0502020204030204" pitchFamily="34" charset="0"/>
                        </a:rPr>
                        <a:t>5 days</a:t>
                      </a:r>
                    </a:p>
                  </a:txBody>
                  <a:tcPr/>
                </a:tc>
                <a:extLst>
                  <a:ext uri="{0D108BD9-81ED-4DB2-BD59-A6C34878D82A}">
                    <a16:rowId xmlns:a16="http://schemas.microsoft.com/office/drawing/2014/main" val="1891361388"/>
                  </a:ext>
                </a:extLst>
              </a:tr>
            </a:tbl>
          </a:graphicData>
        </a:graphic>
      </p:graphicFrame>
      <p:sp>
        <p:nvSpPr>
          <p:cNvPr id="14" name="TextBox 13">
            <a:extLst>
              <a:ext uri="{FF2B5EF4-FFF2-40B4-BE49-F238E27FC236}">
                <a16:creationId xmlns:a16="http://schemas.microsoft.com/office/drawing/2014/main" id="{550585A5-9E80-AB56-4A96-68F121AA4CC2}"/>
              </a:ext>
            </a:extLst>
          </p:cNvPr>
          <p:cNvSpPr txBox="1"/>
          <p:nvPr/>
        </p:nvSpPr>
        <p:spPr>
          <a:xfrm>
            <a:off x="169481" y="3265263"/>
            <a:ext cx="6058864" cy="338554"/>
          </a:xfrm>
          <a:prstGeom prst="rect">
            <a:avLst/>
          </a:prstGeom>
          <a:noFill/>
        </p:spPr>
        <p:txBody>
          <a:bodyPr wrap="square">
            <a:spAutoFit/>
          </a:bodyPr>
          <a:lstStyle/>
          <a:p>
            <a:r>
              <a:rPr lang="en-US" sz="1600" b="1">
                <a:latin typeface="Aptos" panose="020B0004020202020204" pitchFamily="34" charset="0"/>
                <a:ea typeface="Calibri" panose="020F0502020204030204" pitchFamily="34" charset="0"/>
                <a:cs typeface="Calibri" panose="020F0502020204030204" pitchFamily="34" charset="0"/>
              </a:rPr>
              <a:t>GUI Test Execution Plan – Planned during 1.6 release (March)</a:t>
            </a:r>
          </a:p>
        </p:txBody>
      </p:sp>
      <p:graphicFrame>
        <p:nvGraphicFramePr>
          <p:cNvPr id="15" name="Table 14">
            <a:extLst>
              <a:ext uri="{FF2B5EF4-FFF2-40B4-BE49-F238E27FC236}">
                <a16:creationId xmlns:a16="http://schemas.microsoft.com/office/drawing/2014/main" id="{CD39CD4C-627F-4C88-D1E7-BAAF9F347975}"/>
              </a:ext>
            </a:extLst>
          </p:cNvPr>
          <p:cNvGraphicFramePr>
            <a:graphicFrameLocks noGrp="1"/>
          </p:cNvGraphicFramePr>
          <p:nvPr/>
        </p:nvGraphicFramePr>
        <p:xfrm>
          <a:off x="200421" y="3630686"/>
          <a:ext cx="11750372" cy="2560702"/>
        </p:xfrm>
        <a:graphic>
          <a:graphicData uri="http://schemas.openxmlformats.org/drawingml/2006/table">
            <a:tbl>
              <a:tblPr firstRow="1" bandRow="1">
                <a:tableStyleId>{5C22544A-7EE6-4342-B048-85BDC9FD1C3A}</a:tableStyleId>
              </a:tblPr>
              <a:tblGrid>
                <a:gridCol w="439157">
                  <a:extLst>
                    <a:ext uri="{9D8B030D-6E8A-4147-A177-3AD203B41FA5}">
                      <a16:colId xmlns:a16="http://schemas.microsoft.com/office/drawing/2014/main" val="4051123191"/>
                    </a:ext>
                  </a:extLst>
                </a:gridCol>
                <a:gridCol w="3832732">
                  <a:extLst>
                    <a:ext uri="{9D8B030D-6E8A-4147-A177-3AD203B41FA5}">
                      <a16:colId xmlns:a16="http://schemas.microsoft.com/office/drawing/2014/main" val="3511626335"/>
                    </a:ext>
                  </a:extLst>
                </a:gridCol>
                <a:gridCol w="1873071">
                  <a:extLst>
                    <a:ext uri="{9D8B030D-6E8A-4147-A177-3AD203B41FA5}">
                      <a16:colId xmlns:a16="http://schemas.microsoft.com/office/drawing/2014/main" val="1830456476"/>
                    </a:ext>
                  </a:extLst>
                </a:gridCol>
                <a:gridCol w="1062183">
                  <a:extLst>
                    <a:ext uri="{9D8B030D-6E8A-4147-A177-3AD203B41FA5}">
                      <a16:colId xmlns:a16="http://schemas.microsoft.com/office/drawing/2014/main" val="2312423078"/>
                    </a:ext>
                  </a:extLst>
                </a:gridCol>
                <a:gridCol w="1468581">
                  <a:extLst>
                    <a:ext uri="{9D8B030D-6E8A-4147-A177-3AD203B41FA5}">
                      <a16:colId xmlns:a16="http://schemas.microsoft.com/office/drawing/2014/main" val="864379418"/>
                    </a:ext>
                  </a:extLst>
                </a:gridCol>
                <a:gridCol w="1209964">
                  <a:extLst>
                    <a:ext uri="{9D8B030D-6E8A-4147-A177-3AD203B41FA5}">
                      <a16:colId xmlns:a16="http://schemas.microsoft.com/office/drawing/2014/main" val="1092972083"/>
                    </a:ext>
                  </a:extLst>
                </a:gridCol>
                <a:gridCol w="1200727">
                  <a:extLst>
                    <a:ext uri="{9D8B030D-6E8A-4147-A177-3AD203B41FA5}">
                      <a16:colId xmlns:a16="http://schemas.microsoft.com/office/drawing/2014/main" val="3260127342"/>
                    </a:ext>
                  </a:extLst>
                </a:gridCol>
                <a:gridCol w="663957">
                  <a:extLst>
                    <a:ext uri="{9D8B030D-6E8A-4147-A177-3AD203B41FA5}">
                      <a16:colId xmlns:a16="http://schemas.microsoft.com/office/drawing/2014/main" val="2786087848"/>
                    </a:ext>
                  </a:extLst>
                </a:gridCol>
              </a:tblGrid>
              <a:tr h="261903">
                <a:tc rowSpan="2">
                  <a:txBody>
                    <a:bodyPr/>
                    <a:lstStyle/>
                    <a:p>
                      <a:pPr algn="ctr" fontAlgn="ctr"/>
                      <a:r>
                        <a:rPr lang="en-US" sz="900">
                          <a:latin typeface="+mn-lt"/>
                          <a:ea typeface="Calibri" panose="020F0502020204030204" pitchFamily="34" charset="0"/>
                          <a:cs typeface="Calibri" panose="020F0502020204030204" pitchFamily="34" charset="0"/>
                        </a:rPr>
                        <a:t>#</a:t>
                      </a:r>
                      <a:endParaRPr lang="en-US" sz="900" b="1" i="0" u="none" strike="noStrike">
                        <a:solidFill>
                          <a:schemeClr val="bg1"/>
                        </a:solidFill>
                        <a:effectLst/>
                        <a:latin typeface="+mn-lt"/>
                        <a:ea typeface="Calibri" panose="020F0502020204030204" pitchFamily="34" charset="0"/>
                        <a:cs typeface="Calibri" panose="020F0502020204030204" pitchFamily="34" charset="0"/>
                      </a:endParaRPr>
                    </a:p>
                  </a:txBody>
                  <a:tcPr marL="4277" marR="4277" marT="4277" marB="30792" anchor="ctr"/>
                </a:tc>
                <a:tc rowSpan="2">
                  <a:txBody>
                    <a:bodyPr/>
                    <a:lstStyle/>
                    <a:p>
                      <a:pPr algn="ctr" fontAlgn="ctr"/>
                      <a:r>
                        <a:rPr lang="en-US" sz="900" b="1" i="0" u="none" strike="noStrike">
                          <a:solidFill>
                            <a:schemeClr val="bg1"/>
                          </a:solidFill>
                          <a:effectLst/>
                          <a:latin typeface="+mn-lt"/>
                          <a:ea typeface="Calibri" panose="020F0502020204030204" pitchFamily="34" charset="0"/>
                          <a:cs typeface="Calibri" panose="020F0502020204030204" pitchFamily="34" charset="0"/>
                        </a:rPr>
                        <a:t>Description</a:t>
                      </a:r>
                    </a:p>
                  </a:txBody>
                  <a:tcPr marL="4277" marR="4277" marT="4277" marB="30792" anchor="ctr"/>
                </a:tc>
                <a:tc rowSpan="2">
                  <a:txBody>
                    <a:bodyPr/>
                    <a:lstStyle/>
                    <a:p>
                      <a:pPr algn="ctr" fontAlgn="ctr"/>
                      <a:r>
                        <a:rPr lang="en-US" sz="900" b="1" i="0" u="none" strike="noStrike">
                          <a:solidFill>
                            <a:schemeClr val="bg1"/>
                          </a:solidFill>
                          <a:effectLst/>
                          <a:latin typeface="+mn-lt"/>
                          <a:ea typeface="Calibri" panose="020F0502020204030204" pitchFamily="34" charset="0"/>
                          <a:cs typeface="Calibri" panose="020F0502020204030204" pitchFamily="34" charset="0"/>
                        </a:rPr>
                        <a:t>Goals</a:t>
                      </a:r>
                    </a:p>
                  </a:txBody>
                  <a:tcPr marL="4277" marR="4277" marT="4277" marB="30792" anchor="ctr"/>
                </a:tc>
                <a:tc rowSpan="2">
                  <a:txBody>
                    <a:bodyPr/>
                    <a:lstStyle/>
                    <a:p>
                      <a:pPr algn="ctr" fontAlgn="ctr"/>
                      <a:r>
                        <a:rPr lang="en-US" sz="900" b="1" i="0" u="none" strike="noStrike">
                          <a:solidFill>
                            <a:schemeClr val="bg1"/>
                          </a:solidFill>
                          <a:effectLst/>
                          <a:latin typeface="+mn-lt"/>
                          <a:ea typeface="Calibri" panose="020F0502020204030204" pitchFamily="34" charset="0"/>
                          <a:cs typeface="Calibri" panose="020F0502020204030204" pitchFamily="34" charset="0"/>
                        </a:rPr>
                        <a:t>Type of Test</a:t>
                      </a:r>
                    </a:p>
                  </a:txBody>
                  <a:tcPr marL="4277" marR="4277" marT="4277" marB="30792" anchor="ctr"/>
                </a:tc>
                <a:tc rowSpan="2">
                  <a:txBody>
                    <a:bodyPr/>
                    <a:lstStyle/>
                    <a:p>
                      <a:pPr algn="ctr" fontAlgn="ctr"/>
                      <a:r>
                        <a:rPr lang="en-US" sz="900" b="1" i="0" u="none" strike="noStrike">
                          <a:solidFill>
                            <a:schemeClr val="bg1"/>
                          </a:solidFill>
                          <a:effectLst/>
                          <a:latin typeface="+mn-lt"/>
                          <a:ea typeface="Calibri" panose="020F0502020204030204" pitchFamily="34" charset="0"/>
                          <a:cs typeface="Calibri" panose="020F0502020204030204" pitchFamily="34" charset="0"/>
                        </a:rPr>
                        <a:t>No. of Cycles</a:t>
                      </a:r>
                    </a:p>
                  </a:txBody>
                  <a:tcPr marL="4277" marR="4277" marT="4277" marB="30792" anchor="ctr"/>
                </a:tc>
                <a:tc gridSpan="2">
                  <a:txBody>
                    <a:bodyPr/>
                    <a:lstStyle/>
                    <a:p>
                      <a:pPr marL="0" algn="ctr" defTabSz="1219170" rtl="0" eaLnBrk="1" fontAlgn="ctr" latinLnBrk="0" hangingPunct="1"/>
                      <a:r>
                        <a:rPr lang="en-US" sz="900" b="1" i="0" u="none" strike="noStrike" kern="1200">
                          <a:solidFill>
                            <a:schemeClr val="bg1"/>
                          </a:solidFill>
                          <a:effectLst/>
                          <a:latin typeface="+mn-lt"/>
                          <a:ea typeface="Calibri" panose="020F0502020204030204" pitchFamily="34" charset="0"/>
                          <a:cs typeface="Calibri" panose="020F0502020204030204" pitchFamily="34" charset="0"/>
                        </a:rPr>
                        <a:t>Execution Timelines</a:t>
                      </a:r>
                    </a:p>
                  </a:txBody>
                  <a:tcPr/>
                </a:tc>
                <a:tc hMerge="1">
                  <a:txBody>
                    <a:bodyPr/>
                    <a:lstStyle/>
                    <a:p>
                      <a:endParaRPr lang="en-US"/>
                    </a:p>
                  </a:txBody>
                  <a:tcPr/>
                </a:tc>
                <a:tc rowSpan="2">
                  <a:txBody>
                    <a:bodyPr/>
                    <a:lstStyle/>
                    <a:p>
                      <a:pPr algn="ctr"/>
                      <a:r>
                        <a:rPr lang="en-US" sz="900" b="1" i="0" u="none" strike="noStrike" kern="1200">
                          <a:solidFill>
                            <a:schemeClr val="bg1"/>
                          </a:solidFill>
                          <a:effectLst/>
                          <a:latin typeface="+mn-lt"/>
                          <a:ea typeface="Calibri" panose="020F0502020204030204" pitchFamily="34" charset="0"/>
                          <a:cs typeface="Calibri" panose="020F0502020204030204" pitchFamily="34" charset="0"/>
                        </a:rPr>
                        <a:t>No. of days</a:t>
                      </a:r>
                    </a:p>
                  </a:txBody>
                  <a:tcPr/>
                </a:tc>
                <a:extLst>
                  <a:ext uri="{0D108BD9-81ED-4DB2-BD59-A6C34878D82A}">
                    <a16:rowId xmlns:a16="http://schemas.microsoft.com/office/drawing/2014/main" val="3397604140"/>
                  </a:ext>
                </a:extLst>
              </a:tr>
              <a:tr h="436505">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r>
                        <a:rPr lang="en-US" sz="900" b="1" i="0" u="none" strike="noStrike" kern="1200">
                          <a:solidFill>
                            <a:schemeClr val="tx1"/>
                          </a:solidFill>
                          <a:effectLst/>
                          <a:latin typeface="+mn-lt"/>
                          <a:ea typeface="Calibri" panose="020F0502020204030204" pitchFamily="34" charset="0"/>
                          <a:cs typeface="Calibri" panose="020F0502020204030204" pitchFamily="34" charset="0"/>
                        </a:rPr>
                        <a:t>Start Date</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900" b="1" i="0" u="none" strike="noStrike" kern="1200">
                          <a:solidFill>
                            <a:schemeClr val="tx1"/>
                          </a:solidFill>
                          <a:effectLst/>
                          <a:latin typeface="+mn-lt"/>
                          <a:ea typeface="Calibri" panose="020F0502020204030204" pitchFamily="34" charset="0"/>
                          <a:cs typeface="Calibri" panose="020F0502020204030204" pitchFamily="34" charset="0"/>
                        </a:rPr>
                        <a:t>End Date</a:t>
                      </a:r>
                    </a:p>
                    <a:p>
                      <a:pPr algn="ctr"/>
                      <a:endParaRPr lang="en-US" sz="900" b="1" i="0" u="none" strike="noStrike" kern="1200">
                        <a:solidFill>
                          <a:schemeClr val="tx1"/>
                        </a:solidFill>
                        <a:effectLst/>
                        <a:latin typeface="+mn-lt"/>
                        <a:ea typeface="Calibri" panose="020F0502020204030204" pitchFamily="34" charset="0"/>
                        <a:cs typeface="Calibri" panose="020F0502020204030204" pitchFamily="34" charset="0"/>
                      </a:endParaRPr>
                    </a:p>
                  </a:txBody>
                  <a:tcPr/>
                </a:tc>
                <a:tc vMerge="1">
                  <a:txBody>
                    <a:bodyPr/>
                    <a:lstStyle/>
                    <a:p>
                      <a:endParaRPr lang="en-US" sz="1200" b="1" i="0" u="none" strike="noStrike" kern="1200">
                        <a:solidFill>
                          <a:schemeClr val="bg1"/>
                        </a:solidFill>
                        <a:effectLst/>
                        <a:latin typeface="Segoe UI" panose="020B0502040204020203" pitchFamily="34" charset="0"/>
                        <a:ea typeface="+mn-ea"/>
                        <a:cs typeface="+mn-cs"/>
                      </a:endParaRPr>
                    </a:p>
                  </a:txBody>
                  <a:tcPr/>
                </a:tc>
                <a:extLst>
                  <a:ext uri="{0D108BD9-81ED-4DB2-BD59-A6C34878D82A}">
                    <a16:rowId xmlns:a16="http://schemas.microsoft.com/office/drawing/2014/main" val="2137669670"/>
                  </a:ext>
                </a:extLst>
              </a:tr>
              <a:tr h="436505">
                <a:tc>
                  <a:txBody>
                    <a:bodyPr/>
                    <a:lstStyle/>
                    <a:p>
                      <a:pPr algn="ctr"/>
                      <a:r>
                        <a:rPr lang="en-US" sz="900">
                          <a:latin typeface="+mn-lt"/>
                          <a:ea typeface="Calibri" panose="020F0502020204030204" pitchFamily="34" charset="0"/>
                          <a:cs typeface="Calibri" panose="020F0502020204030204" pitchFamily="34" charset="0"/>
                        </a:rPr>
                        <a:t>1</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a:latin typeface="+mn-lt"/>
                        </a:rPr>
                        <a:t>All in-scope scenarios for HCP &amp; </a:t>
                      </a:r>
                      <a:r>
                        <a:rPr lang="en-US" sz="900" err="1">
                          <a:latin typeface="+mn-lt"/>
                        </a:rPr>
                        <a:t>PwD</a:t>
                      </a:r>
                      <a:endParaRPr lang="en-US" sz="900">
                        <a:latin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900" b="1">
                          <a:latin typeface="+mn-lt"/>
                        </a:rPr>
                        <a:t>(Refer slide 8 - NFRs and In-Scope scenarios) </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a:latin typeface="+mn-lt"/>
                        </a:rPr>
                        <a:t>Note: Generate report with equal distribution</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900">
                          <a:latin typeface="+mn-lt"/>
                          <a:ea typeface="Calibri" panose="020F0502020204030204" pitchFamily="34" charset="0"/>
                          <a:cs typeface="Calibri" panose="020F0502020204030204" pitchFamily="34" charset="0"/>
                        </a:rPr>
                        <a:t>(Including re-execution timelines)</a:t>
                      </a:r>
                    </a:p>
                  </a:txBody>
                  <a:tcPr/>
                </a:tc>
                <a:tc>
                  <a:txBody>
                    <a:bodyPr/>
                    <a:lstStyle/>
                    <a:p>
                      <a:r>
                        <a:rPr lang="en-US" sz="900">
                          <a:latin typeface="+mn-lt"/>
                        </a:rPr>
                        <a:t>Load Test - Achieve targeted users and TPS </a:t>
                      </a:r>
                    </a:p>
                    <a:p>
                      <a:r>
                        <a:rPr lang="en-US" sz="900">
                          <a:latin typeface="+mn-lt"/>
                        </a:rPr>
                        <a:t>Stress Test - Identify the breakpoint</a:t>
                      </a:r>
                      <a:endParaRPr lang="en-US" sz="900">
                        <a:latin typeface="+mn-lt"/>
                        <a:ea typeface="Calibri" panose="020F0502020204030204" pitchFamily="34" charset="0"/>
                        <a:cs typeface="Calibri" panose="020F0502020204030204" pitchFamily="34" charset="0"/>
                      </a:endParaRPr>
                    </a:p>
                  </a:txBody>
                  <a:tcPr/>
                </a:tc>
                <a:tc>
                  <a:txBody>
                    <a:bodyPr/>
                    <a:lstStyle/>
                    <a:p>
                      <a:r>
                        <a:rPr lang="en-US" sz="900">
                          <a:latin typeface="+mn-lt"/>
                          <a:ea typeface="Calibri" panose="020F0502020204030204" pitchFamily="34" charset="0"/>
                          <a:cs typeface="Calibri" panose="020F0502020204030204" pitchFamily="34" charset="0"/>
                        </a:rPr>
                        <a:t>Load Test </a:t>
                      </a:r>
                    </a:p>
                    <a:p>
                      <a:r>
                        <a:rPr lang="en-US" sz="900">
                          <a:latin typeface="+mn-lt"/>
                          <a:ea typeface="Calibri" panose="020F0502020204030204" pitchFamily="34" charset="0"/>
                          <a:cs typeface="Calibri" panose="020F0502020204030204" pitchFamily="34" charset="0"/>
                        </a:rPr>
                        <a:t>Stress Test</a:t>
                      </a:r>
                    </a:p>
                    <a:p>
                      <a:r>
                        <a:rPr lang="en-US" sz="900">
                          <a:latin typeface="+mn-lt"/>
                          <a:ea typeface="Calibri" panose="020F0502020204030204" pitchFamily="34" charset="0"/>
                          <a:cs typeface="Calibri" panose="020F0502020204030204" pitchFamily="34" charset="0"/>
                        </a:rPr>
                        <a:t>Scalability</a:t>
                      </a:r>
                    </a:p>
                  </a:txBody>
                  <a:tcPr/>
                </a:tc>
                <a:tc>
                  <a:txBody>
                    <a:bodyPr/>
                    <a:lstStyle/>
                    <a:p>
                      <a:pPr algn="ctr"/>
                      <a:r>
                        <a:rPr lang="en-US" sz="900">
                          <a:latin typeface="+mn-lt"/>
                          <a:ea typeface="Calibri" panose="020F0502020204030204" pitchFamily="34" charset="0"/>
                          <a:cs typeface="Calibri" panose="020F0502020204030204" pitchFamily="34" charset="0"/>
                        </a:rPr>
                        <a:t>Load Test – 1</a:t>
                      </a:r>
                    </a:p>
                    <a:p>
                      <a:pPr algn="ctr"/>
                      <a:r>
                        <a:rPr lang="en-US" sz="900">
                          <a:latin typeface="+mn-lt"/>
                          <a:ea typeface="Calibri" panose="020F0502020204030204" pitchFamily="34" charset="0"/>
                          <a:cs typeface="Calibri" panose="020F0502020204030204" pitchFamily="34" charset="0"/>
                        </a:rPr>
                        <a:t>Stress Test – 1</a:t>
                      </a:r>
                    </a:p>
                    <a:p>
                      <a:pPr algn="ctr"/>
                      <a:r>
                        <a:rPr lang="en-US" sz="900">
                          <a:latin typeface="+mn-lt"/>
                          <a:ea typeface="Calibri" panose="020F0502020204030204" pitchFamily="34" charset="0"/>
                          <a:cs typeface="Calibri" panose="020F0502020204030204" pitchFamily="34" charset="0"/>
                        </a:rPr>
                        <a:t>Scalability Test - 3</a:t>
                      </a:r>
                    </a:p>
                  </a:txBody>
                  <a:tcPr/>
                </a:tc>
                <a:tc>
                  <a:txBody>
                    <a:bodyPr/>
                    <a:lstStyle/>
                    <a:p>
                      <a:pPr algn="ctr"/>
                      <a:r>
                        <a:rPr lang="en-US" sz="900">
                          <a:latin typeface="+mn-lt"/>
                          <a:ea typeface="Calibri" panose="020F0502020204030204" pitchFamily="34" charset="0"/>
                          <a:cs typeface="Calibri" panose="020F0502020204030204" pitchFamily="34" charset="0"/>
                        </a:rPr>
                        <a:t>TBD</a:t>
                      </a:r>
                    </a:p>
                  </a:txBody>
                  <a:tcPr/>
                </a:tc>
                <a:tc>
                  <a:txBody>
                    <a:bodyPr/>
                    <a:lstStyle/>
                    <a:p>
                      <a:pPr algn="ctr"/>
                      <a:r>
                        <a:rPr lang="en-US" sz="900">
                          <a:latin typeface="+mn-lt"/>
                          <a:ea typeface="Calibri" panose="020F0502020204030204" pitchFamily="34" charset="0"/>
                          <a:cs typeface="Calibri" panose="020F0502020204030204" pitchFamily="34" charset="0"/>
                        </a:rPr>
                        <a:t>TBD</a:t>
                      </a:r>
                    </a:p>
                  </a:txBody>
                  <a:tcPr/>
                </a:tc>
                <a:tc>
                  <a:txBody>
                    <a:bodyPr/>
                    <a:lstStyle/>
                    <a:p>
                      <a:pPr algn="ctr"/>
                      <a:r>
                        <a:rPr lang="en-US" sz="900">
                          <a:latin typeface="+mn-lt"/>
                          <a:ea typeface="Calibri" panose="020F0502020204030204" pitchFamily="34" charset="0"/>
                          <a:cs typeface="Calibri" panose="020F0502020204030204" pitchFamily="34" charset="0"/>
                        </a:rPr>
                        <a:t>TBD</a:t>
                      </a:r>
                    </a:p>
                  </a:txBody>
                  <a:tcPr/>
                </a:tc>
                <a:extLst>
                  <a:ext uri="{0D108BD9-81ED-4DB2-BD59-A6C34878D82A}">
                    <a16:rowId xmlns:a16="http://schemas.microsoft.com/office/drawing/2014/main" val="3895869558"/>
                  </a:ext>
                </a:extLst>
              </a:tr>
              <a:tr h="436505">
                <a:tc>
                  <a:txBody>
                    <a:bodyPr/>
                    <a:lstStyle/>
                    <a:p>
                      <a:pPr algn="ctr"/>
                      <a:r>
                        <a:rPr lang="en-US" sz="900">
                          <a:latin typeface="+mn-lt"/>
                          <a:ea typeface="Calibri" panose="020F0502020204030204" pitchFamily="34" charset="0"/>
                          <a:cs typeface="Calibri" panose="020F0502020204030204" pitchFamily="34" charset="0"/>
                        </a:rPr>
                        <a:t>1</a:t>
                      </a:r>
                    </a:p>
                  </a:txBody>
                  <a:tcPr/>
                </a:tc>
                <a:tc>
                  <a:txBody>
                    <a:bodyPr/>
                    <a:lstStyle/>
                    <a:p>
                      <a:r>
                        <a:rPr lang="en-US" sz="900">
                          <a:latin typeface="+mn-lt"/>
                          <a:ea typeface="Calibri" panose="020F0502020204030204" pitchFamily="34" charset="0"/>
                          <a:cs typeface="Calibri" panose="020F0502020204030204" pitchFamily="34" charset="0"/>
                        </a:rPr>
                        <a:t>Generate report for 90, 14, 7 days (Equal distribution of report length) for HCP and </a:t>
                      </a:r>
                      <a:r>
                        <a:rPr lang="en-US" sz="900" err="1">
                          <a:latin typeface="+mn-lt"/>
                          <a:ea typeface="Calibri" panose="020F0502020204030204" pitchFamily="34" charset="0"/>
                          <a:cs typeface="Calibri" panose="020F0502020204030204" pitchFamily="34" charset="0"/>
                        </a:rPr>
                        <a:t>PwD</a:t>
                      </a:r>
                      <a:r>
                        <a:rPr lang="en-US" sz="900">
                          <a:latin typeface="+mn-lt"/>
                          <a:ea typeface="Calibri" panose="020F0502020204030204" pitchFamily="34" charset="0"/>
                          <a:cs typeface="Calibri" panose="020F0502020204030204" pitchFamily="34" charset="0"/>
                        </a:rPr>
                        <a:t> scenarios.</a:t>
                      </a:r>
                    </a:p>
                  </a:txBody>
                  <a:tcPr/>
                </a:tc>
                <a:tc>
                  <a:txBody>
                    <a:bodyPr/>
                    <a:lstStyle/>
                    <a:p>
                      <a:r>
                        <a:rPr lang="en-US" sz="900">
                          <a:latin typeface="+mn-lt"/>
                        </a:rPr>
                        <a:t>To identify max no. of concurrent users </a:t>
                      </a:r>
                      <a:endParaRPr lang="en-US" sz="900">
                        <a:latin typeface="+mn-lt"/>
                        <a:ea typeface="Calibri" panose="020F0502020204030204" pitchFamily="34" charset="0"/>
                        <a:cs typeface="Calibri" panose="020F0502020204030204" pitchFamily="34" charset="0"/>
                      </a:endParaRPr>
                    </a:p>
                  </a:txBody>
                  <a:tcPr/>
                </a:tc>
                <a:tc>
                  <a:txBody>
                    <a:bodyPr/>
                    <a:lstStyle/>
                    <a:p>
                      <a:r>
                        <a:rPr lang="en-US" sz="900">
                          <a:latin typeface="+mn-lt"/>
                          <a:ea typeface="Calibri" panose="020F0502020204030204" pitchFamily="34" charset="0"/>
                          <a:cs typeface="Calibri" panose="020F0502020204030204" pitchFamily="34" charset="0"/>
                        </a:rPr>
                        <a:t>Scalability</a:t>
                      </a:r>
                    </a:p>
                  </a:txBody>
                  <a:tcPr/>
                </a:tc>
                <a:tc>
                  <a:txBody>
                    <a:bodyPr/>
                    <a:lstStyle/>
                    <a:p>
                      <a:pPr algn="ctr"/>
                      <a:r>
                        <a:rPr lang="en-US" sz="900">
                          <a:latin typeface="+mn-lt"/>
                          <a:ea typeface="Calibri" panose="020F0502020204030204" pitchFamily="34" charset="0"/>
                          <a:cs typeface="Calibri" panose="020F0502020204030204" pitchFamily="34" charset="0"/>
                        </a:rPr>
                        <a:t>8</a:t>
                      </a:r>
                    </a:p>
                  </a:txBody>
                  <a:tcPr/>
                </a:tc>
                <a:tc>
                  <a:txBody>
                    <a:bodyPr/>
                    <a:lstStyle/>
                    <a:p>
                      <a:pPr algn="ctr"/>
                      <a:r>
                        <a:rPr lang="en-US" sz="900">
                          <a:latin typeface="+mn-lt"/>
                          <a:ea typeface="Calibri" panose="020F0502020204030204" pitchFamily="34" charset="0"/>
                          <a:cs typeface="Calibri" panose="020F0502020204030204" pitchFamily="34" charset="0"/>
                        </a:rPr>
                        <a:t>TBD</a:t>
                      </a:r>
                    </a:p>
                  </a:txBody>
                  <a:tcPr/>
                </a:tc>
                <a:tc>
                  <a:txBody>
                    <a:bodyPr/>
                    <a:lstStyle/>
                    <a:p>
                      <a:pPr algn="ctr"/>
                      <a:r>
                        <a:rPr lang="en-US" sz="900">
                          <a:latin typeface="+mn-lt"/>
                          <a:ea typeface="Calibri" panose="020F0502020204030204" pitchFamily="34" charset="0"/>
                          <a:cs typeface="Calibri" panose="020F0502020204030204" pitchFamily="34" charset="0"/>
                        </a:rPr>
                        <a:t>TBD</a:t>
                      </a:r>
                    </a:p>
                  </a:txBody>
                  <a:tcPr/>
                </a:tc>
                <a:tc>
                  <a:txBody>
                    <a:bodyPr/>
                    <a:lstStyle/>
                    <a:p>
                      <a:pPr algn="ctr"/>
                      <a:r>
                        <a:rPr lang="en-US" sz="900">
                          <a:latin typeface="+mn-lt"/>
                          <a:ea typeface="Calibri" panose="020F0502020204030204" pitchFamily="34" charset="0"/>
                          <a:cs typeface="Calibri" panose="020F0502020204030204" pitchFamily="34" charset="0"/>
                        </a:rPr>
                        <a:t>TBD</a:t>
                      </a:r>
                    </a:p>
                  </a:txBody>
                  <a:tcPr/>
                </a:tc>
                <a:extLst>
                  <a:ext uri="{0D108BD9-81ED-4DB2-BD59-A6C34878D82A}">
                    <a16:rowId xmlns:a16="http://schemas.microsoft.com/office/drawing/2014/main" val="4240306570"/>
                  </a:ext>
                </a:extLst>
              </a:tr>
              <a:tr h="785709">
                <a:tc>
                  <a:txBody>
                    <a:bodyPr/>
                    <a:lstStyle/>
                    <a:p>
                      <a:pPr algn="ctr"/>
                      <a:r>
                        <a:rPr lang="en-US" sz="900">
                          <a:latin typeface="+mn-lt"/>
                          <a:ea typeface="Calibri" panose="020F0502020204030204" pitchFamily="34" charset="0"/>
                          <a:cs typeface="Calibri" panose="020F0502020204030204" pitchFamily="34" charset="0"/>
                        </a:rPr>
                        <a:t>3</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a:latin typeface="+mn-lt"/>
                        </a:rPr>
                        <a:t>All in-scope scenarios for HCP &amp; </a:t>
                      </a:r>
                      <a:r>
                        <a:rPr lang="en-US" sz="900" err="1">
                          <a:latin typeface="+mn-lt"/>
                        </a:rPr>
                        <a:t>PwD</a:t>
                      </a:r>
                      <a:endParaRPr lang="en-US" sz="900">
                        <a:latin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900" b="1">
                          <a:latin typeface="+mn-lt"/>
                        </a:rPr>
                        <a:t>(Refer slide 8 - NFRs and In-Scope scenarios) </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a:latin typeface="+mn-lt"/>
                        </a:rPr>
                        <a:t>Note: Generate report with equal distribution</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a:latin typeface="+mn-lt"/>
                        </a:rPr>
                        <a:t>Sustainability of user's responsiveness and consistency in the TPS</a:t>
                      </a:r>
                      <a:endParaRPr lang="en-US" sz="900" b="1">
                        <a:latin typeface="+mn-lt"/>
                      </a:endParaRPr>
                    </a:p>
                    <a:p>
                      <a:endParaRPr lang="en-US" sz="900">
                        <a:latin typeface="+mn-lt"/>
                        <a:ea typeface="Calibri" panose="020F0502020204030204" pitchFamily="34" charset="0"/>
                        <a:cs typeface="Calibri" panose="020F0502020204030204" pitchFamily="34" charset="0"/>
                      </a:endParaRPr>
                    </a:p>
                  </a:txBody>
                  <a:tcPr/>
                </a:tc>
                <a:tc>
                  <a:txBody>
                    <a:bodyPr/>
                    <a:lstStyle/>
                    <a:p>
                      <a:r>
                        <a:rPr lang="en-US" sz="900">
                          <a:latin typeface="+mn-lt"/>
                          <a:ea typeface="Calibri" panose="020F0502020204030204" pitchFamily="34" charset="0"/>
                          <a:cs typeface="Calibri" panose="020F0502020204030204" pitchFamily="34" charset="0"/>
                        </a:rPr>
                        <a:t>Endurance Test (Optional)</a:t>
                      </a:r>
                    </a:p>
                  </a:txBody>
                  <a:tcPr/>
                </a:tc>
                <a:tc>
                  <a:txBody>
                    <a:bodyPr/>
                    <a:lstStyle/>
                    <a:p>
                      <a:pPr algn="ctr"/>
                      <a:r>
                        <a:rPr lang="en-US" sz="900">
                          <a:latin typeface="+mn-lt"/>
                          <a:ea typeface="Calibri" panose="020F0502020204030204" pitchFamily="34" charset="0"/>
                          <a:cs typeface="Calibri" panose="020F0502020204030204" pitchFamily="34" charset="0"/>
                        </a:rPr>
                        <a:t>1</a:t>
                      </a:r>
                    </a:p>
                  </a:txBody>
                  <a:tcPr/>
                </a:tc>
                <a:tc>
                  <a:txBody>
                    <a:bodyPr/>
                    <a:lstStyle/>
                    <a:p>
                      <a:pPr algn="ctr"/>
                      <a:r>
                        <a:rPr lang="en-US" sz="900">
                          <a:latin typeface="+mn-lt"/>
                          <a:ea typeface="Calibri" panose="020F0502020204030204" pitchFamily="34" charset="0"/>
                          <a:cs typeface="Calibri" panose="020F0502020204030204" pitchFamily="34" charset="0"/>
                        </a:rPr>
                        <a:t>TBD</a:t>
                      </a:r>
                    </a:p>
                  </a:txBody>
                  <a:tcPr/>
                </a:tc>
                <a:tc>
                  <a:txBody>
                    <a:bodyPr/>
                    <a:lstStyle/>
                    <a:p>
                      <a:pPr algn="ctr"/>
                      <a:r>
                        <a:rPr lang="en-US" sz="900">
                          <a:latin typeface="+mn-lt"/>
                          <a:ea typeface="Calibri" panose="020F0502020204030204" pitchFamily="34" charset="0"/>
                          <a:cs typeface="Calibri" panose="020F0502020204030204" pitchFamily="34" charset="0"/>
                        </a:rPr>
                        <a:t>TBD</a:t>
                      </a:r>
                    </a:p>
                  </a:txBody>
                  <a:tcPr/>
                </a:tc>
                <a:tc>
                  <a:txBody>
                    <a:bodyPr/>
                    <a:lstStyle/>
                    <a:p>
                      <a:pPr algn="ctr"/>
                      <a:r>
                        <a:rPr lang="en-US" sz="900">
                          <a:latin typeface="+mn-lt"/>
                          <a:ea typeface="Calibri" panose="020F0502020204030204" pitchFamily="34" charset="0"/>
                          <a:cs typeface="Calibri" panose="020F0502020204030204" pitchFamily="34" charset="0"/>
                        </a:rPr>
                        <a:t>TBD</a:t>
                      </a:r>
                    </a:p>
                  </a:txBody>
                  <a:tcPr/>
                </a:tc>
                <a:extLst>
                  <a:ext uri="{0D108BD9-81ED-4DB2-BD59-A6C34878D82A}">
                    <a16:rowId xmlns:a16="http://schemas.microsoft.com/office/drawing/2014/main" val="132897709"/>
                  </a:ext>
                </a:extLst>
              </a:tr>
            </a:tbl>
          </a:graphicData>
        </a:graphic>
      </p:graphicFrame>
      <p:sp>
        <p:nvSpPr>
          <p:cNvPr id="17" name="TextBox 16">
            <a:extLst>
              <a:ext uri="{FF2B5EF4-FFF2-40B4-BE49-F238E27FC236}">
                <a16:creationId xmlns:a16="http://schemas.microsoft.com/office/drawing/2014/main" id="{703A2E83-C7DD-11F5-6696-16F2D014B260}"/>
              </a:ext>
            </a:extLst>
          </p:cNvPr>
          <p:cNvSpPr txBox="1"/>
          <p:nvPr/>
        </p:nvSpPr>
        <p:spPr>
          <a:xfrm>
            <a:off x="94076" y="6169593"/>
            <a:ext cx="10892121" cy="523220"/>
          </a:xfrm>
          <a:prstGeom prst="rect">
            <a:avLst/>
          </a:prstGeom>
          <a:noFill/>
        </p:spPr>
        <p:txBody>
          <a:bodyPr wrap="square">
            <a:spAutoFit/>
          </a:bodyPr>
          <a:lstStyle/>
          <a:p>
            <a:r>
              <a:rPr lang="en-US" sz="1400" b="1" i="1">
                <a:ea typeface="Calibri" panose="020F0502020204030204" pitchFamily="34" charset="0"/>
                <a:cs typeface="Calibri" panose="020F0502020204030204" pitchFamily="34" charset="0"/>
              </a:rPr>
              <a:t>Note - </a:t>
            </a:r>
            <a:r>
              <a:rPr lang="en-US" sz="1400" i="1">
                <a:ea typeface="Calibri" panose="020F0502020204030204" pitchFamily="34" charset="0"/>
                <a:cs typeface="Calibri" panose="020F0502020204030204" pitchFamily="34" charset="0"/>
              </a:rPr>
              <a:t>Above mentioned timelines are subject to availability of the environment, completion of the scripts, creation of the test data and closure of all pre-requisites.</a:t>
            </a:r>
          </a:p>
        </p:txBody>
      </p:sp>
    </p:spTree>
    <p:extLst>
      <p:ext uri="{BB962C8B-B14F-4D97-AF65-F5344CB8AC3E}">
        <p14:creationId xmlns:p14="http://schemas.microsoft.com/office/powerpoint/2010/main" val="501659261"/>
      </p:ext>
    </p:extLst>
  </p:cSld>
  <p:clrMapOvr>
    <a:masterClrMapping/>
  </p:clrMapOvr>
  <p:transition>
    <p:fade/>
  </p:transition>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208A0-D078-E349-D0E3-C72F2C534AB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B749C31-D616-E513-DCAF-B8AB54ACD8F4}"/>
              </a:ext>
            </a:extLst>
          </p:cNvPr>
          <p:cNvSpPr>
            <a:spLocks noGrp="1"/>
          </p:cNvSpPr>
          <p:nvPr>
            <p:ph type="ftr" sz="quarter" idx="15"/>
          </p:nvPr>
        </p:nvSpPr>
        <p:spPr/>
        <p:txBody>
          <a:bodyPr/>
          <a:lstStyle/>
          <a:p>
            <a:r>
              <a:rPr lang="en-US"/>
              <a:t>CONFIDENTIAL</a:t>
            </a:r>
          </a:p>
        </p:txBody>
      </p:sp>
      <p:sp>
        <p:nvSpPr>
          <p:cNvPr id="4" name="Slide Number Placeholder 3">
            <a:extLst>
              <a:ext uri="{FF2B5EF4-FFF2-40B4-BE49-F238E27FC236}">
                <a16:creationId xmlns:a16="http://schemas.microsoft.com/office/drawing/2014/main" id="{0C4206A7-20E1-AC9F-503E-E0F8738D383C}"/>
              </a:ext>
            </a:extLst>
          </p:cNvPr>
          <p:cNvSpPr>
            <a:spLocks noGrp="1"/>
          </p:cNvSpPr>
          <p:nvPr>
            <p:ph type="sldNum" sz="quarter" idx="16"/>
          </p:nvPr>
        </p:nvSpPr>
        <p:spPr/>
        <p:txBody>
          <a:bodyPr/>
          <a:lstStyle/>
          <a:p>
            <a:fld id="{4F90343F-D056-4E24-BE3D-A305BDC1A23E}" type="slidenum">
              <a:rPr lang="en-US" smtClean="0"/>
              <a:pPr/>
              <a:t>23</a:t>
            </a:fld>
            <a:endParaRPr lang="en-US"/>
          </a:p>
        </p:txBody>
      </p:sp>
      <p:sp>
        <p:nvSpPr>
          <p:cNvPr id="7" name="Rectangle 6">
            <a:extLst>
              <a:ext uri="{FF2B5EF4-FFF2-40B4-BE49-F238E27FC236}">
                <a16:creationId xmlns:a16="http://schemas.microsoft.com/office/drawing/2014/main" id="{7E0F7047-F838-19DB-4EE6-81B5A375027F}"/>
              </a:ext>
            </a:extLst>
          </p:cNvPr>
          <p:cNvSpPr/>
          <p:nvPr/>
        </p:nvSpPr>
        <p:spPr>
          <a:xfrm>
            <a:off x="718456" y="123099"/>
            <a:ext cx="10776857"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a:solidFill>
                  <a:schemeClr val="bg1"/>
                </a:solidFill>
              </a:rPr>
              <a:t>NFRs and In-scope Scenarios</a:t>
            </a:r>
          </a:p>
        </p:txBody>
      </p:sp>
      <p:sp>
        <p:nvSpPr>
          <p:cNvPr id="8" name="TextBox 7">
            <a:extLst>
              <a:ext uri="{FF2B5EF4-FFF2-40B4-BE49-F238E27FC236}">
                <a16:creationId xmlns:a16="http://schemas.microsoft.com/office/drawing/2014/main" id="{A4CD77DF-68E5-067C-2A8F-D294A0015220}"/>
              </a:ext>
            </a:extLst>
          </p:cNvPr>
          <p:cNvSpPr txBox="1"/>
          <p:nvPr/>
        </p:nvSpPr>
        <p:spPr>
          <a:xfrm>
            <a:off x="670101" y="700917"/>
            <a:ext cx="8909834" cy="276999"/>
          </a:xfrm>
          <a:prstGeom prst="rect">
            <a:avLst/>
          </a:prstGeom>
          <a:noFill/>
        </p:spPr>
        <p:txBody>
          <a:bodyPr wrap="square">
            <a:spAutoFit/>
          </a:bodyPr>
          <a:lstStyle/>
          <a:p>
            <a:r>
              <a:rPr lang="en-US" sz="1200" b="1"/>
              <a:t>NFRs and In-Scope scenario - </a:t>
            </a:r>
            <a:r>
              <a:rPr lang="en-US" sz="1200" b="0" i="0">
                <a:solidFill>
                  <a:srgbClr val="172B4D"/>
                </a:solidFill>
                <a:effectLst/>
                <a:latin typeface="-apple-system"/>
              </a:rPr>
              <a:t>Following are the scenarios which will be tested using both API and GUI</a:t>
            </a:r>
            <a:endParaRPr lang="en-US" sz="1200" b="1"/>
          </a:p>
        </p:txBody>
      </p:sp>
      <p:graphicFrame>
        <p:nvGraphicFramePr>
          <p:cNvPr id="10" name="Table 9">
            <a:extLst>
              <a:ext uri="{FF2B5EF4-FFF2-40B4-BE49-F238E27FC236}">
                <a16:creationId xmlns:a16="http://schemas.microsoft.com/office/drawing/2014/main" id="{4FA569A5-1D59-6DDC-9BBE-DD172C9D3409}"/>
              </a:ext>
            </a:extLst>
          </p:cNvPr>
          <p:cNvGraphicFramePr>
            <a:graphicFrameLocks noGrp="1"/>
          </p:cNvGraphicFramePr>
          <p:nvPr/>
        </p:nvGraphicFramePr>
        <p:xfrm>
          <a:off x="718455" y="1033224"/>
          <a:ext cx="10776857" cy="5154032"/>
        </p:xfrm>
        <a:graphic>
          <a:graphicData uri="http://schemas.openxmlformats.org/drawingml/2006/table">
            <a:tbl>
              <a:tblPr firstRow="1" bandRow="1">
                <a:tableStyleId>{5C22544A-7EE6-4342-B048-85BDC9FD1C3A}</a:tableStyleId>
              </a:tblPr>
              <a:tblGrid>
                <a:gridCol w="3919026">
                  <a:extLst>
                    <a:ext uri="{9D8B030D-6E8A-4147-A177-3AD203B41FA5}">
                      <a16:colId xmlns:a16="http://schemas.microsoft.com/office/drawing/2014/main" val="1610183308"/>
                    </a:ext>
                  </a:extLst>
                </a:gridCol>
                <a:gridCol w="866174">
                  <a:extLst>
                    <a:ext uri="{9D8B030D-6E8A-4147-A177-3AD203B41FA5}">
                      <a16:colId xmlns:a16="http://schemas.microsoft.com/office/drawing/2014/main" val="3170924326"/>
                    </a:ext>
                  </a:extLst>
                </a:gridCol>
                <a:gridCol w="1003089">
                  <a:extLst>
                    <a:ext uri="{9D8B030D-6E8A-4147-A177-3AD203B41FA5}">
                      <a16:colId xmlns:a16="http://schemas.microsoft.com/office/drawing/2014/main" val="3555548847"/>
                    </a:ext>
                  </a:extLst>
                </a:gridCol>
                <a:gridCol w="1680789">
                  <a:extLst>
                    <a:ext uri="{9D8B030D-6E8A-4147-A177-3AD203B41FA5}">
                      <a16:colId xmlns:a16="http://schemas.microsoft.com/office/drawing/2014/main" val="12552978"/>
                    </a:ext>
                  </a:extLst>
                </a:gridCol>
                <a:gridCol w="1365756">
                  <a:extLst>
                    <a:ext uri="{9D8B030D-6E8A-4147-A177-3AD203B41FA5}">
                      <a16:colId xmlns:a16="http://schemas.microsoft.com/office/drawing/2014/main" val="901360714"/>
                    </a:ext>
                  </a:extLst>
                </a:gridCol>
                <a:gridCol w="1020338">
                  <a:extLst>
                    <a:ext uri="{9D8B030D-6E8A-4147-A177-3AD203B41FA5}">
                      <a16:colId xmlns:a16="http://schemas.microsoft.com/office/drawing/2014/main" val="2263846041"/>
                    </a:ext>
                  </a:extLst>
                </a:gridCol>
                <a:gridCol w="921685">
                  <a:extLst>
                    <a:ext uri="{9D8B030D-6E8A-4147-A177-3AD203B41FA5}">
                      <a16:colId xmlns:a16="http://schemas.microsoft.com/office/drawing/2014/main" val="3819082592"/>
                    </a:ext>
                  </a:extLst>
                </a:gridCol>
              </a:tblGrid>
              <a:tr h="566360">
                <a:tc>
                  <a:txBody>
                    <a:bodyPr/>
                    <a:lstStyle/>
                    <a:p>
                      <a:pPr algn="ctr" fontAlgn="ctr"/>
                      <a:r>
                        <a:rPr lang="en-US" sz="1200" b="1" i="0" u="none" strike="noStrike">
                          <a:solidFill>
                            <a:schemeClr val="bg1"/>
                          </a:solidFill>
                          <a:effectLst/>
                          <a:latin typeface="+mn-lt"/>
                        </a:rPr>
                        <a:t>Scenario</a:t>
                      </a:r>
                    </a:p>
                  </a:txBody>
                  <a:tcPr marL="4277" marR="4277" marT="4277" marB="30792" anchor="ctr"/>
                </a:tc>
                <a:tc>
                  <a:txBody>
                    <a:bodyPr/>
                    <a:lstStyle/>
                    <a:p>
                      <a:pPr algn="ctr" fontAlgn="ctr"/>
                      <a:r>
                        <a:rPr lang="en-US" sz="1200" b="1" i="0" u="none" strike="noStrike">
                          <a:solidFill>
                            <a:schemeClr val="bg1"/>
                          </a:solidFill>
                          <a:effectLst/>
                          <a:latin typeface="+mn-lt"/>
                        </a:rPr>
                        <a:t>Duration</a:t>
                      </a:r>
                    </a:p>
                  </a:txBody>
                  <a:tcPr marL="4277" marR="4277" marT="4277" marB="30792" anchor="ctr"/>
                </a:tc>
                <a:tc>
                  <a:txBody>
                    <a:bodyPr/>
                    <a:lstStyle/>
                    <a:p>
                      <a:pPr algn="ctr" fontAlgn="ctr"/>
                      <a:r>
                        <a:rPr lang="en-US" sz="1200" b="1" i="0" u="none" strike="noStrike">
                          <a:solidFill>
                            <a:schemeClr val="bg1"/>
                          </a:solidFill>
                          <a:effectLst/>
                          <a:latin typeface="+mn-lt"/>
                        </a:rPr>
                        <a:t>Application Name</a:t>
                      </a:r>
                    </a:p>
                  </a:txBody>
                  <a:tcPr marL="4277" marR="4277" marT="4277" marB="30792" anchor="ctr"/>
                </a:tc>
                <a:tc>
                  <a:txBody>
                    <a:bodyPr/>
                    <a:lstStyle/>
                    <a:p>
                      <a:pPr algn="ctr" fontAlgn="ctr"/>
                      <a:r>
                        <a:rPr lang="en-US" sz="1200" b="1" i="0" u="none" strike="noStrike">
                          <a:solidFill>
                            <a:schemeClr val="bg1"/>
                          </a:solidFill>
                          <a:effectLst/>
                          <a:latin typeface="+mn-lt"/>
                        </a:rPr>
                        <a:t>Transactions per Hour (TPH)</a:t>
                      </a:r>
                    </a:p>
                  </a:txBody>
                  <a:tcPr marL="4277" marR="4277" marT="4277" marB="30792" anchor="ctr"/>
                </a:tc>
                <a:tc>
                  <a:txBody>
                    <a:bodyPr/>
                    <a:lstStyle/>
                    <a:p>
                      <a:pPr algn="ctr" fontAlgn="ctr"/>
                      <a:r>
                        <a:rPr lang="en-US" sz="1200" b="1" i="0" u="none" strike="noStrike">
                          <a:solidFill>
                            <a:schemeClr val="bg1"/>
                          </a:solidFill>
                          <a:effectLst/>
                          <a:latin typeface="+mn-lt"/>
                        </a:rPr>
                        <a:t>Transactions per Min (TPM)</a:t>
                      </a:r>
                    </a:p>
                  </a:txBody>
                  <a:tcPr marL="4277" marR="4277" marT="4277" marB="30792" anchor="ctr"/>
                </a:tc>
                <a:tc>
                  <a:txBody>
                    <a:bodyPr/>
                    <a:lstStyle/>
                    <a:p>
                      <a:pPr algn="ctr" fontAlgn="ctr"/>
                      <a:r>
                        <a:rPr lang="en-US" sz="1200" b="1" i="0" u="none" strike="noStrike">
                          <a:solidFill>
                            <a:schemeClr val="bg1"/>
                          </a:solidFill>
                          <a:effectLst/>
                          <a:latin typeface="+mn-lt"/>
                        </a:rPr>
                        <a:t>Transactions per sec (TPS)</a:t>
                      </a:r>
                    </a:p>
                  </a:txBody>
                  <a:tcPr marL="4277" marR="4277" marT="4277" marB="30792" anchor="ctr"/>
                </a:tc>
                <a:tc>
                  <a:txBody>
                    <a:bodyPr/>
                    <a:lstStyle/>
                    <a:p>
                      <a:pPr algn="ctr" fontAlgn="ctr"/>
                      <a:r>
                        <a:rPr lang="en-US" sz="1200" b="1" i="0" u="none" strike="noStrike">
                          <a:solidFill>
                            <a:schemeClr val="bg1"/>
                          </a:solidFill>
                          <a:effectLst/>
                          <a:latin typeface="+mn-lt"/>
                        </a:rPr>
                        <a:t>Response Time (in sec)</a:t>
                      </a:r>
                    </a:p>
                  </a:txBody>
                  <a:tcPr marL="4277" marR="4277" marT="4277" marB="30792" anchor="ctr"/>
                </a:tc>
                <a:extLst>
                  <a:ext uri="{0D108BD9-81ED-4DB2-BD59-A6C34878D82A}">
                    <a16:rowId xmlns:a16="http://schemas.microsoft.com/office/drawing/2014/main" val="3985106747"/>
                  </a:ext>
                </a:extLst>
              </a:tr>
              <a:tr h="213180">
                <a:tc>
                  <a:txBody>
                    <a:bodyPr/>
                    <a:lstStyle/>
                    <a:p>
                      <a:pPr algn="l" fontAlgn="ctr"/>
                      <a:r>
                        <a:rPr lang="en-US" sz="1100" b="0" i="0" u="none" strike="noStrike">
                          <a:solidFill>
                            <a:srgbClr val="000000"/>
                          </a:solidFill>
                          <a:effectLst/>
                          <a:latin typeface="+mn-lt"/>
                        </a:rPr>
                        <a:t>Report generation with 90 &amp; 14, 7 days</a:t>
                      </a:r>
                    </a:p>
                  </a:txBody>
                  <a:tcPr marL="6350" marR="6350" marT="6350" anchor="ctr"/>
                </a:tc>
                <a:tc>
                  <a:txBody>
                    <a:bodyPr/>
                    <a:lstStyle/>
                    <a:p>
                      <a:pPr algn="ctr" fontAlgn="ctr"/>
                      <a:r>
                        <a:rPr lang="en-US" sz="1100" b="0" i="0" u="none" strike="noStrike">
                          <a:solidFill>
                            <a:srgbClr val="000000"/>
                          </a:solidFill>
                          <a:effectLst/>
                          <a:latin typeface="+mn-lt"/>
                        </a:rPr>
                        <a:t>1 Hr.</a:t>
                      </a:r>
                    </a:p>
                  </a:txBody>
                  <a:tcPr marL="6350" marR="6350" marT="6350" anchor="ctr"/>
                </a:tc>
                <a:tc>
                  <a:txBody>
                    <a:bodyPr/>
                    <a:lstStyle/>
                    <a:p>
                      <a:pPr algn="ctr" fontAlgn="ctr"/>
                      <a:r>
                        <a:rPr lang="en-US" sz="1100" b="0" i="0" u="none" strike="noStrike">
                          <a:solidFill>
                            <a:srgbClr val="000000"/>
                          </a:solidFill>
                          <a:effectLst/>
                          <a:latin typeface="+mn-lt"/>
                        </a:rPr>
                        <a:t>HCP </a:t>
                      </a:r>
                    </a:p>
                  </a:txBody>
                  <a:tcPr marL="6350" marR="6350" marT="6350" anchor="ctr"/>
                </a:tc>
                <a:tc>
                  <a:txBody>
                    <a:bodyPr/>
                    <a:lstStyle/>
                    <a:p>
                      <a:pPr algn="ctr" fontAlgn="ctr"/>
                      <a:r>
                        <a:rPr lang="en-US" sz="1100" b="0" i="0" u="none" strike="noStrike">
                          <a:solidFill>
                            <a:srgbClr val="000000"/>
                          </a:solidFill>
                          <a:effectLst/>
                          <a:latin typeface="+mn-lt"/>
                        </a:rPr>
                        <a:t>1774</a:t>
                      </a:r>
                    </a:p>
                  </a:txBody>
                  <a:tcPr marL="6350" marR="6350" marT="6350" anchor="ctr"/>
                </a:tc>
                <a:tc>
                  <a:txBody>
                    <a:bodyPr/>
                    <a:lstStyle/>
                    <a:p>
                      <a:pPr algn="ctr" fontAlgn="ctr"/>
                      <a:r>
                        <a:rPr lang="en-US" sz="1100" b="0" i="0" u="none" strike="noStrike">
                          <a:solidFill>
                            <a:srgbClr val="000000"/>
                          </a:solidFill>
                          <a:effectLst/>
                          <a:latin typeface="+mn-lt"/>
                        </a:rPr>
                        <a:t>59.14</a:t>
                      </a:r>
                    </a:p>
                  </a:txBody>
                  <a:tcPr marL="6350" marR="6350" marT="6350" anchor="ctr"/>
                </a:tc>
                <a:tc>
                  <a:txBody>
                    <a:bodyPr/>
                    <a:lstStyle/>
                    <a:p>
                      <a:pPr algn="ctr" fontAlgn="ctr"/>
                      <a:r>
                        <a:rPr lang="en-US" sz="1100" b="0" i="0" u="none" strike="noStrike">
                          <a:solidFill>
                            <a:srgbClr val="000000"/>
                          </a:solidFill>
                          <a:effectLst/>
                          <a:latin typeface="+mn-lt"/>
                        </a:rPr>
                        <a:t>0.99</a:t>
                      </a:r>
                    </a:p>
                  </a:txBody>
                  <a:tcPr marL="6350" marR="6350" marT="6350" anchor="ctr"/>
                </a:tc>
                <a:tc>
                  <a:txBody>
                    <a:bodyPr/>
                    <a:lstStyle/>
                    <a:p>
                      <a:pPr algn="ctr" fontAlgn="ctr"/>
                      <a:r>
                        <a:rPr lang="en-US" sz="1100" b="0" i="0" u="none" strike="noStrike">
                          <a:solidFill>
                            <a:srgbClr val="000000"/>
                          </a:solidFill>
                          <a:effectLst/>
                          <a:latin typeface="+mn-lt"/>
                        </a:rPr>
                        <a:t>&lt;20</a:t>
                      </a:r>
                    </a:p>
                  </a:txBody>
                  <a:tcPr marL="6350" marR="6350" marT="6350" anchor="ctr"/>
                </a:tc>
                <a:extLst>
                  <a:ext uri="{0D108BD9-81ED-4DB2-BD59-A6C34878D82A}">
                    <a16:rowId xmlns:a16="http://schemas.microsoft.com/office/drawing/2014/main" val="801667192"/>
                  </a:ext>
                </a:extLst>
              </a:tr>
              <a:tr h="211471">
                <a:tc>
                  <a:txBody>
                    <a:bodyPr/>
                    <a:lstStyle/>
                    <a:p>
                      <a:pPr algn="l" fontAlgn="ctr"/>
                      <a:r>
                        <a:rPr lang="en-US" sz="1200" b="0" i="0" u="none" strike="noStrike">
                          <a:solidFill>
                            <a:srgbClr val="000000"/>
                          </a:solidFill>
                          <a:effectLst/>
                          <a:latin typeface="+mn-lt"/>
                        </a:rPr>
                        <a:t>Report generation with 90 &amp; 14 days</a:t>
                      </a:r>
                    </a:p>
                  </a:txBody>
                  <a:tcPr marL="4277" marR="4277" marT="4277" marB="30792" anchor="ctr"/>
                </a:tc>
                <a:tc>
                  <a:txBody>
                    <a:bodyPr/>
                    <a:lstStyle/>
                    <a:p>
                      <a:pPr algn="ctr" fontAlgn="ctr"/>
                      <a:r>
                        <a:rPr lang="en-US" sz="1200" b="0" i="0" u="none" strike="noStrike">
                          <a:solidFill>
                            <a:srgbClr val="000000"/>
                          </a:solidFill>
                          <a:effectLst/>
                          <a:latin typeface="+mn-lt"/>
                        </a:rPr>
                        <a:t>1 Hr.</a:t>
                      </a:r>
                    </a:p>
                  </a:txBody>
                  <a:tcPr marL="4277" marR="4277" marT="4277" marB="30792" anchor="ctr"/>
                </a:tc>
                <a:tc>
                  <a:txBody>
                    <a:bodyPr/>
                    <a:lstStyle/>
                    <a:p>
                      <a:pPr algn="ctr" fontAlgn="ctr"/>
                      <a:r>
                        <a:rPr lang="en-US" sz="1200" b="0" i="0" u="none" strike="noStrike" err="1">
                          <a:solidFill>
                            <a:srgbClr val="000000"/>
                          </a:solidFill>
                          <a:effectLst/>
                          <a:latin typeface="+mn-lt"/>
                        </a:rPr>
                        <a:t>PwD</a:t>
                      </a:r>
                      <a:endParaRPr lang="en-US" sz="1200" b="0" i="0" u="none" strike="noStrike">
                        <a:solidFill>
                          <a:srgbClr val="000000"/>
                        </a:solidFill>
                        <a:effectLst/>
                        <a:latin typeface="+mn-lt"/>
                      </a:endParaRPr>
                    </a:p>
                  </a:txBody>
                  <a:tcPr marL="4277" marR="4277" marT="4277" marB="30792" anchor="ctr"/>
                </a:tc>
                <a:tc>
                  <a:txBody>
                    <a:bodyPr/>
                    <a:lstStyle/>
                    <a:p>
                      <a:pPr algn="ctr" fontAlgn="ctr"/>
                      <a:r>
                        <a:rPr lang="en-US" sz="1200" b="0" i="0" u="none" strike="noStrike">
                          <a:solidFill>
                            <a:srgbClr val="000000"/>
                          </a:solidFill>
                          <a:effectLst/>
                          <a:latin typeface="+mn-lt"/>
                        </a:rPr>
                        <a:t>3,135</a:t>
                      </a:r>
                    </a:p>
                  </a:txBody>
                  <a:tcPr marL="4277" marR="4277" marT="4277" marB="30792" anchor="ctr"/>
                </a:tc>
                <a:tc>
                  <a:txBody>
                    <a:bodyPr/>
                    <a:lstStyle/>
                    <a:p>
                      <a:pPr algn="ctr" fontAlgn="ctr"/>
                      <a:r>
                        <a:rPr lang="en-US" sz="1200" b="0" i="0" u="none" strike="noStrike">
                          <a:solidFill>
                            <a:srgbClr val="000000"/>
                          </a:solidFill>
                          <a:effectLst/>
                          <a:latin typeface="+mn-lt"/>
                        </a:rPr>
                        <a:t>209</a:t>
                      </a:r>
                    </a:p>
                  </a:txBody>
                  <a:tcPr marL="4277" marR="4277" marT="4277" marB="30792" anchor="ctr"/>
                </a:tc>
                <a:tc>
                  <a:txBody>
                    <a:bodyPr/>
                    <a:lstStyle/>
                    <a:p>
                      <a:pPr algn="ctr" fontAlgn="ctr"/>
                      <a:r>
                        <a:rPr lang="en-US" sz="1200" b="0" i="0" u="none" strike="noStrike">
                          <a:solidFill>
                            <a:srgbClr val="000000"/>
                          </a:solidFill>
                          <a:effectLst/>
                          <a:latin typeface="+mn-lt"/>
                        </a:rPr>
                        <a:t>3.48</a:t>
                      </a:r>
                    </a:p>
                  </a:txBody>
                  <a:tcPr marL="4277" marR="4277" marT="4277" marB="30792" anchor="ctr"/>
                </a:tc>
                <a:tc>
                  <a:txBody>
                    <a:bodyPr/>
                    <a:lstStyle/>
                    <a:p>
                      <a:pPr algn="ctr" fontAlgn="ctr"/>
                      <a:r>
                        <a:rPr lang="en-US" sz="1200" b="0" i="0" u="none" strike="noStrike">
                          <a:solidFill>
                            <a:srgbClr val="000000"/>
                          </a:solidFill>
                          <a:effectLst/>
                          <a:latin typeface="+mn-lt"/>
                        </a:rPr>
                        <a:t>&lt;20</a:t>
                      </a:r>
                    </a:p>
                  </a:txBody>
                  <a:tcPr marL="4277" marR="4277" marT="4277" marB="30792" anchor="ctr"/>
                </a:tc>
                <a:extLst>
                  <a:ext uri="{0D108BD9-81ED-4DB2-BD59-A6C34878D82A}">
                    <a16:rowId xmlns:a16="http://schemas.microsoft.com/office/drawing/2014/main" val="3190010163"/>
                  </a:ext>
                </a:extLst>
              </a:tr>
              <a:tr h="388915">
                <a:tc>
                  <a:txBody>
                    <a:bodyPr/>
                    <a:lstStyle/>
                    <a:p>
                      <a:pPr algn="l" fontAlgn="ctr"/>
                      <a:r>
                        <a:rPr lang="en-US" sz="1200" b="0" i="0" u="none" strike="noStrike">
                          <a:solidFill>
                            <a:srgbClr val="000000"/>
                          </a:solidFill>
                          <a:effectLst/>
                          <a:latin typeface="+mn-lt"/>
                        </a:rPr>
                        <a:t>Insight generation</a:t>
                      </a:r>
                      <a:br>
                        <a:rPr lang="en-US" sz="1200" b="0" i="0" u="none" strike="noStrike">
                          <a:solidFill>
                            <a:srgbClr val="000000"/>
                          </a:solidFill>
                          <a:effectLst/>
                          <a:latin typeface="+mn-lt"/>
                        </a:rPr>
                      </a:br>
                      <a:r>
                        <a:rPr lang="en-US" sz="1200" b="0" i="0" u="none" strike="noStrike">
                          <a:solidFill>
                            <a:srgbClr val="000000"/>
                          </a:solidFill>
                          <a:effectLst/>
                          <a:latin typeface="+mn-lt"/>
                        </a:rPr>
                        <a:t>Insights - Schedule Every Sunday at 1am EST</a:t>
                      </a:r>
                    </a:p>
                  </a:txBody>
                  <a:tcPr marL="4277" marR="4277" marT="4277" marB="30792" anchor="ctr"/>
                </a:tc>
                <a:tc>
                  <a:txBody>
                    <a:bodyPr/>
                    <a:lstStyle/>
                    <a:p>
                      <a:pPr algn="ctr" fontAlgn="ctr"/>
                      <a:r>
                        <a:rPr lang="en-US" sz="1200" b="0" i="0" u="none" strike="noStrike">
                          <a:solidFill>
                            <a:srgbClr val="000000"/>
                          </a:solidFill>
                          <a:effectLst/>
                          <a:latin typeface="+mn-lt"/>
                        </a:rPr>
                        <a:t>NA</a:t>
                      </a:r>
                    </a:p>
                  </a:txBody>
                  <a:tcPr marL="4277" marR="4277" marT="4277" marB="30792" anchor="ctr"/>
                </a:tc>
                <a:tc>
                  <a:txBody>
                    <a:bodyPr/>
                    <a:lstStyle/>
                    <a:p>
                      <a:pPr algn="ctr" fontAlgn="ctr"/>
                      <a:r>
                        <a:rPr lang="en-US" sz="1200" b="0" i="0" u="none" strike="noStrike" err="1">
                          <a:solidFill>
                            <a:srgbClr val="000000"/>
                          </a:solidFill>
                          <a:effectLst/>
                          <a:latin typeface="+mn-lt"/>
                        </a:rPr>
                        <a:t>PwD</a:t>
                      </a:r>
                      <a:endParaRPr lang="en-US" sz="1200" b="0" i="0" u="none" strike="noStrike">
                        <a:solidFill>
                          <a:srgbClr val="000000"/>
                        </a:solidFill>
                        <a:effectLst/>
                        <a:latin typeface="+mn-lt"/>
                      </a:endParaRPr>
                    </a:p>
                  </a:txBody>
                  <a:tcPr marL="4277" marR="4277" marT="4277" marB="30792" anchor="ctr"/>
                </a:tc>
                <a:tc>
                  <a:txBody>
                    <a:bodyPr/>
                    <a:lstStyle/>
                    <a:p>
                      <a:pPr algn="ctr" fontAlgn="ctr"/>
                      <a:r>
                        <a:rPr lang="en-US" sz="1200" b="0" i="0" u="none" strike="noStrike">
                          <a:solidFill>
                            <a:srgbClr val="000000"/>
                          </a:solidFill>
                          <a:effectLst/>
                          <a:latin typeface="+mn-lt"/>
                        </a:rPr>
                        <a:t>n/a</a:t>
                      </a:r>
                    </a:p>
                  </a:txBody>
                  <a:tcPr marL="4277" marR="4277" marT="4277" marB="30792" anchor="ctr"/>
                </a:tc>
                <a:tc>
                  <a:txBody>
                    <a:bodyPr/>
                    <a:lstStyle/>
                    <a:p>
                      <a:pPr algn="ctr" fontAlgn="ctr"/>
                      <a:r>
                        <a:rPr lang="en-US" sz="1200" b="0" i="0" u="none" strike="noStrike">
                          <a:solidFill>
                            <a:srgbClr val="000000"/>
                          </a:solidFill>
                          <a:effectLst/>
                          <a:latin typeface="+mn-lt"/>
                        </a:rPr>
                        <a:t>n/a</a:t>
                      </a:r>
                    </a:p>
                  </a:txBody>
                  <a:tcPr marL="4277" marR="4277" marT="4277" marB="30792" anchor="ctr"/>
                </a:tc>
                <a:tc>
                  <a:txBody>
                    <a:bodyPr/>
                    <a:lstStyle/>
                    <a:p>
                      <a:pPr algn="ctr" fontAlgn="ctr"/>
                      <a:r>
                        <a:rPr lang="en-US" sz="1200" b="0" i="0" u="none" strike="noStrike">
                          <a:solidFill>
                            <a:srgbClr val="000000"/>
                          </a:solidFill>
                          <a:effectLst/>
                          <a:latin typeface="+mn-lt"/>
                        </a:rPr>
                        <a:t>n/a</a:t>
                      </a:r>
                    </a:p>
                  </a:txBody>
                  <a:tcPr marL="4277" marR="4277" marT="4277" marB="30792" anchor="ctr"/>
                </a:tc>
                <a:tc>
                  <a:txBody>
                    <a:bodyPr/>
                    <a:lstStyle/>
                    <a:p>
                      <a:pPr algn="ctr" fontAlgn="ctr"/>
                      <a:r>
                        <a:rPr lang="en-US" sz="1200" b="0" i="0" u="none" strike="noStrike">
                          <a:solidFill>
                            <a:srgbClr val="000000"/>
                          </a:solidFill>
                          <a:effectLst/>
                          <a:latin typeface="+mn-lt"/>
                        </a:rPr>
                        <a:t>4 hours</a:t>
                      </a:r>
                    </a:p>
                  </a:txBody>
                  <a:tcPr marL="4277" marR="4277" marT="4277" marB="30792" anchor="ctr"/>
                </a:tc>
                <a:extLst>
                  <a:ext uri="{0D108BD9-81ED-4DB2-BD59-A6C34878D82A}">
                    <a16:rowId xmlns:a16="http://schemas.microsoft.com/office/drawing/2014/main" val="1220037854"/>
                  </a:ext>
                </a:extLst>
              </a:tr>
              <a:tr h="292578">
                <a:tc>
                  <a:txBody>
                    <a:bodyPr/>
                    <a:lstStyle/>
                    <a:p>
                      <a:pPr algn="l" fontAlgn="ctr"/>
                      <a:r>
                        <a:rPr lang="en-US" sz="1200" b="0" i="0" u="none" strike="noStrike">
                          <a:solidFill>
                            <a:srgbClr val="000000"/>
                          </a:solidFill>
                          <a:effectLst/>
                          <a:latin typeface="+mn-lt"/>
                        </a:rPr>
                        <a:t>Navigation (landing page - patient directory)</a:t>
                      </a:r>
                    </a:p>
                  </a:txBody>
                  <a:tcPr marL="4277" marR="4277" marT="4277" marB="30792" anchor="ctr"/>
                </a:tc>
                <a:tc>
                  <a:txBody>
                    <a:bodyPr/>
                    <a:lstStyle/>
                    <a:p>
                      <a:pPr algn="ctr" fontAlgn="ctr"/>
                      <a:r>
                        <a:rPr lang="en-US" sz="1200" b="0" i="0" u="none" strike="noStrike">
                          <a:solidFill>
                            <a:srgbClr val="000000"/>
                          </a:solidFill>
                          <a:effectLst/>
                          <a:latin typeface="+mn-lt"/>
                        </a:rPr>
                        <a:t>1 Hr.</a:t>
                      </a:r>
                    </a:p>
                  </a:txBody>
                  <a:tcPr marL="4277" marR="4277" marT="4277" marB="30792" anchor="ctr"/>
                </a:tc>
                <a:tc>
                  <a:txBody>
                    <a:bodyPr/>
                    <a:lstStyle/>
                    <a:p>
                      <a:pPr algn="ctr" fontAlgn="ctr"/>
                      <a:r>
                        <a:rPr lang="en-US" sz="1200" b="0" i="0" u="none" strike="noStrike">
                          <a:solidFill>
                            <a:srgbClr val="000000"/>
                          </a:solidFill>
                          <a:effectLst/>
                          <a:latin typeface="+mn-lt"/>
                        </a:rPr>
                        <a:t>HCP</a:t>
                      </a:r>
                    </a:p>
                  </a:txBody>
                  <a:tcPr marL="4277" marR="4277" marT="4277" marB="30792" anchor="ctr"/>
                </a:tc>
                <a:tc>
                  <a:txBody>
                    <a:bodyPr/>
                    <a:lstStyle/>
                    <a:p>
                      <a:pPr marL="0" algn="ctr" defTabSz="1219170" rtl="0" eaLnBrk="1" fontAlgn="ctr" latinLnBrk="0" hangingPunct="1"/>
                      <a:r>
                        <a:rPr lang="en-US" sz="1200" b="0" i="0" u="none" strike="noStrike" kern="1200">
                          <a:solidFill>
                            <a:srgbClr val="000000"/>
                          </a:solidFill>
                          <a:effectLst/>
                          <a:latin typeface="+mn-lt"/>
                          <a:ea typeface="+mn-ea"/>
                          <a:cs typeface="+mn-cs"/>
                        </a:rPr>
                        <a:t>828</a:t>
                      </a:r>
                    </a:p>
                  </a:txBody>
                  <a:tcPr marL="4277" marR="4277" marT="4277" marB="30792" anchor="ctr"/>
                </a:tc>
                <a:tc>
                  <a:txBody>
                    <a:bodyPr/>
                    <a:lstStyle/>
                    <a:p>
                      <a:pPr algn="ctr" fontAlgn="ctr"/>
                      <a:r>
                        <a:rPr lang="en-US" sz="1200" b="0" i="0" u="none" strike="noStrike">
                          <a:solidFill>
                            <a:srgbClr val="000000"/>
                          </a:solidFill>
                          <a:effectLst/>
                          <a:latin typeface="+mn-lt"/>
                        </a:rPr>
                        <a:t>13.80</a:t>
                      </a:r>
                    </a:p>
                  </a:txBody>
                  <a:tcPr marL="4277" marR="4277" marT="4277" marB="30792" anchor="ctr"/>
                </a:tc>
                <a:tc>
                  <a:txBody>
                    <a:bodyPr/>
                    <a:lstStyle/>
                    <a:p>
                      <a:pPr marL="0" algn="ctr" defTabSz="1219170" rtl="0" eaLnBrk="1" fontAlgn="ctr" latinLnBrk="0" hangingPunct="1"/>
                      <a:r>
                        <a:rPr lang="en-US" sz="1200" b="0" i="0" u="none" strike="noStrike" kern="1200">
                          <a:solidFill>
                            <a:srgbClr val="000000"/>
                          </a:solidFill>
                          <a:effectLst/>
                          <a:latin typeface="+mn-lt"/>
                          <a:ea typeface="+mn-ea"/>
                          <a:cs typeface="+mn-cs"/>
                        </a:rPr>
                        <a:t>0.23</a:t>
                      </a:r>
                    </a:p>
                  </a:txBody>
                  <a:tcPr marL="4277" marR="4277" marT="4277" marB="30792" anchor="ctr"/>
                </a:tc>
                <a:tc>
                  <a:txBody>
                    <a:bodyPr/>
                    <a:lstStyle/>
                    <a:p>
                      <a:pPr algn="ctr" fontAlgn="ctr"/>
                      <a:r>
                        <a:rPr lang="en-US" sz="1200" b="0" i="0" u="none" strike="noStrike">
                          <a:solidFill>
                            <a:srgbClr val="000000"/>
                          </a:solidFill>
                          <a:effectLst/>
                          <a:latin typeface="+mn-lt"/>
                        </a:rPr>
                        <a:t>&lt;5</a:t>
                      </a:r>
                    </a:p>
                  </a:txBody>
                  <a:tcPr marL="4277" marR="4277" marT="4277" marB="30792" anchor="ctr"/>
                </a:tc>
                <a:extLst>
                  <a:ext uri="{0D108BD9-81ED-4DB2-BD59-A6C34878D82A}">
                    <a16:rowId xmlns:a16="http://schemas.microsoft.com/office/drawing/2014/main" val="4054001827"/>
                  </a:ext>
                </a:extLst>
              </a:tr>
              <a:tr h="211471">
                <a:tc>
                  <a:txBody>
                    <a:bodyPr/>
                    <a:lstStyle/>
                    <a:p>
                      <a:pPr algn="l" fontAlgn="ctr"/>
                      <a:r>
                        <a:rPr lang="en-US" sz="1200" b="0" i="0" u="none" strike="noStrike">
                          <a:solidFill>
                            <a:srgbClr val="000000"/>
                          </a:solidFill>
                          <a:effectLst/>
                          <a:latin typeface="+mn-lt"/>
                        </a:rPr>
                        <a:t>Search patient with name to generate the report </a:t>
                      </a:r>
                    </a:p>
                  </a:txBody>
                  <a:tcPr marL="4277" marR="4277" marT="4277" marB="30792" anchor="ctr"/>
                </a:tc>
                <a:tc>
                  <a:txBody>
                    <a:bodyPr/>
                    <a:lstStyle/>
                    <a:p>
                      <a:pPr algn="ctr" fontAlgn="ctr"/>
                      <a:r>
                        <a:rPr lang="en-US" sz="1200" b="0" i="0" u="none" strike="noStrike">
                          <a:solidFill>
                            <a:srgbClr val="000000"/>
                          </a:solidFill>
                          <a:effectLst/>
                          <a:latin typeface="+mn-lt"/>
                        </a:rPr>
                        <a:t>1 Hr.</a:t>
                      </a:r>
                    </a:p>
                  </a:txBody>
                  <a:tcPr marL="4277" marR="4277" marT="4277" marB="30792" anchor="ctr"/>
                </a:tc>
                <a:tc>
                  <a:txBody>
                    <a:bodyPr/>
                    <a:lstStyle/>
                    <a:p>
                      <a:pPr algn="ctr" fontAlgn="ctr"/>
                      <a:r>
                        <a:rPr lang="en-US" sz="1200" b="0" i="0" u="none" strike="noStrike">
                          <a:solidFill>
                            <a:srgbClr val="000000"/>
                          </a:solidFill>
                          <a:effectLst/>
                          <a:latin typeface="+mn-lt"/>
                        </a:rPr>
                        <a:t>HCP</a:t>
                      </a:r>
                    </a:p>
                  </a:txBody>
                  <a:tcPr marL="4277" marR="4277" marT="4277" marB="30792" anchor="ctr"/>
                </a:tc>
                <a:tc>
                  <a:txBody>
                    <a:bodyPr/>
                    <a:lstStyle/>
                    <a:p>
                      <a:pPr marL="0" algn="ctr" defTabSz="1219170" rtl="0" eaLnBrk="1" fontAlgn="ctr" latinLnBrk="0" hangingPunct="1"/>
                      <a:r>
                        <a:rPr lang="en-US" sz="1200" b="0" i="0" u="none" strike="noStrike" kern="1200">
                          <a:solidFill>
                            <a:srgbClr val="000000"/>
                          </a:solidFill>
                          <a:effectLst/>
                          <a:latin typeface="+mn-lt"/>
                          <a:ea typeface="+mn-ea"/>
                          <a:cs typeface="+mn-cs"/>
                        </a:rPr>
                        <a:t>828</a:t>
                      </a:r>
                    </a:p>
                  </a:txBody>
                  <a:tcPr marL="4277" marR="4277" marT="4277" marB="30792" anchor="ctr"/>
                </a:tc>
                <a:tc>
                  <a:txBody>
                    <a:bodyPr/>
                    <a:lstStyle/>
                    <a:p>
                      <a:pPr algn="ctr" fontAlgn="ctr"/>
                      <a:r>
                        <a:rPr lang="en-US" sz="1200" b="0" i="0" u="none" strike="noStrike">
                          <a:solidFill>
                            <a:srgbClr val="000000"/>
                          </a:solidFill>
                          <a:effectLst/>
                          <a:latin typeface="+mn-lt"/>
                        </a:rPr>
                        <a:t>13.80</a:t>
                      </a:r>
                    </a:p>
                  </a:txBody>
                  <a:tcPr marL="4277" marR="4277" marT="4277" marB="30792" anchor="ctr"/>
                </a:tc>
                <a:tc>
                  <a:txBody>
                    <a:bodyPr/>
                    <a:lstStyle/>
                    <a:p>
                      <a:pPr marL="0" algn="ctr" defTabSz="1219170" rtl="0" eaLnBrk="1" fontAlgn="ctr" latinLnBrk="0" hangingPunct="1"/>
                      <a:r>
                        <a:rPr lang="en-US" sz="1200" b="0" i="0" u="none" strike="noStrike" kern="1200">
                          <a:solidFill>
                            <a:srgbClr val="000000"/>
                          </a:solidFill>
                          <a:effectLst/>
                          <a:latin typeface="+mn-lt"/>
                          <a:ea typeface="+mn-ea"/>
                          <a:cs typeface="+mn-cs"/>
                        </a:rPr>
                        <a:t>0.23</a:t>
                      </a:r>
                    </a:p>
                  </a:txBody>
                  <a:tcPr marL="4277" marR="4277" marT="4277" marB="30792" anchor="ctr"/>
                </a:tc>
                <a:tc>
                  <a:txBody>
                    <a:bodyPr/>
                    <a:lstStyle/>
                    <a:p>
                      <a:pPr algn="ctr" fontAlgn="ctr"/>
                      <a:r>
                        <a:rPr lang="en-US" sz="1200" b="0" i="0" u="none" strike="noStrike">
                          <a:solidFill>
                            <a:srgbClr val="000000"/>
                          </a:solidFill>
                          <a:effectLst/>
                          <a:latin typeface="+mn-lt"/>
                        </a:rPr>
                        <a:t>&lt;5</a:t>
                      </a:r>
                    </a:p>
                  </a:txBody>
                  <a:tcPr marL="4277" marR="4277" marT="4277" marB="30792" anchor="ctr"/>
                </a:tc>
                <a:extLst>
                  <a:ext uri="{0D108BD9-81ED-4DB2-BD59-A6C34878D82A}">
                    <a16:rowId xmlns:a16="http://schemas.microsoft.com/office/drawing/2014/main" val="4162868981"/>
                  </a:ext>
                </a:extLst>
              </a:tr>
              <a:tr h="211471">
                <a:tc>
                  <a:txBody>
                    <a:bodyPr/>
                    <a:lstStyle/>
                    <a:p>
                      <a:pPr algn="l" fontAlgn="ctr"/>
                      <a:r>
                        <a:rPr lang="en-US" sz="1200" b="0" i="0" u="none" strike="noStrike">
                          <a:solidFill>
                            <a:srgbClr val="000000"/>
                          </a:solidFill>
                          <a:effectLst/>
                          <a:latin typeface="+mn-lt"/>
                        </a:rPr>
                        <a:t>HCP Invite to </a:t>
                      </a:r>
                      <a:r>
                        <a:rPr lang="en-US" sz="1200" b="0" i="0" u="none" strike="noStrike" err="1">
                          <a:solidFill>
                            <a:srgbClr val="000000"/>
                          </a:solidFill>
                          <a:effectLst/>
                          <a:latin typeface="+mn-lt"/>
                        </a:rPr>
                        <a:t>PwD</a:t>
                      </a:r>
                      <a:r>
                        <a:rPr lang="en-US" sz="1200" b="0" i="0" u="none" strike="noStrike">
                          <a:solidFill>
                            <a:srgbClr val="000000"/>
                          </a:solidFill>
                          <a:effectLst/>
                          <a:latin typeface="+mn-lt"/>
                        </a:rPr>
                        <a:t> </a:t>
                      </a:r>
                    </a:p>
                  </a:txBody>
                  <a:tcPr marL="4277" marR="4277" marT="4277" marB="30792" anchor="ctr"/>
                </a:tc>
                <a:tc>
                  <a:txBody>
                    <a:bodyPr/>
                    <a:lstStyle/>
                    <a:p>
                      <a:pPr algn="ctr" fontAlgn="ctr"/>
                      <a:r>
                        <a:rPr lang="en-US" sz="1200" b="0" i="0" u="none" strike="noStrike">
                          <a:solidFill>
                            <a:srgbClr val="000000"/>
                          </a:solidFill>
                          <a:effectLst/>
                          <a:latin typeface="+mn-lt"/>
                        </a:rPr>
                        <a:t>1 Hr.</a:t>
                      </a:r>
                    </a:p>
                  </a:txBody>
                  <a:tcPr marL="4277" marR="4277" marT="4277" marB="30792" anchor="ctr"/>
                </a:tc>
                <a:tc>
                  <a:txBody>
                    <a:bodyPr/>
                    <a:lstStyle/>
                    <a:p>
                      <a:pPr algn="ctr" fontAlgn="ctr"/>
                      <a:r>
                        <a:rPr lang="en-US" sz="1200" b="0" i="0" u="none" strike="noStrike">
                          <a:solidFill>
                            <a:srgbClr val="000000"/>
                          </a:solidFill>
                          <a:effectLst/>
                          <a:latin typeface="+mn-lt"/>
                        </a:rPr>
                        <a:t>HCP</a:t>
                      </a:r>
                    </a:p>
                  </a:txBody>
                  <a:tcPr marL="4277" marR="4277" marT="4277" marB="30792" anchor="ctr"/>
                </a:tc>
                <a:tc>
                  <a:txBody>
                    <a:bodyPr/>
                    <a:lstStyle/>
                    <a:p>
                      <a:pPr marL="0" algn="ctr" defTabSz="1219170" rtl="0" eaLnBrk="1" fontAlgn="ctr" latinLnBrk="0" hangingPunct="1"/>
                      <a:r>
                        <a:rPr lang="en-US" sz="1200" b="0" i="0" u="none" strike="noStrike" kern="1200">
                          <a:solidFill>
                            <a:srgbClr val="000000"/>
                          </a:solidFill>
                          <a:effectLst/>
                          <a:latin typeface="+mn-lt"/>
                          <a:ea typeface="+mn-ea"/>
                          <a:cs typeface="+mn-cs"/>
                        </a:rPr>
                        <a:t>1600</a:t>
                      </a:r>
                    </a:p>
                  </a:txBody>
                  <a:tcPr marL="4277" marR="4277" marT="4277" marB="30792" anchor="ctr"/>
                </a:tc>
                <a:tc>
                  <a:txBody>
                    <a:bodyPr/>
                    <a:lstStyle/>
                    <a:p>
                      <a:pPr algn="ctr" fontAlgn="ctr"/>
                      <a:r>
                        <a:rPr lang="en-US" sz="1200" b="0" i="0" u="none" strike="noStrike">
                          <a:solidFill>
                            <a:srgbClr val="000000"/>
                          </a:solidFill>
                          <a:effectLst/>
                          <a:latin typeface="+mn-lt"/>
                        </a:rPr>
                        <a:t>26.67</a:t>
                      </a:r>
                    </a:p>
                  </a:txBody>
                  <a:tcPr marL="4277" marR="4277" marT="4277" marB="30792" anchor="ctr"/>
                </a:tc>
                <a:tc>
                  <a:txBody>
                    <a:bodyPr/>
                    <a:lstStyle/>
                    <a:p>
                      <a:pPr marL="0" algn="ctr" defTabSz="1219170" rtl="0" eaLnBrk="1" fontAlgn="ctr" latinLnBrk="0" hangingPunct="1"/>
                      <a:r>
                        <a:rPr lang="en-US" sz="1200" b="0" i="0" u="none" strike="noStrike" kern="1200">
                          <a:solidFill>
                            <a:srgbClr val="000000"/>
                          </a:solidFill>
                          <a:effectLst/>
                          <a:latin typeface="+mn-lt"/>
                          <a:ea typeface="+mn-ea"/>
                          <a:cs typeface="+mn-cs"/>
                        </a:rPr>
                        <a:t>0.44</a:t>
                      </a:r>
                    </a:p>
                  </a:txBody>
                  <a:tcPr marL="4277" marR="4277" marT="4277" marB="30792" anchor="ctr"/>
                </a:tc>
                <a:tc>
                  <a:txBody>
                    <a:bodyPr/>
                    <a:lstStyle/>
                    <a:p>
                      <a:pPr algn="ctr" fontAlgn="ctr"/>
                      <a:r>
                        <a:rPr lang="en-US" sz="1200" b="0" i="0" u="none" strike="noStrike">
                          <a:solidFill>
                            <a:srgbClr val="000000"/>
                          </a:solidFill>
                          <a:effectLst/>
                          <a:latin typeface="+mn-lt"/>
                        </a:rPr>
                        <a:t>&lt;5</a:t>
                      </a:r>
                    </a:p>
                  </a:txBody>
                  <a:tcPr marL="4277" marR="4277" marT="4277" marB="30792" anchor="ctr"/>
                </a:tc>
                <a:extLst>
                  <a:ext uri="{0D108BD9-81ED-4DB2-BD59-A6C34878D82A}">
                    <a16:rowId xmlns:a16="http://schemas.microsoft.com/office/drawing/2014/main" val="1868385818"/>
                  </a:ext>
                </a:extLst>
              </a:tr>
              <a:tr h="211471">
                <a:tc>
                  <a:txBody>
                    <a:bodyPr/>
                    <a:lstStyle/>
                    <a:p>
                      <a:pPr algn="l" fontAlgn="ctr"/>
                      <a:r>
                        <a:rPr lang="en-US" sz="1200" b="0" i="0" u="none" strike="noStrike">
                          <a:solidFill>
                            <a:srgbClr val="000000"/>
                          </a:solidFill>
                          <a:effectLst/>
                          <a:latin typeface="+mn-lt"/>
                        </a:rPr>
                        <a:t>Staff navigation (Go to staff directory)</a:t>
                      </a:r>
                    </a:p>
                  </a:txBody>
                  <a:tcPr marL="4277" marR="4277" marT="4277" marB="30792" anchor="ctr"/>
                </a:tc>
                <a:tc>
                  <a:txBody>
                    <a:bodyPr/>
                    <a:lstStyle/>
                    <a:p>
                      <a:pPr algn="ctr" fontAlgn="ctr"/>
                      <a:r>
                        <a:rPr lang="en-US" sz="1200" b="0" i="0" u="none" strike="noStrike">
                          <a:solidFill>
                            <a:srgbClr val="000000"/>
                          </a:solidFill>
                          <a:effectLst/>
                          <a:latin typeface="+mn-lt"/>
                        </a:rPr>
                        <a:t>1 Hr.</a:t>
                      </a:r>
                    </a:p>
                  </a:txBody>
                  <a:tcPr marL="4277" marR="4277" marT="4277" marB="30792" anchor="ctr"/>
                </a:tc>
                <a:tc>
                  <a:txBody>
                    <a:bodyPr/>
                    <a:lstStyle/>
                    <a:p>
                      <a:pPr algn="ctr" fontAlgn="ctr"/>
                      <a:r>
                        <a:rPr lang="en-US" sz="1200" b="0" i="0" u="none" strike="noStrike">
                          <a:solidFill>
                            <a:srgbClr val="000000"/>
                          </a:solidFill>
                          <a:effectLst/>
                          <a:latin typeface="+mn-lt"/>
                        </a:rPr>
                        <a:t>HCP</a:t>
                      </a:r>
                    </a:p>
                  </a:txBody>
                  <a:tcPr marL="4277" marR="4277" marT="4277" marB="30792" anchor="ctr"/>
                </a:tc>
                <a:tc>
                  <a:txBody>
                    <a:bodyPr/>
                    <a:lstStyle/>
                    <a:p>
                      <a:pPr algn="ctr" fontAlgn="ctr"/>
                      <a:r>
                        <a:rPr lang="en-US" sz="1200" b="0" i="0" u="none" strike="noStrike">
                          <a:solidFill>
                            <a:srgbClr val="000000"/>
                          </a:solidFill>
                          <a:effectLst/>
                          <a:latin typeface="+mn-lt"/>
                        </a:rPr>
                        <a:t>250</a:t>
                      </a:r>
                    </a:p>
                  </a:txBody>
                  <a:tcPr marL="4277" marR="4277" marT="4277" marB="30792" anchor="ctr"/>
                </a:tc>
                <a:tc>
                  <a:txBody>
                    <a:bodyPr/>
                    <a:lstStyle/>
                    <a:p>
                      <a:pPr algn="ctr" fontAlgn="ctr"/>
                      <a:r>
                        <a:rPr lang="en-US" sz="1200" b="0" i="0" u="none" strike="noStrike">
                          <a:solidFill>
                            <a:srgbClr val="000000"/>
                          </a:solidFill>
                          <a:effectLst/>
                          <a:latin typeface="+mn-lt"/>
                        </a:rPr>
                        <a:t>4.17</a:t>
                      </a:r>
                    </a:p>
                  </a:txBody>
                  <a:tcPr marL="4277" marR="4277" marT="4277" marB="30792" anchor="ctr"/>
                </a:tc>
                <a:tc>
                  <a:txBody>
                    <a:bodyPr/>
                    <a:lstStyle/>
                    <a:p>
                      <a:pPr algn="ctr" fontAlgn="ctr"/>
                      <a:r>
                        <a:rPr lang="en-US" sz="1200" b="0" i="0" u="none" strike="noStrike">
                          <a:solidFill>
                            <a:srgbClr val="000000"/>
                          </a:solidFill>
                          <a:effectLst/>
                          <a:latin typeface="+mn-lt"/>
                        </a:rPr>
                        <a:t>0.07</a:t>
                      </a:r>
                    </a:p>
                  </a:txBody>
                  <a:tcPr marL="4277" marR="4277" marT="4277" marB="30792" anchor="ctr"/>
                </a:tc>
                <a:tc>
                  <a:txBody>
                    <a:bodyPr/>
                    <a:lstStyle/>
                    <a:p>
                      <a:pPr algn="ctr" fontAlgn="ctr"/>
                      <a:r>
                        <a:rPr lang="en-US" sz="1200" b="0" i="0" u="none" strike="noStrike">
                          <a:solidFill>
                            <a:srgbClr val="000000"/>
                          </a:solidFill>
                          <a:effectLst/>
                          <a:latin typeface="+mn-lt"/>
                        </a:rPr>
                        <a:t>&lt;5</a:t>
                      </a:r>
                    </a:p>
                  </a:txBody>
                  <a:tcPr marL="4277" marR="4277" marT="4277" marB="30792" anchor="ctr"/>
                </a:tc>
                <a:extLst>
                  <a:ext uri="{0D108BD9-81ED-4DB2-BD59-A6C34878D82A}">
                    <a16:rowId xmlns:a16="http://schemas.microsoft.com/office/drawing/2014/main" val="3375061219"/>
                  </a:ext>
                </a:extLst>
              </a:tr>
              <a:tr h="211471">
                <a:tc>
                  <a:txBody>
                    <a:bodyPr/>
                    <a:lstStyle/>
                    <a:p>
                      <a:pPr algn="l" fontAlgn="ctr"/>
                      <a:r>
                        <a:rPr lang="en-US" sz="1200" b="0" i="0" u="none" strike="noStrike">
                          <a:solidFill>
                            <a:srgbClr val="000000"/>
                          </a:solidFill>
                          <a:effectLst/>
                          <a:latin typeface="+mn-lt"/>
                        </a:rPr>
                        <a:t>Staff navigation (Go to pending staff)</a:t>
                      </a:r>
                    </a:p>
                  </a:txBody>
                  <a:tcPr marL="4277" marR="4277" marT="4277" marB="30792" anchor="ctr"/>
                </a:tc>
                <a:tc>
                  <a:txBody>
                    <a:bodyPr/>
                    <a:lstStyle/>
                    <a:p>
                      <a:pPr algn="ctr" fontAlgn="ctr"/>
                      <a:r>
                        <a:rPr lang="en-US" sz="1200" b="0" i="0" u="none" strike="noStrike">
                          <a:solidFill>
                            <a:srgbClr val="000000"/>
                          </a:solidFill>
                          <a:effectLst/>
                          <a:latin typeface="+mn-lt"/>
                        </a:rPr>
                        <a:t>1 Hr.</a:t>
                      </a:r>
                    </a:p>
                  </a:txBody>
                  <a:tcPr marL="4277" marR="4277" marT="4277" marB="30792" anchor="ctr"/>
                </a:tc>
                <a:tc>
                  <a:txBody>
                    <a:bodyPr/>
                    <a:lstStyle/>
                    <a:p>
                      <a:pPr algn="ctr" fontAlgn="ctr"/>
                      <a:r>
                        <a:rPr lang="en-US" sz="1200" b="0" i="0" u="none" strike="noStrike">
                          <a:solidFill>
                            <a:srgbClr val="000000"/>
                          </a:solidFill>
                          <a:effectLst/>
                          <a:latin typeface="+mn-lt"/>
                        </a:rPr>
                        <a:t>HCP</a:t>
                      </a:r>
                    </a:p>
                  </a:txBody>
                  <a:tcPr marL="4277" marR="4277" marT="4277" marB="30792" anchor="ctr"/>
                </a:tc>
                <a:tc>
                  <a:txBody>
                    <a:bodyPr/>
                    <a:lstStyle/>
                    <a:p>
                      <a:pPr algn="ctr" fontAlgn="ctr"/>
                      <a:r>
                        <a:rPr lang="en-US" sz="1200" b="0" i="0" u="none" strike="noStrike">
                          <a:solidFill>
                            <a:srgbClr val="000000"/>
                          </a:solidFill>
                          <a:effectLst/>
                          <a:latin typeface="+mn-lt"/>
                        </a:rPr>
                        <a:t>250</a:t>
                      </a:r>
                    </a:p>
                  </a:txBody>
                  <a:tcPr marL="4277" marR="4277" marT="4277" marB="30792" anchor="ctr"/>
                </a:tc>
                <a:tc>
                  <a:txBody>
                    <a:bodyPr/>
                    <a:lstStyle/>
                    <a:p>
                      <a:pPr algn="ctr" fontAlgn="ctr"/>
                      <a:r>
                        <a:rPr lang="en-US" sz="1200" b="0" i="0" u="none" strike="noStrike">
                          <a:solidFill>
                            <a:srgbClr val="000000"/>
                          </a:solidFill>
                          <a:effectLst/>
                          <a:latin typeface="+mn-lt"/>
                        </a:rPr>
                        <a:t>4.17</a:t>
                      </a:r>
                    </a:p>
                  </a:txBody>
                  <a:tcPr marL="4277" marR="4277" marT="4277" marB="30792" anchor="ctr"/>
                </a:tc>
                <a:tc>
                  <a:txBody>
                    <a:bodyPr/>
                    <a:lstStyle/>
                    <a:p>
                      <a:pPr algn="ctr" fontAlgn="ctr"/>
                      <a:r>
                        <a:rPr lang="en-US" sz="1200" b="0" i="0" u="none" strike="noStrike">
                          <a:solidFill>
                            <a:srgbClr val="000000"/>
                          </a:solidFill>
                          <a:effectLst/>
                          <a:latin typeface="+mn-lt"/>
                        </a:rPr>
                        <a:t>0.07</a:t>
                      </a:r>
                    </a:p>
                  </a:txBody>
                  <a:tcPr marL="4277" marR="4277" marT="4277" marB="30792" anchor="ctr"/>
                </a:tc>
                <a:tc>
                  <a:txBody>
                    <a:bodyPr/>
                    <a:lstStyle/>
                    <a:p>
                      <a:pPr algn="ctr" fontAlgn="ctr"/>
                      <a:r>
                        <a:rPr lang="en-US" sz="1200" b="0" i="0" u="none" strike="noStrike">
                          <a:solidFill>
                            <a:srgbClr val="000000"/>
                          </a:solidFill>
                          <a:effectLst/>
                          <a:latin typeface="+mn-lt"/>
                        </a:rPr>
                        <a:t>&lt;5</a:t>
                      </a:r>
                    </a:p>
                  </a:txBody>
                  <a:tcPr marL="4277" marR="4277" marT="4277" marB="30792" anchor="ctr"/>
                </a:tc>
                <a:extLst>
                  <a:ext uri="{0D108BD9-81ED-4DB2-BD59-A6C34878D82A}">
                    <a16:rowId xmlns:a16="http://schemas.microsoft.com/office/drawing/2014/main" val="4091833913"/>
                  </a:ext>
                </a:extLst>
              </a:tr>
              <a:tr h="292578">
                <a:tc>
                  <a:txBody>
                    <a:bodyPr/>
                    <a:lstStyle/>
                    <a:p>
                      <a:pPr algn="l" fontAlgn="ctr"/>
                      <a:r>
                        <a:rPr lang="en-US" sz="1200" b="0" i="0" u="none" strike="noStrike">
                          <a:solidFill>
                            <a:srgbClr val="000000"/>
                          </a:solidFill>
                          <a:effectLst/>
                          <a:latin typeface="+mn-lt"/>
                        </a:rPr>
                        <a:t>Staff navigation (Go to pending patient)</a:t>
                      </a:r>
                    </a:p>
                  </a:txBody>
                  <a:tcPr marL="4277" marR="4277" marT="4277" marB="30792" anchor="ctr"/>
                </a:tc>
                <a:tc>
                  <a:txBody>
                    <a:bodyPr/>
                    <a:lstStyle/>
                    <a:p>
                      <a:pPr algn="ctr" fontAlgn="ctr"/>
                      <a:r>
                        <a:rPr lang="en-US" sz="1200" b="0" i="0" u="none" strike="noStrike">
                          <a:solidFill>
                            <a:srgbClr val="000000"/>
                          </a:solidFill>
                          <a:effectLst/>
                          <a:latin typeface="+mn-lt"/>
                        </a:rPr>
                        <a:t>1 Hr.</a:t>
                      </a:r>
                    </a:p>
                  </a:txBody>
                  <a:tcPr marL="4277" marR="4277" marT="4277" marB="30792" anchor="ctr"/>
                </a:tc>
                <a:tc>
                  <a:txBody>
                    <a:bodyPr/>
                    <a:lstStyle/>
                    <a:p>
                      <a:pPr algn="ctr" fontAlgn="ctr"/>
                      <a:r>
                        <a:rPr lang="en-US" sz="1200" b="0" i="0" u="none" strike="noStrike">
                          <a:solidFill>
                            <a:srgbClr val="000000"/>
                          </a:solidFill>
                          <a:effectLst/>
                          <a:latin typeface="+mn-lt"/>
                        </a:rPr>
                        <a:t>HCP</a:t>
                      </a:r>
                    </a:p>
                  </a:txBody>
                  <a:tcPr marL="4277" marR="4277" marT="4277" marB="30792" anchor="ctr"/>
                </a:tc>
                <a:tc>
                  <a:txBody>
                    <a:bodyPr/>
                    <a:lstStyle/>
                    <a:p>
                      <a:pPr algn="ctr" fontAlgn="ctr"/>
                      <a:r>
                        <a:rPr lang="en-US" sz="1200" b="0" i="0" u="none" strike="noStrike">
                          <a:solidFill>
                            <a:srgbClr val="000000"/>
                          </a:solidFill>
                          <a:effectLst/>
                          <a:latin typeface="+mn-lt"/>
                        </a:rPr>
                        <a:t>250</a:t>
                      </a:r>
                    </a:p>
                  </a:txBody>
                  <a:tcPr marL="4277" marR="4277" marT="4277" marB="30792" anchor="ctr"/>
                </a:tc>
                <a:tc>
                  <a:txBody>
                    <a:bodyPr/>
                    <a:lstStyle/>
                    <a:p>
                      <a:pPr algn="ctr" fontAlgn="ctr"/>
                      <a:r>
                        <a:rPr lang="en-US" sz="1200" b="0" i="0" u="none" strike="noStrike">
                          <a:solidFill>
                            <a:srgbClr val="000000"/>
                          </a:solidFill>
                          <a:effectLst/>
                          <a:latin typeface="+mn-lt"/>
                        </a:rPr>
                        <a:t>4.17</a:t>
                      </a:r>
                    </a:p>
                  </a:txBody>
                  <a:tcPr marL="4277" marR="4277" marT="4277" marB="30792" anchor="ctr"/>
                </a:tc>
                <a:tc>
                  <a:txBody>
                    <a:bodyPr/>
                    <a:lstStyle/>
                    <a:p>
                      <a:pPr algn="ctr" fontAlgn="ctr"/>
                      <a:r>
                        <a:rPr lang="en-US" sz="1200" b="0" i="0" u="none" strike="noStrike">
                          <a:solidFill>
                            <a:srgbClr val="000000"/>
                          </a:solidFill>
                          <a:effectLst/>
                          <a:latin typeface="+mn-lt"/>
                        </a:rPr>
                        <a:t>0.07</a:t>
                      </a:r>
                    </a:p>
                  </a:txBody>
                  <a:tcPr marL="4277" marR="4277" marT="4277" marB="30792" anchor="ctr"/>
                </a:tc>
                <a:tc>
                  <a:txBody>
                    <a:bodyPr/>
                    <a:lstStyle/>
                    <a:p>
                      <a:pPr algn="ctr" fontAlgn="ctr"/>
                      <a:r>
                        <a:rPr lang="en-US" sz="1200" b="0" i="0" u="none" strike="noStrike">
                          <a:solidFill>
                            <a:srgbClr val="000000"/>
                          </a:solidFill>
                          <a:effectLst/>
                          <a:latin typeface="+mn-lt"/>
                        </a:rPr>
                        <a:t>&lt;5</a:t>
                      </a:r>
                    </a:p>
                  </a:txBody>
                  <a:tcPr marL="4277" marR="4277" marT="4277" marB="30792" anchor="ctr"/>
                </a:tc>
                <a:extLst>
                  <a:ext uri="{0D108BD9-81ED-4DB2-BD59-A6C34878D82A}">
                    <a16:rowId xmlns:a16="http://schemas.microsoft.com/office/drawing/2014/main" val="251035952"/>
                  </a:ext>
                </a:extLst>
              </a:tr>
              <a:tr h="211471">
                <a:tc>
                  <a:txBody>
                    <a:bodyPr/>
                    <a:lstStyle/>
                    <a:p>
                      <a:pPr algn="l" fontAlgn="ctr"/>
                      <a:r>
                        <a:rPr lang="en-US" sz="1200" b="0" i="0" u="none" strike="noStrike">
                          <a:solidFill>
                            <a:srgbClr val="000000"/>
                          </a:solidFill>
                          <a:effectLst/>
                          <a:latin typeface="+mn-lt"/>
                        </a:rPr>
                        <a:t>Patient navigation (go to help and click on IFU)</a:t>
                      </a:r>
                    </a:p>
                  </a:txBody>
                  <a:tcPr marL="4277" marR="4277" marT="4277" marB="30792" anchor="ctr"/>
                </a:tc>
                <a:tc>
                  <a:txBody>
                    <a:bodyPr/>
                    <a:lstStyle/>
                    <a:p>
                      <a:pPr algn="ctr" fontAlgn="ctr"/>
                      <a:r>
                        <a:rPr lang="en-US" sz="1200" b="0" i="0" u="none" strike="noStrike">
                          <a:solidFill>
                            <a:srgbClr val="000000"/>
                          </a:solidFill>
                          <a:effectLst/>
                          <a:latin typeface="+mn-lt"/>
                        </a:rPr>
                        <a:t>1hr.</a:t>
                      </a:r>
                    </a:p>
                  </a:txBody>
                  <a:tcPr marL="4277" marR="4277" marT="4277" marB="30792" anchor="ctr"/>
                </a:tc>
                <a:tc>
                  <a:txBody>
                    <a:bodyPr/>
                    <a:lstStyle/>
                    <a:p>
                      <a:pPr algn="ctr" fontAlgn="ctr"/>
                      <a:r>
                        <a:rPr lang="en-US" sz="1200" b="0" i="0" u="none" strike="noStrike">
                          <a:solidFill>
                            <a:srgbClr val="000000"/>
                          </a:solidFill>
                          <a:effectLst/>
                          <a:latin typeface="+mn-lt"/>
                        </a:rPr>
                        <a:t>HCP</a:t>
                      </a:r>
                    </a:p>
                  </a:txBody>
                  <a:tcPr marL="4277" marR="4277" marT="4277" marB="30792" anchor="ctr"/>
                </a:tc>
                <a:tc>
                  <a:txBody>
                    <a:bodyPr/>
                    <a:lstStyle/>
                    <a:p>
                      <a:pPr algn="ctr" fontAlgn="ctr"/>
                      <a:r>
                        <a:rPr lang="en-US" sz="1200" b="0" i="0" u="none" strike="noStrike">
                          <a:solidFill>
                            <a:srgbClr val="000000"/>
                          </a:solidFill>
                          <a:effectLst/>
                          <a:latin typeface="+mn-lt"/>
                        </a:rPr>
                        <a:t>500</a:t>
                      </a:r>
                    </a:p>
                  </a:txBody>
                  <a:tcPr marL="4277" marR="4277" marT="4277" marB="30792" anchor="ctr"/>
                </a:tc>
                <a:tc>
                  <a:txBody>
                    <a:bodyPr/>
                    <a:lstStyle/>
                    <a:p>
                      <a:pPr algn="ctr" fontAlgn="ctr"/>
                      <a:r>
                        <a:rPr lang="en-US" sz="1200" b="0" i="0" u="none" strike="noStrike">
                          <a:solidFill>
                            <a:srgbClr val="000000"/>
                          </a:solidFill>
                          <a:effectLst/>
                          <a:latin typeface="+mn-lt"/>
                        </a:rPr>
                        <a:t>16.70</a:t>
                      </a:r>
                    </a:p>
                  </a:txBody>
                  <a:tcPr marL="4277" marR="4277" marT="4277" marB="30792" anchor="ctr"/>
                </a:tc>
                <a:tc>
                  <a:txBody>
                    <a:bodyPr/>
                    <a:lstStyle/>
                    <a:p>
                      <a:pPr algn="ctr" fontAlgn="ctr"/>
                      <a:r>
                        <a:rPr lang="en-US" sz="1200" b="0" i="0" u="none" strike="noStrike">
                          <a:solidFill>
                            <a:srgbClr val="000000"/>
                          </a:solidFill>
                          <a:effectLst/>
                          <a:latin typeface="+mn-lt"/>
                        </a:rPr>
                        <a:t>0.28</a:t>
                      </a:r>
                    </a:p>
                  </a:txBody>
                  <a:tcPr marL="4277" marR="4277" marT="4277" marB="30792" anchor="ctr"/>
                </a:tc>
                <a:tc>
                  <a:txBody>
                    <a:bodyPr/>
                    <a:lstStyle/>
                    <a:p>
                      <a:pPr algn="ctr" fontAlgn="ctr"/>
                      <a:r>
                        <a:rPr lang="en-US" sz="1200" b="0" i="0" u="none" strike="noStrike">
                          <a:solidFill>
                            <a:srgbClr val="000000"/>
                          </a:solidFill>
                          <a:effectLst/>
                          <a:latin typeface="+mn-lt"/>
                        </a:rPr>
                        <a:t>&lt;5</a:t>
                      </a:r>
                    </a:p>
                  </a:txBody>
                  <a:tcPr marL="4277" marR="4277" marT="4277" marB="30792" anchor="ctr"/>
                </a:tc>
                <a:extLst>
                  <a:ext uri="{0D108BD9-81ED-4DB2-BD59-A6C34878D82A}">
                    <a16:rowId xmlns:a16="http://schemas.microsoft.com/office/drawing/2014/main" val="2463156443"/>
                  </a:ext>
                </a:extLst>
              </a:tr>
              <a:tr h="211471">
                <a:tc>
                  <a:txBody>
                    <a:bodyPr/>
                    <a:lstStyle/>
                    <a:p>
                      <a:pPr algn="l" fontAlgn="ctr"/>
                      <a:r>
                        <a:rPr lang="en-US" sz="1200" b="0" i="0" u="none" strike="noStrike">
                          <a:solidFill>
                            <a:srgbClr val="000000"/>
                          </a:solidFill>
                          <a:effectLst/>
                          <a:latin typeface="+mn-lt"/>
                        </a:rPr>
                        <a:t>Patient navigation (Landing Page OP5 Insights)</a:t>
                      </a:r>
                    </a:p>
                  </a:txBody>
                  <a:tcPr marL="4277" marR="4277" marT="4277" marB="30792" anchor="ctr"/>
                </a:tc>
                <a:tc rowSpan="6">
                  <a:txBody>
                    <a:bodyPr/>
                    <a:lstStyle/>
                    <a:p>
                      <a:pPr algn="ctr" fontAlgn="ctr"/>
                      <a:r>
                        <a:rPr lang="en-US" sz="1200" b="0" i="0" u="none" strike="noStrike">
                          <a:solidFill>
                            <a:srgbClr val="000000"/>
                          </a:solidFill>
                          <a:effectLst/>
                          <a:latin typeface="+mn-lt"/>
                        </a:rPr>
                        <a:t>30 Min</a:t>
                      </a:r>
                    </a:p>
                  </a:txBody>
                  <a:tcPr marL="4277" marR="4277" marT="4277" marB="30792" anchor="ctr"/>
                </a:tc>
                <a:tc rowSpan="6">
                  <a:txBody>
                    <a:bodyPr/>
                    <a:lstStyle/>
                    <a:p>
                      <a:pPr algn="ctr" fontAlgn="ctr"/>
                      <a:r>
                        <a:rPr lang="en-US" sz="1200" b="0" i="0" u="none" strike="noStrike" err="1">
                          <a:solidFill>
                            <a:srgbClr val="000000"/>
                          </a:solidFill>
                          <a:effectLst/>
                          <a:latin typeface="+mn-lt"/>
                        </a:rPr>
                        <a:t>PwD</a:t>
                      </a:r>
                      <a:r>
                        <a:rPr lang="en-US" sz="1200" b="0" i="0" u="none" strike="noStrike">
                          <a:solidFill>
                            <a:srgbClr val="000000"/>
                          </a:solidFill>
                          <a:effectLst/>
                          <a:latin typeface="+mn-lt"/>
                        </a:rPr>
                        <a:t> </a:t>
                      </a:r>
                    </a:p>
                  </a:txBody>
                  <a:tcPr marL="4277" marR="4277" marT="4277" marB="30792" anchor="ctr"/>
                </a:tc>
                <a:tc rowSpan="6">
                  <a:txBody>
                    <a:bodyPr/>
                    <a:lstStyle/>
                    <a:p>
                      <a:pPr algn="ctr" fontAlgn="ctr"/>
                      <a:r>
                        <a:rPr lang="en-US" sz="1200" b="0" i="0" u="none" strike="noStrike">
                          <a:solidFill>
                            <a:srgbClr val="000000"/>
                          </a:solidFill>
                          <a:effectLst/>
                          <a:latin typeface="+mn-lt"/>
                        </a:rPr>
                        <a:t>9999</a:t>
                      </a:r>
                    </a:p>
                  </a:txBody>
                  <a:tcPr marL="4277" marR="4277" marT="4277" marB="30792" anchor="ctr"/>
                </a:tc>
                <a:tc rowSpan="6">
                  <a:txBody>
                    <a:bodyPr/>
                    <a:lstStyle/>
                    <a:p>
                      <a:pPr algn="ctr" fontAlgn="ctr"/>
                      <a:r>
                        <a:rPr lang="en-US" sz="1200" b="0" i="0" u="none" strike="noStrike">
                          <a:solidFill>
                            <a:srgbClr val="000000"/>
                          </a:solidFill>
                          <a:effectLst/>
                          <a:latin typeface="+mn-lt"/>
                        </a:rPr>
                        <a:t>333.3</a:t>
                      </a:r>
                    </a:p>
                  </a:txBody>
                  <a:tcPr marL="4277" marR="4277" marT="4277" marB="30792" anchor="ctr"/>
                </a:tc>
                <a:tc>
                  <a:txBody>
                    <a:bodyPr/>
                    <a:lstStyle/>
                    <a:p>
                      <a:pPr algn="ctr" fontAlgn="ctr"/>
                      <a:r>
                        <a:rPr lang="en-US" sz="1200" b="0" i="0" u="none" strike="noStrike">
                          <a:solidFill>
                            <a:srgbClr val="000000"/>
                          </a:solidFill>
                          <a:effectLst/>
                          <a:latin typeface="+mn-lt"/>
                        </a:rPr>
                        <a:t>5.56</a:t>
                      </a:r>
                    </a:p>
                  </a:txBody>
                  <a:tcPr marL="4277" marR="4277" marT="4277" marB="30792" anchor="ctr"/>
                </a:tc>
                <a:tc rowSpan="6">
                  <a:txBody>
                    <a:bodyPr/>
                    <a:lstStyle/>
                    <a:p>
                      <a:pPr algn="ctr" fontAlgn="ctr"/>
                      <a:r>
                        <a:rPr lang="en-US" sz="1200" b="0" i="0" u="none" strike="noStrike">
                          <a:solidFill>
                            <a:srgbClr val="000000"/>
                          </a:solidFill>
                          <a:effectLst/>
                          <a:latin typeface="+mn-lt"/>
                        </a:rPr>
                        <a:t>&lt;5</a:t>
                      </a:r>
                    </a:p>
                  </a:txBody>
                  <a:tcPr marL="4277" marR="4277" marT="4277" marB="30792" anchor="ctr"/>
                </a:tc>
                <a:extLst>
                  <a:ext uri="{0D108BD9-81ED-4DB2-BD59-A6C34878D82A}">
                    <a16:rowId xmlns:a16="http://schemas.microsoft.com/office/drawing/2014/main" val="3616313969"/>
                  </a:ext>
                </a:extLst>
              </a:tr>
              <a:tr h="211471">
                <a:tc>
                  <a:txBody>
                    <a:bodyPr/>
                    <a:lstStyle/>
                    <a:p>
                      <a:pPr lvl="1" algn="l" fontAlgn="ctr"/>
                      <a:r>
                        <a:rPr lang="en-US" sz="1200" b="0" i="0" u="none" strike="noStrike">
                          <a:solidFill>
                            <a:srgbClr val="000000"/>
                          </a:solidFill>
                          <a:effectLst/>
                          <a:latin typeface="+mn-lt"/>
                        </a:rPr>
                        <a:t>Select any week</a:t>
                      </a:r>
                    </a:p>
                  </a:txBody>
                  <a:tcPr marL="4277" marR="4277" marT="4277" marB="30792" anchor="ctr"/>
                </a:tc>
                <a:tc vMerge="1">
                  <a:txBody>
                    <a:bodyPr/>
                    <a:lstStyle/>
                    <a:p>
                      <a:endParaRPr lang="en-US"/>
                    </a:p>
                  </a:txBody>
                  <a:tcP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extLst>
                  <a:ext uri="{0D108BD9-81ED-4DB2-BD59-A6C34878D82A}">
                    <a16:rowId xmlns:a16="http://schemas.microsoft.com/office/drawing/2014/main" val="2360285925"/>
                  </a:ext>
                </a:extLst>
              </a:tr>
              <a:tr h="211471">
                <a:tc>
                  <a:txBody>
                    <a:bodyPr/>
                    <a:lstStyle/>
                    <a:p>
                      <a:pPr lvl="1" algn="l" fontAlgn="ctr"/>
                      <a:r>
                        <a:rPr lang="en-US" sz="1200" b="0" i="0" u="none" strike="noStrike">
                          <a:solidFill>
                            <a:srgbClr val="000000"/>
                          </a:solidFill>
                          <a:effectLst/>
                          <a:latin typeface="+mn-lt"/>
                        </a:rPr>
                        <a:t>After Bolus Highs, click any week</a:t>
                      </a:r>
                    </a:p>
                  </a:txBody>
                  <a:tcPr marL="4277" marR="4277" marT="4277" marB="30792" anchor="ctr"/>
                </a:tc>
                <a:tc vMerge="1">
                  <a:txBody>
                    <a:bodyPr/>
                    <a:lstStyle/>
                    <a:p>
                      <a:endParaRPr lang="en-US"/>
                    </a:p>
                  </a:txBody>
                  <a:tcP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extLst>
                  <a:ext uri="{0D108BD9-81ED-4DB2-BD59-A6C34878D82A}">
                    <a16:rowId xmlns:a16="http://schemas.microsoft.com/office/drawing/2014/main" val="927386131"/>
                  </a:ext>
                </a:extLst>
              </a:tr>
              <a:tr h="211471">
                <a:tc>
                  <a:txBody>
                    <a:bodyPr/>
                    <a:lstStyle/>
                    <a:p>
                      <a:pPr lvl="1" algn="l" fontAlgn="ctr"/>
                      <a:r>
                        <a:rPr lang="en-US" sz="1200" b="0" i="0" u="none" strike="noStrike">
                          <a:solidFill>
                            <a:srgbClr val="000000"/>
                          </a:solidFill>
                          <a:effectLst/>
                          <a:latin typeface="+mn-lt"/>
                        </a:rPr>
                        <a:t>Morning Highs</a:t>
                      </a:r>
                    </a:p>
                  </a:txBody>
                  <a:tcPr marL="4277" marR="4277" marT="4277" marB="30792" anchor="ctr"/>
                </a:tc>
                <a:tc vMerge="1">
                  <a:txBody>
                    <a:bodyPr/>
                    <a:lstStyle/>
                    <a:p>
                      <a:endParaRPr lang="en-US"/>
                    </a:p>
                  </a:txBody>
                  <a:tcP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extLst>
                  <a:ext uri="{0D108BD9-81ED-4DB2-BD59-A6C34878D82A}">
                    <a16:rowId xmlns:a16="http://schemas.microsoft.com/office/drawing/2014/main" val="73898047"/>
                  </a:ext>
                </a:extLst>
              </a:tr>
              <a:tr h="211471">
                <a:tc>
                  <a:txBody>
                    <a:bodyPr/>
                    <a:lstStyle/>
                    <a:p>
                      <a:pPr lvl="1" algn="l" fontAlgn="ctr"/>
                      <a:r>
                        <a:rPr lang="en-US" sz="1200" b="0" i="0" u="none" strike="noStrike">
                          <a:solidFill>
                            <a:srgbClr val="000000"/>
                          </a:solidFill>
                          <a:effectLst/>
                          <a:latin typeface="+mn-lt"/>
                        </a:rPr>
                        <a:t>Afternoon Highs</a:t>
                      </a:r>
                    </a:p>
                  </a:txBody>
                  <a:tcPr marL="4277" marR="4277" marT="4277" marB="30792" anchor="ctr"/>
                </a:tc>
                <a:tc vMerge="1">
                  <a:txBody>
                    <a:bodyPr/>
                    <a:lstStyle/>
                    <a:p>
                      <a:endParaRPr lang="en-US"/>
                    </a:p>
                  </a:txBody>
                  <a:tcP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extLst>
                  <a:ext uri="{0D108BD9-81ED-4DB2-BD59-A6C34878D82A}">
                    <a16:rowId xmlns:a16="http://schemas.microsoft.com/office/drawing/2014/main" val="2295920259"/>
                  </a:ext>
                </a:extLst>
              </a:tr>
              <a:tr h="211471">
                <a:tc>
                  <a:txBody>
                    <a:bodyPr/>
                    <a:lstStyle/>
                    <a:p>
                      <a:pPr lvl="1" algn="l" fontAlgn="ctr"/>
                      <a:r>
                        <a:rPr lang="en-US" sz="1200" b="0" i="0" u="none" strike="noStrike">
                          <a:solidFill>
                            <a:srgbClr val="000000"/>
                          </a:solidFill>
                          <a:effectLst/>
                          <a:latin typeface="+mn-lt"/>
                        </a:rPr>
                        <a:t>Evening Highs</a:t>
                      </a:r>
                    </a:p>
                  </a:txBody>
                  <a:tcPr marL="4277" marR="4277" marT="4277" marB="30792" anchor="ctr"/>
                </a:tc>
                <a:tc vMerge="1">
                  <a:txBody>
                    <a:bodyPr/>
                    <a:lstStyle/>
                    <a:p>
                      <a:endParaRPr lang="en-US"/>
                    </a:p>
                  </a:txBody>
                  <a:tcP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extLst>
                  <a:ext uri="{0D108BD9-81ED-4DB2-BD59-A6C34878D82A}">
                    <a16:rowId xmlns:a16="http://schemas.microsoft.com/office/drawing/2014/main" val="2225317577"/>
                  </a:ext>
                </a:extLst>
              </a:tr>
              <a:tr h="743804">
                <a:tc>
                  <a:txBody>
                    <a:bodyPr/>
                    <a:lstStyle/>
                    <a:p>
                      <a:pPr algn="l" fontAlgn="ctr"/>
                      <a:r>
                        <a:rPr lang="en-US" sz="1200" b="0" i="0" u="none" strike="noStrike">
                          <a:solidFill>
                            <a:srgbClr val="000000"/>
                          </a:solidFill>
                          <a:effectLst/>
                          <a:latin typeface="+mn-lt"/>
                        </a:rPr>
                        <a:t>Staff Largest Clinics – Single User Test</a:t>
                      </a:r>
                    </a:p>
                  </a:txBody>
                  <a:tcPr marL="4277" marR="4277" marT="4277" marB="30792" anchor="ctr"/>
                </a:tc>
                <a:tc>
                  <a:txBody>
                    <a:bodyPr/>
                    <a:lstStyle/>
                    <a:p>
                      <a:pPr algn="ctr" fontAlgn="ctr"/>
                      <a:r>
                        <a:rPr lang="en-US" sz="1200" b="0" i="0" u="none" strike="noStrike">
                          <a:solidFill>
                            <a:srgbClr val="000000"/>
                          </a:solidFill>
                          <a:effectLst/>
                          <a:latin typeface="+mn-lt"/>
                        </a:rPr>
                        <a:t>30 Min</a:t>
                      </a:r>
                    </a:p>
                  </a:txBody>
                  <a:tcPr marL="4277" marR="4277" marT="4277" marB="30792" anchor="ctr"/>
                </a:tc>
                <a:tc>
                  <a:txBody>
                    <a:bodyPr/>
                    <a:lstStyle/>
                    <a:p>
                      <a:pPr algn="ctr" fontAlgn="ctr"/>
                      <a:r>
                        <a:rPr lang="en-US" sz="1200" b="0" i="0" u="none" strike="noStrike">
                          <a:solidFill>
                            <a:srgbClr val="000000"/>
                          </a:solidFill>
                          <a:effectLst/>
                          <a:latin typeface="+mn-lt"/>
                        </a:rPr>
                        <a:t>Clinic Admin</a:t>
                      </a:r>
                    </a:p>
                  </a:txBody>
                  <a:tcPr marL="4277" marR="4277" marT="4277" marB="30792" anchor="ctr"/>
                </a:tc>
                <a:tc>
                  <a:txBody>
                    <a:bodyPr/>
                    <a:lstStyle/>
                    <a:p>
                      <a:pPr algn="ctr" fontAlgn="ctr"/>
                      <a:r>
                        <a:rPr lang="en-US" sz="1200" b="0" i="0" u="none" strike="noStrike">
                          <a:solidFill>
                            <a:srgbClr val="000000"/>
                          </a:solidFill>
                          <a:effectLst/>
                          <a:latin typeface="+mn-lt"/>
                        </a:rPr>
                        <a:t>1 User 300 Patients</a:t>
                      </a:r>
                    </a:p>
                    <a:p>
                      <a:pPr algn="ctr" fontAlgn="ctr"/>
                      <a:r>
                        <a:rPr lang="en-US" sz="1200" b="0" i="0" u="none" strike="noStrike">
                          <a:solidFill>
                            <a:srgbClr val="000000"/>
                          </a:solidFill>
                          <a:effectLst/>
                          <a:latin typeface="+mn-lt"/>
                        </a:rPr>
                        <a:t>1 User 500 Patients</a:t>
                      </a:r>
                    </a:p>
                    <a:p>
                      <a:pPr algn="ctr" fontAlgn="ctr"/>
                      <a:r>
                        <a:rPr lang="en-US" sz="1200" b="0" i="0" u="none" strike="noStrike">
                          <a:solidFill>
                            <a:srgbClr val="000000"/>
                          </a:solidFill>
                          <a:effectLst/>
                          <a:latin typeface="+mn-lt"/>
                        </a:rPr>
                        <a:t>1 User 1000 Patients</a:t>
                      </a:r>
                    </a:p>
                    <a:p>
                      <a:pPr algn="ctr" fontAlgn="ctr"/>
                      <a:r>
                        <a:rPr lang="en-US" sz="1200" b="0" i="0" u="none" strike="noStrike">
                          <a:solidFill>
                            <a:srgbClr val="000000"/>
                          </a:solidFill>
                          <a:effectLst/>
                          <a:latin typeface="+mn-lt"/>
                        </a:rPr>
                        <a:t>1 User 2000 Patients</a:t>
                      </a:r>
                    </a:p>
                  </a:txBody>
                  <a:tcPr marL="4277" marR="4277" marT="4277" marB="30792" anchor="ctr"/>
                </a:tc>
                <a:tc>
                  <a:txBody>
                    <a:bodyPr/>
                    <a:lstStyle/>
                    <a:p>
                      <a:pPr algn="ctr" fontAlgn="ctr"/>
                      <a:r>
                        <a:rPr lang="en-US" sz="1200" b="0" i="0" u="none" strike="noStrike">
                          <a:solidFill>
                            <a:srgbClr val="000000"/>
                          </a:solidFill>
                          <a:effectLst/>
                          <a:latin typeface="+mn-lt"/>
                        </a:rPr>
                        <a:t>NA</a:t>
                      </a:r>
                    </a:p>
                  </a:txBody>
                  <a:tcPr marL="4277" marR="4277" marT="4277" marB="30792" anchor="ctr"/>
                </a:tc>
                <a:tc>
                  <a:txBody>
                    <a:bodyPr/>
                    <a:lstStyle/>
                    <a:p>
                      <a:pPr algn="ctr" fontAlgn="ctr"/>
                      <a:r>
                        <a:rPr lang="en-US" sz="1200" b="0" i="0" u="none" strike="noStrike">
                          <a:solidFill>
                            <a:srgbClr val="000000"/>
                          </a:solidFill>
                          <a:effectLst/>
                          <a:latin typeface="+mn-lt"/>
                        </a:rPr>
                        <a:t>NA</a:t>
                      </a:r>
                    </a:p>
                  </a:txBody>
                  <a:tcPr marL="4277" marR="4277" marT="4277" marB="30792" anchor="ctr"/>
                </a:tc>
                <a:tc>
                  <a:txBody>
                    <a:bodyPr/>
                    <a:lstStyle/>
                    <a:p>
                      <a:pPr algn="ctr" fontAlgn="ctr"/>
                      <a:r>
                        <a:rPr lang="en-US" sz="1200" b="0" i="0" u="none" strike="noStrike">
                          <a:solidFill>
                            <a:srgbClr val="000000"/>
                          </a:solidFill>
                          <a:effectLst/>
                          <a:latin typeface="+mn-lt"/>
                        </a:rPr>
                        <a:t>&lt;5</a:t>
                      </a:r>
                    </a:p>
                  </a:txBody>
                  <a:tcPr marL="4277" marR="4277" marT="4277" marB="30792" anchor="ctr"/>
                </a:tc>
                <a:extLst>
                  <a:ext uri="{0D108BD9-81ED-4DB2-BD59-A6C34878D82A}">
                    <a16:rowId xmlns:a16="http://schemas.microsoft.com/office/drawing/2014/main" val="2550359264"/>
                  </a:ext>
                </a:extLst>
              </a:tr>
            </a:tbl>
          </a:graphicData>
        </a:graphic>
      </p:graphicFrame>
      <p:sp>
        <p:nvSpPr>
          <p:cNvPr id="2" name="TextBox 1">
            <a:extLst>
              <a:ext uri="{FF2B5EF4-FFF2-40B4-BE49-F238E27FC236}">
                <a16:creationId xmlns:a16="http://schemas.microsoft.com/office/drawing/2014/main" id="{835704BC-4538-A255-B004-45E1954EF656}"/>
              </a:ext>
            </a:extLst>
          </p:cNvPr>
          <p:cNvSpPr txBox="1"/>
          <p:nvPr/>
        </p:nvSpPr>
        <p:spPr>
          <a:xfrm>
            <a:off x="868218" y="6298315"/>
            <a:ext cx="10206182" cy="183127"/>
          </a:xfrm>
          <a:prstGeom prst="rect">
            <a:avLst/>
          </a:prstGeom>
          <a:noFill/>
        </p:spPr>
        <p:txBody>
          <a:bodyPr wrap="square" lIns="91440" tIns="0" rIns="91440" bIns="0" rtlCol="0" anchor="ctr">
            <a:spAutoFit/>
          </a:bodyPr>
          <a:lstStyle/>
          <a:p>
            <a:pPr algn="ctr">
              <a:lnSpc>
                <a:spcPct val="85000"/>
              </a:lnSpc>
            </a:pPr>
            <a:r>
              <a:rPr lang="en-US" sz="1400"/>
              <a:t>Note: The above response time SLA’s will be compared against with the 95</a:t>
            </a:r>
            <a:r>
              <a:rPr lang="en-US" sz="1400" baseline="30000"/>
              <a:t>th</a:t>
            </a:r>
            <a:r>
              <a:rPr lang="en-US" sz="1400"/>
              <a:t> Percentile as per the standards.</a:t>
            </a:r>
          </a:p>
        </p:txBody>
      </p:sp>
    </p:spTree>
    <p:extLst>
      <p:ext uri="{BB962C8B-B14F-4D97-AF65-F5344CB8AC3E}">
        <p14:creationId xmlns:p14="http://schemas.microsoft.com/office/powerpoint/2010/main" val="3171822882"/>
      </p:ext>
    </p:extLst>
  </p:cSld>
  <p:clrMapOvr>
    <a:masterClrMapping/>
  </p:clrMapOvr>
  <p:transition>
    <p:fade/>
  </p:transition>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73FC0-3CD9-116F-CE83-06226F0CA0C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B48D5E9-4A88-FCAE-34F6-432371C706A5}"/>
              </a:ext>
            </a:extLst>
          </p:cNvPr>
          <p:cNvSpPr>
            <a:spLocks noGrp="1"/>
          </p:cNvSpPr>
          <p:nvPr>
            <p:ph type="ftr" sz="quarter" idx="15"/>
          </p:nvPr>
        </p:nvSpPr>
        <p:spPr/>
        <p:txBody>
          <a:bodyPr/>
          <a:lstStyle/>
          <a:p>
            <a:r>
              <a:rPr lang="en-US" sz="1000">
                <a:latin typeface="Calibri" panose="020F0502020204030204" pitchFamily="34" charset="0"/>
                <a:ea typeface="Calibri" panose="020F0502020204030204" pitchFamily="34" charset="0"/>
                <a:cs typeface="Calibri" panose="020F0502020204030204" pitchFamily="34" charset="0"/>
              </a:rPr>
              <a:t>CONFIDENTIAL</a:t>
            </a:r>
          </a:p>
        </p:txBody>
      </p:sp>
      <p:sp>
        <p:nvSpPr>
          <p:cNvPr id="4" name="Slide Number Placeholder 3">
            <a:extLst>
              <a:ext uri="{FF2B5EF4-FFF2-40B4-BE49-F238E27FC236}">
                <a16:creationId xmlns:a16="http://schemas.microsoft.com/office/drawing/2014/main" id="{ECFBD1C3-B9FE-43A4-E72D-7FEA909C02AB}"/>
              </a:ext>
            </a:extLst>
          </p:cNvPr>
          <p:cNvSpPr>
            <a:spLocks noGrp="1"/>
          </p:cNvSpPr>
          <p:nvPr>
            <p:ph type="sldNum" sz="quarter" idx="16"/>
          </p:nvPr>
        </p:nvSpPr>
        <p:spPr/>
        <p:txBody>
          <a:bodyPr/>
          <a:lstStyle/>
          <a:p>
            <a:fld id="{4F90343F-D056-4E24-BE3D-A305BDC1A23E}" type="slidenum">
              <a:rPr lang="en-US" sz="1000" smtClean="0">
                <a:latin typeface="Calibri" panose="020F0502020204030204" pitchFamily="34" charset="0"/>
                <a:ea typeface="Calibri" panose="020F0502020204030204" pitchFamily="34" charset="0"/>
                <a:cs typeface="Calibri" panose="020F0502020204030204" pitchFamily="34" charset="0"/>
              </a:rPr>
              <a:pPr/>
              <a:t>24</a:t>
            </a:fld>
            <a:endParaRPr lang="en-US" sz="1000">
              <a:latin typeface="Calibri" panose="020F0502020204030204" pitchFamily="34" charset="0"/>
              <a:ea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D3CFB04E-6894-3D6B-DB29-48E0F866E5E8}"/>
              </a:ext>
            </a:extLst>
          </p:cNvPr>
          <p:cNvSpPr/>
          <p:nvPr/>
        </p:nvSpPr>
        <p:spPr>
          <a:xfrm>
            <a:off x="214511" y="123722"/>
            <a:ext cx="11762978" cy="346818"/>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a:solidFill>
                  <a:schemeClr val="bg1"/>
                </a:solidFill>
                <a:ea typeface="Calibri" panose="020F0502020204030204" pitchFamily="34" charset="0"/>
                <a:cs typeface="Calibri" panose="020F0502020204030204" pitchFamily="34" charset="0"/>
              </a:rPr>
              <a:t>Overall Execution Summary for API and GUI</a:t>
            </a:r>
          </a:p>
        </p:txBody>
      </p:sp>
      <p:sp>
        <p:nvSpPr>
          <p:cNvPr id="8" name="TextBox 7">
            <a:extLst>
              <a:ext uri="{FF2B5EF4-FFF2-40B4-BE49-F238E27FC236}">
                <a16:creationId xmlns:a16="http://schemas.microsoft.com/office/drawing/2014/main" id="{00FDBF6B-A896-10F2-B7DD-8B9E4CD1CF45}"/>
              </a:ext>
            </a:extLst>
          </p:cNvPr>
          <p:cNvSpPr txBox="1"/>
          <p:nvPr/>
        </p:nvSpPr>
        <p:spPr>
          <a:xfrm>
            <a:off x="213024" y="485037"/>
            <a:ext cx="5971778" cy="338554"/>
          </a:xfrm>
          <a:prstGeom prst="rect">
            <a:avLst/>
          </a:prstGeom>
          <a:noFill/>
        </p:spPr>
        <p:txBody>
          <a:bodyPr wrap="square">
            <a:spAutoFit/>
          </a:bodyPr>
          <a:lstStyle/>
          <a:p>
            <a:r>
              <a:rPr lang="en-US" sz="1600" b="1">
                <a:ea typeface="Calibri" panose="020F0502020204030204" pitchFamily="34" charset="0"/>
                <a:cs typeface="Calibri" panose="020F0502020204030204" pitchFamily="34" charset="0"/>
              </a:rPr>
              <a:t>API Test Execution Plan</a:t>
            </a:r>
          </a:p>
        </p:txBody>
      </p:sp>
      <p:graphicFrame>
        <p:nvGraphicFramePr>
          <p:cNvPr id="5" name="Table 4">
            <a:extLst>
              <a:ext uri="{FF2B5EF4-FFF2-40B4-BE49-F238E27FC236}">
                <a16:creationId xmlns:a16="http://schemas.microsoft.com/office/drawing/2014/main" id="{9C20C0FA-0BAA-3E09-E2FC-FA478198730F}"/>
              </a:ext>
            </a:extLst>
          </p:cNvPr>
          <p:cNvGraphicFramePr>
            <a:graphicFrameLocks noGrp="1"/>
          </p:cNvGraphicFramePr>
          <p:nvPr>
            <p:extLst>
              <p:ext uri="{D42A27DB-BD31-4B8C-83A1-F6EECF244321}">
                <p14:modId xmlns:p14="http://schemas.microsoft.com/office/powerpoint/2010/main" val="320768416"/>
              </p:ext>
            </p:extLst>
          </p:nvPr>
        </p:nvGraphicFramePr>
        <p:xfrm>
          <a:off x="200421" y="731259"/>
          <a:ext cx="11750373" cy="2819682"/>
        </p:xfrm>
        <a:graphic>
          <a:graphicData uri="http://schemas.openxmlformats.org/drawingml/2006/table">
            <a:tbl>
              <a:tblPr firstRow="1" bandRow="1">
                <a:tableStyleId>{5C22544A-7EE6-4342-B048-85BDC9FD1C3A}</a:tableStyleId>
              </a:tblPr>
              <a:tblGrid>
                <a:gridCol w="439157">
                  <a:extLst>
                    <a:ext uri="{9D8B030D-6E8A-4147-A177-3AD203B41FA5}">
                      <a16:colId xmlns:a16="http://schemas.microsoft.com/office/drawing/2014/main" val="4051123191"/>
                    </a:ext>
                  </a:extLst>
                </a:gridCol>
                <a:gridCol w="2990313">
                  <a:extLst>
                    <a:ext uri="{9D8B030D-6E8A-4147-A177-3AD203B41FA5}">
                      <a16:colId xmlns:a16="http://schemas.microsoft.com/office/drawing/2014/main" val="3511626335"/>
                    </a:ext>
                  </a:extLst>
                </a:gridCol>
                <a:gridCol w="2676626">
                  <a:extLst>
                    <a:ext uri="{9D8B030D-6E8A-4147-A177-3AD203B41FA5}">
                      <a16:colId xmlns:a16="http://schemas.microsoft.com/office/drawing/2014/main" val="1830456476"/>
                    </a:ext>
                  </a:extLst>
                </a:gridCol>
                <a:gridCol w="1017919">
                  <a:extLst>
                    <a:ext uri="{9D8B030D-6E8A-4147-A177-3AD203B41FA5}">
                      <a16:colId xmlns:a16="http://schemas.microsoft.com/office/drawing/2014/main" val="2312423078"/>
                    </a:ext>
                  </a:extLst>
                </a:gridCol>
                <a:gridCol w="1681019">
                  <a:extLst>
                    <a:ext uri="{9D8B030D-6E8A-4147-A177-3AD203B41FA5}">
                      <a16:colId xmlns:a16="http://schemas.microsoft.com/office/drawing/2014/main" val="864379418"/>
                    </a:ext>
                  </a:extLst>
                </a:gridCol>
                <a:gridCol w="963206">
                  <a:extLst>
                    <a:ext uri="{9D8B030D-6E8A-4147-A177-3AD203B41FA5}">
                      <a16:colId xmlns:a16="http://schemas.microsoft.com/office/drawing/2014/main" val="1092972083"/>
                    </a:ext>
                  </a:extLst>
                </a:gridCol>
                <a:gridCol w="1163168">
                  <a:extLst>
                    <a:ext uri="{9D8B030D-6E8A-4147-A177-3AD203B41FA5}">
                      <a16:colId xmlns:a16="http://schemas.microsoft.com/office/drawing/2014/main" val="3260127342"/>
                    </a:ext>
                  </a:extLst>
                </a:gridCol>
                <a:gridCol w="818965">
                  <a:extLst>
                    <a:ext uri="{9D8B030D-6E8A-4147-A177-3AD203B41FA5}">
                      <a16:colId xmlns:a16="http://schemas.microsoft.com/office/drawing/2014/main" val="2786087848"/>
                    </a:ext>
                  </a:extLst>
                </a:gridCol>
              </a:tblGrid>
              <a:tr h="253040">
                <a:tc rowSpan="2">
                  <a:txBody>
                    <a:bodyPr/>
                    <a:lstStyle/>
                    <a:p>
                      <a:pPr algn="ctr" fontAlgn="ctr"/>
                      <a:r>
                        <a:rPr lang="en-US" sz="900">
                          <a:latin typeface="+mn-lt"/>
                          <a:ea typeface="Calibri" panose="020F0502020204030204" pitchFamily="34" charset="0"/>
                          <a:cs typeface="Calibri" panose="020F0502020204030204" pitchFamily="34" charset="0"/>
                        </a:rPr>
                        <a:t>#</a:t>
                      </a:r>
                      <a:endParaRPr lang="en-US" sz="900" b="1" i="0" u="none" strike="noStrike">
                        <a:solidFill>
                          <a:schemeClr val="bg1"/>
                        </a:solidFill>
                        <a:effectLst/>
                        <a:latin typeface="+mn-lt"/>
                        <a:ea typeface="Calibri" panose="020F0502020204030204" pitchFamily="34" charset="0"/>
                        <a:cs typeface="Calibri" panose="020F0502020204030204" pitchFamily="34" charset="0"/>
                      </a:endParaRPr>
                    </a:p>
                  </a:txBody>
                  <a:tcPr marL="4277" marR="4277" marT="4277" marB="30792" anchor="ctr"/>
                </a:tc>
                <a:tc rowSpan="2">
                  <a:txBody>
                    <a:bodyPr/>
                    <a:lstStyle/>
                    <a:p>
                      <a:pPr algn="ctr" fontAlgn="ctr"/>
                      <a:r>
                        <a:rPr lang="en-US" sz="900" b="1" i="0" u="none" strike="noStrike">
                          <a:solidFill>
                            <a:schemeClr val="bg1"/>
                          </a:solidFill>
                          <a:effectLst/>
                          <a:latin typeface="+mn-lt"/>
                          <a:ea typeface="Calibri" panose="020F0502020204030204" pitchFamily="34" charset="0"/>
                          <a:cs typeface="Calibri" panose="020F0502020204030204" pitchFamily="34" charset="0"/>
                        </a:rPr>
                        <a:t>Description</a:t>
                      </a:r>
                    </a:p>
                  </a:txBody>
                  <a:tcPr marL="4277" marR="4277" marT="4277" marB="30792" anchor="ctr"/>
                </a:tc>
                <a:tc rowSpan="2">
                  <a:txBody>
                    <a:bodyPr/>
                    <a:lstStyle/>
                    <a:p>
                      <a:pPr algn="ctr" fontAlgn="ctr"/>
                      <a:r>
                        <a:rPr lang="en-US" sz="900" b="1" i="0" u="none" strike="noStrike">
                          <a:solidFill>
                            <a:schemeClr val="bg1"/>
                          </a:solidFill>
                          <a:effectLst/>
                          <a:latin typeface="+mn-lt"/>
                          <a:ea typeface="Calibri" panose="020F0502020204030204" pitchFamily="34" charset="0"/>
                          <a:cs typeface="Calibri" panose="020F0502020204030204" pitchFamily="34" charset="0"/>
                        </a:rPr>
                        <a:t>Goals</a:t>
                      </a:r>
                    </a:p>
                  </a:txBody>
                  <a:tcPr marL="4277" marR="4277" marT="4277" marB="30792" anchor="ctr"/>
                </a:tc>
                <a:tc rowSpan="2">
                  <a:txBody>
                    <a:bodyPr/>
                    <a:lstStyle/>
                    <a:p>
                      <a:pPr algn="ctr" fontAlgn="ctr"/>
                      <a:r>
                        <a:rPr lang="en-US" sz="900" b="1" i="0" u="none" strike="noStrike">
                          <a:solidFill>
                            <a:schemeClr val="bg1"/>
                          </a:solidFill>
                          <a:effectLst/>
                          <a:latin typeface="+mn-lt"/>
                          <a:ea typeface="Calibri" panose="020F0502020204030204" pitchFamily="34" charset="0"/>
                          <a:cs typeface="Calibri" panose="020F0502020204030204" pitchFamily="34" charset="0"/>
                        </a:rPr>
                        <a:t>Type of Test</a:t>
                      </a:r>
                    </a:p>
                  </a:txBody>
                  <a:tcPr marL="4277" marR="4277" marT="4277" marB="30792" anchor="ctr"/>
                </a:tc>
                <a:tc rowSpan="2">
                  <a:txBody>
                    <a:bodyPr/>
                    <a:lstStyle/>
                    <a:p>
                      <a:pPr algn="ctr" fontAlgn="ctr"/>
                      <a:r>
                        <a:rPr lang="en-US" sz="900" b="1" i="0" u="none" strike="noStrike">
                          <a:solidFill>
                            <a:schemeClr val="bg1"/>
                          </a:solidFill>
                          <a:effectLst/>
                          <a:latin typeface="+mn-lt"/>
                          <a:ea typeface="Calibri" panose="020F0502020204030204" pitchFamily="34" charset="0"/>
                          <a:cs typeface="Calibri" panose="020F0502020204030204" pitchFamily="34" charset="0"/>
                        </a:rPr>
                        <a:t>No. of Cycles</a:t>
                      </a:r>
                    </a:p>
                  </a:txBody>
                  <a:tcPr marL="4277" marR="4277" marT="4277" marB="30792" anchor="ctr"/>
                </a:tc>
                <a:tc gridSpan="2">
                  <a:txBody>
                    <a:bodyPr/>
                    <a:lstStyle/>
                    <a:p>
                      <a:pPr marL="0" algn="ctr" defTabSz="1219170" rtl="0" eaLnBrk="1" fontAlgn="ctr" latinLnBrk="0" hangingPunct="1"/>
                      <a:r>
                        <a:rPr lang="en-US" sz="900" b="1" i="0" u="none" strike="noStrike" kern="1200">
                          <a:solidFill>
                            <a:schemeClr val="bg1"/>
                          </a:solidFill>
                          <a:effectLst/>
                          <a:latin typeface="+mn-lt"/>
                          <a:ea typeface="Calibri" panose="020F0502020204030204" pitchFamily="34" charset="0"/>
                          <a:cs typeface="Calibri" panose="020F0502020204030204" pitchFamily="34" charset="0"/>
                        </a:rPr>
                        <a:t>Execution Timelines</a:t>
                      </a:r>
                    </a:p>
                  </a:txBody>
                  <a:tcPr/>
                </a:tc>
                <a:tc hMerge="1">
                  <a:txBody>
                    <a:bodyPr/>
                    <a:lstStyle/>
                    <a:p>
                      <a:endParaRPr lang="en-US"/>
                    </a:p>
                  </a:txBody>
                  <a:tcPr/>
                </a:tc>
                <a:tc rowSpan="2">
                  <a:txBody>
                    <a:bodyPr/>
                    <a:lstStyle/>
                    <a:p>
                      <a:pPr algn="ctr"/>
                      <a:r>
                        <a:rPr lang="en-US" sz="900" b="1" i="0" u="none" strike="noStrike" kern="1200">
                          <a:solidFill>
                            <a:schemeClr val="bg1"/>
                          </a:solidFill>
                          <a:effectLst/>
                          <a:latin typeface="+mn-lt"/>
                          <a:ea typeface="Calibri" panose="020F0502020204030204" pitchFamily="34" charset="0"/>
                          <a:cs typeface="Calibri" panose="020F0502020204030204" pitchFamily="34" charset="0"/>
                        </a:rPr>
                        <a:t>No. of days</a:t>
                      </a:r>
                    </a:p>
                  </a:txBody>
                  <a:tcPr/>
                </a:tc>
                <a:extLst>
                  <a:ext uri="{0D108BD9-81ED-4DB2-BD59-A6C34878D82A}">
                    <a16:rowId xmlns:a16="http://schemas.microsoft.com/office/drawing/2014/main" val="3397604140"/>
                  </a:ext>
                </a:extLst>
              </a:tr>
              <a:tr h="421734">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r>
                        <a:rPr lang="en-US" sz="900" b="1" i="0" u="none" strike="noStrike" kern="1200">
                          <a:solidFill>
                            <a:schemeClr val="tx1"/>
                          </a:solidFill>
                          <a:effectLst/>
                          <a:latin typeface="+mn-lt"/>
                          <a:ea typeface="Calibri" panose="020F0502020204030204" pitchFamily="34" charset="0"/>
                          <a:cs typeface="Calibri" panose="020F0502020204030204" pitchFamily="34" charset="0"/>
                        </a:rPr>
                        <a:t>Start Date</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900" b="1" i="0" u="none" strike="noStrike" kern="1200">
                          <a:solidFill>
                            <a:schemeClr val="tx1"/>
                          </a:solidFill>
                          <a:effectLst/>
                          <a:latin typeface="+mn-lt"/>
                          <a:ea typeface="Calibri" panose="020F0502020204030204" pitchFamily="34" charset="0"/>
                          <a:cs typeface="Calibri" panose="020F0502020204030204" pitchFamily="34" charset="0"/>
                        </a:rPr>
                        <a:t>End Date</a:t>
                      </a:r>
                    </a:p>
                    <a:p>
                      <a:pPr algn="ctr"/>
                      <a:endParaRPr lang="en-US" sz="900" b="1" i="0" u="none" strike="noStrike" kern="1200">
                        <a:solidFill>
                          <a:schemeClr val="tx1"/>
                        </a:solidFill>
                        <a:effectLst/>
                        <a:latin typeface="+mn-lt"/>
                        <a:ea typeface="Calibri" panose="020F0502020204030204" pitchFamily="34" charset="0"/>
                        <a:cs typeface="Calibri" panose="020F0502020204030204" pitchFamily="34" charset="0"/>
                      </a:endParaRPr>
                    </a:p>
                  </a:txBody>
                  <a:tcPr/>
                </a:tc>
                <a:tc vMerge="1">
                  <a:txBody>
                    <a:bodyPr/>
                    <a:lstStyle/>
                    <a:p>
                      <a:endParaRPr lang="en-US" sz="1200" b="1" i="0" u="none" strike="noStrike" kern="1200">
                        <a:solidFill>
                          <a:schemeClr val="bg1"/>
                        </a:solidFill>
                        <a:effectLst/>
                        <a:latin typeface="Segoe UI" panose="020B0502040204020203" pitchFamily="34" charset="0"/>
                        <a:ea typeface="+mn-ea"/>
                        <a:cs typeface="+mn-cs"/>
                      </a:endParaRPr>
                    </a:p>
                  </a:txBody>
                  <a:tcPr/>
                </a:tc>
                <a:extLst>
                  <a:ext uri="{0D108BD9-81ED-4DB2-BD59-A6C34878D82A}">
                    <a16:rowId xmlns:a16="http://schemas.microsoft.com/office/drawing/2014/main" val="2137669670"/>
                  </a:ext>
                </a:extLst>
              </a:tr>
              <a:tr h="590428">
                <a:tc>
                  <a:txBody>
                    <a:bodyPr/>
                    <a:lstStyle/>
                    <a:p>
                      <a:pPr algn="ctr"/>
                      <a:r>
                        <a:rPr lang="en-US" sz="900">
                          <a:latin typeface="+mn-lt"/>
                          <a:ea typeface="Calibri" panose="020F0502020204030204" pitchFamily="34" charset="0"/>
                          <a:cs typeface="Calibri" panose="020F0502020204030204" pitchFamily="34" charset="0"/>
                        </a:rPr>
                        <a:t>1</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a:latin typeface="+mn-lt"/>
                        </a:rPr>
                        <a:t>All in-scope scenarios for HCP &amp; </a:t>
                      </a:r>
                      <a:r>
                        <a:rPr lang="en-US" sz="900" err="1">
                          <a:latin typeface="+mn-lt"/>
                        </a:rPr>
                        <a:t>PwD</a:t>
                      </a:r>
                      <a:r>
                        <a:rPr lang="en-US" sz="900">
                          <a:latin typeface="+mn-lt"/>
                        </a:rPr>
                        <a:t> (Include - Report Gen scenarios)</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900" b="1">
                          <a:latin typeface="+mn-lt"/>
                        </a:rPr>
                        <a:t>(Refer slide 8 - NFRs and In-Scope scenarios) </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900" b="1" i="1" u="none">
                          <a:latin typeface="+mn-lt"/>
                          <a:ea typeface="Calibri" panose="020F0502020204030204" pitchFamily="34" charset="0"/>
                          <a:cs typeface="Calibri" panose="020F0502020204030204" pitchFamily="34" charset="0"/>
                        </a:rPr>
                        <a:t>Note: Lollipop feature should be available in PF environment before 01/28 (Sprint #1)</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US" sz="900" b="1">
                        <a:latin typeface="+mn-lt"/>
                      </a:endParaRPr>
                    </a:p>
                  </a:txBody>
                  <a:tcPr/>
                </a:tc>
                <a:tc>
                  <a:txBody>
                    <a:bodyPr/>
                    <a:lstStyle/>
                    <a:p>
                      <a:r>
                        <a:rPr lang="en-US" sz="900">
                          <a:latin typeface="+mn-lt"/>
                        </a:rPr>
                        <a:t>Load Test - Achieve targeted users and TPS </a:t>
                      </a:r>
                    </a:p>
                    <a:p>
                      <a:r>
                        <a:rPr lang="en-US" sz="900">
                          <a:latin typeface="+mn-lt"/>
                        </a:rPr>
                        <a:t>Stress Test - Identify the breakpoint</a:t>
                      </a:r>
                    </a:p>
                    <a:p>
                      <a:endParaRPr lang="en-US" sz="900">
                        <a:latin typeface="+mn-lt"/>
                        <a:ea typeface="Calibri" panose="020F0502020204030204" pitchFamily="34" charset="0"/>
                        <a:cs typeface="Calibri" panose="020F0502020204030204" pitchFamily="34" charset="0"/>
                      </a:endParaRPr>
                    </a:p>
                    <a:p>
                      <a:r>
                        <a:rPr lang="en-US" sz="900">
                          <a:latin typeface="+mn-lt"/>
                          <a:ea typeface="Calibri" panose="020F0502020204030204" pitchFamily="34" charset="0"/>
                          <a:cs typeface="Calibri" panose="020F0502020204030204" pitchFamily="34" charset="0"/>
                        </a:rPr>
                        <a:t>Note: P</a:t>
                      </a:r>
                    </a:p>
                  </a:txBody>
                  <a:tcPr/>
                </a:tc>
                <a:tc>
                  <a:txBody>
                    <a:bodyPr/>
                    <a:lstStyle/>
                    <a:p>
                      <a:r>
                        <a:rPr lang="en-US" sz="900">
                          <a:latin typeface="+mn-lt"/>
                          <a:ea typeface="Calibri" panose="020F0502020204030204" pitchFamily="34" charset="0"/>
                          <a:cs typeface="Calibri" panose="020F0502020204030204" pitchFamily="34" charset="0"/>
                        </a:rPr>
                        <a:t>Load Test </a:t>
                      </a:r>
                    </a:p>
                    <a:p>
                      <a:r>
                        <a:rPr lang="en-US" sz="900">
                          <a:latin typeface="+mn-lt"/>
                          <a:ea typeface="Calibri" panose="020F0502020204030204" pitchFamily="34" charset="0"/>
                          <a:cs typeface="Calibri" panose="020F0502020204030204" pitchFamily="34" charset="0"/>
                        </a:rPr>
                        <a:t>Stress Test</a:t>
                      </a:r>
                    </a:p>
                  </a:txBody>
                  <a:tcPr/>
                </a:tc>
                <a:tc>
                  <a:txBody>
                    <a:bodyPr/>
                    <a:lstStyle/>
                    <a:p>
                      <a:pPr algn="ctr"/>
                      <a:r>
                        <a:rPr lang="en-US" sz="900">
                          <a:latin typeface="+mn-lt"/>
                          <a:ea typeface="Calibri" panose="020F0502020204030204" pitchFamily="34" charset="0"/>
                          <a:cs typeface="Calibri" panose="020F0502020204030204" pitchFamily="34" charset="0"/>
                        </a:rPr>
                        <a:t>Two Load Tests</a:t>
                      </a:r>
                    </a:p>
                    <a:p>
                      <a:pPr marL="0" marR="0" lvl="0" indent="0" algn="ctr" defTabSz="1219170" rtl="0" eaLnBrk="1" fontAlgn="auto" latinLnBrk="0" hangingPunct="1">
                        <a:lnSpc>
                          <a:spcPct val="100000"/>
                        </a:lnSpc>
                        <a:spcBef>
                          <a:spcPts val="0"/>
                        </a:spcBef>
                        <a:spcAft>
                          <a:spcPts val="0"/>
                        </a:spcAft>
                        <a:buClrTx/>
                        <a:buSzTx/>
                        <a:buFontTx/>
                        <a:buNone/>
                        <a:tabLst/>
                        <a:defRPr/>
                      </a:pPr>
                      <a:r>
                        <a:rPr lang="en-US" sz="900">
                          <a:latin typeface="+mn-lt"/>
                          <a:ea typeface="Calibri" panose="020F0502020204030204" pitchFamily="34" charset="0"/>
                          <a:cs typeface="Calibri" panose="020F0502020204030204" pitchFamily="34" charset="0"/>
                        </a:rPr>
                        <a:t>Two </a:t>
                      </a:r>
                      <a:r>
                        <a:rPr lang="en-US" sz="900" err="1">
                          <a:latin typeface="+mn-lt"/>
                          <a:ea typeface="Calibri" panose="020F0502020204030204" pitchFamily="34" charset="0"/>
                          <a:cs typeface="Calibri" panose="020F0502020204030204" pitchFamily="34" charset="0"/>
                        </a:rPr>
                        <a:t>StressTests</a:t>
                      </a:r>
                      <a:endParaRPr lang="en-US" sz="900">
                        <a:latin typeface="+mn-lt"/>
                        <a:ea typeface="Calibri" panose="020F0502020204030204" pitchFamily="34" charset="0"/>
                        <a:cs typeface="Calibri" panose="020F0502020204030204" pitchFamily="34" charset="0"/>
                      </a:endParaRPr>
                    </a:p>
                    <a:p>
                      <a:pPr algn="ctr"/>
                      <a:endParaRPr lang="en-US" sz="900">
                        <a:latin typeface="+mn-lt"/>
                        <a:ea typeface="Calibri" panose="020F0502020204030204" pitchFamily="34" charset="0"/>
                        <a:cs typeface="Calibri" panose="020F0502020204030204" pitchFamily="34" charset="0"/>
                      </a:endParaRPr>
                    </a:p>
                    <a:p>
                      <a:pPr algn="ctr"/>
                      <a:r>
                        <a:rPr lang="en-US" sz="900">
                          <a:latin typeface="+mn-lt"/>
                          <a:ea typeface="Calibri" panose="020F0502020204030204" pitchFamily="34" charset="0"/>
                          <a:cs typeface="Calibri" panose="020F0502020204030204" pitchFamily="34" charset="0"/>
                        </a:rPr>
                        <a:t>Post fixes: One Load Test</a:t>
                      </a:r>
                    </a:p>
                  </a:txBody>
                  <a:tcPr/>
                </a:tc>
                <a:tc>
                  <a:txBody>
                    <a:bodyPr/>
                    <a:lstStyle/>
                    <a:p>
                      <a:pPr algn="ctr"/>
                      <a:r>
                        <a:rPr lang="en-US" sz="900">
                          <a:latin typeface="+mn-lt"/>
                          <a:ea typeface="Calibri" panose="020F0502020204030204" pitchFamily="34" charset="0"/>
                          <a:cs typeface="Calibri" panose="020F0502020204030204" pitchFamily="34" charset="0"/>
                        </a:rPr>
                        <a:t>23</a:t>
                      </a:r>
                      <a:r>
                        <a:rPr lang="en-US" sz="900" baseline="30000">
                          <a:latin typeface="+mn-lt"/>
                          <a:ea typeface="Calibri" panose="020F0502020204030204" pitchFamily="34" charset="0"/>
                          <a:cs typeface="Calibri" panose="020F0502020204030204" pitchFamily="34" charset="0"/>
                        </a:rPr>
                        <a:t>rd</a:t>
                      </a:r>
                      <a:r>
                        <a:rPr lang="en-US" sz="900">
                          <a:latin typeface="+mn-lt"/>
                          <a:ea typeface="Calibri" panose="020F0502020204030204" pitchFamily="34" charset="0"/>
                          <a:cs typeface="Calibri" panose="020F0502020204030204" pitchFamily="34" charset="0"/>
                        </a:rPr>
                        <a:t> Dec 2024</a:t>
                      </a:r>
                    </a:p>
                  </a:txBody>
                  <a:tcPr/>
                </a:tc>
                <a:tc>
                  <a:txBody>
                    <a:bodyPr/>
                    <a:lstStyle/>
                    <a:p>
                      <a:pPr algn="ctr"/>
                      <a:r>
                        <a:rPr lang="en-US" sz="900">
                          <a:latin typeface="+mn-lt"/>
                          <a:ea typeface="Calibri" panose="020F0502020204030204" pitchFamily="34" charset="0"/>
                          <a:cs typeface="Calibri" panose="020F0502020204030204" pitchFamily="34" charset="0"/>
                        </a:rPr>
                        <a:t>10</a:t>
                      </a:r>
                      <a:r>
                        <a:rPr lang="en-US" sz="900" baseline="30000">
                          <a:latin typeface="+mn-lt"/>
                          <a:ea typeface="Calibri" panose="020F0502020204030204" pitchFamily="34" charset="0"/>
                          <a:cs typeface="Calibri" panose="020F0502020204030204" pitchFamily="34" charset="0"/>
                        </a:rPr>
                        <a:t>th</a:t>
                      </a:r>
                      <a:r>
                        <a:rPr lang="en-US" sz="900">
                          <a:latin typeface="+mn-lt"/>
                          <a:ea typeface="Calibri" panose="020F0502020204030204" pitchFamily="34" charset="0"/>
                          <a:cs typeface="Calibri" panose="020F0502020204030204" pitchFamily="34" charset="0"/>
                        </a:rPr>
                        <a:t> Jan 2025</a:t>
                      </a:r>
                    </a:p>
                  </a:txBody>
                  <a:tcPr/>
                </a:tc>
                <a:tc>
                  <a:txBody>
                    <a:bodyPr/>
                    <a:lstStyle/>
                    <a:p>
                      <a:pPr algn="ctr"/>
                      <a:r>
                        <a:rPr lang="en-US" sz="900">
                          <a:latin typeface="+mn-lt"/>
                          <a:ea typeface="Calibri" panose="020F0502020204030204" pitchFamily="34" charset="0"/>
                          <a:cs typeface="Calibri" panose="020F0502020204030204" pitchFamily="34" charset="0"/>
                        </a:rPr>
                        <a:t>13 days</a:t>
                      </a:r>
                    </a:p>
                  </a:txBody>
                  <a:tcPr/>
                </a:tc>
                <a:extLst>
                  <a:ext uri="{0D108BD9-81ED-4DB2-BD59-A6C34878D82A}">
                    <a16:rowId xmlns:a16="http://schemas.microsoft.com/office/drawing/2014/main" val="1257574285"/>
                  </a:ext>
                </a:extLst>
              </a:tr>
              <a:tr h="590428">
                <a:tc>
                  <a:txBody>
                    <a:bodyPr/>
                    <a:lstStyle/>
                    <a:p>
                      <a:pPr algn="ctr"/>
                      <a:r>
                        <a:rPr lang="en-US" sz="900">
                          <a:latin typeface="+mn-lt"/>
                          <a:ea typeface="Calibri" panose="020F0502020204030204" pitchFamily="34" charset="0"/>
                          <a:cs typeface="Calibri" panose="020F0502020204030204" pitchFamily="34" charset="0"/>
                        </a:rPr>
                        <a:t>2</a:t>
                      </a:r>
                    </a:p>
                  </a:txBody>
                  <a:tcPr/>
                </a:tc>
                <a:tc>
                  <a:txBody>
                    <a:bodyPr/>
                    <a:lstStyle/>
                    <a:p>
                      <a:r>
                        <a:rPr lang="en-US" sz="900">
                          <a:latin typeface="+mn-lt"/>
                          <a:ea typeface="Calibri" panose="020F0502020204030204" pitchFamily="34" charset="0"/>
                          <a:cs typeface="Calibri" panose="020F0502020204030204" pitchFamily="34" charset="0"/>
                        </a:rPr>
                        <a:t>Option 2: If delay in deploying the Lollipop feature into PF environment,  Performance team will execute separate HCP report Gen for 90, 14, 7 days (Equal distribution of report length)</a:t>
                      </a:r>
                    </a:p>
                  </a:txBody>
                  <a:tcPr/>
                </a:tc>
                <a:tc>
                  <a:txBody>
                    <a:bodyPr/>
                    <a:lstStyle/>
                    <a:p>
                      <a:r>
                        <a:rPr lang="en-US" sz="900">
                          <a:latin typeface="+mn-lt"/>
                          <a:ea typeface="Calibri" panose="020F0502020204030204" pitchFamily="34" charset="0"/>
                          <a:cs typeface="Calibri" panose="020F0502020204030204" pitchFamily="34" charset="0"/>
                        </a:rPr>
                        <a:t>To Achieve targeted users and TPS </a:t>
                      </a:r>
                    </a:p>
                  </a:txBody>
                  <a:tcPr/>
                </a:tc>
                <a:tc>
                  <a:txBody>
                    <a:bodyPr/>
                    <a:lstStyle/>
                    <a:p>
                      <a:r>
                        <a:rPr lang="en-US" sz="900">
                          <a:latin typeface="+mn-lt"/>
                          <a:ea typeface="Calibri" panose="020F0502020204030204" pitchFamily="34" charset="0"/>
                          <a:cs typeface="Calibri" panose="020F0502020204030204" pitchFamily="34" charset="0"/>
                        </a:rPr>
                        <a:t>Load Test</a:t>
                      </a:r>
                    </a:p>
                  </a:txBody>
                  <a:tcPr/>
                </a:tc>
                <a:tc>
                  <a:txBody>
                    <a:bodyPr/>
                    <a:lstStyle/>
                    <a:p>
                      <a:pPr algn="ctr"/>
                      <a:r>
                        <a:rPr lang="en-US" sz="900">
                          <a:latin typeface="+mn-lt"/>
                          <a:ea typeface="Calibri" panose="020F0502020204030204" pitchFamily="34" charset="0"/>
                          <a:cs typeface="Calibri" panose="020F0502020204030204" pitchFamily="34" charset="0"/>
                        </a:rPr>
                        <a:t>2</a:t>
                      </a:r>
                    </a:p>
                  </a:txBody>
                  <a:tcPr/>
                </a:tc>
                <a:tc>
                  <a:txBody>
                    <a:bodyPr/>
                    <a:lstStyle/>
                    <a:p>
                      <a:pPr algn="ctr"/>
                      <a:r>
                        <a:rPr lang="en-US" sz="900">
                          <a:latin typeface="+mn-lt"/>
                          <a:ea typeface="Calibri" panose="020F0502020204030204" pitchFamily="34" charset="0"/>
                          <a:cs typeface="Calibri" panose="020F0502020204030204" pitchFamily="34" charset="0"/>
                        </a:rPr>
                        <a:t>13</a:t>
                      </a:r>
                      <a:r>
                        <a:rPr lang="en-US" sz="900" baseline="30000">
                          <a:latin typeface="+mn-lt"/>
                          <a:ea typeface="Calibri" panose="020F0502020204030204" pitchFamily="34" charset="0"/>
                          <a:cs typeface="Calibri" panose="020F0502020204030204" pitchFamily="34" charset="0"/>
                        </a:rPr>
                        <a:t>th</a:t>
                      </a:r>
                      <a:r>
                        <a:rPr lang="en-US" sz="900">
                          <a:latin typeface="+mn-lt"/>
                          <a:ea typeface="Calibri" panose="020F0502020204030204" pitchFamily="34" charset="0"/>
                          <a:cs typeface="Calibri" panose="020F0502020204030204" pitchFamily="34" charset="0"/>
                        </a:rPr>
                        <a:t> Jan 2025</a:t>
                      </a:r>
                    </a:p>
                  </a:txBody>
                  <a:tcPr/>
                </a:tc>
                <a:tc>
                  <a:txBody>
                    <a:bodyPr/>
                    <a:lstStyle/>
                    <a:p>
                      <a:pPr algn="ctr"/>
                      <a:r>
                        <a:rPr lang="en-US" sz="900">
                          <a:latin typeface="+mn-lt"/>
                          <a:ea typeface="Calibri" panose="020F0502020204030204" pitchFamily="34" charset="0"/>
                          <a:cs typeface="Calibri" panose="020F0502020204030204" pitchFamily="34" charset="0"/>
                        </a:rPr>
                        <a:t>3</a:t>
                      </a:r>
                      <a:r>
                        <a:rPr lang="en-US" sz="900" baseline="30000">
                          <a:latin typeface="+mn-lt"/>
                          <a:ea typeface="Calibri" panose="020F0502020204030204" pitchFamily="34" charset="0"/>
                          <a:cs typeface="Calibri" panose="020F0502020204030204" pitchFamily="34" charset="0"/>
                        </a:rPr>
                        <a:t>rd</a:t>
                      </a:r>
                      <a:r>
                        <a:rPr lang="en-US" sz="900">
                          <a:latin typeface="+mn-lt"/>
                          <a:ea typeface="Calibri" panose="020F0502020204030204" pitchFamily="34" charset="0"/>
                          <a:cs typeface="Calibri" panose="020F0502020204030204" pitchFamily="34" charset="0"/>
                        </a:rPr>
                        <a:t> Feb 2025</a:t>
                      </a:r>
                    </a:p>
                  </a:txBody>
                  <a:tcPr/>
                </a:tc>
                <a:tc>
                  <a:txBody>
                    <a:bodyPr/>
                    <a:lstStyle/>
                    <a:p>
                      <a:pPr algn="ctr"/>
                      <a:r>
                        <a:rPr lang="en-US" sz="900">
                          <a:latin typeface="+mn-lt"/>
                          <a:ea typeface="Calibri" panose="020F0502020204030204" pitchFamily="34" charset="0"/>
                          <a:cs typeface="Calibri" panose="020F0502020204030204" pitchFamily="34" charset="0"/>
                        </a:rPr>
                        <a:t>14 days</a:t>
                      </a:r>
                    </a:p>
                  </a:txBody>
                  <a:tcPr/>
                </a:tc>
                <a:extLst>
                  <a:ext uri="{0D108BD9-81ED-4DB2-BD59-A6C34878D82A}">
                    <a16:rowId xmlns:a16="http://schemas.microsoft.com/office/drawing/2014/main" val="4240306570"/>
                  </a:ext>
                </a:extLst>
              </a:tr>
              <a:tr h="590428">
                <a:tc>
                  <a:txBody>
                    <a:bodyPr/>
                    <a:lstStyle/>
                    <a:p>
                      <a:pPr algn="ctr"/>
                      <a:r>
                        <a:rPr lang="en-US" sz="900">
                          <a:latin typeface="+mn-lt"/>
                          <a:ea typeface="Calibri" panose="020F0502020204030204" pitchFamily="34" charset="0"/>
                          <a:cs typeface="Calibri" panose="020F0502020204030204" pitchFamily="34" charset="0"/>
                        </a:rPr>
                        <a:t>3</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a:latin typeface="+mn-lt"/>
                        </a:rPr>
                        <a:t>All in-scope scenarios for HCP &amp; </a:t>
                      </a:r>
                      <a:r>
                        <a:rPr lang="en-US" sz="900" err="1">
                          <a:latin typeface="+mn-lt"/>
                        </a:rPr>
                        <a:t>PwD</a:t>
                      </a:r>
                      <a:endParaRPr lang="en-US" sz="900">
                        <a:latin typeface="+mn-lt"/>
                      </a:endParaRP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a:latin typeface="+mn-lt"/>
                        </a:rPr>
                        <a:t>Identify any memory leaks while during extending duration testing</a:t>
                      </a:r>
                      <a:endParaRPr lang="en-US" sz="900" b="1">
                        <a:latin typeface="+mn-lt"/>
                      </a:endParaRPr>
                    </a:p>
                  </a:txBody>
                  <a:tcPr/>
                </a:tc>
                <a:tc>
                  <a:txBody>
                    <a:bodyPr/>
                    <a:lstStyle/>
                    <a:p>
                      <a:r>
                        <a:rPr lang="en-US" sz="900">
                          <a:latin typeface="+mn-lt"/>
                          <a:ea typeface="Calibri" panose="020F0502020204030204" pitchFamily="34" charset="0"/>
                          <a:cs typeface="Calibri" panose="020F0502020204030204" pitchFamily="34" charset="0"/>
                        </a:rPr>
                        <a:t>Endurance Test (24 hours)</a:t>
                      </a:r>
                    </a:p>
                  </a:txBody>
                  <a:tcPr/>
                </a:tc>
                <a:tc>
                  <a:txBody>
                    <a:bodyPr/>
                    <a:lstStyle/>
                    <a:p>
                      <a:pPr algn="ctr"/>
                      <a:r>
                        <a:rPr lang="en-US" sz="900">
                          <a:latin typeface="+mn-lt"/>
                          <a:ea typeface="Calibri" panose="020F0502020204030204" pitchFamily="34" charset="0"/>
                          <a:cs typeface="Calibri" panose="020F0502020204030204" pitchFamily="34" charset="0"/>
                        </a:rPr>
                        <a:t>1</a:t>
                      </a:r>
                    </a:p>
                  </a:txBody>
                  <a:tcPr/>
                </a:tc>
                <a:tc>
                  <a:txBody>
                    <a:bodyPr/>
                    <a:lstStyle/>
                    <a:p>
                      <a:pPr algn="ctr"/>
                      <a:r>
                        <a:rPr lang="en-US" sz="900">
                          <a:latin typeface="+mn-lt"/>
                          <a:ea typeface="Calibri" panose="020F0502020204030204" pitchFamily="34" charset="0"/>
                          <a:cs typeface="Calibri" panose="020F0502020204030204" pitchFamily="34" charset="0"/>
                        </a:rPr>
                        <a:t>10</a:t>
                      </a:r>
                      <a:r>
                        <a:rPr lang="en-US" sz="900" baseline="30000">
                          <a:latin typeface="+mn-lt"/>
                          <a:ea typeface="Calibri" panose="020F0502020204030204" pitchFamily="34" charset="0"/>
                          <a:cs typeface="Calibri" panose="020F0502020204030204" pitchFamily="34" charset="0"/>
                        </a:rPr>
                        <a:t>th</a:t>
                      </a:r>
                      <a:r>
                        <a:rPr lang="en-US" sz="900">
                          <a:latin typeface="+mn-lt"/>
                          <a:ea typeface="Calibri" panose="020F0502020204030204" pitchFamily="34" charset="0"/>
                          <a:cs typeface="Calibri" panose="020F0502020204030204" pitchFamily="34" charset="0"/>
                        </a:rPr>
                        <a:t> Feb 2025</a:t>
                      </a:r>
                    </a:p>
                  </a:txBody>
                  <a:tcPr/>
                </a:tc>
                <a:tc>
                  <a:txBody>
                    <a:bodyPr/>
                    <a:lstStyle/>
                    <a:p>
                      <a:pPr algn="ctr"/>
                      <a:r>
                        <a:rPr lang="en-US" sz="900">
                          <a:latin typeface="+mn-lt"/>
                          <a:ea typeface="Calibri" panose="020F0502020204030204" pitchFamily="34" charset="0"/>
                          <a:cs typeface="Calibri" panose="020F0502020204030204" pitchFamily="34" charset="0"/>
                        </a:rPr>
                        <a:t>14</a:t>
                      </a:r>
                      <a:r>
                        <a:rPr lang="en-US" sz="900" baseline="30000">
                          <a:latin typeface="+mn-lt"/>
                          <a:ea typeface="Calibri" panose="020F0502020204030204" pitchFamily="34" charset="0"/>
                          <a:cs typeface="Calibri" panose="020F0502020204030204" pitchFamily="34" charset="0"/>
                        </a:rPr>
                        <a:t>th</a:t>
                      </a:r>
                      <a:r>
                        <a:rPr lang="en-US" sz="900">
                          <a:latin typeface="+mn-lt"/>
                          <a:ea typeface="Calibri" panose="020F0502020204030204" pitchFamily="34" charset="0"/>
                          <a:cs typeface="Calibri" panose="020F0502020204030204" pitchFamily="34" charset="0"/>
                        </a:rPr>
                        <a:t> Feb 2025</a:t>
                      </a:r>
                    </a:p>
                  </a:txBody>
                  <a:tcPr/>
                </a:tc>
                <a:tc>
                  <a:txBody>
                    <a:bodyPr/>
                    <a:lstStyle/>
                    <a:p>
                      <a:pPr algn="ctr"/>
                      <a:r>
                        <a:rPr lang="en-US" sz="900">
                          <a:latin typeface="+mn-lt"/>
                          <a:ea typeface="Calibri" panose="020F0502020204030204" pitchFamily="34" charset="0"/>
                          <a:cs typeface="Calibri" panose="020F0502020204030204" pitchFamily="34" charset="0"/>
                        </a:rPr>
                        <a:t>5 days</a:t>
                      </a:r>
                    </a:p>
                  </a:txBody>
                  <a:tcPr/>
                </a:tc>
                <a:extLst>
                  <a:ext uri="{0D108BD9-81ED-4DB2-BD59-A6C34878D82A}">
                    <a16:rowId xmlns:a16="http://schemas.microsoft.com/office/drawing/2014/main" val="1891361388"/>
                  </a:ext>
                </a:extLst>
              </a:tr>
            </a:tbl>
          </a:graphicData>
        </a:graphic>
      </p:graphicFrame>
      <p:sp>
        <p:nvSpPr>
          <p:cNvPr id="14" name="TextBox 13">
            <a:extLst>
              <a:ext uri="{FF2B5EF4-FFF2-40B4-BE49-F238E27FC236}">
                <a16:creationId xmlns:a16="http://schemas.microsoft.com/office/drawing/2014/main" id="{147E0186-3A45-43B4-7596-F7C0B5492D33}"/>
              </a:ext>
            </a:extLst>
          </p:cNvPr>
          <p:cNvSpPr txBox="1"/>
          <p:nvPr/>
        </p:nvSpPr>
        <p:spPr>
          <a:xfrm>
            <a:off x="169481" y="3265263"/>
            <a:ext cx="6058864" cy="338554"/>
          </a:xfrm>
          <a:prstGeom prst="rect">
            <a:avLst/>
          </a:prstGeom>
          <a:noFill/>
        </p:spPr>
        <p:txBody>
          <a:bodyPr wrap="square">
            <a:spAutoFit/>
          </a:bodyPr>
          <a:lstStyle/>
          <a:p>
            <a:r>
              <a:rPr lang="en-US" sz="1600" b="1">
                <a:latin typeface="Aptos" panose="020B0004020202020204" pitchFamily="34" charset="0"/>
                <a:ea typeface="Calibri" panose="020F0502020204030204" pitchFamily="34" charset="0"/>
                <a:cs typeface="Calibri" panose="020F0502020204030204" pitchFamily="34" charset="0"/>
              </a:rPr>
              <a:t>GUI Test Execution Plan – Planned during 1.6 release (March)</a:t>
            </a:r>
          </a:p>
        </p:txBody>
      </p:sp>
      <p:graphicFrame>
        <p:nvGraphicFramePr>
          <p:cNvPr id="15" name="Table 14">
            <a:extLst>
              <a:ext uri="{FF2B5EF4-FFF2-40B4-BE49-F238E27FC236}">
                <a16:creationId xmlns:a16="http://schemas.microsoft.com/office/drawing/2014/main" id="{2D87607F-3BD6-E693-4B5D-214A2E470082}"/>
              </a:ext>
            </a:extLst>
          </p:cNvPr>
          <p:cNvGraphicFramePr>
            <a:graphicFrameLocks noGrp="1"/>
          </p:cNvGraphicFramePr>
          <p:nvPr>
            <p:extLst>
              <p:ext uri="{D42A27DB-BD31-4B8C-83A1-F6EECF244321}">
                <p14:modId xmlns:p14="http://schemas.microsoft.com/office/powerpoint/2010/main" val="939173707"/>
              </p:ext>
            </p:extLst>
          </p:nvPr>
        </p:nvGraphicFramePr>
        <p:xfrm>
          <a:off x="200421" y="3630686"/>
          <a:ext cx="11750372" cy="2560702"/>
        </p:xfrm>
        <a:graphic>
          <a:graphicData uri="http://schemas.openxmlformats.org/drawingml/2006/table">
            <a:tbl>
              <a:tblPr firstRow="1" bandRow="1">
                <a:tableStyleId>{5C22544A-7EE6-4342-B048-85BDC9FD1C3A}</a:tableStyleId>
              </a:tblPr>
              <a:tblGrid>
                <a:gridCol w="439157">
                  <a:extLst>
                    <a:ext uri="{9D8B030D-6E8A-4147-A177-3AD203B41FA5}">
                      <a16:colId xmlns:a16="http://schemas.microsoft.com/office/drawing/2014/main" val="4051123191"/>
                    </a:ext>
                  </a:extLst>
                </a:gridCol>
                <a:gridCol w="3832732">
                  <a:extLst>
                    <a:ext uri="{9D8B030D-6E8A-4147-A177-3AD203B41FA5}">
                      <a16:colId xmlns:a16="http://schemas.microsoft.com/office/drawing/2014/main" val="3511626335"/>
                    </a:ext>
                  </a:extLst>
                </a:gridCol>
                <a:gridCol w="1873071">
                  <a:extLst>
                    <a:ext uri="{9D8B030D-6E8A-4147-A177-3AD203B41FA5}">
                      <a16:colId xmlns:a16="http://schemas.microsoft.com/office/drawing/2014/main" val="1830456476"/>
                    </a:ext>
                  </a:extLst>
                </a:gridCol>
                <a:gridCol w="1062183">
                  <a:extLst>
                    <a:ext uri="{9D8B030D-6E8A-4147-A177-3AD203B41FA5}">
                      <a16:colId xmlns:a16="http://schemas.microsoft.com/office/drawing/2014/main" val="2312423078"/>
                    </a:ext>
                  </a:extLst>
                </a:gridCol>
                <a:gridCol w="1468581">
                  <a:extLst>
                    <a:ext uri="{9D8B030D-6E8A-4147-A177-3AD203B41FA5}">
                      <a16:colId xmlns:a16="http://schemas.microsoft.com/office/drawing/2014/main" val="864379418"/>
                    </a:ext>
                  </a:extLst>
                </a:gridCol>
                <a:gridCol w="1209964">
                  <a:extLst>
                    <a:ext uri="{9D8B030D-6E8A-4147-A177-3AD203B41FA5}">
                      <a16:colId xmlns:a16="http://schemas.microsoft.com/office/drawing/2014/main" val="1092972083"/>
                    </a:ext>
                  </a:extLst>
                </a:gridCol>
                <a:gridCol w="1200727">
                  <a:extLst>
                    <a:ext uri="{9D8B030D-6E8A-4147-A177-3AD203B41FA5}">
                      <a16:colId xmlns:a16="http://schemas.microsoft.com/office/drawing/2014/main" val="3260127342"/>
                    </a:ext>
                  </a:extLst>
                </a:gridCol>
                <a:gridCol w="663957">
                  <a:extLst>
                    <a:ext uri="{9D8B030D-6E8A-4147-A177-3AD203B41FA5}">
                      <a16:colId xmlns:a16="http://schemas.microsoft.com/office/drawing/2014/main" val="2786087848"/>
                    </a:ext>
                  </a:extLst>
                </a:gridCol>
              </a:tblGrid>
              <a:tr h="261903">
                <a:tc rowSpan="2">
                  <a:txBody>
                    <a:bodyPr/>
                    <a:lstStyle/>
                    <a:p>
                      <a:pPr algn="ctr" fontAlgn="ctr"/>
                      <a:r>
                        <a:rPr lang="en-US" sz="900">
                          <a:latin typeface="+mn-lt"/>
                          <a:ea typeface="Calibri" panose="020F0502020204030204" pitchFamily="34" charset="0"/>
                          <a:cs typeface="Calibri" panose="020F0502020204030204" pitchFamily="34" charset="0"/>
                        </a:rPr>
                        <a:t>#</a:t>
                      </a:r>
                      <a:endParaRPr lang="en-US" sz="900" b="1" i="0" u="none" strike="noStrike">
                        <a:solidFill>
                          <a:schemeClr val="bg1"/>
                        </a:solidFill>
                        <a:effectLst/>
                        <a:latin typeface="+mn-lt"/>
                        <a:ea typeface="Calibri" panose="020F0502020204030204" pitchFamily="34" charset="0"/>
                        <a:cs typeface="Calibri" panose="020F0502020204030204" pitchFamily="34" charset="0"/>
                      </a:endParaRPr>
                    </a:p>
                  </a:txBody>
                  <a:tcPr marL="4277" marR="4277" marT="4277" marB="30792" anchor="ctr"/>
                </a:tc>
                <a:tc rowSpan="2">
                  <a:txBody>
                    <a:bodyPr/>
                    <a:lstStyle/>
                    <a:p>
                      <a:pPr algn="ctr" fontAlgn="ctr"/>
                      <a:r>
                        <a:rPr lang="en-US" sz="900" b="1" i="0" u="none" strike="noStrike">
                          <a:solidFill>
                            <a:schemeClr val="bg1"/>
                          </a:solidFill>
                          <a:effectLst/>
                          <a:latin typeface="+mn-lt"/>
                          <a:ea typeface="Calibri" panose="020F0502020204030204" pitchFamily="34" charset="0"/>
                          <a:cs typeface="Calibri" panose="020F0502020204030204" pitchFamily="34" charset="0"/>
                        </a:rPr>
                        <a:t>Description</a:t>
                      </a:r>
                    </a:p>
                  </a:txBody>
                  <a:tcPr marL="4277" marR="4277" marT="4277" marB="30792" anchor="ctr"/>
                </a:tc>
                <a:tc rowSpan="2">
                  <a:txBody>
                    <a:bodyPr/>
                    <a:lstStyle/>
                    <a:p>
                      <a:pPr algn="ctr" fontAlgn="ctr"/>
                      <a:r>
                        <a:rPr lang="en-US" sz="900" b="1" i="0" u="none" strike="noStrike">
                          <a:solidFill>
                            <a:schemeClr val="bg1"/>
                          </a:solidFill>
                          <a:effectLst/>
                          <a:latin typeface="+mn-lt"/>
                          <a:ea typeface="Calibri" panose="020F0502020204030204" pitchFamily="34" charset="0"/>
                          <a:cs typeface="Calibri" panose="020F0502020204030204" pitchFamily="34" charset="0"/>
                        </a:rPr>
                        <a:t>Goals</a:t>
                      </a:r>
                    </a:p>
                  </a:txBody>
                  <a:tcPr marL="4277" marR="4277" marT="4277" marB="30792" anchor="ctr"/>
                </a:tc>
                <a:tc rowSpan="2">
                  <a:txBody>
                    <a:bodyPr/>
                    <a:lstStyle/>
                    <a:p>
                      <a:pPr algn="ctr" fontAlgn="ctr"/>
                      <a:r>
                        <a:rPr lang="en-US" sz="900" b="1" i="0" u="none" strike="noStrike">
                          <a:solidFill>
                            <a:schemeClr val="bg1"/>
                          </a:solidFill>
                          <a:effectLst/>
                          <a:latin typeface="+mn-lt"/>
                          <a:ea typeface="Calibri" panose="020F0502020204030204" pitchFamily="34" charset="0"/>
                          <a:cs typeface="Calibri" panose="020F0502020204030204" pitchFamily="34" charset="0"/>
                        </a:rPr>
                        <a:t>Type of Test</a:t>
                      </a:r>
                    </a:p>
                  </a:txBody>
                  <a:tcPr marL="4277" marR="4277" marT="4277" marB="30792" anchor="ctr"/>
                </a:tc>
                <a:tc rowSpan="2">
                  <a:txBody>
                    <a:bodyPr/>
                    <a:lstStyle/>
                    <a:p>
                      <a:pPr algn="ctr" fontAlgn="ctr"/>
                      <a:r>
                        <a:rPr lang="en-US" sz="900" b="1" i="0" u="none" strike="noStrike">
                          <a:solidFill>
                            <a:schemeClr val="bg1"/>
                          </a:solidFill>
                          <a:effectLst/>
                          <a:latin typeface="+mn-lt"/>
                          <a:ea typeface="Calibri" panose="020F0502020204030204" pitchFamily="34" charset="0"/>
                          <a:cs typeface="Calibri" panose="020F0502020204030204" pitchFamily="34" charset="0"/>
                        </a:rPr>
                        <a:t>No. of Cycles</a:t>
                      </a:r>
                    </a:p>
                  </a:txBody>
                  <a:tcPr marL="4277" marR="4277" marT="4277" marB="30792" anchor="ctr"/>
                </a:tc>
                <a:tc gridSpan="2">
                  <a:txBody>
                    <a:bodyPr/>
                    <a:lstStyle/>
                    <a:p>
                      <a:pPr marL="0" algn="ctr" defTabSz="1219170" rtl="0" eaLnBrk="1" fontAlgn="ctr" latinLnBrk="0" hangingPunct="1"/>
                      <a:r>
                        <a:rPr lang="en-US" sz="900" b="1" i="0" u="none" strike="noStrike" kern="1200">
                          <a:solidFill>
                            <a:schemeClr val="bg1"/>
                          </a:solidFill>
                          <a:effectLst/>
                          <a:latin typeface="+mn-lt"/>
                          <a:ea typeface="Calibri" panose="020F0502020204030204" pitchFamily="34" charset="0"/>
                          <a:cs typeface="Calibri" panose="020F0502020204030204" pitchFamily="34" charset="0"/>
                        </a:rPr>
                        <a:t>Execution Timelines</a:t>
                      </a:r>
                    </a:p>
                  </a:txBody>
                  <a:tcPr/>
                </a:tc>
                <a:tc hMerge="1">
                  <a:txBody>
                    <a:bodyPr/>
                    <a:lstStyle/>
                    <a:p>
                      <a:endParaRPr lang="en-US"/>
                    </a:p>
                  </a:txBody>
                  <a:tcPr/>
                </a:tc>
                <a:tc rowSpan="2">
                  <a:txBody>
                    <a:bodyPr/>
                    <a:lstStyle/>
                    <a:p>
                      <a:pPr algn="ctr"/>
                      <a:r>
                        <a:rPr lang="en-US" sz="900" b="1" i="0" u="none" strike="noStrike" kern="1200">
                          <a:solidFill>
                            <a:schemeClr val="bg1"/>
                          </a:solidFill>
                          <a:effectLst/>
                          <a:latin typeface="+mn-lt"/>
                          <a:ea typeface="Calibri" panose="020F0502020204030204" pitchFamily="34" charset="0"/>
                          <a:cs typeface="Calibri" panose="020F0502020204030204" pitchFamily="34" charset="0"/>
                        </a:rPr>
                        <a:t>No. of days</a:t>
                      </a:r>
                    </a:p>
                  </a:txBody>
                  <a:tcPr/>
                </a:tc>
                <a:extLst>
                  <a:ext uri="{0D108BD9-81ED-4DB2-BD59-A6C34878D82A}">
                    <a16:rowId xmlns:a16="http://schemas.microsoft.com/office/drawing/2014/main" val="3397604140"/>
                  </a:ext>
                </a:extLst>
              </a:tr>
              <a:tr h="436505">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r>
                        <a:rPr lang="en-US" sz="900" b="1" i="0" u="none" strike="noStrike" kern="1200">
                          <a:solidFill>
                            <a:schemeClr val="tx1"/>
                          </a:solidFill>
                          <a:effectLst/>
                          <a:latin typeface="+mn-lt"/>
                          <a:ea typeface="Calibri" panose="020F0502020204030204" pitchFamily="34" charset="0"/>
                          <a:cs typeface="Calibri" panose="020F0502020204030204" pitchFamily="34" charset="0"/>
                        </a:rPr>
                        <a:t>Start Date</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900" b="1" i="0" u="none" strike="noStrike" kern="1200">
                          <a:solidFill>
                            <a:schemeClr val="tx1"/>
                          </a:solidFill>
                          <a:effectLst/>
                          <a:latin typeface="+mn-lt"/>
                          <a:ea typeface="Calibri" panose="020F0502020204030204" pitchFamily="34" charset="0"/>
                          <a:cs typeface="Calibri" panose="020F0502020204030204" pitchFamily="34" charset="0"/>
                        </a:rPr>
                        <a:t>End Date</a:t>
                      </a:r>
                    </a:p>
                    <a:p>
                      <a:pPr algn="ctr"/>
                      <a:endParaRPr lang="en-US" sz="900" b="1" i="0" u="none" strike="noStrike" kern="1200">
                        <a:solidFill>
                          <a:schemeClr val="tx1"/>
                        </a:solidFill>
                        <a:effectLst/>
                        <a:latin typeface="+mn-lt"/>
                        <a:ea typeface="Calibri" panose="020F0502020204030204" pitchFamily="34" charset="0"/>
                        <a:cs typeface="Calibri" panose="020F0502020204030204" pitchFamily="34" charset="0"/>
                      </a:endParaRPr>
                    </a:p>
                  </a:txBody>
                  <a:tcPr/>
                </a:tc>
                <a:tc vMerge="1">
                  <a:txBody>
                    <a:bodyPr/>
                    <a:lstStyle/>
                    <a:p>
                      <a:endParaRPr lang="en-US" sz="1200" b="1" i="0" u="none" strike="noStrike" kern="1200">
                        <a:solidFill>
                          <a:schemeClr val="bg1"/>
                        </a:solidFill>
                        <a:effectLst/>
                        <a:latin typeface="Segoe UI" panose="020B0502040204020203" pitchFamily="34" charset="0"/>
                        <a:ea typeface="+mn-ea"/>
                        <a:cs typeface="+mn-cs"/>
                      </a:endParaRPr>
                    </a:p>
                  </a:txBody>
                  <a:tcPr/>
                </a:tc>
                <a:extLst>
                  <a:ext uri="{0D108BD9-81ED-4DB2-BD59-A6C34878D82A}">
                    <a16:rowId xmlns:a16="http://schemas.microsoft.com/office/drawing/2014/main" val="2137669670"/>
                  </a:ext>
                </a:extLst>
              </a:tr>
              <a:tr h="436505">
                <a:tc>
                  <a:txBody>
                    <a:bodyPr/>
                    <a:lstStyle/>
                    <a:p>
                      <a:pPr algn="ctr"/>
                      <a:r>
                        <a:rPr lang="en-US" sz="900">
                          <a:latin typeface="+mn-lt"/>
                          <a:ea typeface="Calibri" panose="020F0502020204030204" pitchFamily="34" charset="0"/>
                          <a:cs typeface="Calibri" panose="020F0502020204030204" pitchFamily="34" charset="0"/>
                        </a:rPr>
                        <a:t>1</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a:latin typeface="+mn-lt"/>
                        </a:rPr>
                        <a:t>All in-scope scenarios for HCP &amp; </a:t>
                      </a:r>
                      <a:r>
                        <a:rPr lang="en-US" sz="900" err="1">
                          <a:latin typeface="+mn-lt"/>
                        </a:rPr>
                        <a:t>PwD</a:t>
                      </a:r>
                      <a:endParaRPr lang="en-US" sz="900">
                        <a:latin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900" b="1">
                          <a:latin typeface="+mn-lt"/>
                        </a:rPr>
                        <a:t>(Refer slide 8 - NFRs and In-Scope scenarios) </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a:latin typeface="+mn-lt"/>
                        </a:rPr>
                        <a:t>Note: Generate report with equal distribution</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900">
                          <a:latin typeface="+mn-lt"/>
                          <a:ea typeface="Calibri" panose="020F0502020204030204" pitchFamily="34" charset="0"/>
                          <a:cs typeface="Calibri" panose="020F0502020204030204" pitchFamily="34" charset="0"/>
                        </a:rPr>
                        <a:t>(Including re-execution timelines)</a:t>
                      </a:r>
                    </a:p>
                  </a:txBody>
                  <a:tcPr/>
                </a:tc>
                <a:tc>
                  <a:txBody>
                    <a:bodyPr/>
                    <a:lstStyle/>
                    <a:p>
                      <a:r>
                        <a:rPr lang="en-US" sz="900">
                          <a:latin typeface="+mn-lt"/>
                        </a:rPr>
                        <a:t>Load Test - Achieve targeted users and TPS </a:t>
                      </a:r>
                    </a:p>
                    <a:p>
                      <a:r>
                        <a:rPr lang="en-US" sz="900">
                          <a:latin typeface="+mn-lt"/>
                        </a:rPr>
                        <a:t>Stress Test - Identify the breakpoint</a:t>
                      </a:r>
                      <a:endParaRPr lang="en-US" sz="900">
                        <a:latin typeface="+mn-lt"/>
                        <a:ea typeface="Calibri" panose="020F0502020204030204" pitchFamily="34" charset="0"/>
                        <a:cs typeface="Calibri" panose="020F0502020204030204" pitchFamily="34" charset="0"/>
                      </a:endParaRPr>
                    </a:p>
                  </a:txBody>
                  <a:tcPr/>
                </a:tc>
                <a:tc>
                  <a:txBody>
                    <a:bodyPr/>
                    <a:lstStyle/>
                    <a:p>
                      <a:r>
                        <a:rPr lang="en-US" sz="900">
                          <a:latin typeface="+mn-lt"/>
                          <a:ea typeface="Calibri" panose="020F0502020204030204" pitchFamily="34" charset="0"/>
                          <a:cs typeface="Calibri" panose="020F0502020204030204" pitchFamily="34" charset="0"/>
                        </a:rPr>
                        <a:t>Load Test </a:t>
                      </a:r>
                    </a:p>
                    <a:p>
                      <a:r>
                        <a:rPr lang="en-US" sz="900">
                          <a:latin typeface="+mn-lt"/>
                          <a:ea typeface="Calibri" panose="020F0502020204030204" pitchFamily="34" charset="0"/>
                          <a:cs typeface="Calibri" panose="020F0502020204030204" pitchFamily="34" charset="0"/>
                        </a:rPr>
                        <a:t>Stress Test</a:t>
                      </a:r>
                    </a:p>
                    <a:p>
                      <a:r>
                        <a:rPr lang="en-US" sz="900">
                          <a:latin typeface="+mn-lt"/>
                          <a:ea typeface="Calibri" panose="020F0502020204030204" pitchFamily="34" charset="0"/>
                          <a:cs typeface="Calibri" panose="020F0502020204030204" pitchFamily="34" charset="0"/>
                        </a:rPr>
                        <a:t>Scalability</a:t>
                      </a:r>
                    </a:p>
                  </a:txBody>
                  <a:tcPr/>
                </a:tc>
                <a:tc>
                  <a:txBody>
                    <a:bodyPr/>
                    <a:lstStyle/>
                    <a:p>
                      <a:pPr algn="ctr"/>
                      <a:r>
                        <a:rPr lang="en-US" sz="900">
                          <a:latin typeface="+mn-lt"/>
                          <a:ea typeface="Calibri" panose="020F0502020204030204" pitchFamily="34" charset="0"/>
                          <a:cs typeface="Calibri" panose="020F0502020204030204" pitchFamily="34" charset="0"/>
                        </a:rPr>
                        <a:t>Load Test – 1</a:t>
                      </a:r>
                    </a:p>
                    <a:p>
                      <a:pPr algn="ctr"/>
                      <a:r>
                        <a:rPr lang="en-US" sz="900">
                          <a:latin typeface="+mn-lt"/>
                          <a:ea typeface="Calibri" panose="020F0502020204030204" pitchFamily="34" charset="0"/>
                          <a:cs typeface="Calibri" panose="020F0502020204030204" pitchFamily="34" charset="0"/>
                        </a:rPr>
                        <a:t>Stress Test – 1</a:t>
                      </a:r>
                    </a:p>
                    <a:p>
                      <a:pPr algn="ctr"/>
                      <a:r>
                        <a:rPr lang="en-US" sz="900">
                          <a:latin typeface="+mn-lt"/>
                          <a:ea typeface="Calibri" panose="020F0502020204030204" pitchFamily="34" charset="0"/>
                          <a:cs typeface="Calibri" panose="020F0502020204030204" pitchFamily="34" charset="0"/>
                        </a:rPr>
                        <a:t>Scalability Test - 3</a:t>
                      </a:r>
                    </a:p>
                  </a:txBody>
                  <a:tcPr/>
                </a:tc>
                <a:tc>
                  <a:txBody>
                    <a:bodyPr/>
                    <a:lstStyle/>
                    <a:p>
                      <a:pPr algn="ctr"/>
                      <a:r>
                        <a:rPr lang="en-US" sz="900">
                          <a:latin typeface="+mn-lt"/>
                          <a:ea typeface="Calibri" panose="020F0502020204030204" pitchFamily="34" charset="0"/>
                          <a:cs typeface="Calibri" panose="020F0502020204030204" pitchFamily="34" charset="0"/>
                        </a:rPr>
                        <a:t>TBD</a:t>
                      </a:r>
                    </a:p>
                  </a:txBody>
                  <a:tcPr/>
                </a:tc>
                <a:tc>
                  <a:txBody>
                    <a:bodyPr/>
                    <a:lstStyle/>
                    <a:p>
                      <a:pPr algn="ctr"/>
                      <a:r>
                        <a:rPr lang="en-US" sz="900">
                          <a:latin typeface="+mn-lt"/>
                          <a:ea typeface="Calibri" panose="020F0502020204030204" pitchFamily="34" charset="0"/>
                          <a:cs typeface="Calibri" panose="020F0502020204030204" pitchFamily="34" charset="0"/>
                        </a:rPr>
                        <a:t>TBD</a:t>
                      </a:r>
                    </a:p>
                  </a:txBody>
                  <a:tcPr/>
                </a:tc>
                <a:tc>
                  <a:txBody>
                    <a:bodyPr/>
                    <a:lstStyle/>
                    <a:p>
                      <a:pPr algn="ctr"/>
                      <a:r>
                        <a:rPr lang="en-US" sz="900">
                          <a:latin typeface="+mn-lt"/>
                          <a:ea typeface="Calibri" panose="020F0502020204030204" pitchFamily="34" charset="0"/>
                          <a:cs typeface="Calibri" panose="020F0502020204030204" pitchFamily="34" charset="0"/>
                        </a:rPr>
                        <a:t>TBD</a:t>
                      </a:r>
                    </a:p>
                  </a:txBody>
                  <a:tcPr/>
                </a:tc>
                <a:extLst>
                  <a:ext uri="{0D108BD9-81ED-4DB2-BD59-A6C34878D82A}">
                    <a16:rowId xmlns:a16="http://schemas.microsoft.com/office/drawing/2014/main" val="3895869558"/>
                  </a:ext>
                </a:extLst>
              </a:tr>
              <a:tr h="436505">
                <a:tc>
                  <a:txBody>
                    <a:bodyPr/>
                    <a:lstStyle/>
                    <a:p>
                      <a:pPr algn="ctr"/>
                      <a:r>
                        <a:rPr lang="en-US" sz="900">
                          <a:latin typeface="+mn-lt"/>
                          <a:ea typeface="Calibri" panose="020F0502020204030204" pitchFamily="34" charset="0"/>
                          <a:cs typeface="Calibri" panose="020F0502020204030204" pitchFamily="34" charset="0"/>
                        </a:rPr>
                        <a:t>1</a:t>
                      </a:r>
                    </a:p>
                  </a:txBody>
                  <a:tcPr/>
                </a:tc>
                <a:tc>
                  <a:txBody>
                    <a:bodyPr/>
                    <a:lstStyle/>
                    <a:p>
                      <a:r>
                        <a:rPr lang="en-US" sz="900">
                          <a:latin typeface="+mn-lt"/>
                          <a:ea typeface="Calibri" panose="020F0502020204030204" pitchFamily="34" charset="0"/>
                          <a:cs typeface="Calibri" panose="020F0502020204030204" pitchFamily="34" charset="0"/>
                        </a:rPr>
                        <a:t>Generate report for 90, 14, 7 days (Equal distribution of report length) for HCP and </a:t>
                      </a:r>
                      <a:r>
                        <a:rPr lang="en-US" sz="900" err="1">
                          <a:latin typeface="+mn-lt"/>
                          <a:ea typeface="Calibri" panose="020F0502020204030204" pitchFamily="34" charset="0"/>
                          <a:cs typeface="Calibri" panose="020F0502020204030204" pitchFamily="34" charset="0"/>
                        </a:rPr>
                        <a:t>PwD</a:t>
                      </a:r>
                      <a:r>
                        <a:rPr lang="en-US" sz="900">
                          <a:latin typeface="+mn-lt"/>
                          <a:ea typeface="Calibri" panose="020F0502020204030204" pitchFamily="34" charset="0"/>
                          <a:cs typeface="Calibri" panose="020F0502020204030204" pitchFamily="34" charset="0"/>
                        </a:rPr>
                        <a:t> scenarios.</a:t>
                      </a:r>
                    </a:p>
                  </a:txBody>
                  <a:tcPr/>
                </a:tc>
                <a:tc>
                  <a:txBody>
                    <a:bodyPr/>
                    <a:lstStyle/>
                    <a:p>
                      <a:r>
                        <a:rPr lang="en-US" sz="900">
                          <a:latin typeface="+mn-lt"/>
                        </a:rPr>
                        <a:t>To identify max no. of concurrent users </a:t>
                      </a:r>
                      <a:endParaRPr lang="en-US" sz="900">
                        <a:latin typeface="+mn-lt"/>
                        <a:ea typeface="Calibri" panose="020F0502020204030204" pitchFamily="34" charset="0"/>
                        <a:cs typeface="Calibri" panose="020F0502020204030204" pitchFamily="34" charset="0"/>
                      </a:endParaRPr>
                    </a:p>
                  </a:txBody>
                  <a:tcPr/>
                </a:tc>
                <a:tc>
                  <a:txBody>
                    <a:bodyPr/>
                    <a:lstStyle/>
                    <a:p>
                      <a:r>
                        <a:rPr lang="en-US" sz="900">
                          <a:latin typeface="+mn-lt"/>
                          <a:ea typeface="Calibri" panose="020F0502020204030204" pitchFamily="34" charset="0"/>
                          <a:cs typeface="Calibri" panose="020F0502020204030204" pitchFamily="34" charset="0"/>
                        </a:rPr>
                        <a:t>Scalability</a:t>
                      </a:r>
                    </a:p>
                  </a:txBody>
                  <a:tcPr/>
                </a:tc>
                <a:tc>
                  <a:txBody>
                    <a:bodyPr/>
                    <a:lstStyle/>
                    <a:p>
                      <a:pPr algn="ctr"/>
                      <a:r>
                        <a:rPr lang="en-US" sz="900">
                          <a:latin typeface="+mn-lt"/>
                          <a:ea typeface="Calibri" panose="020F0502020204030204" pitchFamily="34" charset="0"/>
                          <a:cs typeface="Calibri" panose="020F0502020204030204" pitchFamily="34" charset="0"/>
                        </a:rPr>
                        <a:t>8</a:t>
                      </a:r>
                    </a:p>
                  </a:txBody>
                  <a:tcPr/>
                </a:tc>
                <a:tc>
                  <a:txBody>
                    <a:bodyPr/>
                    <a:lstStyle/>
                    <a:p>
                      <a:pPr algn="ctr"/>
                      <a:r>
                        <a:rPr lang="en-US" sz="900">
                          <a:latin typeface="+mn-lt"/>
                          <a:ea typeface="Calibri" panose="020F0502020204030204" pitchFamily="34" charset="0"/>
                          <a:cs typeface="Calibri" panose="020F0502020204030204" pitchFamily="34" charset="0"/>
                        </a:rPr>
                        <a:t>TBD</a:t>
                      </a:r>
                    </a:p>
                  </a:txBody>
                  <a:tcPr/>
                </a:tc>
                <a:tc>
                  <a:txBody>
                    <a:bodyPr/>
                    <a:lstStyle/>
                    <a:p>
                      <a:pPr algn="ctr"/>
                      <a:r>
                        <a:rPr lang="en-US" sz="900">
                          <a:latin typeface="+mn-lt"/>
                          <a:ea typeface="Calibri" panose="020F0502020204030204" pitchFamily="34" charset="0"/>
                          <a:cs typeface="Calibri" panose="020F0502020204030204" pitchFamily="34" charset="0"/>
                        </a:rPr>
                        <a:t>TBD</a:t>
                      </a:r>
                    </a:p>
                  </a:txBody>
                  <a:tcPr/>
                </a:tc>
                <a:tc>
                  <a:txBody>
                    <a:bodyPr/>
                    <a:lstStyle/>
                    <a:p>
                      <a:pPr algn="ctr"/>
                      <a:r>
                        <a:rPr lang="en-US" sz="900">
                          <a:latin typeface="+mn-lt"/>
                          <a:ea typeface="Calibri" panose="020F0502020204030204" pitchFamily="34" charset="0"/>
                          <a:cs typeface="Calibri" panose="020F0502020204030204" pitchFamily="34" charset="0"/>
                        </a:rPr>
                        <a:t>TBD</a:t>
                      </a:r>
                    </a:p>
                  </a:txBody>
                  <a:tcPr/>
                </a:tc>
                <a:extLst>
                  <a:ext uri="{0D108BD9-81ED-4DB2-BD59-A6C34878D82A}">
                    <a16:rowId xmlns:a16="http://schemas.microsoft.com/office/drawing/2014/main" val="4240306570"/>
                  </a:ext>
                </a:extLst>
              </a:tr>
              <a:tr h="785709">
                <a:tc>
                  <a:txBody>
                    <a:bodyPr/>
                    <a:lstStyle/>
                    <a:p>
                      <a:pPr algn="ctr"/>
                      <a:r>
                        <a:rPr lang="en-US" sz="900">
                          <a:latin typeface="+mn-lt"/>
                          <a:ea typeface="Calibri" panose="020F0502020204030204" pitchFamily="34" charset="0"/>
                          <a:cs typeface="Calibri" panose="020F0502020204030204" pitchFamily="34" charset="0"/>
                        </a:rPr>
                        <a:t>3</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a:latin typeface="+mn-lt"/>
                        </a:rPr>
                        <a:t>All in-scope scenarios for HCP &amp; </a:t>
                      </a:r>
                      <a:r>
                        <a:rPr lang="en-US" sz="900" err="1">
                          <a:latin typeface="+mn-lt"/>
                        </a:rPr>
                        <a:t>PwD</a:t>
                      </a:r>
                      <a:endParaRPr lang="en-US" sz="900">
                        <a:latin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900" b="1">
                          <a:latin typeface="+mn-lt"/>
                        </a:rPr>
                        <a:t>(Refer slide 8 - NFRs and In-Scope scenarios) </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a:latin typeface="+mn-lt"/>
                        </a:rPr>
                        <a:t>Note: Generate report with equal distribution</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a:latin typeface="+mn-lt"/>
                        </a:rPr>
                        <a:t>Sustainability of user's responsiveness and consistency in the TPS</a:t>
                      </a:r>
                      <a:endParaRPr lang="en-US" sz="900" b="1">
                        <a:latin typeface="+mn-lt"/>
                      </a:endParaRPr>
                    </a:p>
                    <a:p>
                      <a:endParaRPr lang="en-US" sz="900">
                        <a:latin typeface="+mn-lt"/>
                        <a:ea typeface="Calibri" panose="020F0502020204030204" pitchFamily="34" charset="0"/>
                        <a:cs typeface="Calibri" panose="020F0502020204030204" pitchFamily="34" charset="0"/>
                      </a:endParaRPr>
                    </a:p>
                  </a:txBody>
                  <a:tcPr/>
                </a:tc>
                <a:tc>
                  <a:txBody>
                    <a:bodyPr/>
                    <a:lstStyle/>
                    <a:p>
                      <a:r>
                        <a:rPr lang="en-US" sz="900">
                          <a:latin typeface="+mn-lt"/>
                          <a:ea typeface="Calibri" panose="020F0502020204030204" pitchFamily="34" charset="0"/>
                          <a:cs typeface="Calibri" panose="020F0502020204030204" pitchFamily="34" charset="0"/>
                        </a:rPr>
                        <a:t>Endurance Test (Optional)</a:t>
                      </a:r>
                    </a:p>
                  </a:txBody>
                  <a:tcPr/>
                </a:tc>
                <a:tc>
                  <a:txBody>
                    <a:bodyPr/>
                    <a:lstStyle/>
                    <a:p>
                      <a:pPr algn="ctr"/>
                      <a:r>
                        <a:rPr lang="en-US" sz="900">
                          <a:latin typeface="+mn-lt"/>
                          <a:ea typeface="Calibri" panose="020F0502020204030204" pitchFamily="34" charset="0"/>
                          <a:cs typeface="Calibri" panose="020F0502020204030204" pitchFamily="34" charset="0"/>
                        </a:rPr>
                        <a:t>1</a:t>
                      </a:r>
                    </a:p>
                  </a:txBody>
                  <a:tcPr/>
                </a:tc>
                <a:tc>
                  <a:txBody>
                    <a:bodyPr/>
                    <a:lstStyle/>
                    <a:p>
                      <a:pPr algn="ctr"/>
                      <a:r>
                        <a:rPr lang="en-US" sz="900">
                          <a:latin typeface="+mn-lt"/>
                          <a:ea typeface="Calibri" panose="020F0502020204030204" pitchFamily="34" charset="0"/>
                          <a:cs typeface="Calibri" panose="020F0502020204030204" pitchFamily="34" charset="0"/>
                        </a:rPr>
                        <a:t>TBD</a:t>
                      </a:r>
                    </a:p>
                  </a:txBody>
                  <a:tcPr/>
                </a:tc>
                <a:tc>
                  <a:txBody>
                    <a:bodyPr/>
                    <a:lstStyle/>
                    <a:p>
                      <a:pPr algn="ctr"/>
                      <a:r>
                        <a:rPr lang="en-US" sz="900">
                          <a:latin typeface="+mn-lt"/>
                          <a:ea typeface="Calibri" panose="020F0502020204030204" pitchFamily="34" charset="0"/>
                          <a:cs typeface="Calibri" panose="020F0502020204030204" pitchFamily="34" charset="0"/>
                        </a:rPr>
                        <a:t>TBD</a:t>
                      </a:r>
                    </a:p>
                  </a:txBody>
                  <a:tcPr/>
                </a:tc>
                <a:tc>
                  <a:txBody>
                    <a:bodyPr/>
                    <a:lstStyle/>
                    <a:p>
                      <a:pPr algn="ctr"/>
                      <a:r>
                        <a:rPr lang="en-US" sz="900">
                          <a:latin typeface="+mn-lt"/>
                          <a:ea typeface="Calibri" panose="020F0502020204030204" pitchFamily="34" charset="0"/>
                          <a:cs typeface="Calibri" panose="020F0502020204030204" pitchFamily="34" charset="0"/>
                        </a:rPr>
                        <a:t>TBD</a:t>
                      </a:r>
                    </a:p>
                  </a:txBody>
                  <a:tcPr/>
                </a:tc>
                <a:extLst>
                  <a:ext uri="{0D108BD9-81ED-4DB2-BD59-A6C34878D82A}">
                    <a16:rowId xmlns:a16="http://schemas.microsoft.com/office/drawing/2014/main" val="132897709"/>
                  </a:ext>
                </a:extLst>
              </a:tr>
            </a:tbl>
          </a:graphicData>
        </a:graphic>
      </p:graphicFrame>
      <p:sp>
        <p:nvSpPr>
          <p:cNvPr id="17" name="TextBox 16">
            <a:extLst>
              <a:ext uri="{FF2B5EF4-FFF2-40B4-BE49-F238E27FC236}">
                <a16:creationId xmlns:a16="http://schemas.microsoft.com/office/drawing/2014/main" id="{7E4EC46A-26F4-93A7-D68A-0D4EF600546D}"/>
              </a:ext>
            </a:extLst>
          </p:cNvPr>
          <p:cNvSpPr txBox="1"/>
          <p:nvPr/>
        </p:nvSpPr>
        <p:spPr>
          <a:xfrm>
            <a:off x="94076" y="6169593"/>
            <a:ext cx="10892121" cy="523220"/>
          </a:xfrm>
          <a:prstGeom prst="rect">
            <a:avLst/>
          </a:prstGeom>
          <a:noFill/>
        </p:spPr>
        <p:txBody>
          <a:bodyPr wrap="square">
            <a:spAutoFit/>
          </a:bodyPr>
          <a:lstStyle/>
          <a:p>
            <a:r>
              <a:rPr lang="en-US" sz="1400" b="1" i="1">
                <a:ea typeface="Calibri" panose="020F0502020204030204" pitchFamily="34" charset="0"/>
                <a:cs typeface="Calibri" panose="020F0502020204030204" pitchFamily="34" charset="0"/>
              </a:rPr>
              <a:t>Note - </a:t>
            </a:r>
            <a:r>
              <a:rPr lang="en-US" sz="1400" i="1">
                <a:ea typeface="Calibri" panose="020F0502020204030204" pitchFamily="34" charset="0"/>
                <a:cs typeface="Calibri" panose="020F0502020204030204" pitchFamily="34" charset="0"/>
              </a:rPr>
              <a:t>Above mentioned timelines are subject to availability of the environment, completion of the scripts, creation of the test data and closure of all pre-requisites.</a:t>
            </a:r>
          </a:p>
        </p:txBody>
      </p:sp>
    </p:spTree>
    <p:extLst>
      <p:ext uri="{BB962C8B-B14F-4D97-AF65-F5344CB8AC3E}">
        <p14:creationId xmlns:p14="http://schemas.microsoft.com/office/powerpoint/2010/main" val="2114098575"/>
      </p:ext>
    </p:extLst>
  </p:cSld>
  <p:clrMapOvr>
    <a:masterClrMapping/>
  </p:clrMapOvr>
  <p:transition>
    <p:fade/>
  </p:transition>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B1C5A-007B-8DF8-1391-3605D06E781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73E1A20-7D13-7DB9-37C4-BF603973FE6C}"/>
              </a:ext>
            </a:extLst>
          </p:cNvPr>
          <p:cNvSpPr>
            <a:spLocks noGrp="1"/>
          </p:cNvSpPr>
          <p:nvPr>
            <p:ph type="ftr" sz="quarter" idx="15"/>
          </p:nvPr>
        </p:nvSpPr>
        <p:spPr/>
        <p:txBody>
          <a:bodyPr/>
          <a:lstStyle/>
          <a:p>
            <a:r>
              <a:rPr lang="en-US"/>
              <a:t>CONFIDENTIAL</a:t>
            </a:r>
          </a:p>
        </p:txBody>
      </p:sp>
      <p:sp>
        <p:nvSpPr>
          <p:cNvPr id="4" name="Slide Number Placeholder 3">
            <a:extLst>
              <a:ext uri="{FF2B5EF4-FFF2-40B4-BE49-F238E27FC236}">
                <a16:creationId xmlns:a16="http://schemas.microsoft.com/office/drawing/2014/main" id="{C24B61AA-6F17-84C5-8B7D-DC62F907E5F1}"/>
              </a:ext>
            </a:extLst>
          </p:cNvPr>
          <p:cNvSpPr>
            <a:spLocks noGrp="1"/>
          </p:cNvSpPr>
          <p:nvPr>
            <p:ph type="sldNum" sz="quarter" idx="16"/>
          </p:nvPr>
        </p:nvSpPr>
        <p:spPr/>
        <p:txBody>
          <a:bodyPr/>
          <a:lstStyle/>
          <a:p>
            <a:fld id="{4F90343F-D056-4E24-BE3D-A305BDC1A23E}" type="slidenum">
              <a:rPr lang="en-US" smtClean="0"/>
              <a:pPr/>
              <a:t>25</a:t>
            </a:fld>
            <a:endParaRPr lang="en-US"/>
          </a:p>
        </p:txBody>
      </p:sp>
      <p:sp>
        <p:nvSpPr>
          <p:cNvPr id="7" name="Rectangle 6">
            <a:extLst>
              <a:ext uri="{FF2B5EF4-FFF2-40B4-BE49-F238E27FC236}">
                <a16:creationId xmlns:a16="http://schemas.microsoft.com/office/drawing/2014/main" id="{B20320F3-B0F7-1447-3DC7-FA6DDF451EFA}"/>
              </a:ext>
            </a:extLst>
          </p:cNvPr>
          <p:cNvSpPr/>
          <p:nvPr/>
        </p:nvSpPr>
        <p:spPr>
          <a:xfrm>
            <a:off x="718456" y="123099"/>
            <a:ext cx="10776857"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a:solidFill>
                  <a:schemeClr val="bg1"/>
                </a:solidFill>
                <a:ea typeface="Calibri" panose="020F0502020204030204" pitchFamily="34" charset="0"/>
                <a:cs typeface="Calibri" panose="020F0502020204030204" pitchFamily="34" charset="0"/>
              </a:rPr>
              <a:t>API Goals</a:t>
            </a:r>
          </a:p>
        </p:txBody>
      </p:sp>
      <p:sp>
        <p:nvSpPr>
          <p:cNvPr id="12" name="TextBox 11">
            <a:extLst>
              <a:ext uri="{FF2B5EF4-FFF2-40B4-BE49-F238E27FC236}">
                <a16:creationId xmlns:a16="http://schemas.microsoft.com/office/drawing/2014/main" id="{6743CF22-2EA9-74C4-FE5B-F1C02DD90284}"/>
              </a:ext>
            </a:extLst>
          </p:cNvPr>
          <p:cNvSpPr txBox="1"/>
          <p:nvPr/>
        </p:nvSpPr>
        <p:spPr>
          <a:xfrm>
            <a:off x="718456" y="967489"/>
            <a:ext cx="10853058" cy="646331"/>
          </a:xfrm>
          <a:prstGeom prst="rect">
            <a:avLst/>
          </a:prstGeom>
          <a:noFill/>
        </p:spPr>
        <p:txBody>
          <a:bodyPr wrap="square">
            <a:spAutoFit/>
          </a:bodyPr>
          <a:lstStyle/>
          <a:p>
            <a:r>
              <a:rPr lang="en-US" sz="1200"/>
              <a:t>The Objective is to ensure that your system will generate accurate, efficient, and reliable report while performing consistently is to meet the agreed response time SLA for the report generation scenarios with various workloads without any errors or agreed % of errors. Also, ensuring that health of the servers should be in good condition or within the threshold limits </a:t>
            </a:r>
          </a:p>
        </p:txBody>
      </p:sp>
      <p:graphicFrame>
        <p:nvGraphicFramePr>
          <p:cNvPr id="6" name="Table 5">
            <a:extLst>
              <a:ext uri="{FF2B5EF4-FFF2-40B4-BE49-F238E27FC236}">
                <a16:creationId xmlns:a16="http://schemas.microsoft.com/office/drawing/2014/main" id="{A63D7D98-B70A-FF10-A221-A37C82BD8CC4}"/>
              </a:ext>
            </a:extLst>
          </p:cNvPr>
          <p:cNvGraphicFramePr>
            <a:graphicFrameLocks noGrp="1"/>
          </p:cNvGraphicFramePr>
          <p:nvPr/>
        </p:nvGraphicFramePr>
        <p:xfrm>
          <a:off x="767440" y="1904191"/>
          <a:ext cx="11055104" cy="4236720"/>
        </p:xfrm>
        <a:graphic>
          <a:graphicData uri="http://schemas.openxmlformats.org/drawingml/2006/table">
            <a:tbl>
              <a:tblPr firstRow="1" bandRow="1">
                <a:tableStyleId>{5C22544A-7EE6-4342-B048-85BDC9FD1C3A}</a:tableStyleId>
              </a:tblPr>
              <a:tblGrid>
                <a:gridCol w="507178">
                  <a:extLst>
                    <a:ext uri="{9D8B030D-6E8A-4147-A177-3AD203B41FA5}">
                      <a16:colId xmlns:a16="http://schemas.microsoft.com/office/drawing/2014/main" val="344398803"/>
                    </a:ext>
                  </a:extLst>
                </a:gridCol>
                <a:gridCol w="3849832">
                  <a:extLst>
                    <a:ext uri="{9D8B030D-6E8A-4147-A177-3AD203B41FA5}">
                      <a16:colId xmlns:a16="http://schemas.microsoft.com/office/drawing/2014/main" val="2968983296"/>
                    </a:ext>
                  </a:extLst>
                </a:gridCol>
                <a:gridCol w="949438">
                  <a:extLst>
                    <a:ext uri="{9D8B030D-6E8A-4147-A177-3AD203B41FA5}">
                      <a16:colId xmlns:a16="http://schemas.microsoft.com/office/drawing/2014/main" val="1968020388"/>
                    </a:ext>
                  </a:extLst>
                </a:gridCol>
                <a:gridCol w="949438">
                  <a:extLst>
                    <a:ext uri="{9D8B030D-6E8A-4147-A177-3AD203B41FA5}">
                      <a16:colId xmlns:a16="http://schemas.microsoft.com/office/drawing/2014/main" val="4165720606"/>
                    </a:ext>
                  </a:extLst>
                </a:gridCol>
                <a:gridCol w="1248577">
                  <a:extLst>
                    <a:ext uri="{9D8B030D-6E8A-4147-A177-3AD203B41FA5}">
                      <a16:colId xmlns:a16="http://schemas.microsoft.com/office/drawing/2014/main" val="3992766371"/>
                    </a:ext>
                  </a:extLst>
                </a:gridCol>
                <a:gridCol w="1196554">
                  <a:extLst>
                    <a:ext uri="{9D8B030D-6E8A-4147-A177-3AD203B41FA5}">
                      <a16:colId xmlns:a16="http://schemas.microsoft.com/office/drawing/2014/main" val="1390323159"/>
                    </a:ext>
                  </a:extLst>
                </a:gridCol>
                <a:gridCol w="1196554">
                  <a:extLst>
                    <a:ext uri="{9D8B030D-6E8A-4147-A177-3AD203B41FA5}">
                      <a16:colId xmlns:a16="http://schemas.microsoft.com/office/drawing/2014/main" val="865712702"/>
                    </a:ext>
                  </a:extLst>
                </a:gridCol>
                <a:gridCol w="1157533">
                  <a:extLst>
                    <a:ext uri="{9D8B030D-6E8A-4147-A177-3AD203B41FA5}">
                      <a16:colId xmlns:a16="http://schemas.microsoft.com/office/drawing/2014/main" val="3453581718"/>
                    </a:ext>
                  </a:extLst>
                </a:gridCol>
              </a:tblGrid>
              <a:tr h="635392">
                <a:tc>
                  <a:txBody>
                    <a:bodyPr/>
                    <a:lstStyle/>
                    <a:p>
                      <a:pPr algn="ctr"/>
                      <a:r>
                        <a:rPr lang="en-US" sz="1200">
                          <a:latin typeface="+mn-lt"/>
                          <a:ea typeface="Calibri" panose="020F0502020204030204" pitchFamily="34" charset="0"/>
                          <a:cs typeface="Calibri" panose="020F0502020204030204" pitchFamily="34" charset="0"/>
                        </a:rPr>
                        <a:t>#</a:t>
                      </a:r>
                    </a:p>
                  </a:txBody>
                  <a:tcPr/>
                </a:tc>
                <a:tc>
                  <a:txBody>
                    <a:bodyPr/>
                    <a:lstStyle/>
                    <a:p>
                      <a:pPr algn="ctr"/>
                      <a:r>
                        <a:rPr lang="en-US" sz="1200">
                          <a:latin typeface="+mn-lt"/>
                          <a:ea typeface="Calibri" panose="020F0502020204030204" pitchFamily="34" charset="0"/>
                          <a:cs typeface="Calibri" panose="020F0502020204030204" pitchFamily="34" charset="0"/>
                        </a:rPr>
                        <a:t>Test Scenario</a:t>
                      </a:r>
                    </a:p>
                  </a:txBody>
                  <a:tcPr/>
                </a:tc>
                <a:tc>
                  <a:txBody>
                    <a:bodyPr/>
                    <a:lstStyle/>
                    <a:p>
                      <a:pPr algn="ctr"/>
                      <a:r>
                        <a:rPr lang="en-US" sz="1200">
                          <a:latin typeface="+mn-lt"/>
                          <a:ea typeface="Calibri" panose="020F0502020204030204" pitchFamily="34" charset="0"/>
                          <a:cs typeface="Calibri" panose="020F0502020204030204" pitchFamily="34" charset="0"/>
                        </a:rPr>
                        <a:t>HCP / </a:t>
                      </a:r>
                      <a:r>
                        <a:rPr lang="en-US" sz="1200" err="1">
                          <a:latin typeface="+mn-lt"/>
                          <a:ea typeface="Calibri" panose="020F0502020204030204" pitchFamily="34" charset="0"/>
                          <a:cs typeface="Calibri" panose="020F0502020204030204" pitchFamily="34" charset="0"/>
                        </a:rPr>
                        <a:t>PwD</a:t>
                      </a:r>
                      <a:endParaRPr lang="en-US" sz="1200">
                        <a:latin typeface="+mn-lt"/>
                        <a:ea typeface="Calibri" panose="020F0502020204030204" pitchFamily="34" charset="0"/>
                        <a:cs typeface="Calibri" panose="020F0502020204030204" pitchFamily="34" charset="0"/>
                      </a:endParaRPr>
                    </a:p>
                  </a:txBody>
                  <a:tcPr/>
                </a:tc>
                <a:tc>
                  <a:txBody>
                    <a:bodyPr/>
                    <a:lstStyle/>
                    <a:p>
                      <a:pPr algn="ctr"/>
                      <a:r>
                        <a:rPr lang="en-US" sz="1200">
                          <a:latin typeface="+mn-lt"/>
                          <a:ea typeface="Calibri" panose="020F0502020204030204" pitchFamily="34" charset="0"/>
                          <a:cs typeface="Calibri" panose="020F0502020204030204" pitchFamily="34" charset="0"/>
                        </a:rPr>
                        <a:t>Test Duration</a:t>
                      </a:r>
                    </a:p>
                  </a:txBody>
                  <a:tcPr/>
                </a:tc>
                <a:tc>
                  <a:txBody>
                    <a:bodyPr/>
                    <a:lstStyle/>
                    <a:p>
                      <a:pPr algn="ctr"/>
                      <a:r>
                        <a:rPr lang="en-US" sz="1200">
                          <a:latin typeface="+mn-lt"/>
                          <a:ea typeface="Calibri" panose="020F0502020204030204" pitchFamily="34" charset="0"/>
                          <a:cs typeface="Calibri" panose="020F0502020204030204" pitchFamily="34" charset="0"/>
                        </a:rPr>
                        <a:t>Transaction per second (TPS)</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200">
                          <a:latin typeface="+mn-lt"/>
                          <a:ea typeface="Calibri" panose="020F0502020204030204" pitchFamily="34" charset="0"/>
                          <a:cs typeface="Calibri" panose="020F0502020204030204" pitchFamily="34" charset="0"/>
                        </a:rPr>
                        <a:t>Transaction per Minute (TPM)</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200">
                          <a:latin typeface="+mn-lt"/>
                          <a:ea typeface="Calibri" panose="020F0502020204030204" pitchFamily="34" charset="0"/>
                          <a:cs typeface="Calibri" panose="020F0502020204030204" pitchFamily="34" charset="0"/>
                        </a:rPr>
                        <a:t>Volume Details</a:t>
                      </a:r>
                    </a:p>
                  </a:txBody>
                  <a:tcPr/>
                </a:tc>
                <a:tc>
                  <a:txBody>
                    <a:bodyPr/>
                    <a:lstStyle/>
                    <a:p>
                      <a:pPr algn="ctr"/>
                      <a:r>
                        <a:rPr lang="en-US" sz="1200">
                          <a:latin typeface="+mn-lt"/>
                          <a:ea typeface="Calibri" panose="020F0502020204030204" pitchFamily="34" charset="0"/>
                          <a:cs typeface="Calibri" panose="020F0502020204030204" pitchFamily="34" charset="0"/>
                        </a:rPr>
                        <a:t>Response Time SLA’s</a:t>
                      </a:r>
                    </a:p>
                  </a:txBody>
                  <a:tcPr/>
                </a:tc>
                <a:extLst>
                  <a:ext uri="{0D108BD9-81ED-4DB2-BD59-A6C34878D82A}">
                    <a16:rowId xmlns:a16="http://schemas.microsoft.com/office/drawing/2014/main" val="3696638262"/>
                  </a:ext>
                </a:extLst>
              </a:tr>
              <a:tr h="425276">
                <a:tc>
                  <a:txBody>
                    <a:bodyPr/>
                    <a:lstStyle/>
                    <a:p>
                      <a:pPr algn="ctr"/>
                      <a:r>
                        <a:rPr lang="en-US" sz="1000">
                          <a:latin typeface="+mn-lt"/>
                          <a:ea typeface="Calibri" panose="020F0502020204030204" pitchFamily="34" charset="0"/>
                          <a:cs typeface="Calibri" panose="020F0502020204030204" pitchFamily="34" charset="0"/>
                        </a:rPr>
                        <a:t>1</a:t>
                      </a:r>
                    </a:p>
                  </a:txBody>
                  <a:tcPr/>
                </a:tc>
                <a:tc>
                  <a:txBody>
                    <a:bodyPr/>
                    <a:lstStyle/>
                    <a:p>
                      <a:pPr algn="l"/>
                      <a:r>
                        <a:rPr lang="en-US" sz="1000">
                          <a:latin typeface="+mn-lt"/>
                        </a:rPr>
                        <a:t>Scenario 1b+2: 80% of clinics generating equally; 20% generating in chunks - worst case - when they land on the </a:t>
                      </a:r>
                    </a:p>
                    <a:p>
                      <a:pPr algn="l"/>
                      <a:r>
                        <a:rPr lang="en-US" sz="1000" b="1">
                          <a:latin typeface="+mn-lt"/>
                          <a:ea typeface="Calibri" panose="020F0502020204030204" pitchFamily="34" charset="0"/>
                          <a:cs typeface="Calibri" panose="020F0502020204030204" pitchFamily="34" charset="0"/>
                        </a:rPr>
                        <a:t>(Report generation of 90, 14, 7 days equal distribution)</a:t>
                      </a:r>
                    </a:p>
                  </a:txBody>
                  <a:tcPr/>
                </a:tc>
                <a:tc>
                  <a:txBody>
                    <a:bodyPr/>
                    <a:lstStyle/>
                    <a:p>
                      <a:pPr algn="ctr"/>
                      <a:r>
                        <a:rPr lang="en-US" sz="1000">
                          <a:latin typeface="+mn-lt"/>
                          <a:ea typeface="Calibri" panose="020F0502020204030204" pitchFamily="34" charset="0"/>
                          <a:cs typeface="Calibri" panose="020F0502020204030204" pitchFamily="34" charset="0"/>
                        </a:rPr>
                        <a:t>HCP</a:t>
                      </a:r>
                    </a:p>
                  </a:txBody>
                  <a:tcPr/>
                </a:tc>
                <a:tc>
                  <a:txBody>
                    <a:bodyPr/>
                    <a:lstStyle/>
                    <a:p>
                      <a:pPr algn="ctr"/>
                      <a:r>
                        <a:rPr lang="en-US" sz="1000">
                          <a:latin typeface="+mn-lt"/>
                          <a:ea typeface="Calibri" panose="020F0502020204030204" pitchFamily="34" charset="0"/>
                          <a:cs typeface="Calibri" panose="020F0502020204030204" pitchFamily="34" charset="0"/>
                        </a:rPr>
                        <a:t>1 Hr.</a:t>
                      </a:r>
                    </a:p>
                  </a:txBody>
                  <a:tcPr/>
                </a:tc>
                <a:tc>
                  <a:txBody>
                    <a:bodyPr/>
                    <a:lstStyle/>
                    <a:p>
                      <a:pPr algn="ctr"/>
                      <a:r>
                        <a:rPr lang="en-US" sz="1000">
                          <a:latin typeface="+mn-lt"/>
                          <a:ea typeface="Calibri" panose="020F0502020204030204" pitchFamily="34" charset="0"/>
                          <a:cs typeface="Calibri" panose="020F0502020204030204" pitchFamily="34" charset="0"/>
                        </a:rPr>
                        <a:t>0.22</a:t>
                      </a:r>
                    </a:p>
                  </a:txBody>
                  <a:tcPr/>
                </a:tc>
                <a:tc>
                  <a:txBody>
                    <a:bodyPr/>
                    <a:lstStyle/>
                    <a:p>
                      <a:pPr algn="ctr"/>
                      <a:r>
                        <a:rPr lang="en-US" sz="1000">
                          <a:latin typeface="+mn-lt"/>
                          <a:ea typeface="Calibri" panose="020F0502020204030204" pitchFamily="34" charset="0"/>
                          <a:cs typeface="Calibri" panose="020F0502020204030204" pitchFamily="34" charset="0"/>
                        </a:rPr>
                        <a:t>13.13</a:t>
                      </a:r>
                    </a:p>
                  </a:txBody>
                  <a:tcPr/>
                </a:tc>
                <a:tc>
                  <a:txBody>
                    <a:bodyPr/>
                    <a:lstStyle/>
                    <a:p>
                      <a:pPr algn="ctr"/>
                      <a:r>
                        <a:rPr lang="en-US" sz="1000">
                          <a:latin typeface="+mn-lt"/>
                          <a:ea typeface="Calibri" panose="020F0502020204030204" pitchFamily="34" charset="0"/>
                          <a:cs typeface="Calibri" panose="020F0502020204030204" pitchFamily="34" charset="0"/>
                        </a:rPr>
                        <a:t>786</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a:latin typeface="+mn-lt"/>
                          <a:ea typeface="Calibri" panose="020F0502020204030204" pitchFamily="34" charset="0"/>
                          <a:cs typeface="Calibri" panose="020F0502020204030204" pitchFamily="34" charset="0"/>
                        </a:rPr>
                        <a:t>&lt;20 sec</a:t>
                      </a:r>
                    </a:p>
                  </a:txBody>
                  <a:tcPr/>
                </a:tc>
                <a:extLst>
                  <a:ext uri="{0D108BD9-81ED-4DB2-BD59-A6C34878D82A}">
                    <a16:rowId xmlns:a16="http://schemas.microsoft.com/office/drawing/2014/main" val="2849040954"/>
                  </a:ext>
                </a:extLst>
              </a:tr>
              <a:tr h="293258">
                <a:tc>
                  <a:txBody>
                    <a:bodyPr/>
                    <a:lstStyle/>
                    <a:p>
                      <a:pPr algn="ctr"/>
                      <a:r>
                        <a:rPr lang="en-US" sz="1000">
                          <a:latin typeface="+mn-lt"/>
                          <a:ea typeface="Calibri" panose="020F0502020204030204" pitchFamily="34" charset="0"/>
                          <a:cs typeface="Calibri" panose="020F0502020204030204" pitchFamily="34" charset="0"/>
                        </a:rPr>
                        <a:t>2</a:t>
                      </a:r>
                    </a:p>
                  </a:txBody>
                  <a:tcPr/>
                </a:tc>
                <a:tc>
                  <a:txBody>
                    <a:bodyPr/>
                    <a:lstStyle/>
                    <a:p>
                      <a:pPr algn="l"/>
                      <a:r>
                        <a:rPr lang="en-US" sz="1000">
                          <a:latin typeface="+mn-lt"/>
                          <a:ea typeface="Calibri" panose="020F0502020204030204" pitchFamily="34" charset="0"/>
                          <a:cs typeface="Calibri" panose="020F0502020204030204" pitchFamily="34" charset="0"/>
                        </a:rPr>
                        <a:t>S</a:t>
                      </a:r>
                      <a:r>
                        <a:rPr lang="en-US" sz="1000">
                          <a:latin typeface="+mn-lt"/>
                        </a:rPr>
                        <a:t>cenario 3 - HCP Report Generation at the start of the day - first hour (Extending to 30 Min instead of 15 min to see the consistency in the application beyond the expected volume</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1000" b="1">
                          <a:latin typeface="+mn-lt"/>
                          <a:ea typeface="Calibri" panose="020F0502020204030204" pitchFamily="34" charset="0"/>
                          <a:cs typeface="Calibri" panose="020F0502020204030204" pitchFamily="34" charset="0"/>
                        </a:rPr>
                        <a:t>(Report generation of 90, 14, 7 days equal distribution)</a:t>
                      </a:r>
                    </a:p>
                  </a:txBody>
                  <a:tcPr/>
                </a:tc>
                <a:tc>
                  <a:txBody>
                    <a:bodyPr/>
                    <a:lstStyle/>
                    <a:p>
                      <a:pPr algn="ctr"/>
                      <a:r>
                        <a:rPr lang="en-US" sz="1000">
                          <a:latin typeface="+mn-lt"/>
                          <a:ea typeface="Calibri" panose="020F0502020204030204" pitchFamily="34" charset="0"/>
                          <a:cs typeface="Calibri" panose="020F0502020204030204" pitchFamily="34" charset="0"/>
                        </a:rPr>
                        <a:t>HCP</a:t>
                      </a:r>
                    </a:p>
                  </a:txBody>
                  <a:tcPr/>
                </a:tc>
                <a:tc>
                  <a:txBody>
                    <a:bodyPr/>
                    <a:lstStyle/>
                    <a:p>
                      <a:pPr algn="ctr"/>
                      <a:r>
                        <a:rPr lang="en-US" sz="1000">
                          <a:latin typeface="+mn-lt"/>
                          <a:ea typeface="Calibri" panose="020F0502020204030204" pitchFamily="34" charset="0"/>
                          <a:cs typeface="Calibri" panose="020F0502020204030204" pitchFamily="34" charset="0"/>
                        </a:rPr>
                        <a:t>30 Min</a:t>
                      </a:r>
                    </a:p>
                  </a:txBody>
                  <a:tcPr/>
                </a:tc>
                <a:tc>
                  <a:txBody>
                    <a:bodyPr/>
                    <a:lstStyle/>
                    <a:p>
                      <a:pPr algn="ctr"/>
                      <a:r>
                        <a:rPr lang="en-US" sz="1000">
                          <a:latin typeface="+mn-lt"/>
                          <a:ea typeface="Calibri" panose="020F0502020204030204" pitchFamily="34" charset="0"/>
                          <a:cs typeface="Calibri" panose="020F0502020204030204" pitchFamily="34" charset="0"/>
                        </a:rPr>
                        <a:t>0.99</a:t>
                      </a:r>
                    </a:p>
                  </a:txBody>
                  <a:tcPr/>
                </a:tc>
                <a:tc>
                  <a:txBody>
                    <a:bodyPr/>
                    <a:lstStyle/>
                    <a:p>
                      <a:pPr algn="ctr"/>
                      <a:r>
                        <a:rPr lang="en-US" sz="1000">
                          <a:latin typeface="+mn-lt"/>
                          <a:ea typeface="Calibri" panose="020F0502020204030204" pitchFamily="34" charset="0"/>
                          <a:cs typeface="Calibri" panose="020F0502020204030204" pitchFamily="34" charset="0"/>
                        </a:rPr>
                        <a:t>59.14</a:t>
                      </a:r>
                    </a:p>
                  </a:txBody>
                  <a:tcPr/>
                </a:tc>
                <a:tc>
                  <a:txBody>
                    <a:bodyPr/>
                    <a:lstStyle/>
                    <a:p>
                      <a:pPr algn="ctr"/>
                      <a:r>
                        <a:rPr lang="en-US" sz="1000">
                          <a:latin typeface="+mn-lt"/>
                          <a:ea typeface="Calibri" panose="020F0502020204030204" pitchFamily="34" charset="0"/>
                          <a:cs typeface="Calibri" panose="020F0502020204030204" pitchFamily="34" charset="0"/>
                        </a:rPr>
                        <a:t>1774</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a:latin typeface="+mn-lt"/>
                          <a:ea typeface="Calibri" panose="020F0502020204030204" pitchFamily="34" charset="0"/>
                          <a:cs typeface="Calibri" panose="020F0502020204030204" pitchFamily="34" charset="0"/>
                        </a:rPr>
                        <a:t>&lt;20 sec</a:t>
                      </a:r>
                    </a:p>
                  </a:txBody>
                  <a:tcPr/>
                </a:tc>
                <a:extLst>
                  <a:ext uri="{0D108BD9-81ED-4DB2-BD59-A6C34878D82A}">
                    <a16:rowId xmlns:a16="http://schemas.microsoft.com/office/drawing/2014/main" val="2516364585"/>
                  </a:ext>
                </a:extLst>
              </a:tr>
              <a:tr h="293258">
                <a:tc>
                  <a:txBody>
                    <a:bodyPr/>
                    <a:lstStyle/>
                    <a:p>
                      <a:pPr algn="ctr"/>
                      <a:r>
                        <a:rPr lang="en-US" sz="1000">
                          <a:latin typeface="+mn-lt"/>
                          <a:ea typeface="Calibri" panose="020F0502020204030204" pitchFamily="34" charset="0"/>
                          <a:cs typeface="Calibri" panose="020F0502020204030204" pitchFamily="34" charset="0"/>
                        </a:rPr>
                        <a:t>3</a:t>
                      </a:r>
                    </a:p>
                  </a:txBody>
                  <a:tcPr/>
                </a:tc>
                <a:tc>
                  <a:txBody>
                    <a:bodyPr/>
                    <a:lstStyle/>
                    <a:p>
                      <a:pPr algn="l"/>
                      <a:r>
                        <a:rPr lang="en-US" sz="1000">
                          <a:latin typeface="+mn-lt"/>
                          <a:ea typeface="Calibri" panose="020F0502020204030204" pitchFamily="34" charset="0"/>
                          <a:cs typeface="Calibri" panose="020F0502020204030204" pitchFamily="34" charset="0"/>
                        </a:rPr>
                        <a:t>Replicate the </a:t>
                      </a:r>
                      <a:r>
                        <a:rPr lang="en-US" sz="1000" err="1">
                          <a:latin typeface="+mn-lt"/>
                          <a:ea typeface="Calibri" panose="020F0502020204030204" pitchFamily="34" charset="0"/>
                          <a:cs typeface="Calibri" panose="020F0502020204030204" pitchFamily="34" charset="0"/>
                        </a:rPr>
                        <a:t>PwD</a:t>
                      </a:r>
                      <a:r>
                        <a:rPr lang="en-US" sz="1000">
                          <a:latin typeface="+mn-lt"/>
                          <a:ea typeface="Calibri" panose="020F0502020204030204" pitchFamily="34" charset="0"/>
                          <a:cs typeface="Calibri" panose="020F0502020204030204" pitchFamily="34" charset="0"/>
                        </a:rPr>
                        <a:t> 6d Scenario </a:t>
                      </a:r>
                      <a:r>
                        <a:rPr lang="en-US" sz="1000" b="1">
                          <a:solidFill>
                            <a:schemeClr val="bg1"/>
                          </a:solidFill>
                          <a:highlight>
                            <a:srgbClr val="716EDA"/>
                          </a:highlight>
                          <a:latin typeface="+mn-lt"/>
                          <a:ea typeface="Calibri" panose="020F0502020204030204" pitchFamily="34" charset="0"/>
                          <a:cs typeface="Calibri" panose="020F0502020204030204" pitchFamily="34" charset="0"/>
                        </a:rPr>
                        <a:t>(</a:t>
                      </a:r>
                      <a:r>
                        <a:rPr lang="en-US" sz="1000" b="1" i="1" u="sng">
                          <a:solidFill>
                            <a:schemeClr val="bg1"/>
                          </a:solidFill>
                          <a:highlight>
                            <a:srgbClr val="716EDA"/>
                          </a:highlight>
                          <a:latin typeface="+mn-lt"/>
                          <a:ea typeface="Calibri" panose="020F0502020204030204" pitchFamily="34" charset="0"/>
                          <a:cs typeface="Calibri" panose="020F0502020204030204" pitchFamily="34" charset="0"/>
                        </a:rPr>
                        <a:t>Optional</a:t>
                      </a:r>
                      <a:r>
                        <a:rPr lang="en-US" sz="1000" b="1">
                          <a:solidFill>
                            <a:schemeClr val="bg1"/>
                          </a:solidFill>
                          <a:highlight>
                            <a:srgbClr val="716EDA"/>
                          </a:highlight>
                          <a:latin typeface="+mn-lt"/>
                          <a:ea typeface="Calibri" panose="020F0502020204030204" pitchFamily="34" charset="0"/>
                          <a:cs typeface="Calibri" panose="020F0502020204030204" pitchFamily="34" charset="0"/>
                        </a:rPr>
                        <a:t>)</a:t>
                      </a:r>
                      <a:r>
                        <a:rPr lang="en-US" sz="1000">
                          <a:solidFill>
                            <a:schemeClr val="bg1"/>
                          </a:solidFill>
                          <a:latin typeface="+mn-lt"/>
                          <a:ea typeface="Calibri" panose="020F0502020204030204" pitchFamily="34" charset="0"/>
                          <a:cs typeface="Calibri" panose="020F0502020204030204" pitchFamily="34" charset="0"/>
                        </a:rPr>
                        <a:t> </a:t>
                      </a:r>
                      <a:r>
                        <a:rPr lang="en-US" sz="1000">
                          <a:latin typeface="+mn-lt"/>
                          <a:ea typeface="Calibri" panose="020F0502020204030204" pitchFamily="34" charset="0"/>
                          <a:cs typeface="Calibri" panose="020F0502020204030204" pitchFamily="34" charset="0"/>
                        </a:rPr>
                        <a:t>until </a:t>
                      </a:r>
                      <a:r>
                        <a:rPr lang="en-US" sz="1000" err="1">
                          <a:latin typeface="+mn-lt"/>
                          <a:ea typeface="Calibri" panose="020F0502020204030204" pitchFamily="34" charset="0"/>
                          <a:cs typeface="Calibri" panose="020F0502020204030204" pitchFamily="34" charset="0"/>
                        </a:rPr>
                        <a:t>PwD</a:t>
                      </a:r>
                      <a:r>
                        <a:rPr lang="en-US" sz="1000">
                          <a:latin typeface="+mn-lt"/>
                          <a:ea typeface="Calibri" panose="020F0502020204030204" pitchFamily="34" charset="0"/>
                          <a:cs typeface="Calibri" panose="020F0502020204030204" pitchFamily="34" charset="0"/>
                        </a:rPr>
                        <a:t> execution started.</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1000" b="1">
                          <a:latin typeface="+mn-lt"/>
                          <a:ea typeface="Calibri" panose="020F0502020204030204" pitchFamily="34" charset="0"/>
                          <a:cs typeface="Calibri" panose="020F0502020204030204" pitchFamily="34" charset="0"/>
                        </a:rPr>
                        <a:t>(Report generation of 90, 14, 7 days equal distribution)</a:t>
                      </a:r>
                    </a:p>
                  </a:txBody>
                  <a:tcPr/>
                </a:tc>
                <a:tc>
                  <a:txBody>
                    <a:bodyPr/>
                    <a:lstStyle/>
                    <a:p>
                      <a:pPr algn="ctr"/>
                      <a:r>
                        <a:rPr lang="en-US" sz="1000">
                          <a:latin typeface="+mn-lt"/>
                          <a:ea typeface="Calibri" panose="020F0502020204030204" pitchFamily="34" charset="0"/>
                          <a:cs typeface="Calibri" panose="020F0502020204030204" pitchFamily="34" charset="0"/>
                        </a:rPr>
                        <a:t>HCP</a:t>
                      </a:r>
                    </a:p>
                  </a:txBody>
                  <a:tcPr/>
                </a:tc>
                <a:tc>
                  <a:txBody>
                    <a:bodyPr/>
                    <a:lstStyle/>
                    <a:p>
                      <a:pPr algn="ctr"/>
                      <a:r>
                        <a:rPr lang="en-US" sz="1000">
                          <a:latin typeface="+mn-lt"/>
                          <a:ea typeface="Calibri" panose="020F0502020204030204" pitchFamily="34" charset="0"/>
                          <a:cs typeface="Calibri" panose="020F0502020204030204" pitchFamily="34" charset="0"/>
                        </a:rPr>
                        <a:t>30 Min</a:t>
                      </a:r>
                    </a:p>
                  </a:txBody>
                  <a:tcPr/>
                </a:tc>
                <a:tc>
                  <a:txBody>
                    <a:bodyPr/>
                    <a:lstStyle/>
                    <a:p>
                      <a:pPr algn="ctr"/>
                      <a:r>
                        <a:rPr lang="en-US" sz="1000">
                          <a:latin typeface="+mn-lt"/>
                          <a:ea typeface="Calibri" panose="020F0502020204030204" pitchFamily="34" charset="0"/>
                          <a:cs typeface="Calibri" panose="020F0502020204030204" pitchFamily="34" charset="0"/>
                        </a:rPr>
                        <a:t>1.97</a:t>
                      </a:r>
                    </a:p>
                  </a:txBody>
                  <a:tcPr/>
                </a:tc>
                <a:tc>
                  <a:txBody>
                    <a:bodyPr/>
                    <a:lstStyle/>
                    <a:p>
                      <a:pPr algn="ctr"/>
                      <a:r>
                        <a:rPr lang="en-US" sz="1000">
                          <a:latin typeface="+mn-lt"/>
                          <a:ea typeface="Calibri" panose="020F0502020204030204" pitchFamily="34" charset="0"/>
                          <a:cs typeface="Calibri" panose="020F0502020204030204" pitchFamily="34" charset="0"/>
                        </a:rPr>
                        <a:t>118.28</a:t>
                      </a:r>
                    </a:p>
                  </a:txBody>
                  <a:tcPr/>
                </a:tc>
                <a:tc>
                  <a:txBody>
                    <a:bodyPr/>
                    <a:lstStyle/>
                    <a:p>
                      <a:pPr algn="ctr"/>
                      <a:r>
                        <a:rPr lang="en-US" sz="1000">
                          <a:latin typeface="+mn-lt"/>
                          <a:ea typeface="Calibri" panose="020F0502020204030204" pitchFamily="34" charset="0"/>
                          <a:cs typeface="Calibri" panose="020F0502020204030204" pitchFamily="34" charset="0"/>
                        </a:rPr>
                        <a:t>3548</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a:latin typeface="+mn-lt"/>
                          <a:ea typeface="Calibri" panose="020F0502020204030204" pitchFamily="34" charset="0"/>
                          <a:cs typeface="Calibri" panose="020F0502020204030204" pitchFamily="34" charset="0"/>
                        </a:rPr>
                        <a:t>&lt;20 sec</a:t>
                      </a:r>
                    </a:p>
                  </a:txBody>
                  <a:tcPr/>
                </a:tc>
                <a:extLst>
                  <a:ext uri="{0D108BD9-81ED-4DB2-BD59-A6C34878D82A}">
                    <a16:rowId xmlns:a16="http://schemas.microsoft.com/office/drawing/2014/main" val="32475341"/>
                  </a:ext>
                </a:extLst>
              </a:tr>
              <a:tr h="293258">
                <a:tc>
                  <a:txBody>
                    <a:bodyPr/>
                    <a:lstStyle/>
                    <a:p>
                      <a:pPr algn="ctr"/>
                      <a:r>
                        <a:rPr lang="en-US" sz="1000">
                          <a:latin typeface="+mn-lt"/>
                          <a:ea typeface="Calibri" panose="020F0502020204030204" pitchFamily="34" charset="0"/>
                          <a:cs typeface="Calibri" panose="020F0502020204030204" pitchFamily="34" charset="0"/>
                        </a:rPr>
                        <a:t>4</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000">
                          <a:latin typeface="+mn-lt"/>
                          <a:ea typeface="Calibri" panose="020F0502020204030204" pitchFamily="34" charset="0"/>
                          <a:cs typeface="Calibri" panose="020F0502020204030204" pitchFamily="34" charset="0"/>
                        </a:rPr>
                        <a:t>S</a:t>
                      </a:r>
                      <a:r>
                        <a:rPr lang="en-US" sz="1000">
                          <a:latin typeface="+mn-lt"/>
                        </a:rPr>
                        <a:t>cenario 6a - </a:t>
                      </a:r>
                      <a:r>
                        <a:rPr lang="en-US" sz="1000" err="1">
                          <a:latin typeface="+mn-lt"/>
                        </a:rPr>
                        <a:t>PwD</a:t>
                      </a:r>
                      <a:r>
                        <a:rPr lang="en-US" sz="1000">
                          <a:latin typeface="+mn-lt"/>
                        </a:rPr>
                        <a:t> runs the report in first 15 mins after they get their text message </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1000" b="1">
                          <a:latin typeface="+mn-lt"/>
                          <a:ea typeface="Calibri" panose="020F0502020204030204" pitchFamily="34" charset="0"/>
                          <a:cs typeface="Calibri" panose="020F0502020204030204" pitchFamily="34" charset="0"/>
                        </a:rPr>
                        <a:t>(Report generation of 90, 14, 7 days equal distribution)</a:t>
                      </a:r>
                    </a:p>
                  </a:txBody>
                  <a:tcPr/>
                </a:tc>
                <a:tc>
                  <a:txBody>
                    <a:bodyPr/>
                    <a:lstStyle/>
                    <a:p>
                      <a:pPr algn="ctr"/>
                      <a:r>
                        <a:rPr lang="en-US" sz="1000" err="1">
                          <a:latin typeface="+mn-lt"/>
                          <a:ea typeface="Calibri" panose="020F0502020204030204" pitchFamily="34" charset="0"/>
                          <a:cs typeface="Calibri" panose="020F0502020204030204" pitchFamily="34" charset="0"/>
                        </a:rPr>
                        <a:t>PwD</a:t>
                      </a:r>
                      <a:endParaRPr lang="en-US" sz="1000">
                        <a:latin typeface="+mn-lt"/>
                        <a:ea typeface="Calibri" panose="020F0502020204030204" pitchFamily="34" charset="0"/>
                        <a:cs typeface="Calibri" panose="020F0502020204030204" pitchFamily="34" charset="0"/>
                      </a:endParaRPr>
                    </a:p>
                  </a:txBody>
                  <a:tcPr/>
                </a:tc>
                <a:tc>
                  <a:txBody>
                    <a:bodyPr/>
                    <a:lstStyle/>
                    <a:p>
                      <a:pPr algn="ctr"/>
                      <a:r>
                        <a:rPr lang="en-US" sz="1000">
                          <a:latin typeface="+mn-lt"/>
                          <a:ea typeface="Calibri" panose="020F0502020204030204" pitchFamily="34" charset="0"/>
                          <a:cs typeface="Calibri" panose="020F0502020204030204" pitchFamily="34" charset="0"/>
                        </a:rPr>
                        <a:t>15 Min</a:t>
                      </a:r>
                    </a:p>
                  </a:txBody>
                  <a:tcPr/>
                </a:tc>
                <a:tc>
                  <a:txBody>
                    <a:bodyPr/>
                    <a:lstStyle/>
                    <a:p>
                      <a:pPr algn="ctr"/>
                      <a:r>
                        <a:rPr lang="en-US" sz="1000">
                          <a:latin typeface="+mn-lt"/>
                          <a:ea typeface="Calibri" panose="020F0502020204030204" pitchFamily="34" charset="0"/>
                          <a:cs typeface="Calibri" panose="020F0502020204030204" pitchFamily="34" charset="0"/>
                        </a:rPr>
                        <a:t>1.39</a:t>
                      </a:r>
                    </a:p>
                  </a:txBody>
                  <a:tcPr/>
                </a:tc>
                <a:tc>
                  <a:txBody>
                    <a:bodyPr/>
                    <a:lstStyle/>
                    <a:p>
                      <a:pPr algn="ctr"/>
                      <a:r>
                        <a:rPr lang="en-US" sz="1000">
                          <a:latin typeface="+mn-lt"/>
                          <a:ea typeface="Calibri" panose="020F0502020204030204" pitchFamily="34" charset="0"/>
                          <a:cs typeface="Calibri" panose="020F0502020204030204" pitchFamily="34" charset="0"/>
                        </a:rPr>
                        <a:t>83.33</a:t>
                      </a:r>
                    </a:p>
                  </a:txBody>
                  <a:tcPr/>
                </a:tc>
                <a:tc>
                  <a:txBody>
                    <a:bodyPr/>
                    <a:lstStyle/>
                    <a:p>
                      <a:pPr algn="ctr"/>
                      <a:r>
                        <a:rPr lang="en-US" sz="1000">
                          <a:latin typeface="+mn-lt"/>
                          <a:ea typeface="Calibri" panose="020F0502020204030204" pitchFamily="34" charset="0"/>
                          <a:cs typeface="Calibri" panose="020F0502020204030204" pitchFamily="34" charset="0"/>
                        </a:rPr>
                        <a:t>1250</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a:latin typeface="+mn-lt"/>
                          <a:ea typeface="Calibri" panose="020F0502020204030204" pitchFamily="34" charset="0"/>
                          <a:cs typeface="Calibri" panose="020F0502020204030204" pitchFamily="34" charset="0"/>
                        </a:rPr>
                        <a:t>&lt;20 sec</a:t>
                      </a:r>
                    </a:p>
                  </a:txBody>
                  <a:tcPr/>
                </a:tc>
                <a:extLst>
                  <a:ext uri="{0D108BD9-81ED-4DB2-BD59-A6C34878D82A}">
                    <a16:rowId xmlns:a16="http://schemas.microsoft.com/office/drawing/2014/main" val="601887233"/>
                  </a:ext>
                </a:extLst>
              </a:tr>
              <a:tr h="293258">
                <a:tc>
                  <a:txBody>
                    <a:bodyPr/>
                    <a:lstStyle/>
                    <a:p>
                      <a:pPr algn="ctr"/>
                      <a:r>
                        <a:rPr lang="en-US" sz="1000">
                          <a:latin typeface="+mn-lt"/>
                          <a:ea typeface="Calibri" panose="020F0502020204030204" pitchFamily="34" charset="0"/>
                          <a:cs typeface="Calibri" panose="020F0502020204030204" pitchFamily="34" charset="0"/>
                        </a:rPr>
                        <a:t>5</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000">
                          <a:latin typeface="+mn-lt"/>
                          <a:ea typeface="Calibri" panose="020F0502020204030204" pitchFamily="34" charset="0"/>
                          <a:cs typeface="Calibri" panose="020F0502020204030204" pitchFamily="34" charset="0"/>
                        </a:rPr>
                        <a:t>S</a:t>
                      </a:r>
                      <a:r>
                        <a:rPr lang="en-US" sz="1000">
                          <a:latin typeface="+mn-lt"/>
                        </a:rPr>
                        <a:t>cenario 6d - Some </a:t>
                      </a:r>
                      <a:r>
                        <a:rPr lang="en-US" sz="1000" err="1">
                          <a:latin typeface="+mn-lt"/>
                        </a:rPr>
                        <a:t>PwDs</a:t>
                      </a:r>
                      <a:r>
                        <a:rPr lang="en-US" sz="1000">
                          <a:latin typeface="+mn-lt"/>
                        </a:rPr>
                        <a:t> run the report in first 15 mins after they get their Sunday text message at 10am ET </a:t>
                      </a:r>
                      <a:r>
                        <a:rPr lang="en-US" sz="1000" b="1">
                          <a:solidFill>
                            <a:schemeClr val="bg1"/>
                          </a:solidFill>
                          <a:highlight>
                            <a:srgbClr val="716EDA"/>
                          </a:highlight>
                          <a:latin typeface="+mn-lt"/>
                        </a:rPr>
                        <a:t>– Best Case</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1000" b="1">
                          <a:latin typeface="+mn-lt"/>
                          <a:ea typeface="Calibri" panose="020F0502020204030204" pitchFamily="34" charset="0"/>
                          <a:cs typeface="Calibri" panose="020F0502020204030204" pitchFamily="34" charset="0"/>
                        </a:rPr>
                        <a:t>(Report generation of 90, 14, 7 days equal distribution)</a:t>
                      </a:r>
                      <a:endParaRPr lang="en-US" sz="1000">
                        <a:latin typeface="+mn-lt"/>
                        <a:ea typeface="Calibri" panose="020F0502020204030204" pitchFamily="34" charset="0"/>
                        <a:cs typeface="Calibri" panose="020F0502020204030204" pitchFamily="34" charset="0"/>
                      </a:endParaRPr>
                    </a:p>
                  </a:txBody>
                  <a:tcPr/>
                </a:tc>
                <a:tc>
                  <a:txBody>
                    <a:bodyPr/>
                    <a:lstStyle/>
                    <a:p>
                      <a:pPr algn="ctr"/>
                      <a:r>
                        <a:rPr lang="en-US" sz="1000" err="1">
                          <a:latin typeface="+mn-lt"/>
                          <a:ea typeface="Calibri" panose="020F0502020204030204" pitchFamily="34" charset="0"/>
                          <a:cs typeface="Calibri" panose="020F0502020204030204" pitchFamily="34" charset="0"/>
                        </a:rPr>
                        <a:t>PwD</a:t>
                      </a:r>
                      <a:endParaRPr lang="en-US" sz="1000">
                        <a:latin typeface="+mn-lt"/>
                        <a:ea typeface="Calibri" panose="020F0502020204030204" pitchFamily="34" charset="0"/>
                        <a:cs typeface="Calibri" panose="020F0502020204030204" pitchFamily="34" charset="0"/>
                      </a:endParaRPr>
                    </a:p>
                  </a:txBody>
                  <a:tcPr/>
                </a:tc>
                <a:tc>
                  <a:txBody>
                    <a:bodyPr/>
                    <a:lstStyle/>
                    <a:p>
                      <a:pPr algn="ctr"/>
                      <a:r>
                        <a:rPr lang="en-US" sz="1000">
                          <a:latin typeface="+mn-lt"/>
                          <a:ea typeface="Calibri" panose="020F0502020204030204" pitchFamily="34" charset="0"/>
                          <a:cs typeface="Calibri" panose="020F0502020204030204" pitchFamily="34" charset="0"/>
                        </a:rPr>
                        <a:t>15 Min</a:t>
                      </a:r>
                    </a:p>
                  </a:txBody>
                  <a:tcPr/>
                </a:tc>
                <a:tc>
                  <a:txBody>
                    <a:bodyPr/>
                    <a:lstStyle/>
                    <a:p>
                      <a:pPr algn="ctr"/>
                      <a:r>
                        <a:rPr lang="en-US" sz="1000">
                          <a:latin typeface="+mn-lt"/>
                          <a:ea typeface="Calibri" panose="020F0502020204030204" pitchFamily="34" charset="0"/>
                          <a:cs typeface="Calibri" panose="020F0502020204030204" pitchFamily="34" charset="0"/>
                        </a:rPr>
                        <a:t>1.74</a:t>
                      </a:r>
                    </a:p>
                  </a:txBody>
                  <a:tcPr/>
                </a:tc>
                <a:tc>
                  <a:txBody>
                    <a:bodyPr/>
                    <a:lstStyle/>
                    <a:p>
                      <a:pPr algn="ctr"/>
                      <a:r>
                        <a:rPr lang="en-US" sz="1000">
                          <a:latin typeface="+mn-lt"/>
                          <a:ea typeface="Calibri" panose="020F0502020204030204" pitchFamily="34" charset="0"/>
                          <a:cs typeface="Calibri" panose="020F0502020204030204" pitchFamily="34" charset="0"/>
                        </a:rPr>
                        <a:t>104.17</a:t>
                      </a:r>
                    </a:p>
                  </a:txBody>
                  <a:tcPr/>
                </a:tc>
                <a:tc>
                  <a:txBody>
                    <a:bodyPr/>
                    <a:lstStyle/>
                    <a:p>
                      <a:pPr algn="ctr"/>
                      <a:r>
                        <a:rPr lang="en-US" sz="1000">
                          <a:latin typeface="+mn-lt"/>
                          <a:ea typeface="Calibri" panose="020F0502020204030204" pitchFamily="34" charset="0"/>
                          <a:cs typeface="Calibri" panose="020F0502020204030204" pitchFamily="34" charset="0"/>
                        </a:rPr>
                        <a:t>1563</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a:latin typeface="+mn-lt"/>
                          <a:ea typeface="Calibri" panose="020F0502020204030204" pitchFamily="34" charset="0"/>
                          <a:cs typeface="Calibri" panose="020F0502020204030204" pitchFamily="34" charset="0"/>
                        </a:rPr>
                        <a:t>&lt;20 sec</a:t>
                      </a:r>
                    </a:p>
                  </a:txBody>
                  <a:tcPr/>
                </a:tc>
                <a:extLst>
                  <a:ext uri="{0D108BD9-81ED-4DB2-BD59-A6C34878D82A}">
                    <a16:rowId xmlns:a16="http://schemas.microsoft.com/office/drawing/2014/main" val="418093797"/>
                  </a:ext>
                </a:extLst>
              </a:tr>
              <a:tr h="293258">
                <a:tc>
                  <a:txBody>
                    <a:bodyPr/>
                    <a:lstStyle/>
                    <a:p>
                      <a:pPr algn="ctr"/>
                      <a:r>
                        <a:rPr lang="en-US" sz="1000">
                          <a:latin typeface="+mn-lt"/>
                          <a:ea typeface="Calibri" panose="020F0502020204030204" pitchFamily="34" charset="0"/>
                          <a:cs typeface="Calibri" panose="020F0502020204030204" pitchFamily="34" charset="0"/>
                        </a:rPr>
                        <a:t>6</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000">
                          <a:latin typeface="+mn-lt"/>
                          <a:ea typeface="Calibri" panose="020F0502020204030204" pitchFamily="34" charset="0"/>
                          <a:cs typeface="Calibri" panose="020F0502020204030204" pitchFamily="34" charset="0"/>
                        </a:rPr>
                        <a:t>S</a:t>
                      </a:r>
                      <a:r>
                        <a:rPr lang="en-US" sz="1000">
                          <a:latin typeface="+mn-lt"/>
                        </a:rPr>
                        <a:t>cenario 6d - Some </a:t>
                      </a:r>
                      <a:r>
                        <a:rPr lang="en-US" sz="1000" err="1">
                          <a:latin typeface="+mn-lt"/>
                        </a:rPr>
                        <a:t>PwDs</a:t>
                      </a:r>
                      <a:r>
                        <a:rPr lang="en-US" sz="1000">
                          <a:latin typeface="+mn-lt"/>
                        </a:rPr>
                        <a:t> run the report in first 15 mins after they get their Sunday text message at 10am ET </a:t>
                      </a:r>
                      <a:r>
                        <a:rPr lang="en-US" sz="1000" b="1">
                          <a:solidFill>
                            <a:schemeClr val="bg1"/>
                          </a:solidFill>
                          <a:highlight>
                            <a:srgbClr val="716EDA"/>
                          </a:highlight>
                          <a:latin typeface="+mn-lt"/>
                        </a:rPr>
                        <a:t>– Worst Case</a:t>
                      </a:r>
                      <a:endParaRPr lang="en-US" sz="1000">
                        <a:latin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1000" b="1">
                          <a:latin typeface="+mn-lt"/>
                          <a:ea typeface="Calibri" panose="020F0502020204030204" pitchFamily="34" charset="0"/>
                          <a:cs typeface="Calibri" panose="020F0502020204030204" pitchFamily="34" charset="0"/>
                        </a:rPr>
                        <a:t>(Report generation of 90, 14, 7 days equal distribution)</a:t>
                      </a:r>
                      <a:endParaRPr lang="en-US" sz="1000">
                        <a:latin typeface="+mn-lt"/>
                        <a:ea typeface="Calibri" panose="020F0502020204030204" pitchFamily="34" charset="0"/>
                        <a:cs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lang="en-US" sz="1000">
                        <a:latin typeface="+mn-lt"/>
                        <a:ea typeface="Calibri" panose="020F0502020204030204" pitchFamily="34" charset="0"/>
                        <a:cs typeface="Calibri" panose="020F0502020204030204" pitchFamily="34" charset="0"/>
                      </a:endParaRPr>
                    </a:p>
                  </a:txBody>
                  <a:tcPr/>
                </a:tc>
                <a:tc>
                  <a:txBody>
                    <a:bodyPr/>
                    <a:lstStyle/>
                    <a:p>
                      <a:pPr algn="ctr"/>
                      <a:r>
                        <a:rPr lang="en-US" sz="1000" err="1">
                          <a:latin typeface="+mn-lt"/>
                          <a:ea typeface="Calibri" panose="020F0502020204030204" pitchFamily="34" charset="0"/>
                          <a:cs typeface="Calibri" panose="020F0502020204030204" pitchFamily="34" charset="0"/>
                        </a:rPr>
                        <a:t>PwD</a:t>
                      </a:r>
                      <a:endParaRPr lang="en-US" sz="1000">
                        <a:latin typeface="+mn-lt"/>
                        <a:ea typeface="Calibri" panose="020F0502020204030204" pitchFamily="34" charset="0"/>
                        <a:cs typeface="Calibri" panose="020F0502020204030204" pitchFamily="34" charset="0"/>
                      </a:endParaRPr>
                    </a:p>
                  </a:txBody>
                  <a:tcPr/>
                </a:tc>
                <a:tc>
                  <a:txBody>
                    <a:bodyPr/>
                    <a:lstStyle/>
                    <a:p>
                      <a:pPr algn="ctr"/>
                      <a:r>
                        <a:rPr lang="en-US" sz="1000">
                          <a:latin typeface="+mn-lt"/>
                          <a:ea typeface="Calibri" panose="020F0502020204030204" pitchFamily="34" charset="0"/>
                          <a:cs typeface="Calibri" panose="020F0502020204030204" pitchFamily="34" charset="0"/>
                        </a:rPr>
                        <a:t>15 Min</a:t>
                      </a:r>
                    </a:p>
                  </a:txBody>
                  <a:tcPr/>
                </a:tc>
                <a:tc>
                  <a:txBody>
                    <a:bodyPr/>
                    <a:lstStyle/>
                    <a:p>
                      <a:pPr algn="ctr"/>
                      <a:r>
                        <a:rPr lang="en-US" sz="1000">
                          <a:latin typeface="+mn-lt"/>
                          <a:ea typeface="Calibri" panose="020F0502020204030204" pitchFamily="34" charset="0"/>
                          <a:cs typeface="Calibri" panose="020F0502020204030204" pitchFamily="34" charset="0"/>
                        </a:rPr>
                        <a:t>3.48</a:t>
                      </a:r>
                    </a:p>
                  </a:txBody>
                  <a:tcPr/>
                </a:tc>
                <a:tc>
                  <a:txBody>
                    <a:bodyPr/>
                    <a:lstStyle/>
                    <a:p>
                      <a:pPr algn="ctr"/>
                      <a:r>
                        <a:rPr lang="en-US" sz="1000">
                          <a:latin typeface="+mn-lt"/>
                          <a:ea typeface="Calibri" panose="020F0502020204030204" pitchFamily="34" charset="0"/>
                          <a:cs typeface="Calibri" panose="020F0502020204030204" pitchFamily="34" charset="0"/>
                        </a:rPr>
                        <a:t>209</a:t>
                      </a:r>
                    </a:p>
                  </a:txBody>
                  <a:tcPr/>
                </a:tc>
                <a:tc>
                  <a:txBody>
                    <a:bodyPr/>
                    <a:lstStyle/>
                    <a:p>
                      <a:pPr algn="ctr"/>
                      <a:r>
                        <a:rPr lang="en-US" sz="1000">
                          <a:latin typeface="+mn-lt"/>
                          <a:ea typeface="Calibri" panose="020F0502020204030204" pitchFamily="34" charset="0"/>
                          <a:cs typeface="Calibri" panose="020F0502020204030204" pitchFamily="34" charset="0"/>
                        </a:rPr>
                        <a:t>3135</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a:latin typeface="+mn-lt"/>
                          <a:ea typeface="Calibri" panose="020F0502020204030204" pitchFamily="34" charset="0"/>
                          <a:cs typeface="Calibri" panose="020F0502020204030204" pitchFamily="34" charset="0"/>
                        </a:rPr>
                        <a:t>&lt;20 sec</a:t>
                      </a:r>
                    </a:p>
                  </a:txBody>
                  <a:tcPr/>
                </a:tc>
                <a:extLst>
                  <a:ext uri="{0D108BD9-81ED-4DB2-BD59-A6C34878D82A}">
                    <a16:rowId xmlns:a16="http://schemas.microsoft.com/office/drawing/2014/main" val="1824316365"/>
                  </a:ext>
                </a:extLst>
              </a:tr>
            </a:tbl>
          </a:graphicData>
        </a:graphic>
      </p:graphicFrame>
      <p:sp>
        <p:nvSpPr>
          <p:cNvPr id="10" name="TextBox 9">
            <a:extLst>
              <a:ext uri="{FF2B5EF4-FFF2-40B4-BE49-F238E27FC236}">
                <a16:creationId xmlns:a16="http://schemas.microsoft.com/office/drawing/2014/main" id="{9393725C-5E2E-FDCC-99E8-09B4EE5B0039}"/>
              </a:ext>
            </a:extLst>
          </p:cNvPr>
          <p:cNvSpPr txBox="1"/>
          <p:nvPr/>
        </p:nvSpPr>
        <p:spPr>
          <a:xfrm>
            <a:off x="718456" y="676988"/>
            <a:ext cx="6096000" cy="369332"/>
          </a:xfrm>
          <a:prstGeom prst="rect">
            <a:avLst/>
          </a:prstGeom>
          <a:noFill/>
        </p:spPr>
        <p:txBody>
          <a:bodyPr wrap="square">
            <a:spAutoFit/>
          </a:bodyPr>
          <a:lstStyle/>
          <a:p>
            <a:r>
              <a:rPr lang="en-US" b="1"/>
              <a:t>Goal#2</a:t>
            </a:r>
            <a:r>
              <a:rPr lang="en-US" sz="1800" b="1">
                <a:solidFill>
                  <a:schemeClr val="bg1"/>
                </a:solidFill>
                <a:ea typeface="Calibri" panose="020F0502020204030204" pitchFamily="34" charset="0"/>
                <a:cs typeface="Calibri" panose="020F0502020204030204" pitchFamily="34" charset="0"/>
              </a:rPr>
              <a:t> </a:t>
            </a:r>
            <a:r>
              <a:rPr lang="en-US" sz="1800" b="1">
                <a:ea typeface="Calibri" panose="020F0502020204030204" pitchFamily="34" charset="0"/>
                <a:cs typeface="Calibri" panose="020F0502020204030204" pitchFamily="34" charset="0"/>
              </a:rPr>
              <a:t>HCP &amp; </a:t>
            </a:r>
            <a:r>
              <a:rPr lang="en-US" sz="1800" b="1" err="1">
                <a:ea typeface="Calibri" panose="020F0502020204030204" pitchFamily="34" charset="0"/>
                <a:cs typeface="Calibri" panose="020F0502020204030204" pitchFamily="34" charset="0"/>
              </a:rPr>
              <a:t>PwD</a:t>
            </a:r>
            <a:r>
              <a:rPr lang="en-US" sz="1800" b="1">
                <a:ea typeface="Calibri" panose="020F0502020204030204" pitchFamily="34" charset="0"/>
                <a:cs typeface="Calibri" panose="020F0502020204030204" pitchFamily="34" charset="0"/>
              </a:rPr>
              <a:t> Report Generation</a:t>
            </a:r>
            <a:endParaRPr lang="en-US" b="1"/>
          </a:p>
        </p:txBody>
      </p:sp>
    </p:spTree>
    <p:extLst>
      <p:ext uri="{BB962C8B-B14F-4D97-AF65-F5344CB8AC3E}">
        <p14:creationId xmlns:p14="http://schemas.microsoft.com/office/powerpoint/2010/main" val="1549912"/>
      </p:ext>
    </p:extLst>
  </p:cSld>
  <p:clrMapOvr>
    <a:masterClrMapping/>
  </p:clrMapOvr>
  <p:transition>
    <p:fade/>
  </p:transition>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16E50-8AAF-3003-9D6A-CF4661F351A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DB4724D-507A-AAB4-F297-0C43838C15D9}"/>
              </a:ext>
            </a:extLst>
          </p:cNvPr>
          <p:cNvSpPr>
            <a:spLocks noGrp="1"/>
          </p:cNvSpPr>
          <p:nvPr>
            <p:ph type="ftr" sz="quarter" idx="15"/>
          </p:nvPr>
        </p:nvSpPr>
        <p:spPr/>
        <p:txBody>
          <a:bodyPr/>
          <a:lstStyle/>
          <a:p>
            <a:r>
              <a:rPr lang="en-US"/>
              <a:t>CONFIDENTIAL</a:t>
            </a:r>
          </a:p>
        </p:txBody>
      </p:sp>
      <p:sp>
        <p:nvSpPr>
          <p:cNvPr id="4" name="Slide Number Placeholder 3">
            <a:extLst>
              <a:ext uri="{FF2B5EF4-FFF2-40B4-BE49-F238E27FC236}">
                <a16:creationId xmlns:a16="http://schemas.microsoft.com/office/drawing/2014/main" id="{7D6DA15F-2743-A25E-5A43-0C1613F564E1}"/>
              </a:ext>
            </a:extLst>
          </p:cNvPr>
          <p:cNvSpPr>
            <a:spLocks noGrp="1"/>
          </p:cNvSpPr>
          <p:nvPr>
            <p:ph type="sldNum" sz="quarter" idx="16"/>
          </p:nvPr>
        </p:nvSpPr>
        <p:spPr/>
        <p:txBody>
          <a:bodyPr/>
          <a:lstStyle/>
          <a:p>
            <a:fld id="{4F90343F-D056-4E24-BE3D-A305BDC1A23E}" type="slidenum">
              <a:rPr lang="en-US" smtClean="0"/>
              <a:pPr/>
              <a:t>26</a:t>
            </a:fld>
            <a:endParaRPr lang="en-US"/>
          </a:p>
        </p:txBody>
      </p:sp>
      <p:grpSp>
        <p:nvGrpSpPr>
          <p:cNvPr id="63" name="Group 62">
            <a:extLst>
              <a:ext uri="{FF2B5EF4-FFF2-40B4-BE49-F238E27FC236}">
                <a16:creationId xmlns:a16="http://schemas.microsoft.com/office/drawing/2014/main" id="{096C0BAF-AE44-6FE3-5BCF-723E5E94B55C}"/>
              </a:ext>
            </a:extLst>
          </p:cNvPr>
          <p:cNvGrpSpPr/>
          <p:nvPr/>
        </p:nvGrpSpPr>
        <p:grpSpPr>
          <a:xfrm>
            <a:off x="765800" y="3329061"/>
            <a:ext cx="5370906" cy="3200000"/>
            <a:chOff x="35496" y="741378"/>
            <a:chExt cx="8953207" cy="4037671"/>
          </a:xfrm>
        </p:grpSpPr>
        <p:grpSp>
          <p:nvGrpSpPr>
            <p:cNvPr id="64" name="Group 63">
              <a:extLst>
                <a:ext uri="{FF2B5EF4-FFF2-40B4-BE49-F238E27FC236}">
                  <a16:creationId xmlns:a16="http://schemas.microsoft.com/office/drawing/2014/main" id="{277D556B-AD8E-496B-B159-03B10286D2D9}"/>
                </a:ext>
              </a:extLst>
            </p:cNvPr>
            <p:cNvGrpSpPr/>
            <p:nvPr/>
          </p:nvGrpSpPr>
          <p:grpSpPr>
            <a:xfrm>
              <a:off x="96907" y="1069239"/>
              <a:ext cx="3345399" cy="2495723"/>
              <a:chOff x="96907" y="1069237"/>
              <a:chExt cx="3345399" cy="2495723"/>
            </a:xfrm>
          </p:grpSpPr>
          <p:pic>
            <p:nvPicPr>
              <p:cNvPr id="103" name="Picture 102">
                <a:extLst>
                  <a:ext uri="{FF2B5EF4-FFF2-40B4-BE49-F238E27FC236}">
                    <a16:creationId xmlns:a16="http://schemas.microsoft.com/office/drawing/2014/main" id="{D6AF5F7F-B5F9-5C5A-892C-D660B362F229}"/>
                  </a:ext>
                </a:extLst>
              </p:cNvPr>
              <p:cNvPicPr>
                <a:picLocks noChangeAspect="1"/>
              </p:cNvPicPr>
              <p:nvPr/>
            </p:nvPicPr>
            <p:blipFill>
              <a:blip r:embed="rId4"/>
              <a:stretch>
                <a:fillRect/>
              </a:stretch>
            </p:blipFill>
            <p:spPr>
              <a:xfrm>
                <a:off x="323528" y="2173149"/>
                <a:ext cx="511249" cy="398601"/>
              </a:xfrm>
              <a:prstGeom prst="rect">
                <a:avLst/>
              </a:prstGeom>
            </p:spPr>
          </p:pic>
          <p:sp>
            <p:nvSpPr>
              <p:cNvPr id="104" name="TextBox 103">
                <a:extLst>
                  <a:ext uri="{FF2B5EF4-FFF2-40B4-BE49-F238E27FC236}">
                    <a16:creationId xmlns:a16="http://schemas.microsoft.com/office/drawing/2014/main" id="{1EA660B1-13C0-8402-4CDD-5DF1D8849CC8}"/>
                  </a:ext>
                </a:extLst>
              </p:cNvPr>
              <p:cNvSpPr txBox="1"/>
              <p:nvPr/>
            </p:nvSpPr>
            <p:spPr>
              <a:xfrm>
                <a:off x="96907" y="2595761"/>
                <a:ext cx="960147" cy="500155"/>
              </a:xfrm>
              <a:prstGeom prst="rect">
                <a:avLst/>
              </a:prstGeom>
              <a:noFill/>
            </p:spPr>
            <p:txBody>
              <a:bodyPr wrap="square" rtlCol="0">
                <a:spAutoFit/>
              </a:bodyPr>
              <a:lstStyle/>
              <a:p>
                <a:r>
                  <a:rPr lang="en-US" sz="988"/>
                  <a:t>50 Users</a:t>
                </a:r>
                <a:endParaRPr lang="en-IN" sz="988"/>
              </a:p>
            </p:txBody>
          </p:sp>
          <p:pic>
            <p:nvPicPr>
              <p:cNvPr id="105" name="Picture 104">
                <a:extLst>
                  <a:ext uri="{FF2B5EF4-FFF2-40B4-BE49-F238E27FC236}">
                    <a16:creationId xmlns:a16="http://schemas.microsoft.com/office/drawing/2014/main" id="{786450A2-81C9-DE37-4E10-77C7F6A4A2C8}"/>
                  </a:ext>
                </a:extLst>
              </p:cNvPr>
              <p:cNvPicPr>
                <a:picLocks noChangeAspect="1"/>
              </p:cNvPicPr>
              <p:nvPr/>
            </p:nvPicPr>
            <p:blipFill>
              <a:blip r:embed="rId4"/>
              <a:stretch>
                <a:fillRect/>
              </a:stretch>
            </p:blipFill>
            <p:spPr>
              <a:xfrm>
                <a:off x="1134616" y="1892824"/>
                <a:ext cx="511249" cy="398601"/>
              </a:xfrm>
              <a:prstGeom prst="rect">
                <a:avLst/>
              </a:prstGeom>
            </p:spPr>
          </p:pic>
          <p:cxnSp>
            <p:nvCxnSpPr>
              <p:cNvPr id="106" name="Connector: Elbow 105">
                <a:extLst>
                  <a:ext uri="{FF2B5EF4-FFF2-40B4-BE49-F238E27FC236}">
                    <a16:creationId xmlns:a16="http://schemas.microsoft.com/office/drawing/2014/main" id="{9612764F-9D1A-FDBC-6D80-7F6F2927B64A}"/>
                  </a:ext>
                </a:extLst>
              </p:cNvPr>
              <p:cNvCxnSpPr>
                <a:stCxn id="103" idx="0"/>
                <a:endCxn id="105" idx="1"/>
              </p:cNvCxnSpPr>
              <p:nvPr/>
            </p:nvCxnSpPr>
            <p:spPr>
              <a:xfrm rot="5400000" flipH="1" flipV="1">
                <a:off x="816372" y="1854906"/>
                <a:ext cx="81024" cy="55546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07" name="TextBox 106">
                <a:extLst>
                  <a:ext uri="{FF2B5EF4-FFF2-40B4-BE49-F238E27FC236}">
                    <a16:creationId xmlns:a16="http://schemas.microsoft.com/office/drawing/2014/main" id="{C2D77EC6-9000-B703-B98C-2D4D0117F6C1}"/>
                  </a:ext>
                </a:extLst>
              </p:cNvPr>
              <p:cNvSpPr txBox="1"/>
              <p:nvPr/>
            </p:nvSpPr>
            <p:spPr>
              <a:xfrm>
                <a:off x="402340" y="1431874"/>
                <a:ext cx="778309" cy="500155"/>
              </a:xfrm>
              <a:prstGeom prst="rect">
                <a:avLst/>
              </a:prstGeom>
              <a:noFill/>
            </p:spPr>
            <p:txBody>
              <a:bodyPr wrap="square" rtlCol="0">
                <a:spAutoFit/>
              </a:bodyPr>
              <a:lstStyle/>
              <a:p>
                <a:r>
                  <a:rPr lang="en-US" sz="988"/>
                  <a:t>60 sec</a:t>
                </a:r>
                <a:endParaRPr lang="en-IN" sz="988"/>
              </a:p>
            </p:txBody>
          </p:sp>
          <p:pic>
            <p:nvPicPr>
              <p:cNvPr id="108" name="Picture 107">
                <a:extLst>
                  <a:ext uri="{FF2B5EF4-FFF2-40B4-BE49-F238E27FC236}">
                    <a16:creationId xmlns:a16="http://schemas.microsoft.com/office/drawing/2014/main" id="{5F8EF22B-1867-EE1D-0A67-6BA06F0853F4}"/>
                  </a:ext>
                </a:extLst>
              </p:cNvPr>
              <p:cNvPicPr>
                <a:picLocks noChangeAspect="1"/>
              </p:cNvPicPr>
              <p:nvPr/>
            </p:nvPicPr>
            <p:blipFill>
              <a:blip r:embed="rId4"/>
              <a:stretch>
                <a:fillRect/>
              </a:stretch>
            </p:blipFill>
            <p:spPr>
              <a:xfrm>
                <a:off x="1945704" y="1597086"/>
                <a:ext cx="511249" cy="398601"/>
              </a:xfrm>
              <a:prstGeom prst="rect">
                <a:avLst/>
              </a:prstGeom>
            </p:spPr>
          </p:pic>
          <p:sp>
            <p:nvSpPr>
              <p:cNvPr id="109" name="TextBox 108">
                <a:extLst>
                  <a:ext uri="{FF2B5EF4-FFF2-40B4-BE49-F238E27FC236}">
                    <a16:creationId xmlns:a16="http://schemas.microsoft.com/office/drawing/2014/main" id="{9E7688B3-E9A9-0FD9-C2E6-25D6DD1556B8}"/>
                  </a:ext>
                </a:extLst>
              </p:cNvPr>
              <p:cNvSpPr txBox="1"/>
              <p:nvPr/>
            </p:nvSpPr>
            <p:spPr>
              <a:xfrm>
                <a:off x="993432" y="1337302"/>
                <a:ext cx="778309" cy="500155"/>
              </a:xfrm>
              <a:prstGeom prst="rect">
                <a:avLst/>
              </a:prstGeom>
              <a:noFill/>
            </p:spPr>
            <p:txBody>
              <a:bodyPr wrap="square" rtlCol="0">
                <a:spAutoFit/>
              </a:bodyPr>
              <a:lstStyle/>
              <a:p>
                <a:r>
                  <a:rPr lang="en-US" sz="988"/>
                  <a:t>60 sec</a:t>
                </a:r>
                <a:endParaRPr lang="en-IN" sz="988"/>
              </a:p>
            </p:txBody>
          </p:sp>
          <p:cxnSp>
            <p:nvCxnSpPr>
              <p:cNvPr id="110" name="Connector: Elbow 109">
                <a:extLst>
                  <a:ext uri="{FF2B5EF4-FFF2-40B4-BE49-F238E27FC236}">
                    <a16:creationId xmlns:a16="http://schemas.microsoft.com/office/drawing/2014/main" id="{A156B6CD-2CC3-945C-F14A-25750DE80C19}"/>
                  </a:ext>
                </a:extLst>
              </p:cNvPr>
              <p:cNvCxnSpPr/>
              <p:nvPr/>
            </p:nvCxnSpPr>
            <p:spPr>
              <a:xfrm rot="5400000" flipH="1" flipV="1">
                <a:off x="1627460" y="1574580"/>
                <a:ext cx="81024" cy="55546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1" name="Picture 110">
                <a:extLst>
                  <a:ext uri="{FF2B5EF4-FFF2-40B4-BE49-F238E27FC236}">
                    <a16:creationId xmlns:a16="http://schemas.microsoft.com/office/drawing/2014/main" id="{C862EBC1-2972-4F4D-0F44-3AAE01DE7CA9}"/>
                  </a:ext>
                </a:extLst>
              </p:cNvPr>
              <p:cNvPicPr>
                <a:picLocks noChangeAspect="1"/>
              </p:cNvPicPr>
              <p:nvPr/>
            </p:nvPicPr>
            <p:blipFill>
              <a:blip r:embed="rId4"/>
              <a:stretch>
                <a:fillRect/>
              </a:stretch>
            </p:blipFill>
            <p:spPr>
              <a:xfrm>
                <a:off x="2724013" y="1270623"/>
                <a:ext cx="511249" cy="398601"/>
              </a:xfrm>
              <a:prstGeom prst="rect">
                <a:avLst/>
              </a:prstGeom>
            </p:spPr>
          </p:pic>
          <p:cxnSp>
            <p:nvCxnSpPr>
              <p:cNvPr id="112" name="Connector: Elbow 111">
                <a:extLst>
                  <a:ext uri="{FF2B5EF4-FFF2-40B4-BE49-F238E27FC236}">
                    <a16:creationId xmlns:a16="http://schemas.microsoft.com/office/drawing/2014/main" id="{4C578277-4137-4826-BEC9-FACEBBFFF932}"/>
                  </a:ext>
                </a:extLst>
              </p:cNvPr>
              <p:cNvCxnSpPr/>
              <p:nvPr/>
            </p:nvCxnSpPr>
            <p:spPr>
              <a:xfrm rot="5400000" flipH="1" flipV="1">
                <a:off x="2416441" y="1254411"/>
                <a:ext cx="81024" cy="55546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13" name="TextBox 112">
                <a:extLst>
                  <a:ext uri="{FF2B5EF4-FFF2-40B4-BE49-F238E27FC236}">
                    <a16:creationId xmlns:a16="http://schemas.microsoft.com/office/drawing/2014/main" id="{C31FF522-9B37-2242-8054-8D9BE3C26973}"/>
                  </a:ext>
                </a:extLst>
              </p:cNvPr>
              <p:cNvSpPr txBox="1"/>
              <p:nvPr/>
            </p:nvSpPr>
            <p:spPr>
              <a:xfrm>
                <a:off x="1638491" y="1069237"/>
                <a:ext cx="778309" cy="500155"/>
              </a:xfrm>
              <a:prstGeom prst="rect">
                <a:avLst/>
              </a:prstGeom>
              <a:noFill/>
            </p:spPr>
            <p:txBody>
              <a:bodyPr wrap="square" rtlCol="0">
                <a:spAutoFit/>
              </a:bodyPr>
              <a:lstStyle/>
              <a:p>
                <a:r>
                  <a:rPr lang="en-US" sz="988"/>
                  <a:t>60 sec</a:t>
                </a:r>
                <a:endParaRPr lang="en-IN" sz="988"/>
              </a:p>
            </p:txBody>
          </p:sp>
          <p:sp>
            <p:nvSpPr>
              <p:cNvPr id="114" name="TextBox 113">
                <a:extLst>
                  <a:ext uri="{FF2B5EF4-FFF2-40B4-BE49-F238E27FC236}">
                    <a16:creationId xmlns:a16="http://schemas.microsoft.com/office/drawing/2014/main" id="{1B472FD4-7904-663F-4295-DE3990683B45}"/>
                  </a:ext>
                </a:extLst>
              </p:cNvPr>
              <p:cNvSpPr txBox="1"/>
              <p:nvPr/>
            </p:nvSpPr>
            <p:spPr>
              <a:xfrm rot="19595175">
                <a:off x="1051566" y="2385416"/>
                <a:ext cx="2390740" cy="883806"/>
              </a:xfrm>
              <a:prstGeom prst="rect">
                <a:avLst/>
              </a:prstGeom>
              <a:noFill/>
            </p:spPr>
            <p:txBody>
              <a:bodyPr wrap="square" rtlCol="0">
                <a:spAutoFit/>
              </a:bodyPr>
              <a:lstStyle/>
              <a:p>
                <a:pPr algn="ctr"/>
                <a:r>
                  <a:rPr lang="en-US" sz="988" b="1">
                    <a:solidFill>
                      <a:srgbClr val="002060"/>
                    </a:solidFill>
                  </a:rPr>
                  <a:t>50 users will ramp up in every 60  sec until user count reaches 790</a:t>
                </a:r>
                <a:endParaRPr lang="en-IN" sz="988" b="1">
                  <a:solidFill>
                    <a:srgbClr val="002060"/>
                  </a:solidFill>
                </a:endParaRPr>
              </a:p>
            </p:txBody>
          </p:sp>
          <p:cxnSp>
            <p:nvCxnSpPr>
              <p:cNvPr id="115" name="Straight Arrow Connector 114">
                <a:extLst>
                  <a:ext uri="{FF2B5EF4-FFF2-40B4-BE49-F238E27FC236}">
                    <a16:creationId xmlns:a16="http://schemas.microsoft.com/office/drawing/2014/main" id="{D4EEFF2D-97C1-BF88-A46F-8441FC06CDC4}"/>
                  </a:ext>
                </a:extLst>
              </p:cNvPr>
              <p:cNvCxnSpPr>
                <a:cxnSpLocks/>
              </p:cNvCxnSpPr>
              <p:nvPr/>
            </p:nvCxnSpPr>
            <p:spPr>
              <a:xfrm flipV="1">
                <a:off x="755352" y="3320670"/>
                <a:ext cx="365856" cy="2442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28997FF2-8C7D-B4F6-4886-7E3ABA269781}"/>
                  </a:ext>
                </a:extLst>
              </p:cNvPr>
              <p:cNvCxnSpPr>
                <a:cxnSpLocks/>
              </p:cNvCxnSpPr>
              <p:nvPr/>
            </p:nvCxnSpPr>
            <p:spPr>
              <a:xfrm flipH="1">
                <a:off x="3121551" y="1907086"/>
                <a:ext cx="242030" cy="166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pic>
          <p:nvPicPr>
            <p:cNvPr id="65" name="Picture 64">
              <a:extLst>
                <a:ext uri="{FF2B5EF4-FFF2-40B4-BE49-F238E27FC236}">
                  <a16:creationId xmlns:a16="http://schemas.microsoft.com/office/drawing/2014/main" id="{31BC2122-E407-D9A3-4FD0-A2C7FCB42FBB}"/>
                </a:ext>
              </a:extLst>
            </p:cNvPr>
            <p:cNvPicPr>
              <a:picLocks noChangeAspect="1"/>
            </p:cNvPicPr>
            <p:nvPr/>
          </p:nvPicPr>
          <p:blipFill>
            <a:blip r:embed="rId4"/>
            <a:stretch>
              <a:fillRect/>
            </a:stretch>
          </p:blipFill>
          <p:spPr>
            <a:xfrm>
              <a:off x="3839386" y="780447"/>
              <a:ext cx="511249" cy="398601"/>
            </a:xfrm>
            <a:prstGeom prst="rect">
              <a:avLst/>
            </a:prstGeom>
          </p:spPr>
        </p:pic>
        <p:pic>
          <p:nvPicPr>
            <p:cNvPr id="66" name="Picture 65">
              <a:extLst>
                <a:ext uri="{FF2B5EF4-FFF2-40B4-BE49-F238E27FC236}">
                  <a16:creationId xmlns:a16="http://schemas.microsoft.com/office/drawing/2014/main" id="{A19D4C5B-7600-9D10-DE04-EFFA4E81BBE3}"/>
                </a:ext>
              </a:extLst>
            </p:cNvPr>
            <p:cNvPicPr>
              <a:picLocks noChangeAspect="1"/>
            </p:cNvPicPr>
            <p:nvPr/>
          </p:nvPicPr>
          <p:blipFill>
            <a:blip r:embed="rId4"/>
            <a:stretch>
              <a:fillRect/>
            </a:stretch>
          </p:blipFill>
          <p:spPr>
            <a:xfrm>
              <a:off x="4350635" y="764838"/>
              <a:ext cx="511249" cy="398601"/>
            </a:xfrm>
            <a:prstGeom prst="rect">
              <a:avLst/>
            </a:prstGeom>
          </p:spPr>
        </p:pic>
        <p:pic>
          <p:nvPicPr>
            <p:cNvPr id="67" name="Picture 66">
              <a:extLst>
                <a:ext uri="{FF2B5EF4-FFF2-40B4-BE49-F238E27FC236}">
                  <a16:creationId xmlns:a16="http://schemas.microsoft.com/office/drawing/2014/main" id="{457531E6-92DB-5D17-32FA-176536F1A037}"/>
                </a:ext>
              </a:extLst>
            </p:cNvPr>
            <p:cNvPicPr>
              <a:picLocks noChangeAspect="1"/>
            </p:cNvPicPr>
            <p:nvPr/>
          </p:nvPicPr>
          <p:blipFill>
            <a:blip r:embed="rId4"/>
            <a:stretch>
              <a:fillRect/>
            </a:stretch>
          </p:blipFill>
          <p:spPr>
            <a:xfrm>
              <a:off x="4861884" y="741378"/>
              <a:ext cx="511249" cy="398601"/>
            </a:xfrm>
            <a:prstGeom prst="rect">
              <a:avLst/>
            </a:prstGeom>
          </p:spPr>
        </p:pic>
        <p:cxnSp>
          <p:nvCxnSpPr>
            <p:cNvPr id="68" name="Straight Arrow Connector 67">
              <a:extLst>
                <a:ext uri="{FF2B5EF4-FFF2-40B4-BE49-F238E27FC236}">
                  <a16:creationId xmlns:a16="http://schemas.microsoft.com/office/drawing/2014/main" id="{D8AA551B-B9A2-4AC7-EC7C-F6567844A74B}"/>
                </a:ext>
              </a:extLst>
            </p:cNvPr>
            <p:cNvCxnSpPr>
              <a:cxnSpLocks/>
            </p:cNvCxnSpPr>
            <p:nvPr/>
          </p:nvCxnSpPr>
          <p:spPr>
            <a:xfrm flipH="1">
              <a:off x="3468300" y="780447"/>
              <a:ext cx="14813" cy="3164924"/>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69" name="Straight Arrow Connector 68">
              <a:extLst>
                <a:ext uri="{FF2B5EF4-FFF2-40B4-BE49-F238E27FC236}">
                  <a16:creationId xmlns:a16="http://schemas.microsoft.com/office/drawing/2014/main" id="{919B7780-501F-0986-6535-B685AB14147C}"/>
                </a:ext>
              </a:extLst>
            </p:cNvPr>
            <p:cNvCxnSpPr>
              <a:cxnSpLocks/>
            </p:cNvCxnSpPr>
            <p:nvPr/>
          </p:nvCxnSpPr>
          <p:spPr>
            <a:xfrm flipH="1">
              <a:off x="3483113" y="2154635"/>
              <a:ext cx="2327836" cy="0"/>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70" name="Straight Arrow Connector 69">
              <a:extLst>
                <a:ext uri="{FF2B5EF4-FFF2-40B4-BE49-F238E27FC236}">
                  <a16:creationId xmlns:a16="http://schemas.microsoft.com/office/drawing/2014/main" id="{9F65A489-73C2-421B-33D4-E30D882343E3}"/>
                </a:ext>
              </a:extLst>
            </p:cNvPr>
            <p:cNvCxnSpPr>
              <a:cxnSpLocks/>
            </p:cNvCxnSpPr>
            <p:nvPr/>
          </p:nvCxnSpPr>
          <p:spPr>
            <a:xfrm flipH="1">
              <a:off x="5798690" y="780448"/>
              <a:ext cx="12259" cy="3164925"/>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pic>
          <p:nvPicPr>
            <p:cNvPr id="71" name="Picture 70">
              <a:extLst>
                <a:ext uri="{FF2B5EF4-FFF2-40B4-BE49-F238E27FC236}">
                  <a16:creationId xmlns:a16="http://schemas.microsoft.com/office/drawing/2014/main" id="{1E6821BF-61C6-BF8A-AF53-A57EB7C3137B}"/>
                </a:ext>
              </a:extLst>
            </p:cNvPr>
            <p:cNvPicPr>
              <a:picLocks noChangeAspect="1"/>
            </p:cNvPicPr>
            <p:nvPr/>
          </p:nvPicPr>
          <p:blipFill>
            <a:blip r:embed="rId4"/>
            <a:stretch>
              <a:fillRect/>
            </a:stretch>
          </p:blipFill>
          <p:spPr>
            <a:xfrm>
              <a:off x="5913858" y="1252971"/>
              <a:ext cx="511249" cy="398601"/>
            </a:xfrm>
            <a:prstGeom prst="rect">
              <a:avLst/>
            </a:prstGeom>
          </p:spPr>
        </p:pic>
        <p:sp>
          <p:nvSpPr>
            <p:cNvPr id="72" name="TextBox 71">
              <a:extLst>
                <a:ext uri="{FF2B5EF4-FFF2-40B4-BE49-F238E27FC236}">
                  <a16:creationId xmlns:a16="http://schemas.microsoft.com/office/drawing/2014/main" id="{E06C4296-3E95-6899-A1B8-6966B03440F1}"/>
                </a:ext>
              </a:extLst>
            </p:cNvPr>
            <p:cNvSpPr txBox="1"/>
            <p:nvPr/>
          </p:nvSpPr>
          <p:spPr>
            <a:xfrm>
              <a:off x="7227038" y="2325529"/>
              <a:ext cx="965540" cy="500155"/>
            </a:xfrm>
            <a:prstGeom prst="rect">
              <a:avLst/>
            </a:prstGeom>
            <a:noFill/>
          </p:spPr>
          <p:txBody>
            <a:bodyPr wrap="square" rtlCol="0">
              <a:spAutoFit/>
            </a:bodyPr>
            <a:lstStyle/>
            <a:p>
              <a:r>
                <a:rPr lang="en-US" sz="988"/>
                <a:t>50 Users</a:t>
              </a:r>
              <a:endParaRPr lang="en-IN" sz="988"/>
            </a:p>
          </p:txBody>
        </p:sp>
        <p:pic>
          <p:nvPicPr>
            <p:cNvPr id="73" name="Picture 72">
              <a:extLst>
                <a:ext uri="{FF2B5EF4-FFF2-40B4-BE49-F238E27FC236}">
                  <a16:creationId xmlns:a16="http://schemas.microsoft.com/office/drawing/2014/main" id="{EE98B064-89D2-C54A-8F75-2F2CB3F78BF1}"/>
                </a:ext>
              </a:extLst>
            </p:cNvPr>
            <p:cNvPicPr>
              <a:picLocks noChangeAspect="1"/>
            </p:cNvPicPr>
            <p:nvPr/>
          </p:nvPicPr>
          <p:blipFill>
            <a:blip r:embed="rId4"/>
            <a:stretch>
              <a:fillRect/>
            </a:stretch>
          </p:blipFill>
          <p:spPr>
            <a:xfrm>
              <a:off x="6601392" y="1582448"/>
              <a:ext cx="511249" cy="398601"/>
            </a:xfrm>
            <a:prstGeom prst="rect">
              <a:avLst/>
            </a:prstGeom>
          </p:spPr>
        </p:pic>
        <p:sp>
          <p:nvSpPr>
            <p:cNvPr id="74" name="TextBox 73">
              <a:extLst>
                <a:ext uri="{FF2B5EF4-FFF2-40B4-BE49-F238E27FC236}">
                  <a16:creationId xmlns:a16="http://schemas.microsoft.com/office/drawing/2014/main" id="{87B48263-5A37-F942-CD3C-2737C1B305ED}"/>
                </a:ext>
              </a:extLst>
            </p:cNvPr>
            <p:cNvSpPr txBox="1"/>
            <p:nvPr/>
          </p:nvSpPr>
          <p:spPr>
            <a:xfrm>
              <a:off x="5925914" y="746761"/>
              <a:ext cx="778308" cy="500155"/>
            </a:xfrm>
            <a:prstGeom prst="rect">
              <a:avLst/>
            </a:prstGeom>
            <a:noFill/>
          </p:spPr>
          <p:txBody>
            <a:bodyPr wrap="square" rtlCol="0">
              <a:spAutoFit/>
            </a:bodyPr>
            <a:lstStyle/>
            <a:p>
              <a:r>
                <a:rPr lang="en-US" sz="988"/>
                <a:t>60 sec</a:t>
              </a:r>
              <a:endParaRPr lang="en-IN" sz="988"/>
            </a:p>
          </p:txBody>
        </p:sp>
        <p:pic>
          <p:nvPicPr>
            <p:cNvPr id="75" name="Picture 74">
              <a:extLst>
                <a:ext uri="{FF2B5EF4-FFF2-40B4-BE49-F238E27FC236}">
                  <a16:creationId xmlns:a16="http://schemas.microsoft.com/office/drawing/2014/main" id="{046405C7-5AE9-BC74-46D0-0CB90C447BF9}"/>
                </a:ext>
              </a:extLst>
            </p:cNvPr>
            <p:cNvPicPr>
              <a:picLocks noChangeAspect="1"/>
            </p:cNvPicPr>
            <p:nvPr/>
          </p:nvPicPr>
          <p:blipFill>
            <a:blip r:embed="rId4"/>
            <a:stretch>
              <a:fillRect/>
            </a:stretch>
          </p:blipFill>
          <p:spPr>
            <a:xfrm>
              <a:off x="7295472" y="1959472"/>
              <a:ext cx="511249" cy="398601"/>
            </a:xfrm>
            <a:prstGeom prst="rect">
              <a:avLst/>
            </a:prstGeom>
          </p:spPr>
        </p:pic>
        <p:pic>
          <p:nvPicPr>
            <p:cNvPr id="76" name="Picture 75">
              <a:extLst>
                <a:ext uri="{FF2B5EF4-FFF2-40B4-BE49-F238E27FC236}">
                  <a16:creationId xmlns:a16="http://schemas.microsoft.com/office/drawing/2014/main" id="{FB75D7E6-5626-C65D-6820-5BF609189F96}"/>
                </a:ext>
              </a:extLst>
            </p:cNvPr>
            <p:cNvPicPr>
              <a:picLocks noChangeAspect="1"/>
            </p:cNvPicPr>
            <p:nvPr/>
          </p:nvPicPr>
          <p:blipFill>
            <a:blip r:embed="rId4"/>
            <a:stretch>
              <a:fillRect/>
            </a:stretch>
          </p:blipFill>
          <p:spPr>
            <a:xfrm>
              <a:off x="7971692" y="2326599"/>
              <a:ext cx="511249" cy="398601"/>
            </a:xfrm>
            <a:prstGeom prst="rect">
              <a:avLst/>
            </a:prstGeom>
          </p:spPr>
        </p:pic>
        <p:sp>
          <p:nvSpPr>
            <p:cNvPr id="77" name="TextBox 76">
              <a:extLst>
                <a:ext uri="{FF2B5EF4-FFF2-40B4-BE49-F238E27FC236}">
                  <a16:creationId xmlns:a16="http://schemas.microsoft.com/office/drawing/2014/main" id="{4E6E6227-8CBE-8A25-3DCE-A5D72B7EA7F5}"/>
                </a:ext>
              </a:extLst>
            </p:cNvPr>
            <p:cNvSpPr txBox="1"/>
            <p:nvPr/>
          </p:nvSpPr>
          <p:spPr>
            <a:xfrm rot="1986314">
              <a:off x="5473007" y="2691522"/>
              <a:ext cx="2534826" cy="897247"/>
            </a:xfrm>
            <a:prstGeom prst="rect">
              <a:avLst/>
            </a:prstGeom>
            <a:noFill/>
          </p:spPr>
          <p:txBody>
            <a:bodyPr wrap="square" rtlCol="0">
              <a:spAutoFit/>
            </a:bodyPr>
            <a:lstStyle/>
            <a:p>
              <a:pPr algn="ctr"/>
              <a:r>
                <a:rPr lang="en-US" sz="988" b="1">
                  <a:solidFill>
                    <a:srgbClr val="002060"/>
                  </a:solidFill>
                </a:rPr>
                <a:t>50 users will ramp down in every 60 sec until user count reaches 0 Users</a:t>
              </a:r>
              <a:endParaRPr lang="en-IN" sz="988" b="1">
                <a:solidFill>
                  <a:srgbClr val="002060"/>
                </a:solidFill>
              </a:endParaRPr>
            </a:p>
          </p:txBody>
        </p:sp>
        <p:cxnSp>
          <p:nvCxnSpPr>
            <p:cNvPr id="78" name="Connector: Elbow 77">
              <a:extLst>
                <a:ext uri="{FF2B5EF4-FFF2-40B4-BE49-F238E27FC236}">
                  <a16:creationId xmlns:a16="http://schemas.microsoft.com/office/drawing/2014/main" id="{D4816809-B0C3-A680-6FA9-9DF4A0AAF6F3}"/>
                </a:ext>
              </a:extLst>
            </p:cNvPr>
            <p:cNvCxnSpPr>
              <a:cxnSpLocks/>
              <a:endCxn id="73" idx="0"/>
            </p:cNvCxnSpPr>
            <p:nvPr/>
          </p:nvCxnSpPr>
          <p:spPr>
            <a:xfrm>
              <a:off x="6452867" y="1414420"/>
              <a:ext cx="404150" cy="16802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05E9DCB1-0B81-34AF-01C1-D8E02FB818CB}"/>
                </a:ext>
              </a:extLst>
            </p:cNvPr>
            <p:cNvSpPr txBox="1"/>
            <p:nvPr/>
          </p:nvSpPr>
          <p:spPr>
            <a:xfrm>
              <a:off x="2620834" y="1614036"/>
              <a:ext cx="763975" cy="691981"/>
            </a:xfrm>
            <a:prstGeom prst="rect">
              <a:avLst/>
            </a:prstGeom>
            <a:noFill/>
          </p:spPr>
          <p:txBody>
            <a:bodyPr wrap="square" rtlCol="0">
              <a:spAutoFit/>
            </a:bodyPr>
            <a:lstStyle/>
            <a:p>
              <a:r>
                <a:rPr lang="en-US" sz="988"/>
                <a:t>50 Users</a:t>
              </a:r>
              <a:endParaRPr lang="en-IN" sz="988"/>
            </a:p>
          </p:txBody>
        </p:sp>
        <p:sp>
          <p:nvSpPr>
            <p:cNvPr id="80" name="TextBox 79">
              <a:extLst>
                <a:ext uri="{FF2B5EF4-FFF2-40B4-BE49-F238E27FC236}">
                  <a16:creationId xmlns:a16="http://schemas.microsoft.com/office/drawing/2014/main" id="{CE968FFF-AF68-9782-BB50-192F50BBA27B}"/>
                </a:ext>
              </a:extLst>
            </p:cNvPr>
            <p:cNvSpPr txBox="1"/>
            <p:nvPr/>
          </p:nvSpPr>
          <p:spPr>
            <a:xfrm>
              <a:off x="5866060" y="1587782"/>
              <a:ext cx="920785" cy="500155"/>
            </a:xfrm>
            <a:prstGeom prst="rect">
              <a:avLst/>
            </a:prstGeom>
            <a:noFill/>
          </p:spPr>
          <p:txBody>
            <a:bodyPr wrap="square" rtlCol="0">
              <a:spAutoFit/>
            </a:bodyPr>
            <a:lstStyle/>
            <a:p>
              <a:r>
                <a:rPr lang="en-US" sz="988"/>
                <a:t>50 Users</a:t>
              </a:r>
              <a:endParaRPr lang="en-IN" sz="988"/>
            </a:p>
          </p:txBody>
        </p:sp>
        <p:sp>
          <p:nvSpPr>
            <p:cNvPr id="81" name="TextBox 80">
              <a:extLst>
                <a:ext uri="{FF2B5EF4-FFF2-40B4-BE49-F238E27FC236}">
                  <a16:creationId xmlns:a16="http://schemas.microsoft.com/office/drawing/2014/main" id="{BFA5496E-00F0-E700-E390-550AD4F3B402}"/>
                </a:ext>
              </a:extLst>
            </p:cNvPr>
            <p:cNvSpPr txBox="1"/>
            <p:nvPr/>
          </p:nvSpPr>
          <p:spPr>
            <a:xfrm>
              <a:off x="6568723" y="1926641"/>
              <a:ext cx="1098822" cy="500155"/>
            </a:xfrm>
            <a:prstGeom prst="rect">
              <a:avLst/>
            </a:prstGeom>
            <a:noFill/>
          </p:spPr>
          <p:txBody>
            <a:bodyPr wrap="square" rtlCol="0">
              <a:spAutoFit/>
            </a:bodyPr>
            <a:lstStyle/>
            <a:p>
              <a:r>
                <a:rPr lang="en-US" sz="988"/>
                <a:t>50 Users</a:t>
              </a:r>
              <a:endParaRPr lang="en-IN" sz="988"/>
            </a:p>
          </p:txBody>
        </p:sp>
        <p:cxnSp>
          <p:nvCxnSpPr>
            <p:cNvPr id="83" name="Connector: Elbow 82">
              <a:extLst>
                <a:ext uri="{FF2B5EF4-FFF2-40B4-BE49-F238E27FC236}">
                  <a16:creationId xmlns:a16="http://schemas.microsoft.com/office/drawing/2014/main" id="{21B3AAB8-B487-435F-3063-5F089FC6176F}"/>
                </a:ext>
              </a:extLst>
            </p:cNvPr>
            <p:cNvCxnSpPr>
              <a:cxnSpLocks/>
            </p:cNvCxnSpPr>
            <p:nvPr/>
          </p:nvCxnSpPr>
          <p:spPr>
            <a:xfrm>
              <a:off x="7146946" y="1699963"/>
              <a:ext cx="404150" cy="16802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AD6A20A5-1671-0697-8F7C-AFFEA3EC4CFB}"/>
                </a:ext>
              </a:extLst>
            </p:cNvPr>
            <p:cNvSpPr txBox="1"/>
            <p:nvPr/>
          </p:nvSpPr>
          <p:spPr>
            <a:xfrm>
              <a:off x="6666213" y="914788"/>
              <a:ext cx="778308" cy="500155"/>
            </a:xfrm>
            <a:prstGeom prst="rect">
              <a:avLst/>
            </a:prstGeom>
            <a:noFill/>
          </p:spPr>
          <p:txBody>
            <a:bodyPr wrap="square" rtlCol="0">
              <a:spAutoFit/>
            </a:bodyPr>
            <a:lstStyle/>
            <a:p>
              <a:r>
                <a:rPr lang="en-US" sz="988"/>
                <a:t>60 sec</a:t>
              </a:r>
              <a:endParaRPr lang="en-IN" sz="988"/>
            </a:p>
          </p:txBody>
        </p:sp>
        <p:sp>
          <p:nvSpPr>
            <p:cNvPr id="85" name="TextBox 84">
              <a:extLst>
                <a:ext uri="{FF2B5EF4-FFF2-40B4-BE49-F238E27FC236}">
                  <a16:creationId xmlns:a16="http://schemas.microsoft.com/office/drawing/2014/main" id="{00383EFB-F4A8-4021-13B5-8A28DDC2F074}"/>
                </a:ext>
              </a:extLst>
            </p:cNvPr>
            <p:cNvSpPr txBox="1"/>
            <p:nvPr/>
          </p:nvSpPr>
          <p:spPr>
            <a:xfrm>
              <a:off x="7216795" y="1210781"/>
              <a:ext cx="778308" cy="500155"/>
            </a:xfrm>
            <a:prstGeom prst="rect">
              <a:avLst/>
            </a:prstGeom>
            <a:noFill/>
          </p:spPr>
          <p:txBody>
            <a:bodyPr wrap="square" rtlCol="0">
              <a:spAutoFit/>
            </a:bodyPr>
            <a:lstStyle/>
            <a:p>
              <a:r>
                <a:rPr lang="en-US" sz="988"/>
                <a:t>60 sec</a:t>
              </a:r>
              <a:endParaRPr lang="en-IN" sz="988"/>
            </a:p>
          </p:txBody>
        </p:sp>
        <p:cxnSp>
          <p:nvCxnSpPr>
            <p:cNvPr id="86" name="Connector: Elbow 85">
              <a:extLst>
                <a:ext uri="{FF2B5EF4-FFF2-40B4-BE49-F238E27FC236}">
                  <a16:creationId xmlns:a16="http://schemas.microsoft.com/office/drawing/2014/main" id="{96ED7CB1-D083-6C37-9F00-3E2E28019168}"/>
                </a:ext>
              </a:extLst>
            </p:cNvPr>
            <p:cNvCxnSpPr>
              <a:cxnSpLocks/>
            </p:cNvCxnSpPr>
            <p:nvPr/>
          </p:nvCxnSpPr>
          <p:spPr>
            <a:xfrm>
              <a:off x="7828091" y="2173690"/>
              <a:ext cx="404150" cy="16802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B45E32DE-D456-E5AD-3D54-1D3ACEC2A411}"/>
                </a:ext>
              </a:extLst>
            </p:cNvPr>
            <p:cNvCxnSpPr>
              <a:cxnSpLocks/>
            </p:cNvCxnSpPr>
            <p:nvPr/>
          </p:nvCxnSpPr>
          <p:spPr>
            <a:xfrm>
              <a:off x="5989478" y="1975661"/>
              <a:ext cx="165168" cy="4470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AB045F71-F84C-41C7-BAA8-8A8B52418889}"/>
                </a:ext>
              </a:extLst>
            </p:cNvPr>
            <p:cNvCxnSpPr>
              <a:cxnSpLocks/>
            </p:cNvCxnSpPr>
            <p:nvPr/>
          </p:nvCxnSpPr>
          <p:spPr>
            <a:xfrm flipH="1" flipV="1">
              <a:off x="7701462" y="3434505"/>
              <a:ext cx="754403" cy="3022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B437D245-4D75-1DB3-6D01-C13BEBAE03DA}"/>
                </a:ext>
              </a:extLst>
            </p:cNvPr>
            <p:cNvCxnSpPr>
              <a:cxnSpLocks/>
            </p:cNvCxnSpPr>
            <p:nvPr/>
          </p:nvCxnSpPr>
          <p:spPr>
            <a:xfrm>
              <a:off x="35496" y="3795886"/>
              <a:ext cx="756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748AD6FF-5F5A-544E-624C-C8CE78EF8B53}"/>
                </a:ext>
              </a:extLst>
            </p:cNvPr>
            <p:cNvCxnSpPr>
              <a:cxnSpLocks/>
            </p:cNvCxnSpPr>
            <p:nvPr/>
          </p:nvCxnSpPr>
          <p:spPr>
            <a:xfrm flipH="1">
              <a:off x="2562432" y="3810234"/>
              <a:ext cx="656575" cy="158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75DC1ABA-8ADD-54CF-787C-D99A6F8F36AD}"/>
                </a:ext>
              </a:extLst>
            </p:cNvPr>
            <p:cNvCxnSpPr>
              <a:cxnSpLocks/>
            </p:cNvCxnSpPr>
            <p:nvPr/>
          </p:nvCxnSpPr>
          <p:spPr>
            <a:xfrm flipH="1">
              <a:off x="5205482" y="3792553"/>
              <a:ext cx="3353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0350E98D-5EF3-39DE-E134-9A5A73B8F2F9}"/>
                </a:ext>
              </a:extLst>
            </p:cNvPr>
            <p:cNvCxnSpPr>
              <a:cxnSpLocks/>
            </p:cNvCxnSpPr>
            <p:nvPr/>
          </p:nvCxnSpPr>
          <p:spPr>
            <a:xfrm flipV="1">
              <a:off x="3590311" y="3810234"/>
              <a:ext cx="477633" cy="11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1DE8A400-9928-2F47-562C-2C395582A709}"/>
                </a:ext>
              </a:extLst>
            </p:cNvPr>
            <p:cNvSpPr txBox="1"/>
            <p:nvPr/>
          </p:nvSpPr>
          <p:spPr>
            <a:xfrm>
              <a:off x="4102478" y="3676185"/>
              <a:ext cx="1268594" cy="275975"/>
            </a:xfrm>
            <a:prstGeom prst="rect">
              <a:avLst/>
            </a:prstGeom>
            <a:noFill/>
          </p:spPr>
          <p:txBody>
            <a:bodyPr wrap="square" rtlCol="0">
              <a:spAutoFit/>
            </a:bodyPr>
            <a:lstStyle/>
            <a:p>
              <a:r>
                <a:rPr lang="en-US" sz="800">
                  <a:solidFill>
                    <a:srgbClr val="002060"/>
                  </a:solidFill>
                </a:rPr>
                <a:t>Steady State</a:t>
              </a:r>
              <a:endParaRPr lang="en-IN" sz="800">
                <a:solidFill>
                  <a:srgbClr val="002060"/>
                </a:solidFill>
              </a:endParaRPr>
            </a:p>
          </p:txBody>
        </p:sp>
        <p:cxnSp>
          <p:nvCxnSpPr>
            <p:cNvPr id="94" name="Straight Arrow Connector 93">
              <a:extLst>
                <a:ext uri="{FF2B5EF4-FFF2-40B4-BE49-F238E27FC236}">
                  <a16:creationId xmlns:a16="http://schemas.microsoft.com/office/drawing/2014/main" id="{22A52EB1-65B2-4A4A-517B-FF71763D3F13}"/>
                </a:ext>
              </a:extLst>
            </p:cNvPr>
            <p:cNvCxnSpPr>
              <a:cxnSpLocks/>
            </p:cNvCxnSpPr>
            <p:nvPr/>
          </p:nvCxnSpPr>
          <p:spPr>
            <a:xfrm>
              <a:off x="5824833" y="3781104"/>
              <a:ext cx="63034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087314D9-9D00-A8C8-AC47-94ADFC0F84FC}"/>
                </a:ext>
              </a:extLst>
            </p:cNvPr>
            <p:cNvSpPr txBox="1"/>
            <p:nvPr/>
          </p:nvSpPr>
          <p:spPr>
            <a:xfrm>
              <a:off x="6424256" y="3691264"/>
              <a:ext cx="2318048" cy="271841"/>
            </a:xfrm>
            <a:prstGeom prst="rect">
              <a:avLst/>
            </a:prstGeom>
            <a:noFill/>
          </p:spPr>
          <p:txBody>
            <a:bodyPr wrap="square" rtlCol="0">
              <a:spAutoFit/>
            </a:bodyPr>
            <a:lstStyle/>
            <a:p>
              <a:r>
                <a:rPr lang="en-US" sz="800">
                  <a:solidFill>
                    <a:srgbClr val="002060"/>
                  </a:solidFill>
                </a:rPr>
                <a:t>User Ramp Down Phase</a:t>
              </a:r>
              <a:endParaRPr lang="en-IN" sz="800">
                <a:solidFill>
                  <a:srgbClr val="002060"/>
                </a:solidFill>
              </a:endParaRPr>
            </a:p>
          </p:txBody>
        </p:sp>
        <p:cxnSp>
          <p:nvCxnSpPr>
            <p:cNvPr id="96" name="Straight Arrow Connector 95">
              <a:extLst>
                <a:ext uri="{FF2B5EF4-FFF2-40B4-BE49-F238E27FC236}">
                  <a16:creationId xmlns:a16="http://schemas.microsoft.com/office/drawing/2014/main" id="{EEF55CF4-1F22-9C56-9EF7-3D79FA643736}"/>
                </a:ext>
              </a:extLst>
            </p:cNvPr>
            <p:cNvCxnSpPr>
              <a:cxnSpLocks/>
            </p:cNvCxnSpPr>
            <p:nvPr/>
          </p:nvCxnSpPr>
          <p:spPr>
            <a:xfrm flipH="1" flipV="1">
              <a:off x="8482941" y="3810234"/>
              <a:ext cx="5057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97D70286-9B26-7689-AB67-C4E40355F0AF}"/>
                </a:ext>
              </a:extLst>
            </p:cNvPr>
            <p:cNvSpPr txBox="1"/>
            <p:nvPr/>
          </p:nvSpPr>
          <p:spPr>
            <a:xfrm>
              <a:off x="108552" y="4079178"/>
              <a:ext cx="2999089" cy="699021"/>
            </a:xfrm>
            <a:prstGeom prst="rect">
              <a:avLst/>
            </a:prstGeom>
            <a:noFill/>
            <a:ln>
              <a:solidFill>
                <a:srgbClr val="002060"/>
              </a:solidFill>
            </a:ln>
          </p:spPr>
          <p:txBody>
            <a:bodyPr wrap="square" rtlCol="0">
              <a:spAutoFit/>
            </a:bodyPr>
            <a:lstStyle/>
            <a:p>
              <a:pPr algn="ctr"/>
              <a:r>
                <a:rPr lang="en-US" sz="1000">
                  <a:solidFill>
                    <a:srgbClr val="002060"/>
                  </a:solidFill>
                </a:rPr>
                <a:t>It takes about 15 minutes to ramp up all 790 Users to  on the system</a:t>
              </a:r>
              <a:endParaRPr lang="en-IN" sz="1000">
                <a:solidFill>
                  <a:srgbClr val="002060"/>
                </a:solidFill>
              </a:endParaRPr>
            </a:p>
          </p:txBody>
        </p:sp>
        <p:sp>
          <p:nvSpPr>
            <p:cNvPr id="98" name="TextBox 97">
              <a:extLst>
                <a:ext uri="{FF2B5EF4-FFF2-40B4-BE49-F238E27FC236}">
                  <a16:creationId xmlns:a16="http://schemas.microsoft.com/office/drawing/2014/main" id="{2413F610-32D9-96A5-6E60-F86E64B84737}"/>
                </a:ext>
              </a:extLst>
            </p:cNvPr>
            <p:cNvSpPr txBox="1"/>
            <p:nvPr/>
          </p:nvSpPr>
          <p:spPr>
            <a:xfrm>
              <a:off x="3563896" y="4080030"/>
              <a:ext cx="2232241" cy="699019"/>
            </a:xfrm>
            <a:prstGeom prst="rect">
              <a:avLst/>
            </a:prstGeom>
            <a:noFill/>
            <a:ln>
              <a:solidFill>
                <a:srgbClr val="002060"/>
              </a:solidFill>
            </a:ln>
          </p:spPr>
          <p:txBody>
            <a:bodyPr wrap="square" rtlCol="0">
              <a:spAutoFit/>
            </a:bodyPr>
            <a:lstStyle/>
            <a:p>
              <a:pPr algn="ctr"/>
              <a:r>
                <a:rPr lang="en-US" sz="1000">
                  <a:solidFill>
                    <a:srgbClr val="002060"/>
                  </a:solidFill>
                </a:rPr>
                <a:t>Test will run for 1 hour to achieve 24,500 volume</a:t>
              </a:r>
              <a:endParaRPr lang="en-IN" sz="1000">
                <a:solidFill>
                  <a:srgbClr val="002060"/>
                </a:solidFill>
              </a:endParaRPr>
            </a:p>
          </p:txBody>
        </p:sp>
        <p:sp>
          <p:nvSpPr>
            <p:cNvPr id="99" name="TextBox 98">
              <a:extLst>
                <a:ext uri="{FF2B5EF4-FFF2-40B4-BE49-F238E27FC236}">
                  <a16:creationId xmlns:a16="http://schemas.microsoft.com/office/drawing/2014/main" id="{6470A9C6-959B-2943-07ED-F2FDE54F0EB6}"/>
                </a:ext>
              </a:extLst>
            </p:cNvPr>
            <p:cNvSpPr txBox="1"/>
            <p:nvPr/>
          </p:nvSpPr>
          <p:spPr>
            <a:xfrm>
              <a:off x="6114528" y="4079177"/>
              <a:ext cx="2874175" cy="699021"/>
            </a:xfrm>
            <a:prstGeom prst="rect">
              <a:avLst/>
            </a:prstGeom>
            <a:noFill/>
            <a:ln>
              <a:solidFill>
                <a:srgbClr val="002060"/>
              </a:solidFill>
            </a:ln>
          </p:spPr>
          <p:txBody>
            <a:bodyPr wrap="square" rtlCol="0">
              <a:spAutoFit/>
            </a:bodyPr>
            <a:lstStyle/>
            <a:p>
              <a:pPr algn="ctr"/>
              <a:r>
                <a:rPr lang="en-US" sz="1000">
                  <a:solidFill>
                    <a:srgbClr val="002060"/>
                  </a:solidFill>
                </a:rPr>
                <a:t>It takes about 15 minutes to ramp up all 790 Users to  on the system</a:t>
              </a:r>
              <a:endParaRPr lang="en-IN" sz="1000">
                <a:solidFill>
                  <a:srgbClr val="002060"/>
                </a:solidFill>
              </a:endParaRPr>
            </a:p>
          </p:txBody>
        </p:sp>
        <p:pic>
          <p:nvPicPr>
            <p:cNvPr id="100" name="Picture 99">
              <a:extLst>
                <a:ext uri="{FF2B5EF4-FFF2-40B4-BE49-F238E27FC236}">
                  <a16:creationId xmlns:a16="http://schemas.microsoft.com/office/drawing/2014/main" id="{DA82F612-F3C1-0EDF-452E-2E6EF7C29550}"/>
                </a:ext>
              </a:extLst>
            </p:cNvPr>
            <p:cNvPicPr>
              <a:picLocks noChangeAspect="1"/>
            </p:cNvPicPr>
            <p:nvPr/>
          </p:nvPicPr>
          <p:blipFill>
            <a:blip r:embed="rId4"/>
            <a:stretch>
              <a:fillRect/>
            </a:stretch>
          </p:blipFill>
          <p:spPr>
            <a:xfrm>
              <a:off x="3859051" y="1133542"/>
              <a:ext cx="511249" cy="398601"/>
            </a:xfrm>
            <a:prstGeom prst="rect">
              <a:avLst/>
            </a:prstGeom>
          </p:spPr>
        </p:pic>
        <p:pic>
          <p:nvPicPr>
            <p:cNvPr id="101" name="Picture 100">
              <a:extLst>
                <a:ext uri="{FF2B5EF4-FFF2-40B4-BE49-F238E27FC236}">
                  <a16:creationId xmlns:a16="http://schemas.microsoft.com/office/drawing/2014/main" id="{075B8BB8-2561-E02D-9507-BF5F88285C93}"/>
                </a:ext>
              </a:extLst>
            </p:cNvPr>
            <p:cNvPicPr>
              <a:picLocks noChangeAspect="1"/>
            </p:cNvPicPr>
            <p:nvPr/>
          </p:nvPicPr>
          <p:blipFill>
            <a:blip r:embed="rId4"/>
            <a:stretch>
              <a:fillRect/>
            </a:stretch>
          </p:blipFill>
          <p:spPr>
            <a:xfrm>
              <a:off x="4375159" y="1123086"/>
              <a:ext cx="511249" cy="398601"/>
            </a:xfrm>
            <a:prstGeom prst="rect">
              <a:avLst/>
            </a:prstGeom>
          </p:spPr>
        </p:pic>
        <p:pic>
          <p:nvPicPr>
            <p:cNvPr id="102" name="Picture 101">
              <a:extLst>
                <a:ext uri="{FF2B5EF4-FFF2-40B4-BE49-F238E27FC236}">
                  <a16:creationId xmlns:a16="http://schemas.microsoft.com/office/drawing/2014/main" id="{DA9CC83F-E7C6-08D0-6C6C-F9EB66A5E88A}"/>
                </a:ext>
              </a:extLst>
            </p:cNvPr>
            <p:cNvPicPr>
              <a:picLocks noChangeAspect="1"/>
            </p:cNvPicPr>
            <p:nvPr/>
          </p:nvPicPr>
          <p:blipFill>
            <a:blip r:embed="rId4"/>
            <a:stretch>
              <a:fillRect/>
            </a:stretch>
          </p:blipFill>
          <p:spPr>
            <a:xfrm>
              <a:off x="4859825" y="1110195"/>
              <a:ext cx="511249" cy="398601"/>
            </a:xfrm>
            <a:prstGeom prst="rect">
              <a:avLst/>
            </a:prstGeom>
          </p:spPr>
        </p:pic>
      </p:grpSp>
      <p:sp>
        <p:nvSpPr>
          <p:cNvPr id="117" name="TextBox 116">
            <a:extLst>
              <a:ext uri="{FF2B5EF4-FFF2-40B4-BE49-F238E27FC236}">
                <a16:creationId xmlns:a16="http://schemas.microsoft.com/office/drawing/2014/main" id="{D4DC996C-845B-1E93-76F6-210878E81691}"/>
              </a:ext>
            </a:extLst>
          </p:cNvPr>
          <p:cNvSpPr txBox="1"/>
          <p:nvPr/>
        </p:nvSpPr>
        <p:spPr>
          <a:xfrm>
            <a:off x="1906351" y="2933737"/>
            <a:ext cx="4439329" cy="338554"/>
          </a:xfrm>
          <a:prstGeom prst="rect">
            <a:avLst/>
          </a:prstGeom>
          <a:noFill/>
        </p:spPr>
        <p:txBody>
          <a:bodyPr wrap="square">
            <a:spAutoFit/>
          </a:bodyPr>
          <a:lstStyle/>
          <a:p>
            <a:r>
              <a:rPr lang="en-US" sz="1600" b="1">
                <a:ea typeface="Calibri" panose="020F0502020204030204" pitchFamily="34" charset="0"/>
                <a:cs typeface="Calibri" panose="020F0502020204030204" pitchFamily="34" charset="0"/>
              </a:rPr>
              <a:t>Goal#1 – Load Test sample pattern</a:t>
            </a:r>
            <a:endParaRPr lang="en-US" sz="1600" b="1"/>
          </a:p>
        </p:txBody>
      </p:sp>
      <p:sp>
        <p:nvSpPr>
          <p:cNvPr id="172" name="Rectangle 171">
            <a:extLst>
              <a:ext uri="{FF2B5EF4-FFF2-40B4-BE49-F238E27FC236}">
                <a16:creationId xmlns:a16="http://schemas.microsoft.com/office/drawing/2014/main" id="{72CE9F90-C2EC-DC0B-D9C8-5A18A994671B}"/>
              </a:ext>
            </a:extLst>
          </p:cNvPr>
          <p:cNvSpPr/>
          <p:nvPr/>
        </p:nvSpPr>
        <p:spPr>
          <a:xfrm>
            <a:off x="665950" y="3281467"/>
            <a:ext cx="5558618" cy="3344259"/>
          </a:xfrm>
          <a:prstGeom prst="rect">
            <a:avLst/>
          </a:prstGeom>
          <a:noFill/>
          <a:ln/>
        </p:spPr>
        <p:style>
          <a:lnRef idx="2">
            <a:schemeClr val="accent1"/>
          </a:lnRef>
          <a:fillRef idx="1">
            <a:schemeClr val="lt1"/>
          </a:fillRef>
          <a:effectRef idx="0">
            <a:schemeClr val="accent1"/>
          </a:effectRef>
          <a:fontRef idx="minor">
            <a:schemeClr val="dk1"/>
          </a:fontRef>
        </p:style>
        <p:txBody>
          <a:bodyPr lIns="91440" tIns="0" rIns="91440" bIns="0" rtlCol="0" anchor="ctr"/>
          <a:lstStyle/>
          <a:p>
            <a:pPr algn="ctr">
              <a:lnSpc>
                <a:spcPct val="85000"/>
              </a:lnSpc>
            </a:pPr>
            <a:endParaRPr lang="en-US" sz="2400">
              <a:solidFill>
                <a:schemeClr val="bg1"/>
              </a:solidFill>
            </a:endParaRPr>
          </a:p>
        </p:txBody>
      </p:sp>
      <p:grpSp>
        <p:nvGrpSpPr>
          <p:cNvPr id="174" name="Group 173">
            <a:extLst>
              <a:ext uri="{FF2B5EF4-FFF2-40B4-BE49-F238E27FC236}">
                <a16:creationId xmlns:a16="http://schemas.microsoft.com/office/drawing/2014/main" id="{BFEE0903-D601-C508-72B5-4C77B3593349}"/>
              </a:ext>
            </a:extLst>
          </p:cNvPr>
          <p:cNvGrpSpPr/>
          <p:nvPr/>
        </p:nvGrpSpPr>
        <p:grpSpPr>
          <a:xfrm>
            <a:off x="6499551" y="3310328"/>
            <a:ext cx="5140625" cy="2695345"/>
            <a:chOff x="242479" y="647017"/>
            <a:chExt cx="8569340" cy="3330260"/>
          </a:xfrm>
        </p:grpSpPr>
        <p:cxnSp>
          <p:nvCxnSpPr>
            <p:cNvPr id="179" name="Straight Arrow Connector 178">
              <a:extLst>
                <a:ext uri="{FF2B5EF4-FFF2-40B4-BE49-F238E27FC236}">
                  <a16:creationId xmlns:a16="http://schemas.microsoft.com/office/drawing/2014/main" id="{0EDF7997-B664-D259-2295-F24AE5D637BA}"/>
                </a:ext>
              </a:extLst>
            </p:cNvPr>
            <p:cNvCxnSpPr>
              <a:cxnSpLocks/>
            </p:cNvCxnSpPr>
            <p:nvPr/>
          </p:nvCxnSpPr>
          <p:spPr>
            <a:xfrm>
              <a:off x="242479" y="647017"/>
              <a:ext cx="0" cy="3296634"/>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180" name="Straight Arrow Connector 179">
              <a:extLst>
                <a:ext uri="{FF2B5EF4-FFF2-40B4-BE49-F238E27FC236}">
                  <a16:creationId xmlns:a16="http://schemas.microsoft.com/office/drawing/2014/main" id="{6BF4750B-ABBD-7A3C-78A8-CBB584C47F12}"/>
                </a:ext>
              </a:extLst>
            </p:cNvPr>
            <p:cNvCxnSpPr>
              <a:cxnSpLocks/>
            </p:cNvCxnSpPr>
            <p:nvPr/>
          </p:nvCxnSpPr>
          <p:spPr>
            <a:xfrm flipH="1" flipV="1">
              <a:off x="950487" y="3594431"/>
              <a:ext cx="7421306" cy="12611"/>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181" name="Straight Arrow Connector 180">
              <a:extLst>
                <a:ext uri="{FF2B5EF4-FFF2-40B4-BE49-F238E27FC236}">
                  <a16:creationId xmlns:a16="http://schemas.microsoft.com/office/drawing/2014/main" id="{B0365C52-E9E9-5ECE-5DD5-0B8F027807C2}"/>
                </a:ext>
              </a:extLst>
            </p:cNvPr>
            <p:cNvCxnSpPr>
              <a:cxnSpLocks/>
            </p:cNvCxnSpPr>
            <p:nvPr/>
          </p:nvCxnSpPr>
          <p:spPr>
            <a:xfrm>
              <a:off x="8811819" y="647017"/>
              <a:ext cx="0" cy="3330260"/>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sp>
          <p:nvSpPr>
            <p:cNvPr id="204" name="TextBox 203">
              <a:extLst>
                <a:ext uri="{FF2B5EF4-FFF2-40B4-BE49-F238E27FC236}">
                  <a16:creationId xmlns:a16="http://schemas.microsoft.com/office/drawing/2014/main" id="{23BA1161-BEBA-E451-A7DA-3A6B785D9AD6}"/>
                </a:ext>
              </a:extLst>
            </p:cNvPr>
            <p:cNvSpPr txBox="1"/>
            <p:nvPr/>
          </p:nvSpPr>
          <p:spPr>
            <a:xfrm>
              <a:off x="3644780" y="3243644"/>
              <a:ext cx="1643656" cy="301924"/>
            </a:xfrm>
            <a:prstGeom prst="rect">
              <a:avLst/>
            </a:prstGeom>
            <a:noFill/>
          </p:spPr>
          <p:txBody>
            <a:bodyPr wrap="square" rtlCol="0">
              <a:spAutoFit/>
            </a:bodyPr>
            <a:lstStyle/>
            <a:p>
              <a:pPr algn="ctr"/>
              <a:r>
                <a:rPr lang="en-US" sz="988"/>
                <a:t>1 hour</a:t>
              </a:r>
              <a:endParaRPr lang="en-IN" sz="988"/>
            </a:p>
          </p:txBody>
        </p:sp>
      </p:grpSp>
      <p:sp>
        <p:nvSpPr>
          <p:cNvPr id="5" name="TextBox 4">
            <a:extLst>
              <a:ext uri="{FF2B5EF4-FFF2-40B4-BE49-F238E27FC236}">
                <a16:creationId xmlns:a16="http://schemas.microsoft.com/office/drawing/2014/main" id="{6E47DE59-2CA5-2D76-DC83-57441EC041DA}"/>
              </a:ext>
            </a:extLst>
          </p:cNvPr>
          <p:cNvSpPr txBox="1"/>
          <p:nvPr/>
        </p:nvSpPr>
        <p:spPr>
          <a:xfrm>
            <a:off x="1290320" y="4486507"/>
            <a:ext cx="575979" cy="396391"/>
          </a:xfrm>
          <a:prstGeom prst="rect">
            <a:avLst/>
          </a:prstGeom>
          <a:noFill/>
        </p:spPr>
        <p:txBody>
          <a:bodyPr wrap="square" rtlCol="0">
            <a:spAutoFit/>
          </a:bodyPr>
          <a:lstStyle/>
          <a:p>
            <a:r>
              <a:rPr lang="en-US" sz="988"/>
              <a:t>50 Users</a:t>
            </a:r>
            <a:endParaRPr lang="en-IN" sz="988"/>
          </a:p>
        </p:txBody>
      </p:sp>
      <p:sp>
        <p:nvSpPr>
          <p:cNvPr id="7" name="TextBox 6">
            <a:extLst>
              <a:ext uri="{FF2B5EF4-FFF2-40B4-BE49-F238E27FC236}">
                <a16:creationId xmlns:a16="http://schemas.microsoft.com/office/drawing/2014/main" id="{22009B86-337B-5436-B708-CB594F87FD1F}"/>
              </a:ext>
            </a:extLst>
          </p:cNvPr>
          <p:cNvSpPr txBox="1"/>
          <p:nvPr/>
        </p:nvSpPr>
        <p:spPr>
          <a:xfrm>
            <a:off x="1742547" y="4257678"/>
            <a:ext cx="575979" cy="396391"/>
          </a:xfrm>
          <a:prstGeom prst="rect">
            <a:avLst/>
          </a:prstGeom>
          <a:noFill/>
        </p:spPr>
        <p:txBody>
          <a:bodyPr wrap="square" rtlCol="0">
            <a:spAutoFit/>
          </a:bodyPr>
          <a:lstStyle/>
          <a:p>
            <a:r>
              <a:rPr lang="en-US" sz="988"/>
              <a:t>50 Users</a:t>
            </a:r>
            <a:endParaRPr lang="en-IN" sz="988"/>
          </a:p>
        </p:txBody>
      </p:sp>
      <p:sp>
        <p:nvSpPr>
          <p:cNvPr id="8" name="TextBox 7">
            <a:extLst>
              <a:ext uri="{FF2B5EF4-FFF2-40B4-BE49-F238E27FC236}">
                <a16:creationId xmlns:a16="http://schemas.microsoft.com/office/drawing/2014/main" id="{EDD2EBCE-00CA-6ABA-B81B-6E78C71E671B}"/>
              </a:ext>
            </a:extLst>
          </p:cNvPr>
          <p:cNvSpPr txBox="1"/>
          <p:nvPr/>
        </p:nvSpPr>
        <p:spPr>
          <a:xfrm>
            <a:off x="1170478" y="5692670"/>
            <a:ext cx="1148048" cy="218720"/>
          </a:xfrm>
          <a:prstGeom prst="rect">
            <a:avLst/>
          </a:prstGeom>
          <a:noFill/>
        </p:spPr>
        <p:txBody>
          <a:bodyPr wrap="square" rtlCol="0">
            <a:spAutoFit/>
          </a:bodyPr>
          <a:lstStyle/>
          <a:p>
            <a:r>
              <a:rPr lang="en-US" sz="800">
                <a:solidFill>
                  <a:srgbClr val="002060"/>
                </a:solidFill>
              </a:rPr>
              <a:t>User Ramp up Phase </a:t>
            </a:r>
            <a:endParaRPr lang="en-IN" sz="800">
              <a:solidFill>
                <a:srgbClr val="002060"/>
              </a:solidFill>
            </a:endParaRPr>
          </a:p>
        </p:txBody>
      </p:sp>
      <p:sp>
        <p:nvSpPr>
          <p:cNvPr id="9" name="TextBox 8">
            <a:extLst>
              <a:ext uri="{FF2B5EF4-FFF2-40B4-BE49-F238E27FC236}">
                <a16:creationId xmlns:a16="http://schemas.microsoft.com/office/drawing/2014/main" id="{EB0D7FC9-9245-A95E-0545-F126BDAD6437}"/>
              </a:ext>
            </a:extLst>
          </p:cNvPr>
          <p:cNvSpPr txBox="1"/>
          <p:nvPr/>
        </p:nvSpPr>
        <p:spPr>
          <a:xfrm>
            <a:off x="5417280" y="4006962"/>
            <a:ext cx="466896" cy="396391"/>
          </a:xfrm>
          <a:prstGeom prst="rect">
            <a:avLst/>
          </a:prstGeom>
          <a:noFill/>
        </p:spPr>
        <p:txBody>
          <a:bodyPr wrap="square" rtlCol="0">
            <a:spAutoFit/>
          </a:bodyPr>
          <a:lstStyle/>
          <a:p>
            <a:r>
              <a:rPr lang="en-US" sz="988"/>
              <a:t>60 sec</a:t>
            </a:r>
            <a:endParaRPr lang="en-IN" sz="988"/>
          </a:p>
        </p:txBody>
      </p:sp>
      <p:sp>
        <p:nvSpPr>
          <p:cNvPr id="29" name="Arrow: Bent 28">
            <a:extLst>
              <a:ext uri="{FF2B5EF4-FFF2-40B4-BE49-F238E27FC236}">
                <a16:creationId xmlns:a16="http://schemas.microsoft.com/office/drawing/2014/main" id="{191A18D5-6EB6-6761-0743-8C88D7FA1CAF}"/>
              </a:ext>
            </a:extLst>
          </p:cNvPr>
          <p:cNvSpPr/>
          <p:nvPr/>
        </p:nvSpPr>
        <p:spPr>
          <a:xfrm>
            <a:off x="6856217" y="4815738"/>
            <a:ext cx="768359" cy="467249"/>
          </a:xfrm>
          <a:prstGeom prst="bentArrow">
            <a:avLst>
              <a:gd name="adj1" fmla="val 25000"/>
              <a:gd name="adj2" fmla="val 25842"/>
              <a:gd name="adj3" fmla="val 25000"/>
              <a:gd name="adj4" fmla="val 43750"/>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pic>
        <p:nvPicPr>
          <p:cNvPr id="30" name="Picture 29">
            <a:extLst>
              <a:ext uri="{FF2B5EF4-FFF2-40B4-BE49-F238E27FC236}">
                <a16:creationId xmlns:a16="http://schemas.microsoft.com/office/drawing/2014/main" id="{45A81770-DB4D-5A0B-A0EB-732B019355FD}"/>
              </a:ext>
            </a:extLst>
          </p:cNvPr>
          <p:cNvPicPr>
            <a:picLocks noChangeAspect="1"/>
          </p:cNvPicPr>
          <p:nvPr/>
        </p:nvPicPr>
        <p:blipFill>
          <a:blip r:embed="rId4"/>
          <a:stretch>
            <a:fillRect/>
          </a:stretch>
        </p:blipFill>
        <p:spPr>
          <a:xfrm>
            <a:off x="6522426" y="5274209"/>
            <a:ext cx="510130" cy="380795"/>
          </a:xfrm>
          <a:prstGeom prst="rect">
            <a:avLst/>
          </a:prstGeom>
        </p:spPr>
      </p:pic>
      <p:cxnSp>
        <p:nvCxnSpPr>
          <p:cNvPr id="31" name="Straight Arrow Connector 30">
            <a:extLst>
              <a:ext uri="{FF2B5EF4-FFF2-40B4-BE49-F238E27FC236}">
                <a16:creationId xmlns:a16="http://schemas.microsoft.com/office/drawing/2014/main" id="{68A0925C-DEF2-12EE-93DC-62A11DB655BE}"/>
              </a:ext>
            </a:extLst>
          </p:cNvPr>
          <p:cNvCxnSpPr>
            <a:cxnSpLocks/>
          </p:cNvCxnSpPr>
          <p:nvPr/>
        </p:nvCxnSpPr>
        <p:spPr>
          <a:xfrm flipH="1" flipV="1">
            <a:off x="7118657" y="5117735"/>
            <a:ext cx="508212" cy="5877"/>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pic>
        <p:nvPicPr>
          <p:cNvPr id="33" name="Picture 32">
            <a:extLst>
              <a:ext uri="{FF2B5EF4-FFF2-40B4-BE49-F238E27FC236}">
                <a16:creationId xmlns:a16="http://schemas.microsoft.com/office/drawing/2014/main" id="{EE101B98-7E10-1CC2-842E-BA9560B3BE46}"/>
              </a:ext>
            </a:extLst>
          </p:cNvPr>
          <p:cNvPicPr>
            <a:picLocks noChangeAspect="1"/>
          </p:cNvPicPr>
          <p:nvPr/>
        </p:nvPicPr>
        <p:blipFill>
          <a:blip r:embed="rId4"/>
          <a:stretch>
            <a:fillRect/>
          </a:stretch>
        </p:blipFill>
        <p:spPr>
          <a:xfrm>
            <a:off x="7663687" y="4763197"/>
            <a:ext cx="510130" cy="380795"/>
          </a:xfrm>
          <a:prstGeom prst="rect">
            <a:avLst/>
          </a:prstGeom>
        </p:spPr>
      </p:pic>
      <p:sp>
        <p:nvSpPr>
          <p:cNvPr id="34" name="Arrow: Bent 33">
            <a:extLst>
              <a:ext uri="{FF2B5EF4-FFF2-40B4-BE49-F238E27FC236}">
                <a16:creationId xmlns:a16="http://schemas.microsoft.com/office/drawing/2014/main" id="{BFF29DAB-AF06-8310-38F4-274FE7DC7C98}"/>
              </a:ext>
            </a:extLst>
          </p:cNvPr>
          <p:cNvSpPr/>
          <p:nvPr/>
        </p:nvSpPr>
        <p:spPr>
          <a:xfrm>
            <a:off x="8012411" y="4319660"/>
            <a:ext cx="769613" cy="424073"/>
          </a:xfrm>
          <a:prstGeom prst="bentArrow">
            <a:avLst>
              <a:gd name="adj1" fmla="val 25000"/>
              <a:gd name="adj2" fmla="val 25842"/>
              <a:gd name="adj3" fmla="val 25000"/>
              <a:gd name="adj4" fmla="val 43750"/>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cxnSp>
        <p:nvCxnSpPr>
          <p:cNvPr id="35" name="Straight Arrow Connector 34">
            <a:extLst>
              <a:ext uri="{FF2B5EF4-FFF2-40B4-BE49-F238E27FC236}">
                <a16:creationId xmlns:a16="http://schemas.microsoft.com/office/drawing/2014/main" id="{15FCBC95-87F1-CEA1-BEB2-99986A678823}"/>
              </a:ext>
            </a:extLst>
          </p:cNvPr>
          <p:cNvCxnSpPr>
            <a:cxnSpLocks/>
          </p:cNvCxnSpPr>
          <p:nvPr/>
        </p:nvCxnSpPr>
        <p:spPr>
          <a:xfrm flipH="1" flipV="1">
            <a:off x="8278243" y="4602706"/>
            <a:ext cx="508212" cy="5877"/>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pic>
        <p:nvPicPr>
          <p:cNvPr id="11" name="Picture 10">
            <a:extLst>
              <a:ext uri="{FF2B5EF4-FFF2-40B4-BE49-F238E27FC236}">
                <a16:creationId xmlns:a16="http://schemas.microsoft.com/office/drawing/2014/main" id="{606B1F42-DE8E-D119-5742-5ACDCDC15270}"/>
              </a:ext>
            </a:extLst>
          </p:cNvPr>
          <p:cNvPicPr>
            <a:picLocks noChangeAspect="1"/>
          </p:cNvPicPr>
          <p:nvPr/>
        </p:nvPicPr>
        <p:blipFill>
          <a:blip r:embed="rId4"/>
          <a:stretch>
            <a:fillRect/>
          </a:stretch>
        </p:blipFill>
        <p:spPr>
          <a:xfrm>
            <a:off x="8814799" y="4237293"/>
            <a:ext cx="510130" cy="380795"/>
          </a:xfrm>
          <a:prstGeom prst="rect">
            <a:avLst/>
          </a:prstGeom>
        </p:spPr>
      </p:pic>
      <p:pic>
        <p:nvPicPr>
          <p:cNvPr id="13" name="Picture 12">
            <a:extLst>
              <a:ext uri="{FF2B5EF4-FFF2-40B4-BE49-F238E27FC236}">
                <a16:creationId xmlns:a16="http://schemas.microsoft.com/office/drawing/2014/main" id="{EC6DC6E9-4A36-C0EB-42D7-D480965D842B}"/>
              </a:ext>
            </a:extLst>
          </p:cNvPr>
          <p:cNvPicPr>
            <a:picLocks noChangeAspect="1"/>
          </p:cNvPicPr>
          <p:nvPr/>
        </p:nvPicPr>
        <p:blipFill>
          <a:blip r:embed="rId4"/>
          <a:stretch>
            <a:fillRect/>
          </a:stretch>
        </p:blipFill>
        <p:spPr>
          <a:xfrm>
            <a:off x="9987149" y="3731394"/>
            <a:ext cx="510130" cy="380795"/>
          </a:xfrm>
          <a:prstGeom prst="rect">
            <a:avLst/>
          </a:prstGeom>
        </p:spPr>
      </p:pic>
      <p:cxnSp>
        <p:nvCxnSpPr>
          <p:cNvPr id="15" name="Straight Arrow Connector 14">
            <a:extLst>
              <a:ext uri="{FF2B5EF4-FFF2-40B4-BE49-F238E27FC236}">
                <a16:creationId xmlns:a16="http://schemas.microsoft.com/office/drawing/2014/main" id="{BE0B288A-DCD9-E99F-509C-53BB10CFEB46}"/>
              </a:ext>
            </a:extLst>
          </p:cNvPr>
          <p:cNvCxnSpPr>
            <a:cxnSpLocks/>
          </p:cNvCxnSpPr>
          <p:nvPr/>
        </p:nvCxnSpPr>
        <p:spPr>
          <a:xfrm flipH="1" flipV="1">
            <a:off x="10594120" y="3575528"/>
            <a:ext cx="508212" cy="5877"/>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16" name="Straight Arrow Connector 15">
            <a:extLst>
              <a:ext uri="{FF2B5EF4-FFF2-40B4-BE49-F238E27FC236}">
                <a16:creationId xmlns:a16="http://schemas.microsoft.com/office/drawing/2014/main" id="{056253F3-6D6B-AAA3-4D4C-CE02BBCF24A4}"/>
              </a:ext>
            </a:extLst>
          </p:cNvPr>
          <p:cNvCxnSpPr>
            <a:cxnSpLocks/>
          </p:cNvCxnSpPr>
          <p:nvPr/>
        </p:nvCxnSpPr>
        <p:spPr>
          <a:xfrm flipH="1" flipV="1">
            <a:off x="9427546" y="4089170"/>
            <a:ext cx="508212" cy="5877"/>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sp>
        <p:nvSpPr>
          <p:cNvPr id="17" name="TextBox 16">
            <a:extLst>
              <a:ext uri="{FF2B5EF4-FFF2-40B4-BE49-F238E27FC236}">
                <a16:creationId xmlns:a16="http://schemas.microsoft.com/office/drawing/2014/main" id="{F899D518-3500-C0C1-ECA8-4F154E3BD3EC}"/>
              </a:ext>
            </a:extLst>
          </p:cNvPr>
          <p:cNvSpPr txBox="1"/>
          <p:nvPr/>
        </p:nvSpPr>
        <p:spPr>
          <a:xfrm>
            <a:off x="7588595" y="3975130"/>
            <a:ext cx="1088248" cy="244362"/>
          </a:xfrm>
          <a:prstGeom prst="rect">
            <a:avLst/>
          </a:prstGeom>
          <a:noFill/>
        </p:spPr>
        <p:txBody>
          <a:bodyPr wrap="square" rtlCol="0">
            <a:spAutoFit/>
          </a:bodyPr>
          <a:lstStyle/>
          <a:p>
            <a:r>
              <a:rPr lang="en-US" sz="988"/>
              <a:t>29,000 Volume</a:t>
            </a:r>
            <a:endParaRPr lang="en-IN" sz="988"/>
          </a:p>
        </p:txBody>
      </p:sp>
      <p:sp>
        <p:nvSpPr>
          <p:cNvPr id="20" name="TextBox 19">
            <a:extLst>
              <a:ext uri="{FF2B5EF4-FFF2-40B4-BE49-F238E27FC236}">
                <a16:creationId xmlns:a16="http://schemas.microsoft.com/office/drawing/2014/main" id="{29AFED54-AB8B-6810-1621-0C8AECBF8ED8}"/>
              </a:ext>
            </a:extLst>
          </p:cNvPr>
          <p:cNvSpPr txBox="1"/>
          <p:nvPr/>
        </p:nvSpPr>
        <p:spPr>
          <a:xfrm>
            <a:off x="8923474" y="3555894"/>
            <a:ext cx="1122557" cy="244362"/>
          </a:xfrm>
          <a:prstGeom prst="rect">
            <a:avLst/>
          </a:prstGeom>
          <a:noFill/>
        </p:spPr>
        <p:txBody>
          <a:bodyPr wrap="square" rtlCol="0">
            <a:spAutoFit/>
          </a:bodyPr>
          <a:lstStyle/>
          <a:p>
            <a:r>
              <a:rPr lang="en-US" sz="988"/>
              <a:t>58,000 Volume</a:t>
            </a:r>
            <a:endParaRPr lang="en-IN" sz="988"/>
          </a:p>
        </p:txBody>
      </p:sp>
      <p:sp>
        <p:nvSpPr>
          <p:cNvPr id="22" name="TextBox 21">
            <a:extLst>
              <a:ext uri="{FF2B5EF4-FFF2-40B4-BE49-F238E27FC236}">
                <a16:creationId xmlns:a16="http://schemas.microsoft.com/office/drawing/2014/main" id="{6AC009C2-3E31-0832-F2C3-9854A36C8624}"/>
              </a:ext>
            </a:extLst>
          </p:cNvPr>
          <p:cNvSpPr txBox="1"/>
          <p:nvPr/>
        </p:nvSpPr>
        <p:spPr>
          <a:xfrm>
            <a:off x="10594120" y="3731801"/>
            <a:ext cx="1235141" cy="244362"/>
          </a:xfrm>
          <a:prstGeom prst="rect">
            <a:avLst/>
          </a:prstGeom>
          <a:noFill/>
        </p:spPr>
        <p:txBody>
          <a:bodyPr wrap="square" rtlCol="0">
            <a:spAutoFit/>
          </a:bodyPr>
          <a:lstStyle/>
          <a:p>
            <a:r>
              <a:rPr lang="en-US" sz="988"/>
              <a:t>1,26,000Volume</a:t>
            </a:r>
            <a:endParaRPr lang="en-IN" sz="988"/>
          </a:p>
        </p:txBody>
      </p:sp>
      <p:sp>
        <p:nvSpPr>
          <p:cNvPr id="27" name="Rectangle 26">
            <a:extLst>
              <a:ext uri="{FF2B5EF4-FFF2-40B4-BE49-F238E27FC236}">
                <a16:creationId xmlns:a16="http://schemas.microsoft.com/office/drawing/2014/main" id="{F8431416-58A8-B911-ED50-F24AE46F052E}"/>
              </a:ext>
            </a:extLst>
          </p:cNvPr>
          <p:cNvSpPr/>
          <p:nvPr/>
        </p:nvSpPr>
        <p:spPr>
          <a:xfrm>
            <a:off x="6312559" y="3281466"/>
            <a:ext cx="5428711" cy="3344259"/>
          </a:xfrm>
          <a:prstGeom prst="rect">
            <a:avLst/>
          </a:prstGeom>
          <a:noFill/>
          <a:ln/>
        </p:spPr>
        <p:style>
          <a:lnRef idx="2">
            <a:schemeClr val="accent1"/>
          </a:lnRef>
          <a:fillRef idx="1">
            <a:schemeClr val="lt1"/>
          </a:fillRef>
          <a:effectRef idx="0">
            <a:schemeClr val="accent1"/>
          </a:effectRef>
          <a:fontRef idx="minor">
            <a:schemeClr val="dk1"/>
          </a:fontRef>
        </p:style>
        <p:txBody>
          <a:bodyPr lIns="91440" tIns="0" rIns="91440" bIns="0" rtlCol="0" anchor="ctr"/>
          <a:lstStyle/>
          <a:p>
            <a:pPr algn="ctr">
              <a:lnSpc>
                <a:spcPct val="85000"/>
              </a:lnSpc>
            </a:pPr>
            <a:endParaRPr lang="en-US" sz="2400">
              <a:solidFill>
                <a:schemeClr val="bg1"/>
              </a:solidFill>
            </a:endParaRPr>
          </a:p>
        </p:txBody>
      </p:sp>
      <p:sp>
        <p:nvSpPr>
          <p:cNvPr id="28" name="Arrow: Bent 27">
            <a:extLst>
              <a:ext uri="{FF2B5EF4-FFF2-40B4-BE49-F238E27FC236}">
                <a16:creationId xmlns:a16="http://schemas.microsoft.com/office/drawing/2014/main" id="{214B47B0-3BD6-2EEB-201F-490400E188BC}"/>
              </a:ext>
            </a:extLst>
          </p:cNvPr>
          <p:cNvSpPr/>
          <p:nvPr/>
        </p:nvSpPr>
        <p:spPr>
          <a:xfrm>
            <a:off x="9166145" y="3813220"/>
            <a:ext cx="769613" cy="424073"/>
          </a:xfrm>
          <a:prstGeom prst="bentArrow">
            <a:avLst>
              <a:gd name="adj1" fmla="val 25000"/>
              <a:gd name="adj2" fmla="val 25842"/>
              <a:gd name="adj3" fmla="val 25000"/>
              <a:gd name="adj4" fmla="val 43750"/>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sp>
        <p:nvSpPr>
          <p:cNvPr id="32" name="Arrow: Bent 31">
            <a:extLst>
              <a:ext uri="{FF2B5EF4-FFF2-40B4-BE49-F238E27FC236}">
                <a16:creationId xmlns:a16="http://schemas.microsoft.com/office/drawing/2014/main" id="{D8425594-AA08-21A2-4DAF-B13D7D3D9EA5}"/>
              </a:ext>
            </a:extLst>
          </p:cNvPr>
          <p:cNvSpPr/>
          <p:nvPr/>
        </p:nvSpPr>
        <p:spPr>
          <a:xfrm>
            <a:off x="10338899" y="3274490"/>
            <a:ext cx="769613" cy="424073"/>
          </a:xfrm>
          <a:prstGeom prst="bentArrow">
            <a:avLst>
              <a:gd name="adj1" fmla="val 25000"/>
              <a:gd name="adj2" fmla="val 25842"/>
              <a:gd name="adj3" fmla="val 25000"/>
              <a:gd name="adj4" fmla="val 43750"/>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sp>
        <p:nvSpPr>
          <p:cNvPr id="36" name="TextBox 35">
            <a:extLst>
              <a:ext uri="{FF2B5EF4-FFF2-40B4-BE49-F238E27FC236}">
                <a16:creationId xmlns:a16="http://schemas.microsoft.com/office/drawing/2014/main" id="{EE8F40D7-FB41-1586-9508-3CD83465A86B}"/>
              </a:ext>
            </a:extLst>
          </p:cNvPr>
          <p:cNvSpPr txBox="1"/>
          <p:nvPr/>
        </p:nvSpPr>
        <p:spPr>
          <a:xfrm>
            <a:off x="7253254" y="2926691"/>
            <a:ext cx="4439329" cy="338554"/>
          </a:xfrm>
          <a:prstGeom prst="rect">
            <a:avLst/>
          </a:prstGeom>
          <a:noFill/>
        </p:spPr>
        <p:txBody>
          <a:bodyPr wrap="square">
            <a:spAutoFit/>
          </a:bodyPr>
          <a:lstStyle/>
          <a:p>
            <a:r>
              <a:rPr lang="en-US" sz="1600" b="1">
                <a:ea typeface="Calibri" panose="020F0502020204030204" pitchFamily="34" charset="0"/>
                <a:cs typeface="Calibri" panose="020F0502020204030204" pitchFamily="34" charset="0"/>
              </a:rPr>
              <a:t>Goal#1 – Stress Test sample pattern</a:t>
            </a:r>
            <a:endParaRPr lang="en-US" sz="1600" b="1"/>
          </a:p>
        </p:txBody>
      </p:sp>
      <p:sp>
        <p:nvSpPr>
          <p:cNvPr id="37" name="TextBox 36">
            <a:extLst>
              <a:ext uri="{FF2B5EF4-FFF2-40B4-BE49-F238E27FC236}">
                <a16:creationId xmlns:a16="http://schemas.microsoft.com/office/drawing/2014/main" id="{1D397AE1-DA48-9D5C-0CF7-8B2E3B84DC00}"/>
              </a:ext>
            </a:extLst>
          </p:cNvPr>
          <p:cNvSpPr txBox="1"/>
          <p:nvPr/>
        </p:nvSpPr>
        <p:spPr>
          <a:xfrm>
            <a:off x="6438019" y="5875186"/>
            <a:ext cx="5254564" cy="457048"/>
          </a:xfrm>
          <a:prstGeom prst="rect">
            <a:avLst/>
          </a:prstGeom>
          <a:noFill/>
          <a:ln>
            <a:solidFill>
              <a:srgbClr val="002060"/>
            </a:solidFill>
          </a:ln>
        </p:spPr>
        <p:txBody>
          <a:bodyPr wrap="square" rtlCol="0">
            <a:spAutoFit/>
          </a:bodyPr>
          <a:lstStyle/>
          <a:p>
            <a:pPr algn="ctr"/>
            <a:r>
              <a:rPr lang="en-US" sz="1185">
                <a:solidFill>
                  <a:srgbClr val="002060"/>
                </a:solidFill>
              </a:rPr>
              <a:t>Stress Test Total Duration would be 2 Hrs. (Increase 2x no of users on every 30 Min duration to identify the system / application breakdown point</a:t>
            </a:r>
            <a:endParaRPr lang="en-IN" sz="1185">
              <a:solidFill>
                <a:srgbClr val="002060"/>
              </a:solidFill>
            </a:endParaRPr>
          </a:p>
        </p:txBody>
      </p:sp>
      <p:sp>
        <p:nvSpPr>
          <p:cNvPr id="12" name="Rectangle 11">
            <a:extLst>
              <a:ext uri="{FF2B5EF4-FFF2-40B4-BE49-F238E27FC236}">
                <a16:creationId xmlns:a16="http://schemas.microsoft.com/office/drawing/2014/main" id="{0DCF83DA-8B5A-BB00-17AB-0C6A7C31A403}"/>
              </a:ext>
            </a:extLst>
          </p:cNvPr>
          <p:cNvSpPr/>
          <p:nvPr/>
        </p:nvSpPr>
        <p:spPr>
          <a:xfrm>
            <a:off x="663170" y="123099"/>
            <a:ext cx="11078100"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a:solidFill>
                  <a:schemeClr val="bg1"/>
                </a:solidFill>
                <a:ea typeface="Calibri" panose="020F0502020204030204" pitchFamily="34" charset="0"/>
                <a:cs typeface="Calibri" panose="020F0502020204030204" pitchFamily="34" charset="0"/>
              </a:rPr>
              <a:t>GUI Goals</a:t>
            </a:r>
          </a:p>
        </p:txBody>
      </p:sp>
      <p:sp>
        <p:nvSpPr>
          <p:cNvPr id="14" name="TextBox 13">
            <a:extLst>
              <a:ext uri="{FF2B5EF4-FFF2-40B4-BE49-F238E27FC236}">
                <a16:creationId xmlns:a16="http://schemas.microsoft.com/office/drawing/2014/main" id="{7A5D6EDE-EB51-FD18-DA80-08378F3FE85F}"/>
              </a:ext>
            </a:extLst>
          </p:cNvPr>
          <p:cNvSpPr txBox="1"/>
          <p:nvPr/>
        </p:nvSpPr>
        <p:spPr>
          <a:xfrm>
            <a:off x="611849" y="664207"/>
            <a:ext cx="6096000" cy="307777"/>
          </a:xfrm>
          <a:prstGeom prst="rect">
            <a:avLst/>
          </a:prstGeom>
          <a:noFill/>
        </p:spPr>
        <p:txBody>
          <a:bodyPr wrap="square">
            <a:spAutoFit/>
          </a:bodyPr>
          <a:lstStyle/>
          <a:p>
            <a:r>
              <a:rPr lang="en-US" sz="1400" b="1"/>
              <a:t>Goal#1</a:t>
            </a:r>
            <a:r>
              <a:rPr lang="en-US" sz="1400" b="1">
                <a:ea typeface="Calibri" panose="020F0502020204030204" pitchFamily="34" charset="0"/>
                <a:cs typeface="Calibri" panose="020F0502020204030204" pitchFamily="34" charset="0"/>
              </a:rPr>
              <a:t> – All in-scope Scenario except Report generation</a:t>
            </a:r>
            <a:endParaRPr lang="en-US" sz="1400" b="1"/>
          </a:p>
        </p:txBody>
      </p:sp>
      <p:sp>
        <p:nvSpPr>
          <p:cNvPr id="18" name="TextBox 17">
            <a:extLst>
              <a:ext uri="{FF2B5EF4-FFF2-40B4-BE49-F238E27FC236}">
                <a16:creationId xmlns:a16="http://schemas.microsoft.com/office/drawing/2014/main" id="{55DE1B5F-2448-51D3-1B9C-A3C857D14A18}"/>
              </a:ext>
            </a:extLst>
          </p:cNvPr>
          <p:cNvSpPr txBox="1"/>
          <p:nvPr/>
        </p:nvSpPr>
        <p:spPr>
          <a:xfrm>
            <a:off x="622811" y="897060"/>
            <a:ext cx="11071168" cy="400110"/>
          </a:xfrm>
          <a:prstGeom prst="rect">
            <a:avLst/>
          </a:prstGeom>
          <a:noFill/>
        </p:spPr>
        <p:txBody>
          <a:bodyPr wrap="square">
            <a:spAutoFit/>
          </a:bodyPr>
          <a:lstStyle/>
          <a:p>
            <a:pPr>
              <a:spcAft>
                <a:spcPts val="600"/>
              </a:spcAft>
            </a:pPr>
            <a:r>
              <a:rPr lang="en-US" sz="1000"/>
              <a:t>The Objective is to ensure that your system will generate accurate, efficient, and reliable report while performing consistently is to meet the agreed response time SLA for all in-scope scenarios with various workloads without any errors or agreed % of errors. Also, ensuring that health of the servers should be in good condition or within the threshold limits </a:t>
            </a:r>
          </a:p>
        </p:txBody>
      </p:sp>
      <p:sp>
        <p:nvSpPr>
          <p:cNvPr id="21" name="TextBox 20">
            <a:extLst>
              <a:ext uri="{FF2B5EF4-FFF2-40B4-BE49-F238E27FC236}">
                <a16:creationId xmlns:a16="http://schemas.microsoft.com/office/drawing/2014/main" id="{E09052DB-59BD-2999-CD6A-C058E510B596}"/>
              </a:ext>
            </a:extLst>
          </p:cNvPr>
          <p:cNvSpPr txBox="1"/>
          <p:nvPr/>
        </p:nvSpPr>
        <p:spPr>
          <a:xfrm>
            <a:off x="6604486" y="4574454"/>
            <a:ext cx="1037963" cy="244362"/>
          </a:xfrm>
          <a:prstGeom prst="rect">
            <a:avLst/>
          </a:prstGeom>
          <a:noFill/>
        </p:spPr>
        <p:txBody>
          <a:bodyPr wrap="square" rtlCol="0">
            <a:spAutoFit/>
          </a:bodyPr>
          <a:lstStyle/>
          <a:p>
            <a:r>
              <a:rPr lang="en-US" sz="988"/>
              <a:t>24,500 volume</a:t>
            </a:r>
            <a:endParaRPr lang="en-IN" sz="988"/>
          </a:p>
        </p:txBody>
      </p:sp>
      <p:graphicFrame>
        <p:nvGraphicFramePr>
          <p:cNvPr id="2" name="Table 1">
            <a:extLst>
              <a:ext uri="{FF2B5EF4-FFF2-40B4-BE49-F238E27FC236}">
                <a16:creationId xmlns:a16="http://schemas.microsoft.com/office/drawing/2014/main" id="{E8425912-B5AB-1D1A-24DE-FA8627B74F36}"/>
              </a:ext>
            </a:extLst>
          </p:cNvPr>
          <p:cNvGraphicFramePr>
            <a:graphicFrameLocks noGrp="1"/>
          </p:cNvGraphicFramePr>
          <p:nvPr>
            <p:extLst>
              <p:ext uri="{D42A27DB-BD31-4B8C-83A1-F6EECF244321}">
                <p14:modId xmlns:p14="http://schemas.microsoft.com/office/powerpoint/2010/main" val="2218645491"/>
              </p:ext>
            </p:extLst>
          </p:nvPr>
        </p:nvGraphicFramePr>
        <p:xfrm>
          <a:off x="663170" y="1298018"/>
          <a:ext cx="10706107" cy="1626491"/>
        </p:xfrm>
        <a:graphic>
          <a:graphicData uri="http://schemas.openxmlformats.org/drawingml/2006/table">
            <a:tbl>
              <a:tblPr firstRow="1" bandRow="1">
                <a:tableStyleId>{5C22544A-7EE6-4342-B048-85BDC9FD1C3A}</a:tableStyleId>
              </a:tblPr>
              <a:tblGrid>
                <a:gridCol w="546014">
                  <a:extLst>
                    <a:ext uri="{9D8B030D-6E8A-4147-A177-3AD203B41FA5}">
                      <a16:colId xmlns:a16="http://schemas.microsoft.com/office/drawing/2014/main" val="2505345100"/>
                    </a:ext>
                  </a:extLst>
                </a:gridCol>
                <a:gridCol w="1284634">
                  <a:extLst>
                    <a:ext uri="{9D8B030D-6E8A-4147-A177-3AD203B41FA5}">
                      <a16:colId xmlns:a16="http://schemas.microsoft.com/office/drawing/2014/main" val="765473239"/>
                    </a:ext>
                  </a:extLst>
                </a:gridCol>
                <a:gridCol w="3887362">
                  <a:extLst>
                    <a:ext uri="{9D8B030D-6E8A-4147-A177-3AD203B41FA5}">
                      <a16:colId xmlns:a16="http://schemas.microsoft.com/office/drawing/2014/main" val="3908974634"/>
                    </a:ext>
                  </a:extLst>
                </a:gridCol>
                <a:gridCol w="804667">
                  <a:extLst>
                    <a:ext uri="{9D8B030D-6E8A-4147-A177-3AD203B41FA5}">
                      <a16:colId xmlns:a16="http://schemas.microsoft.com/office/drawing/2014/main" val="3870870621"/>
                    </a:ext>
                  </a:extLst>
                </a:gridCol>
                <a:gridCol w="3493496">
                  <a:extLst>
                    <a:ext uri="{9D8B030D-6E8A-4147-A177-3AD203B41FA5}">
                      <a16:colId xmlns:a16="http://schemas.microsoft.com/office/drawing/2014/main" val="3289002681"/>
                    </a:ext>
                  </a:extLst>
                </a:gridCol>
                <a:gridCol w="689934">
                  <a:extLst>
                    <a:ext uri="{9D8B030D-6E8A-4147-A177-3AD203B41FA5}">
                      <a16:colId xmlns:a16="http://schemas.microsoft.com/office/drawing/2014/main" val="617769190"/>
                    </a:ext>
                  </a:extLst>
                </a:gridCol>
              </a:tblGrid>
              <a:tr h="385947">
                <a:tc>
                  <a:txBody>
                    <a:bodyPr/>
                    <a:lstStyle/>
                    <a:p>
                      <a:pPr algn="ctr"/>
                      <a:r>
                        <a:rPr lang="en-US" sz="900">
                          <a:latin typeface="+mn-lt"/>
                        </a:rPr>
                        <a:t>#</a:t>
                      </a:r>
                    </a:p>
                  </a:txBody>
                  <a:tcPr/>
                </a:tc>
                <a:tc>
                  <a:txBody>
                    <a:bodyPr/>
                    <a:lstStyle/>
                    <a:p>
                      <a:pPr algn="ctr"/>
                      <a:r>
                        <a:rPr lang="en-US" sz="900">
                          <a:latin typeface="+mn-lt"/>
                        </a:rPr>
                        <a:t>Type of Test</a:t>
                      </a:r>
                    </a:p>
                  </a:txBody>
                  <a:tcPr/>
                </a:tc>
                <a:tc>
                  <a:txBody>
                    <a:bodyPr/>
                    <a:lstStyle/>
                    <a:p>
                      <a:pPr algn="ctr"/>
                      <a:r>
                        <a:rPr lang="en-US" sz="900">
                          <a:latin typeface="+mn-lt"/>
                        </a:rPr>
                        <a:t>Scenario Details</a:t>
                      </a:r>
                    </a:p>
                  </a:txBody>
                  <a:tcPr/>
                </a:tc>
                <a:tc>
                  <a:txBody>
                    <a:bodyPr/>
                    <a:lstStyle/>
                    <a:p>
                      <a:pPr algn="ctr"/>
                      <a:r>
                        <a:rPr lang="en-US" sz="900">
                          <a:latin typeface="+mn-lt"/>
                        </a:rPr>
                        <a:t>No. of Cycles</a:t>
                      </a:r>
                    </a:p>
                  </a:txBody>
                  <a:tcPr/>
                </a:tc>
                <a:tc>
                  <a:txBody>
                    <a:bodyPr/>
                    <a:lstStyle/>
                    <a:p>
                      <a:pPr algn="ctr"/>
                      <a:r>
                        <a:rPr lang="en-US" sz="900">
                          <a:latin typeface="+mn-lt"/>
                        </a:rPr>
                        <a:t>Volume Details</a:t>
                      </a:r>
                    </a:p>
                  </a:txBody>
                  <a:tcPr/>
                </a:tc>
                <a:tc>
                  <a:txBody>
                    <a:bodyPr/>
                    <a:lstStyle/>
                    <a:p>
                      <a:pPr algn="ctr"/>
                      <a:r>
                        <a:rPr lang="en-US" sz="900">
                          <a:latin typeface="+mn-lt"/>
                        </a:rPr>
                        <a:t>Duration</a:t>
                      </a:r>
                    </a:p>
                  </a:txBody>
                  <a:tcPr/>
                </a:tc>
                <a:extLst>
                  <a:ext uri="{0D108BD9-81ED-4DB2-BD59-A6C34878D82A}">
                    <a16:rowId xmlns:a16="http://schemas.microsoft.com/office/drawing/2014/main" val="935495309"/>
                  </a:ext>
                </a:extLst>
              </a:tr>
              <a:tr h="234325">
                <a:tc>
                  <a:txBody>
                    <a:bodyPr/>
                    <a:lstStyle/>
                    <a:p>
                      <a:pPr algn="ctr"/>
                      <a:r>
                        <a:rPr lang="en-US" sz="900">
                          <a:latin typeface="+mn-lt"/>
                        </a:rPr>
                        <a:t>1</a:t>
                      </a:r>
                    </a:p>
                  </a:txBody>
                  <a:tcPr/>
                </a:tc>
                <a:tc>
                  <a:txBody>
                    <a:bodyPr/>
                    <a:lstStyle/>
                    <a:p>
                      <a:pPr algn="ctr"/>
                      <a:r>
                        <a:rPr lang="en-US" sz="900">
                          <a:latin typeface="+mn-lt"/>
                        </a:rPr>
                        <a:t>Load Test – 1</a:t>
                      </a:r>
                    </a:p>
                  </a:txBody>
                  <a:tcPr/>
                </a:tc>
                <a:tc>
                  <a:txBody>
                    <a:bodyPr/>
                    <a:lstStyle/>
                    <a:p>
                      <a:pPr algn="l"/>
                      <a:r>
                        <a:rPr lang="en-US" sz="900">
                          <a:latin typeface="+mn-lt"/>
                        </a:rPr>
                        <a:t>All in-scope scenarios</a:t>
                      </a:r>
                    </a:p>
                  </a:txBody>
                  <a:tcPr/>
                </a:tc>
                <a:tc>
                  <a:txBody>
                    <a:bodyPr/>
                    <a:lstStyle/>
                    <a:p>
                      <a:pPr algn="ctr"/>
                      <a:r>
                        <a:rPr lang="en-US" sz="900">
                          <a:latin typeface="+mn-lt"/>
                        </a:rPr>
                        <a:t>1</a:t>
                      </a:r>
                    </a:p>
                  </a:txBody>
                  <a:tcPr/>
                </a:tc>
                <a:tc>
                  <a:txBody>
                    <a:bodyPr/>
                    <a:lstStyle/>
                    <a:p>
                      <a:pPr algn="ctr"/>
                      <a:r>
                        <a:rPr lang="en-US" sz="900">
                          <a:latin typeface="+mn-lt"/>
                        </a:rPr>
                        <a:t>HCP – 4,500 &amp; </a:t>
                      </a:r>
                      <a:r>
                        <a:rPr lang="en-US" sz="900" err="1">
                          <a:latin typeface="+mn-lt"/>
                        </a:rPr>
                        <a:t>PwD</a:t>
                      </a:r>
                      <a:r>
                        <a:rPr lang="en-US" sz="900">
                          <a:latin typeface="+mn-lt"/>
                        </a:rPr>
                        <a:t> – 20,000 (Total:24,500]</a:t>
                      </a:r>
                    </a:p>
                  </a:txBody>
                  <a:tcPr/>
                </a:tc>
                <a:tc>
                  <a:txBody>
                    <a:bodyPr/>
                    <a:lstStyle/>
                    <a:p>
                      <a:pPr algn="ctr"/>
                      <a:r>
                        <a:rPr lang="en-US" sz="900">
                          <a:latin typeface="+mn-lt"/>
                        </a:rPr>
                        <a:t>1.5 Hr.</a:t>
                      </a:r>
                    </a:p>
                  </a:txBody>
                  <a:tcPr/>
                </a:tc>
                <a:extLst>
                  <a:ext uri="{0D108BD9-81ED-4DB2-BD59-A6C34878D82A}">
                    <a16:rowId xmlns:a16="http://schemas.microsoft.com/office/drawing/2014/main" val="3313892485"/>
                  </a:ext>
                </a:extLst>
              </a:tr>
              <a:tr h="234325">
                <a:tc>
                  <a:txBody>
                    <a:bodyPr/>
                    <a:lstStyle/>
                    <a:p>
                      <a:pPr algn="ctr"/>
                      <a:r>
                        <a:rPr lang="en-US" sz="900">
                          <a:latin typeface="+mn-lt"/>
                        </a:rPr>
                        <a:t>2</a:t>
                      </a:r>
                    </a:p>
                  </a:txBody>
                  <a:tcPr/>
                </a:tc>
                <a:tc>
                  <a:txBody>
                    <a:bodyPr/>
                    <a:lstStyle/>
                    <a:p>
                      <a:pPr algn="ctr"/>
                      <a:r>
                        <a:rPr lang="en-US" sz="900">
                          <a:latin typeface="+mn-lt"/>
                        </a:rPr>
                        <a:t>Load Test -2 </a:t>
                      </a:r>
                    </a:p>
                  </a:txBody>
                  <a:tcPr/>
                </a:tc>
                <a:tc>
                  <a:txBody>
                    <a:bodyPr/>
                    <a:lstStyle/>
                    <a:p>
                      <a:pPr algn="l"/>
                      <a:r>
                        <a:rPr lang="en-US" sz="900">
                          <a:latin typeface="+mn-lt"/>
                        </a:rPr>
                        <a:t>All scenarios except report generation 90, 14 and 7 days</a:t>
                      </a:r>
                    </a:p>
                  </a:txBody>
                  <a:tcPr/>
                </a:tc>
                <a:tc>
                  <a:txBody>
                    <a:bodyPr/>
                    <a:lstStyle/>
                    <a:p>
                      <a:pPr algn="ctr"/>
                      <a:r>
                        <a:rPr lang="en-US" sz="900">
                          <a:latin typeface="+mn-lt"/>
                        </a:rPr>
                        <a:t>1</a:t>
                      </a:r>
                    </a:p>
                  </a:txBody>
                  <a:tcPr/>
                </a:tc>
                <a:tc>
                  <a:txBody>
                    <a:bodyPr/>
                    <a:lstStyle/>
                    <a:p>
                      <a:pPr algn="ctr"/>
                      <a:r>
                        <a:rPr lang="en-US" sz="900">
                          <a:latin typeface="+mn-lt"/>
                        </a:rPr>
                        <a:t>HCP – 4,500 &amp; </a:t>
                      </a:r>
                      <a:r>
                        <a:rPr lang="en-US" sz="900" err="1">
                          <a:latin typeface="+mn-lt"/>
                        </a:rPr>
                        <a:t>PwD</a:t>
                      </a:r>
                      <a:r>
                        <a:rPr lang="en-US" sz="900">
                          <a:latin typeface="+mn-lt"/>
                        </a:rPr>
                        <a:t> – 20,000 (Total:24,500]</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900">
                          <a:latin typeface="+mn-lt"/>
                        </a:rPr>
                        <a:t>1.5 Hr.</a:t>
                      </a:r>
                    </a:p>
                  </a:txBody>
                  <a:tcPr/>
                </a:tc>
                <a:extLst>
                  <a:ext uri="{0D108BD9-81ED-4DB2-BD59-A6C34878D82A}">
                    <a16:rowId xmlns:a16="http://schemas.microsoft.com/office/drawing/2014/main" val="2109693662"/>
                  </a:ext>
                </a:extLst>
              </a:tr>
              <a:tr h="385947">
                <a:tc>
                  <a:txBody>
                    <a:bodyPr/>
                    <a:lstStyle/>
                    <a:p>
                      <a:pPr algn="ctr"/>
                      <a:r>
                        <a:rPr lang="en-US" sz="900">
                          <a:latin typeface="+mn-lt"/>
                        </a:rPr>
                        <a:t>3</a:t>
                      </a:r>
                    </a:p>
                  </a:txBody>
                  <a:tcPr/>
                </a:tc>
                <a:tc>
                  <a:txBody>
                    <a:bodyPr/>
                    <a:lstStyle/>
                    <a:p>
                      <a:pPr algn="ctr"/>
                      <a:r>
                        <a:rPr lang="en-US" sz="900">
                          <a:latin typeface="+mn-lt"/>
                        </a:rPr>
                        <a:t>Stress Test – 1</a:t>
                      </a:r>
                    </a:p>
                  </a:txBody>
                  <a:tcPr/>
                </a:tc>
                <a:tc>
                  <a:txBody>
                    <a:bodyPr/>
                    <a:lstStyle/>
                    <a:p>
                      <a:pPr algn="l"/>
                      <a:r>
                        <a:rPr lang="en-US" sz="900">
                          <a:latin typeface="+mn-lt"/>
                        </a:rPr>
                        <a:t>All scenarios except report generation 90 days 2x every 30 min</a:t>
                      </a:r>
                    </a:p>
                  </a:txBody>
                  <a:tcPr/>
                </a:tc>
                <a:tc>
                  <a:txBody>
                    <a:bodyPr/>
                    <a:lstStyle/>
                    <a:p>
                      <a:pPr algn="ctr"/>
                      <a:r>
                        <a:rPr lang="en-US" sz="900">
                          <a:latin typeface="+mn-lt"/>
                        </a:rPr>
                        <a:t>1</a:t>
                      </a:r>
                    </a:p>
                  </a:txBody>
                  <a:tcPr/>
                </a:tc>
                <a:tc>
                  <a:txBody>
                    <a:bodyPr/>
                    <a:lstStyle/>
                    <a:p>
                      <a:pPr algn="ctr"/>
                      <a:r>
                        <a:rPr lang="en-US" sz="900">
                          <a:latin typeface="+mn-lt"/>
                        </a:rPr>
                        <a:t>24,500 * 1x = 24,500</a:t>
                      </a:r>
                    </a:p>
                    <a:p>
                      <a:pPr algn="ctr"/>
                      <a:r>
                        <a:rPr lang="en-US" sz="900">
                          <a:latin typeface="+mn-lt"/>
                        </a:rPr>
                        <a:t>Increase 2x every 30 Min until system breaks.</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900">
                          <a:latin typeface="+mn-lt"/>
                        </a:rPr>
                        <a:t>2 Hr.</a:t>
                      </a:r>
                    </a:p>
                  </a:txBody>
                  <a:tcPr/>
                </a:tc>
                <a:extLst>
                  <a:ext uri="{0D108BD9-81ED-4DB2-BD59-A6C34878D82A}">
                    <a16:rowId xmlns:a16="http://schemas.microsoft.com/office/drawing/2014/main" val="1122059692"/>
                  </a:ext>
                </a:extLst>
              </a:tr>
              <a:tr h="385947">
                <a:tc>
                  <a:txBody>
                    <a:bodyPr/>
                    <a:lstStyle/>
                    <a:p>
                      <a:pPr algn="ctr"/>
                      <a:r>
                        <a:rPr lang="en-US" sz="900">
                          <a:latin typeface="+mn-lt"/>
                        </a:rPr>
                        <a:t>4</a:t>
                      </a:r>
                    </a:p>
                  </a:txBody>
                  <a:tcPr/>
                </a:tc>
                <a:tc>
                  <a:txBody>
                    <a:bodyPr/>
                    <a:lstStyle/>
                    <a:p>
                      <a:pPr algn="ctr"/>
                      <a:r>
                        <a:rPr lang="en-US" sz="900">
                          <a:latin typeface="+mn-lt"/>
                        </a:rPr>
                        <a:t>Scalability Test - 1</a:t>
                      </a:r>
                    </a:p>
                  </a:txBody>
                  <a:tcPr/>
                </a:tc>
                <a:tc>
                  <a:txBody>
                    <a:bodyPr/>
                    <a:lstStyle/>
                    <a:p>
                      <a:pPr algn="l"/>
                      <a:r>
                        <a:rPr lang="en-US" sz="900">
                          <a:latin typeface="+mn-lt"/>
                        </a:rPr>
                        <a:t>All scenarios except report generation 90 days. Benchmark the no. of users until identify the breaking point</a:t>
                      </a:r>
                    </a:p>
                  </a:txBody>
                  <a:tcPr/>
                </a:tc>
                <a:tc>
                  <a:txBody>
                    <a:bodyPr/>
                    <a:lstStyle/>
                    <a:p>
                      <a:pPr algn="ctr"/>
                      <a:r>
                        <a:rPr lang="en-US" sz="900">
                          <a:latin typeface="+mn-lt"/>
                        </a:rPr>
                        <a:t>3</a:t>
                      </a:r>
                    </a:p>
                  </a:txBody>
                  <a:tcPr/>
                </a:tc>
                <a:tc>
                  <a:txBody>
                    <a:bodyPr/>
                    <a:lstStyle/>
                    <a:p>
                      <a:pPr algn="ctr"/>
                      <a:r>
                        <a:rPr lang="en-US" sz="900">
                          <a:latin typeface="+mn-lt"/>
                        </a:rPr>
                        <a:t>HCP – 4,500 &amp; </a:t>
                      </a:r>
                      <a:r>
                        <a:rPr lang="en-US" sz="900" err="1">
                          <a:latin typeface="+mn-lt"/>
                        </a:rPr>
                        <a:t>PwD</a:t>
                      </a:r>
                      <a:r>
                        <a:rPr lang="en-US" sz="900">
                          <a:latin typeface="+mn-lt"/>
                        </a:rPr>
                        <a:t> – 20,000 = 24,500</a:t>
                      </a:r>
                    </a:p>
                    <a:p>
                      <a:pPr marL="0" marR="0" lvl="0" indent="0" algn="ctr" defTabSz="1219170" rtl="0" eaLnBrk="1" fontAlgn="auto" latinLnBrk="0" hangingPunct="1">
                        <a:lnSpc>
                          <a:spcPct val="100000"/>
                        </a:lnSpc>
                        <a:spcBef>
                          <a:spcPts val="0"/>
                        </a:spcBef>
                        <a:spcAft>
                          <a:spcPts val="0"/>
                        </a:spcAft>
                        <a:buClrTx/>
                        <a:buSzTx/>
                        <a:buFontTx/>
                        <a:buNone/>
                        <a:tabLst/>
                        <a:defRPr/>
                      </a:pPr>
                      <a:r>
                        <a:rPr lang="en-US" sz="900" i="1">
                          <a:latin typeface="+mn-lt"/>
                        </a:rPr>
                        <a:t>Note – Numbers to be adjusted based on 1</a:t>
                      </a:r>
                      <a:r>
                        <a:rPr lang="en-US" sz="900" i="1" baseline="30000">
                          <a:latin typeface="+mn-lt"/>
                        </a:rPr>
                        <a:t>st</a:t>
                      </a:r>
                      <a:r>
                        <a:rPr lang="en-US" sz="900" i="1">
                          <a:latin typeface="+mn-lt"/>
                        </a:rPr>
                        <a:t> test</a:t>
                      </a:r>
                    </a:p>
                  </a:txBody>
                  <a:tcPr/>
                </a:tc>
                <a:tc>
                  <a:txBody>
                    <a:bodyPr/>
                    <a:lstStyle/>
                    <a:p>
                      <a:pPr algn="ctr"/>
                      <a:r>
                        <a:rPr lang="en-US" sz="900">
                          <a:latin typeface="+mn-lt"/>
                        </a:rPr>
                        <a:t>1 Hr.</a:t>
                      </a:r>
                    </a:p>
                  </a:txBody>
                  <a:tcPr/>
                </a:tc>
                <a:extLst>
                  <a:ext uri="{0D108BD9-81ED-4DB2-BD59-A6C34878D82A}">
                    <a16:rowId xmlns:a16="http://schemas.microsoft.com/office/drawing/2014/main" val="1671743535"/>
                  </a:ext>
                </a:extLst>
              </a:tr>
            </a:tbl>
          </a:graphicData>
        </a:graphic>
      </p:graphicFrame>
    </p:spTree>
    <p:extLst>
      <p:ext uri="{BB962C8B-B14F-4D97-AF65-F5344CB8AC3E}">
        <p14:creationId xmlns:p14="http://schemas.microsoft.com/office/powerpoint/2010/main" val="2733745206"/>
      </p:ext>
    </p:extLst>
  </p:cSld>
  <p:clrMapOvr>
    <a:masterClrMapping/>
  </p:clrMapOvr>
  <p:transition>
    <p:fade/>
  </p:transition>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3B53D-5007-B597-D5A8-91705D7D53A4}"/>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52EF23-420C-4D6C-1266-EE98AC54B59A}"/>
              </a:ext>
            </a:extLst>
          </p:cNvPr>
          <p:cNvSpPr>
            <a:spLocks noGrp="1"/>
          </p:cNvSpPr>
          <p:nvPr>
            <p:ph type="ftr" sz="quarter" idx="15"/>
          </p:nvPr>
        </p:nvSpPr>
        <p:spPr/>
        <p:txBody>
          <a:bodyPr/>
          <a:lstStyle/>
          <a:p>
            <a:r>
              <a:rPr lang="en-US"/>
              <a:t>CONFIDENTIAL</a:t>
            </a:r>
          </a:p>
        </p:txBody>
      </p:sp>
      <p:sp>
        <p:nvSpPr>
          <p:cNvPr id="4" name="Slide Number Placeholder 3">
            <a:extLst>
              <a:ext uri="{FF2B5EF4-FFF2-40B4-BE49-F238E27FC236}">
                <a16:creationId xmlns:a16="http://schemas.microsoft.com/office/drawing/2014/main" id="{DBE0E49F-9B1A-3F6B-4B05-136FADAB96BC}"/>
              </a:ext>
            </a:extLst>
          </p:cNvPr>
          <p:cNvSpPr>
            <a:spLocks noGrp="1"/>
          </p:cNvSpPr>
          <p:nvPr>
            <p:ph type="sldNum" sz="quarter" idx="16"/>
          </p:nvPr>
        </p:nvSpPr>
        <p:spPr/>
        <p:txBody>
          <a:bodyPr/>
          <a:lstStyle/>
          <a:p>
            <a:fld id="{4F90343F-D056-4E24-BE3D-A305BDC1A23E}" type="slidenum">
              <a:rPr lang="en-US" smtClean="0"/>
              <a:pPr/>
              <a:t>27</a:t>
            </a:fld>
            <a:endParaRPr lang="en-US"/>
          </a:p>
        </p:txBody>
      </p:sp>
      <p:sp>
        <p:nvSpPr>
          <p:cNvPr id="117" name="TextBox 116">
            <a:extLst>
              <a:ext uri="{FF2B5EF4-FFF2-40B4-BE49-F238E27FC236}">
                <a16:creationId xmlns:a16="http://schemas.microsoft.com/office/drawing/2014/main" id="{AFEA60B6-04C7-C846-9BCC-89630E5241EF}"/>
              </a:ext>
            </a:extLst>
          </p:cNvPr>
          <p:cNvSpPr txBox="1"/>
          <p:nvPr/>
        </p:nvSpPr>
        <p:spPr>
          <a:xfrm>
            <a:off x="576472" y="2617583"/>
            <a:ext cx="4439329" cy="338554"/>
          </a:xfrm>
          <a:prstGeom prst="rect">
            <a:avLst/>
          </a:prstGeom>
          <a:noFill/>
        </p:spPr>
        <p:txBody>
          <a:bodyPr wrap="square">
            <a:spAutoFit/>
          </a:bodyPr>
          <a:lstStyle/>
          <a:p>
            <a:r>
              <a:rPr lang="en-US" sz="1600" b="1">
                <a:ea typeface="Calibri" panose="020F0502020204030204" pitchFamily="34" charset="0"/>
                <a:cs typeface="Calibri" panose="020F0502020204030204" pitchFamily="34" charset="0"/>
              </a:rPr>
              <a:t>Goal#1 – Endurance Test sample pattern</a:t>
            </a:r>
            <a:endParaRPr lang="en-US" sz="1600" b="1"/>
          </a:p>
        </p:txBody>
      </p:sp>
      <p:sp>
        <p:nvSpPr>
          <p:cNvPr id="12" name="Rectangle 11">
            <a:extLst>
              <a:ext uri="{FF2B5EF4-FFF2-40B4-BE49-F238E27FC236}">
                <a16:creationId xmlns:a16="http://schemas.microsoft.com/office/drawing/2014/main" id="{39731070-3573-CEB1-03C1-9F19A31AA95C}"/>
              </a:ext>
            </a:extLst>
          </p:cNvPr>
          <p:cNvSpPr/>
          <p:nvPr/>
        </p:nvSpPr>
        <p:spPr>
          <a:xfrm>
            <a:off x="663170" y="123099"/>
            <a:ext cx="11078100"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a:solidFill>
                  <a:schemeClr val="bg1"/>
                </a:solidFill>
                <a:ea typeface="Calibri" panose="020F0502020204030204" pitchFamily="34" charset="0"/>
                <a:cs typeface="Calibri" panose="020F0502020204030204" pitchFamily="34" charset="0"/>
              </a:rPr>
              <a:t>GUI Goals 								            (Continue…)</a:t>
            </a:r>
          </a:p>
        </p:txBody>
      </p:sp>
      <p:sp>
        <p:nvSpPr>
          <p:cNvPr id="14" name="TextBox 13">
            <a:extLst>
              <a:ext uri="{FF2B5EF4-FFF2-40B4-BE49-F238E27FC236}">
                <a16:creationId xmlns:a16="http://schemas.microsoft.com/office/drawing/2014/main" id="{E0AE5B98-073E-D78C-EA72-A9752CF81CCA}"/>
              </a:ext>
            </a:extLst>
          </p:cNvPr>
          <p:cNvSpPr txBox="1"/>
          <p:nvPr/>
        </p:nvSpPr>
        <p:spPr>
          <a:xfrm>
            <a:off x="718456" y="691904"/>
            <a:ext cx="6096000" cy="307777"/>
          </a:xfrm>
          <a:prstGeom prst="rect">
            <a:avLst/>
          </a:prstGeom>
          <a:noFill/>
        </p:spPr>
        <p:txBody>
          <a:bodyPr wrap="square">
            <a:spAutoFit/>
          </a:bodyPr>
          <a:lstStyle/>
          <a:p>
            <a:r>
              <a:rPr lang="en-US" sz="1400" b="1"/>
              <a:t>Goal#1</a:t>
            </a:r>
            <a:r>
              <a:rPr lang="en-US" sz="1400" b="1">
                <a:ea typeface="Calibri" panose="020F0502020204030204" pitchFamily="34" charset="0"/>
                <a:cs typeface="Calibri" panose="020F0502020204030204" pitchFamily="34" charset="0"/>
              </a:rPr>
              <a:t> – All in-scope Scenario except Report generation</a:t>
            </a:r>
            <a:endParaRPr lang="en-US" sz="1400" b="1"/>
          </a:p>
        </p:txBody>
      </p:sp>
      <p:sp>
        <p:nvSpPr>
          <p:cNvPr id="18" name="TextBox 17">
            <a:extLst>
              <a:ext uri="{FF2B5EF4-FFF2-40B4-BE49-F238E27FC236}">
                <a16:creationId xmlns:a16="http://schemas.microsoft.com/office/drawing/2014/main" id="{9C737969-C948-D113-7BD2-0A0577C0283A}"/>
              </a:ext>
            </a:extLst>
          </p:cNvPr>
          <p:cNvSpPr txBox="1"/>
          <p:nvPr/>
        </p:nvSpPr>
        <p:spPr>
          <a:xfrm>
            <a:off x="670102" y="1009432"/>
            <a:ext cx="11071168" cy="461665"/>
          </a:xfrm>
          <a:prstGeom prst="rect">
            <a:avLst/>
          </a:prstGeom>
          <a:noFill/>
        </p:spPr>
        <p:txBody>
          <a:bodyPr wrap="square">
            <a:spAutoFit/>
          </a:bodyPr>
          <a:lstStyle/>
          <a:p>
            <a:pPr>
              <a:spcAft>
                <a:spcPts val="600"/>
              </a:spcAft>
            </a:pPr>
            <a:r>
              <a:rPr lang="en-US" sz="1200"/>
              <a:t>The Objective is to identify potential memory leaks, resource leaks, and any other issues that can cause your system to degrade over time while running the scenarios with various workloads with agreed % of errors. Also, ensuring that health of the servers should be in good condition or within the threshold limits.</a:t>
            </a:r>
          </a:p>
        </p:txBody>
      </p:sp>
      <p:graphicFrame>
        <p:nvGraphicFramePr>
          <p:cNvPr id="19" name="Table 18">
            <a:extLst>
              <a:ext uri="{FF2B5EF4-FFF2-40B4-BE49-F238E27FC236}">
                <a16:creationId xmlns:a16="http://schemas.microsoft.com/office/drawing/2014/main" id="{C33F0113-5650-E965-A9B0-3B0F2DB792EE}"/>
              </a:ext>
            </a:extLst>
          </p:cNvPr>
          <p:cNvGraphicFramePr>
            <a:graphicFrameLocks noGrp="1"/>
          </p:cNvGraphicFramePr>
          <p:nvPr>
            <p:extLst>
              <p:ext uri="{D42A27DB-BD31-4B8C-83A1-F6EECF244321}">
                <p14:modId xmlns:p14="http://schemas.microsoft.com/office/powerpoint/2010/main" val="3387083878"/>
              </p:ext>
            </p:extLst>
          </p:nvPr>
        </p:nvGraphicFramePr>
        <p:xfrm>
          <a:off x="663169" y="1614570"/>
          <a:ext cx="11100200" cy="1097280"/>
        </p:xfrm>
        <a:graphic>
          <a:graphicData uri="http://schemas.openxmlformats.org/drawingml/2006/table">
            <a:tbl>
              <a:tblPr firstRow="1" bandRow="1">
                <a:tableStyleId>{5C22544A-7EE6-4342-B048-85BDC9FD1C3A}</a:tableStyleId>
              </a:tblPr>
              <a:tblGrid>
                <a:gridCol w="935478">
                  <a:extLst>
                    <a:ext uri="{9D8B030D-6E8A-4147-A177-3AD203B41FA5}">
                      <a16:colId xmlns:a16="http://schemas.microsoft.com/office/drawing/2014/main" val="2505345100"/>
                    </a:ext>
                  </a:extLst>
                </a:gridCol>
                <a:gridCol w="1368987">
                  <a:extLst>
                    <a:ext uri="{9D8B030D-6E8A-4147-A177-3AD203B41FA5}">
                      <a16:colId xmlns:a16="http://schemas.microsoft.com/office/drawing/2014/main" val="765473239"/>
                    </a:ext>
                  </a:extLst>
                </a:gridCol>
                <a:gridCol w="3627130">
                  <a:extLst>
                    <a:ext uri="{9D8B030D-6E8A-4147-A177-3AD203B41FA5}">
                      <a16:colId xmlns:a16="http://schemas.microsoft.com/office/drawing/2014/main" val="3908974634"/>
                    </a:ext>
                  </a:extLst>
                </a:gridCol>
                <a:gridCol w="720436">
                  <a:extLst>
                    <a:ext uri="{9D8B030D-6E8A-4147-A177-3AD203B41FA5}">
                      <a16:colId xmlns:a16="http://schemas.microsoft.com/office/drawing/2014/main" val="3870870621"/>
                    </a:ext>
                  </a:extLst>
                </a:gridCol>
                <a:gridCol w="3546923">
                  <a:extLst>
                    <a:ext uri="{9D8B030D-6E8A-4147-A177-3AD203B41FA5}">
                      <a16:colId xmlns:a16="http://schemas.microsoft.com/office/drawing/2014/main" val="3289002681"/>
                    </a:ext>
                  </a:extLst>
                </a:gridCol>
                <a:gridCol w="901246">
                  <a:extLst>
                    <a:ext uri="{9D8B030D-6E8A-4147-A177-3AD203B41FA5}">
                      <a16:colId xmlns:a16="http://schemas.microsoft.com/office/drawing/2014/main" val="617769190"/>
                    </a:ext>
                  </a:extLst>
                </a:gridCol>
              </a:tblGrid>
              <a:tr h="322466">
                <a:tc>
                  <a:txBody>
                    <a:bodyPr/>
                    <a:lstStyle/>
                    <a:p>
                      <a:pPr algn="ctr"/>
                      <a:r>
                        <a:rPr lang="en-US" sz="1200">
                          <a:latin typeface="+mn-lt"/>
                        </a:rPr>
                        <a:t>#</a:t>
                      </a:r>
                    </a:p>
                  </a:txBody>
                  <a:tcPr/>
                </a:tc>
                <a:tc>
                  <a:txBody>
                    <a:bodyPr/>
                    <a:lstStyle/>
                    <a:p>
                      <a:pPr algn="ctr"/>
                      <a:r>
                        <a:rPr lang="en-US" sz="1200">
                          <a:latin typeface="+mn-lt"/>
                        </a:rPr>
                        <a:t>Type of Test</a:t>
                      </a:r>
                    </a:p>
                  </a:txBody>
                  <a:tcPr/>
                </a:tc>
                <a:tc>
                  <a:txBody>
                    <a:bodyPr/>
                    <a:lstStyle/>
                    <a:p>
                      <a:pPr algn="ctr"/>
                      <a:r>
                        <a:rPr lang="en-US" sz="1200">
                          <a:latin typeface="+mn-lt"/>
                        </a:rPr>
                        <a:t>Scenario Details</a:t>
                      </a:r>
                    </a:p>
                  </a:txBody>
                  <a:tcPr/>
                </a:tc>
                <a:tc>
                  <a:txBody>
                    <a:bodyPr/>
                    <a:lstStyle/>
                    <a:p>
                      <a:pPr algn="ctr"/>
                      <a:r>
                        <a:rPr lang="en-US" sz="1200">
                          <a:latin typeface="+mn-lt"/>
                        </a:rPr>
                        <a:t>No. of Cycles</a:t>
                      </a:r>
                    </a:p>
                  </a:txBody>
                  <a:tcPr/>
                </a:tc>
                <a:tc>
                  <a:txBody>
                    <a:bodyPr/>
                    <a:lstStyle/>
                    <a:p>
                      <a:pPr algn="ctr"/>
                      <a:r>
                        <a:rPr lang="en-US" sz="1200">
                          <a:latin typeface="+mn-lt"/>
                        </a:rPr>
                        <a:t>Volume Details</a:t>
                      </a:r>
                    </a:p>
                  </a:txBody>
                  <a:tcPr/>
                </a:tc>
                <a:tc>
                  <a:txBody>
                    <a:bodyPr/>
                    <a:lstStyle/>
                    <a:p>
                      <a:pPr algn="ctr"/>
                      <a:r>
                        <a:rPr lang="en-US" sz="1200">
                          <a:latin typeface="+mn-lt"/>
                        </a:rPr>
                        <a:t>Total Duration </a:t>
                      </a:r>
                    </a:p>
                  </a:txBody>
                  <a:tcPr/>
                </a:tc>
                <a:extLst>
                  <a:ext uri="{0D108BD9-81ED-4DB2-BD59-A6C34878D82A}">
                    <a16:rowId xmlns:a16="http://schemas.microsoft.com/office/drawing/2014/main" val="935495309"/>
                  </a:ext>
                </a:extLst>
              </a:tr>
              <a:tr h="322466">
                <a:tc>
                  <a:txBody>
                    <a:bodyPr/>
                    <a:lstStyle/>
                    <a:p>
                      <a:pPr algn="ctr"/>
                      <a:r>
                        <a:rPr lang="en-US" sz="1200">
                          <a:latin typeface="+mn-lt"/>
                        </a:rPr>
                        <a:t>6</a:t>
                      </a:r>
                    </a:p>
                  </a:txBody>
                  <a:tcPr/>
                </a:tc>
                <a:tc>
                  <a:txBody>
                    <a:bodyPr/>
                    <a:lstStyle/>
                    <a:p>
                      <a:pPr algn="ctr"/>
                      <a:r>
                        <a:rPr lang="en-US" sz="1200">
                          <a:latin typeface="+mn-lt"/>
                        </a:rPr>
                        <a:t>Endurance Test</a:t>
                      </a:r>
                    </a:p>
                  </a:txBody>
                  <a:tcPr/>
                </a:tc>
                <a:tc>
                  <a:txBody>
                    <a:bodyPr/>
                    <a:lstStyle/>
                    <a:p>
                      <a:pPr algn="l"/>
                      <a:r>
                        <a:rPr lang="en-US" sz="1200">
                          <a:latin typeface="+mn-lt"/>
                        </a:rPr>
                        <a:t>All scenarios which are listed on the above table NFRs and In-Scope scenarios </a:t>
                      </a:r>
                    </a:p>
                  </a:txBody>
                  <a:tcPr/>
                </a:tc>
                <a:tc>
                  <a:txBody>
                    <a:bodyPr/>
                    <a:lstStyle/>
                    <a:p>
                      <a:pPr algn="ctr"/>
                      <a:r>
                        <a:rPr lang="en-US" sz="1200">
                          <a:latin typeface="+mn-lt"/>
                        </a:rPr>
                        <a:t>1</a:t>
                      </a:r>
                    </a:p>
                  </a:txBody>
                  <a:tcPr/>
                </a:tc>
                <a:tc>
                  <a:txBody>
                    <a:bodyPr/>
                    <a:lstStyle/>
                    <a:p>
                      <a:pPr algn="ctr"/>
                      <a:r>
                        <a:rPr lang="en-US" sz="1200">
                          <a:latin typeface="+mn-lt"/>
                        </a:rPr>
                        <a:t>HCP – 4,500 (1 Hr.)</a:t>
                      </a:r>
                    </a:p>
                    <a:p>
                      <a:pPr algn="ctr"/>
                      <a:r>
                        <a:rPr lang="en-US" sz="1200" err="1">
                          <a:latin typeface="+mn-lt"/>
                        </a:rPr>
                        <a:t>PwD</a:t>
                      </a:r>
                      <a:r>
                        <a:rPr lang="en-US" sz="1200">
                          <a:latin typeface="+mn-lt"/>
                        </a:rPr>
                        <a:t> – 20,000 (30 Min) ([Total:24,500]</a:t>
                      </a:r>
                    </a:p>
                    <a:p>
                      <a:pPr algn="ctr"/>
                      <a:r>
                        <a:rPr lang="en-US" sz="1200">
                          <a:latin typeface="+mn-lt"/>
                        </a:rPr>
                        <a:t>Average volume: 12.250</a:t>
                      </a:r>
                    </a:p>
                  </a:txBody>
                  <a:tcPr/>
                </a:tc>
                <a:tc>
                  <a:txBody>
                    <a:bodyPr/>
                    <a:lstStyle/>
                    <a:p>
                      <a:pPr algn="ctr"/>
                      <a:r>
                        <a:rPr lang="en-US" sz="1200">
                          <a:latin typeface="+mn-lt"/>
                        </a:rPr>
                        <a:t>24 </a:t>
                      </a:r>
                      <a:r>
                        <a:rPr lang="en-US" sz="1200" err="1">
                          <a:latin typeface="+mn-lt"/>
                        </a:rPr>
                        <a:t>Hrs</a:t>
                      </a:r>
                      <a:endParaRPr lang="en-US" sz="1200">
                        <a:latin typeface="+mn-lt"/>
                      </a:endParaRPr>
                    </a:p>
                  </a:txBody>
                  <a:tcPr/>
                </a:tc>
                <a:extLst>
                  <a:ext uri="{0D108BD9-81ED-4DB2-BD59-A6C34878D82A}">
                    <a16:rowId xmlns:a16="http://schemas.microsoft.com/office/drawing/2014/main" val="3313892485"/>
                  </a:ext>
                </a:extLst>
              </a:tr>
            </a:tbl>
          </a:graphicData>
        </a:graphic>
      </p:graphicFrame>
      <p:sp>
        <p:nvSpPr>
          <p:cNvPr id="2" name="Footer Placeholder 2">
            <a:extLst>
              <a:ext uri="{FF2B5EF4-FFF2-40B4-BE49-F238E27FC236}">
                <a16:creationId xmlns:a16="http://schemas.microsoft.com/office/drawing/2014/main" id="{AE20D213-DEC5-4050-E370-DBC6F92EE05C}"/>
              </a:ext>
            </a:extLst>
          </p:cNvPr>
          <p:cNvSpPr txBox="1">
            <a:spLocks/>
          </p:cNvSpPr>
          <p:nvPr/>
        </p:nvSpPr>
        <p:spPr>
          <a:xfrm>
            <a:off x="1152237" y="6997468"/>
            <a:ext cx="9784080" cy="204281"/>
          </a:xfrm>
          <a:prstGeom prst="rect">
            <a:avLst/>
          </a:prstGeom>
        </p:spPr>
        <p:txBody>
          <a:bodyPr vert="horz" lIns="0" tIns="0" rIns="0" bIns="45720" rtlCol="0" anchor="b"/>
          <a:lstStyle>
            <a:defPPr>
              <a:defRPr lang="en-US"/>
            </a:defPPr>
            <a:lvl1pPr marL="0" algn="ctr" defTabSz="914400" rtl="0" eaLnBrk="1" latinLnBrk="0" hangingPunct="1">
              <a:lnSpc>
                <a:spcPct val="80000"/>
              </a:lnSpc>
              <a:defRPr sz="900" kern="1200">
                <a:solidFill>
                  <a:schemeClr val="tx1">
                    <a:lumMod val="50000"/>
                    <a:lumOff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p>
        </p:txBody>
      </p:sp>
      <p:sp>
        <p:nvSpPr>
          <p:cNvPr id="6" name="Slide Number Placeholder 3">
            <a:extLst>
              <a:ext uri="{FF2B5EF4-FFF2-40B4-BE49-F238E27FC236}">
                <a16:creationId xmlns:a16="http://schemas.microsoft.com/office/drawing/2014/main" id="{456C3154-A254-17F8-96D6-BE44706B4565}"/>
              </a:ext>
            </a:extLst>
          </p:cNvPr>
          <p:cNvSpPr txBox="1">
            <a:spLocks/>
          </p:cNvSpPr>
          <p:nvPr/>
        </p:nvSpPr>
        <p:spPr>
          <a:xfrm>
            <a:off x="146856" y="6997468"/>
            <a:ext cx="469680" cy="204281"/>
          </a:xfrm>
          <a:prstGeom prst="rect">
            <a:avLst/>
          </a:prstGeom>
        </p:spPr>
        <p:txBody>
          <a:bodyPr vert="horz" lIns="0" tIns="0" rIns="0" bIns="45720" rtlCol="0" anchor="b"/>
          <a:lstStyle>
            <a:defPPr>
              <a:defRPr lang="en-US"/>
            </a:defPPr>
            <a:lvl1pPr marL="0" algn="l" defTabSz="914400" rtl="0" eaLnBrk="1" latinLnBrk="0" hangingPunct="1">
              <a:lnSpc>
                <a:spcPct val="80000"/>
              </a:lnSpc>
              <a:defRPr sz="900" kern="1200">
                <a:solidFill>
                  <a:schemeClr val="tx1">
                    <a:lumMod val="50000"/>
                    <a:lumOff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90343F-D056-4E24-BE3D-A305BDC1A23E}" type="slidenum">
              <a:rPr lang="en-US" smtClean="0"/>
              <a:pPr/>
              <a:t>27</a:t>
            </a:fld>
            <a:endParaRPr lang="en-US"/>
          </a:p>
        </p:txBody>
      </p:sp>
      <p:grpSp>
        <p:nvGrpSpPr>
          <p:cNvPr id="10" name="Group 9">
            <a:extLst>
              <a:ext uri="{FF2B5EF4-FFF2-40B4-BE49-F238E27FC236}">
                <a16:creationId xmlns:a16="http://schemas.microsoft.com/office/drawing/2014/main" id="{EBB340B4-84B5-91B3-CB1A-0DE3A9FF4769}"/>
              </a:ext>
            </a:extLst>
          </p:cNvPr>
          <p:cNvGrpSpPr/>
          <p:nvPr/>
        </p:nvGrpSpPr>
        <p:grpSpPr>
          <a:xfrm>
            <a:off x="712233" y="3365698"/>
            <a:ext cx="10753069" cy="3140397"/>
            <a:chOff x="35496" y="190399"/>
            <a:chExt cx="8953207" cy="4587800"/>
          </a:xfrm>
        </p:grpSpPr>
        <p:grpSp>
          <p:nvGrpSpPr>
            <p:cNvPr id="11" name="Group 10">
              <a:extLst>
                <a:ext uri="{FF2B5EF4-FFF2-40B4-BE49-F238E27FC236}">
                  <a16:creationId xmlns:a16="http://schemas.microsoft.com/office/drawing/2014/main" id="{500D00D3-1E2B-A024-EBA5-25B9782E6BD5}"/>
                </a:ext>
              </a:extLst>
            </p:cNvPr>
            <p:cNvGrpSpPr/>
            <p:nvPr/>
          </p:nvGrpSpPr>
          <p:grpSpPr>
            <a:xfrm>
              <a:off x="296547" y="190399"/>
              <a:ext cx="3176183" cy="2627203"/>
              <a:chOff x="296547" y="190397"/>
              <a:chExt cx="3176183" cy="2627203"/>
            </a:xfrm>
          </p:grpSpPr>
          <p:pic>
            <p:nvPicPr>
              <p:cNvPr id="51" name="Picture 50">
                <a:extLst>
                  <a:ext uri="{FF2B5EF4-FFF2-40B4-BE49-F238E27FC236}">
                    <a16:creationId xmlns:a16="http://schemas.microsoft.com/office/drawing/2014/main" id="{6C8D1AB1-2C32-A45E-359D-E4E5ADA7BB60}"/>
                  </a:ext>
                </a:extLst>
              </p:cNvPr>
              <p:cNvPicPr>
                <a:picLocks noChangeAspect="1"/>
              </p:cNvPicPr>
              <p:nvPr/>
            </p:nvPicPr>
            <p:blipFill>
              <a:blip r:embed="rId4"/>
              <a:stretch>
                <a:fillRect/>
              </a:stretch>
            </p:blipFill>
            <p:spPr>
              <a:xfrm>
                <a:off x="569252" y="2418998"/>
                <a:ext cx="511249" cy="398602"/>
              </a:xfrm>
              <a:prstGeom prst="rect">
                <a:avLst/>
              </a:prstGeom>
            </p:spPr>
          </p:pic>
          <p:pic>
            <p:nvPicPr>
              <p:cNvPr id="52" name="Picture 51">
                <a:extLst>
                  <a:ext uri="{FF2B5EF4-FFF2-40B4-BE49-F238E27FC236}">
                    <a16:creationId xmlns:a16="http://schemas.microsoft.com/office/drawing/2014/main" id="{9738966F-5CE2-DAA5-4D8D-28F878AB54D4}"/>
                  </a:ext>
                </a:extLst>
              </p:cNvPr>
              <p:cNvPicPr>
                <a:picLocks noChangeAspect="1"/>
              </p:cNvPicPr>
              <p:nvPr/>
            </p:nvPicPr>
            <p:blipFill>
              <a:blip r:embed="rId4"/>
              <a:stretch>
                <a:fillRect/>
              </a:stretch>
            </p:blipFill>
            <p:spPr>
              <a:xfrm>
                <a:off x="1427175" y="1638156"/>
                <a:ext cx="511249" cy="398602"/>
              </a:xfrm>
              <a:prstGeom prst="rect">
                <a:avLst/>
              </a:prstGeom>
            </p:spPr>
          </p:pic>
          <p:cxnSp>
            <p:nvCxnSpPr>
              <p:cNvPr id="53" name="Connector: Elbow 52">
                <a:extLst>
                  <a:ext uri="{FF2B5EF4-FFF2-40B4-BE49-F238E27FC236}">
                    <a16:creationId xmlns:a16="http://schemas.microsoft.com/office/drawing/2014/main" id="{D8C8874D-9F8B-01CC-FB27-0B35FFB865CF}"/>
                  </a:ext>
                </a:extLst>
              </p:cNvPr>
              <p:cNvCxnSpPr>
                <a:stCxn id="51" idx="0"/>
                <a:endCxn id="52" idx="1"/>
              </p:cNvCxnSpPr>
              <p:nvPr/>
            </p:nvCxnSpPr>
            <p:spPr>
              <a:xfrm rot="5400000" flipH="1" flipV="1">
                <a:off x="835256" y="1827079"/>
                <a:ext cx="581541" cy="60229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1CC6C935-8F5F-B19A-F2B4-A9D53AE4EDC0}"/>
                  </a:ext>
                </a:extLst>
              </p:cNvPr>
              <p:cNvSpPr txBox="1"/>
              <p:nvPr/>
            </p:nvSpPr>
            <p:spPr>
              <a:xfrm>
                <a:off x="296547" y="1878152"/>
                <a:ext cx="614286" cy="356988"/>
              </a:xfrm>
              <a:prstGeom prst="rect">
                <a:avLst/>
              </a:prstGeom>
              <a:noFill/>
            </p:spPr>
            <p:txBody>
              <a:bodyPr wrap="square" rtlCol="0">
                <a:spAutoFit/>
              </a:bodyPr>
              <a:lstStyle/>
              <a:p>
                <a:r>
                  <a:rPr lang="en-US" sz="988"/>
                  <a:t>60 sec</a:t>
                </a:r>
                <a:endParaRPr lang="en-IN" sz="988"/>
              </a:p>
            </p:txBody>
          </p:sp>
          <p:pic>
            <p:nvPicPr>
              <p:cNvPr id="55" name="Picture 54">
                <a:extLst>
                  <a:ext uri="{FF2B5EF4-FFF2-40B4-BE49-F238E27FC236}">
                    <a16:creationId xmlns:a16="http://schemas.microsoft.com/office/drawing/2014/main" id="{B9C14016-B45B-F418-B80E-09736C1BBE69}"/>
                  </a:ext>
                </a:extLst>
              </p:cNvPr>
              <p:cNvPicPr>
                <a:picLocks noChangeAspect="1"/>
              </p:cNvPicPr>
              <p:nvPr/>
            </p:nvPicPr>
            <p:blipFill>
              <a:blip r:embed="rId4"/>
              <a:stretch>
                <a:fillRect/>
              </a:stretch>
            </p:blipFill>
            <p:spPr>
              <a:xfrm>
                <a:off x="1990872" y="934238"/>
                <a:ext cx="511249" cy="398602"/>
              </a:xfrm>
              <a:prstGeom prst="rect">
                <a:avLst/>
              </a:prstGeom>
            </p:spPr>
          </p:pic>
          <p:cxnSp>
            <p:nvCxnSpPr>
              <p:cNvPr id="56" name="Connector: Elbow 55">
                <a:extLst>
                  <a:ext uri="{FF2B5EF4-FFF2-40B4-BE49-F238E27FC236}">
                    <a16:creationId xmlns:a16="http://schemas.microsoft.com/office/drawing/2014/main" id="{114A3AAE-6066-5BE3-3922-980827D6070A}"/>
                  </a:ext>
                </a:extLst>
              </p:cNvPr>
              <p:cNvCxnSpPr>
                <a:cxnSpLocks/>
                <a:stCxn id="52" idx="0"/>
                <a:endCxn id="55" idx="1"/>
              </p:cNvCxnSpPr>
              <p:nvPr/>
            </p:nvCxnSpPr>
            <p:spPr>
              <a:xfrm rot="5400000" flipH="1" flipV="1">
                <a:off x="1584528" y="1231813"/>
                <a:ext cx="504616" cy="30807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pic>
            <p:nvPicPr>
              <p:cNvPr id="57" name="Picture 56">
                <a:extLst>
                  <a:ext uri="{FF2B5EF4-FFF2-40B4-BE49-F238E27FC236}">
                    <a16:creationId xmlns:a16="http://schemas.microsoft.com/office/drawing/2014/main" id="{29E0580C-E88C-6D72-1CD1-E8563B14A4F0}"/>
                  </a:ext>
                </a:extLst>
              </p:cNvPr>
              <p:cNvPicPr>
                <a:picLocks noChangeAspect="1"/>
              </p:cNvPicPr>
              <p:nvPr/>
            </p:nvPicPr>
            <p:blipFill>
              <a:blip r:embed="rId4"/>
              <a:stretch>
                <a:fillRect/>
              </a:stretch>
            </p:blipFill>
            <p:spPr>
              <a:xfrm>
                <a:off x="2635095" y="190397"/>
                <a:ext cx="511249" cy="398600"/>
              </a:xfrm>
              <a:prstGeom prst="rect">
                <a:avLst/>
              </a:prstGeom>
            </p:spPr>
          </p:pic>
          <p:cxnSp>
            <p:nvCxnSpPr>
              <p:cNvPr id="58" name="Connector: Elbow 57">
                <a:extLst>
                  <a:ext uri="{FF2B5EF4-FFF2-40B4-BE49-F238E27FC236}">
                    <a16:creationId xmlns:a16="http://schemas.microsoft.com/office/drawing/2014/main" id="{81DDCF86-894E-FBE4-C960-EAE6B427C3E6}"/>
                  </a:ext>
                </a:extLst>
              </p:cNvPr>
              <p:cNvCxnSpPr>
                <a:cxnSpLocks/>
                <a:stCxn id="55" idx="0"/>
                <a:endCxn id="57" idx="1"/>
              </p:cNvCxnSpPr>
              <p:nvPr/>
            </p:nvCxnSpPr>
            <p:spPr>
              <a:xfrm rot="5400000" flipH="1" flipV="1">
                <a:off x="2168525" y="467669"/>
                <a:ext cx="544541" cy="38859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93C41BD2-6621-5774-5948-04AD6F04892A}"/>
                  </a:ext>
                </a:extLst>
              </p:cNvPr>
              <p:cNvSpPr txBox="1"/>
              <p:nvPr/>
            </p:nvSpPr>
            <p:spPr>
              <a:xfrm rot="19595175">
                <a:off x="1081990" y="1883624"/>
                <a:ext cx="2390740" cy="883807"/>
              </a:xfrm>
              <a:prstGeom prst="rect">
                <a:avLst/>
              </a:prstGeom>
              <a:noFill/>
            </p:spPr>
            <p:txBody>
              <a:bodyPr wrap="square" rtlCol="0">
                <a:spAutoFit/>
              </a:bodyPr>
              <a:lstStyle/>
              <a:p>
                <a:pPr algn="ctr"/>
                <a:r>
                  <a:rPr lang="en-US" sz="988" b="1">
                    <a:solidFill>
                      <a:srgbClr val="002060"/>
                    </a:solidFill>
                  </a:rPr>
                  <a:t>50 users will ramp up in every 60  sec until user count reaches 790</a:t>
                </a:r>
                <a:endParaRPr lang="en-IN" sz="988" b="1">
                  <a:solidFill>
                    <a:srgbClr val="002060"/>
                  </a:solidFill>
                </a:endParaRPr>
              </a:p>
            </p:txBody>
          </p:sp>
        </p:grpSp>
        <p:pic>
          <p:nvPicPr>
            <p:cNvPr id="13" name="Picture 12">
              <a:extLst>
                <a:ext uri="{FF2B5EF4-FFF2-40B4-BE49-F238E27FC236}">
                  <a16:creationId xmlns:a16="http://schemas.microsoft.com/office/drawing/2014/main" id="{8FFF13BA-0FE3-66D5-C4BF-21843CFD2F7F}"/>
                </a:ext>
              </a:extLst>
            </p:cNvPr>
            <p:cNvPicPr>
              <a:picLocks noChangeAspect="1"/>
            </p:cNvPicPr>
            <p:nvPr/>
          </p:nvPicPr>
          <p:blipFill>
            <a:blip r:embed="rId4"/>
            <a:stretch>
              <a:fillRect/>
            </a:stretch>
          </p:blipFill>
          <p:spPr>
            <a:xfrm>
              <a:off x="3839386" y="780447"/>
              <a:ext cx="511249" cy="398601"/>
            </a:xfrm>
            <a:prstGeom prst="rect">
              <a:avLst/>
            </a:prstGeom>
          </p:spPr>
        </p:pic>
        <p:pic>
          <p:nvPicPr>
            <p:cNvPr id="15" name="Picture 14">
              <a:extLst>
                <a:ext uri="{FF2B5EF4-FFF2-40B4-BE49-F238E27FC236}">
                  <a16:creationId xmlns:a16="http://schemas.microsoft.com/office/drawing/2014/main" id="{0A586D09-D8AD-3C8E-463A-0B08AB9CBCD7}"/>
                </a:ext>
              </a:extLst>
            </p:cNvPr>
            <p:cNvPicPr>
              <a:picLocks noChangeAspect="1"/>
            </p:cNvPicPr>
            <p:nvPr/>
          </p:nvPicPr>
          <p:blipFill>
            <a:blip r:embed="rId4"/>
            <a:stretch>
              <a:fillRect/>
            </a:stretch>
          </p:blipFill>
          <p:spPr>
            <a:xfrm>
              <a:off x="4350635" y="764838"/>
              <a:ext cx="511249" cy="398601"/>
            </a:xfrm>
            <a:prstGeom prst="rect">
              <a:avLst/>
            </a:prstGeom>
          </p:spPr>
        </p:pic>
        <p:pic>
          <p:nvPicPr>
            <p:cNvPr id="16" name="Picture 15">
              <a:extLst>
                <a:ext uri="{FF2B5EF4-FFF2-40B4-BE49-F238E27FC236}">
                  <a16:creationId xmlns:a16="http://schemas.microsoft.com/office/drawing/2014/main" id="{20EC1FE0-41AD-A411-239F-B5F59A225AFA}"/>
                </a:ext>
              </a:extLst>
            </p:cNvPr>
            <p:cNvPicPr>
              <a:picLocks noChangeAspect="1"/>
            </p:cNvPicPr>
            <p:nvPr/>
          </p:nvPicPr>
          <p:blipFill>
            <a:blip r:embed="rId4"/>
            <a:stretch>
              <a:fillRect/>
            </a:stretch>
          </p:blipFill>
          <p:spPr>
            <a:xfrm>
              <a:off x="4861884" y="741378"/>
              <a:ext cx="511249" cy="398601"/>
            </a:xfrm>
            <a:prstGeom prst="rect">
              <a:avLst/>
            </a:prstGeom>
          </p:spPr>
        </p:pic>
        <p:cxnSp>
          <p:nvCxnSpPr>
            <p:cNvPr id="17" name="Straight Arrow Connector 16">
              <a:extLst>
                <a:ext uri="{FF2B5EF4-FFF2-40B4-BE49-F238E27FC236}">
                  <a16:creationId xmlns:a16="http://schemas.microsoft.com/office/drawing/2014/main" id="{11B5FD9C-6EE0-EF96-BA20-B552D50ED117}"/>
                </a:ext>
              </a:extLst>
            </p:cNvPr>
            <p:cNvCxnSpPr>
              <a:cxnSpLocks/>
            </p:cNvCxnSpPr>
            <p:nvPr/>
          </p:nvCxnSpPr>
          <p:spPr>
            <a:xfrm flipH="1">
              <a:off x="3468300" y="780447"/>
              <a:ext cx="14813" cy="3164924"/>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20" name="Straight Arrow Connector 19">
              <a:extLst>
                <a:ext uri="{FF2B5EF4-FFF2-40B4-BE49-F238E27FC236}">
                  <a16:creationId xmlns:a16="http://schemas.microsoft.com/office/drawing/2014/main" id="{D7CB320F-13C6-24D7-9AEA-93E39ECAC2AB}"/>
                </a:ext>
              </a:extLst>
            </p:cNvPr>
            <p:cNvCxnSpPr>
              <a:cxnSpLocks/>
            </p:cNvCxnSpPr>
            <p:nvPr/>
          </p:nvCxnSpPr>
          <p:spPr>
            <a:xfrm flipH="1">
              <a:off x="3483113" y="2154635"/>
              <a:ext cx="2327836" cy="0"/>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21" name="Straight Arrow Connector 20">
              <a:extLst>
                <a:ext uri="{FF2B5EF4-FFF2-40B4-BE49-F238E27FC236}">
                  <a16:creationId xmlns:a16="http://schemas.microsoft.com/office/drawing/2014/main" id="{CBBD3A13-9D3C-23E6-842B-C2C245B370F5}"/>
                </a:ext>
              </a:extLst>
            </p:cNvPr>
            <p:cNvCxnSpPr>
              <a:cxnSpLocks/>
            </p:cNvCxnSpPr>
            <p:nvPr/>
          </p:nvCxnSpPr>
          <p:spPr>
            <a:xfrm flipH="1">
              <a:off x="5798690" y="780448"/>
              <a:ext cx="12259" cy="3164925"/>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pic>
          <p:nvPicPr>
            <p:cNvPr id="22" name="Picture 21">
              <a:extLst>
                <a:ext uri="{FF2B5EF4-FFF2-40B4-BE49-F238E27FC236}">
                  <a16:creationId xmlns:a16="http://schemas.microsoft.com/office/drawing/2014/main" id="{90F6B70C-BA39-80B1-C875-1E22A4D0183F}"/>
                </a:ext>
              </a:extLst>
            </p:cNvPr>
            <p:cNvPicPr>
              <a:picLocks noChangeAspect="1"/>
            </p:cNvPicPr>
            <p:nvPr/>
          </p:nvPicPr>
          <p:blipFill>
            <a:blip r:embed="rId4"/>
            <a:stretch>
              <a:fillRect/>
            </a:stretch>
          </p:blipFill>
          <p:spPr>
            <a:xfrm>
              <a:off x="5913858" y="1252971"/>
              <a:ext cx="511249" cy="398601"/>
            </a:xfrm>
            <a:prstGeom prst="rect">
              <a:avLst/>
            </a:prstGeom>
          </p:spPr>
        </p:pic>
        <p:sp>
          <p:nvSpPr>
            <p:cNvPr id="23" name="TextBox 22">
              <a:extLst>
                <a:ext uri="{FF2B5EF4-FFF2-40B4-BE49-F238E27FC236}">
                  <a16:creationId xmlns:a16="http://schemas.microsoft.com/office/drawing/2014/main" id="{F09F73D8-18B9-2E73-96D0-D4E1D2BEF81D}"/>
                </a:ext>
              </a:extLst>
            </p:cNvPr>
            <p:cNvSpPr txBox="1"/>
            <p:nvPr/>
          </p:nvSpPr>
          <p:spPr>
            <a:xfrm>
              <a:off x="7327911" y="2325532"/>
              <a:ext cx="737251" cy="356988"/>
            </a:xfrm>
            <a:prstGeom prst="rect">
              <a:avLst/>
            </a:prstGeom>
            <a:noFill/>
          </p:spPr>
          <p:txBody>
            <a:bodyPr wrap="square" rtlCol="0">
              <a:spAutoFit/>
            </a:bodyPr>
            <a:lstStyle/>
            <a:p>
              <a:r>
                <a:rPr lang="en-US" sz="988"/>
                <a:t>50 Users</a:t>
              </a:r>
              <a:endParaRPr lang="en-IN" sz="988"/>
            </a:p>
          </p:txBody>
        </p:sp>
        <p:pic>
          <p:nvPicPr>
            <p:cNvPr id="24" name="Picture 23">
              <a:extLst>
                <a:ext uri="{FF2B5EF4-FFF2-40B4-BE49-F238E27FC236}">
                  <a16:creationId xmlns:a16="http://schemas.microsoft.com/office/drawing/2014/main" id="{683C5C03-3EB5-728B-DF47-38EA3B84CEBD}"/>
                </a:ext>
              </a:extLst>
            </p:cNvPr>
            <p:cNvPicPr>
              <a:picLocks noChangeAspect="1"/>
            </p:cNvPicPr>
            <p:nvPr/>
          </p:nvPicPr>
          <p:blipFill>
            <a:blip r:embed="rId4"/>
            <a:stretch>
              <a:fillRect/>
            </a:stretch>
          </p:blipFill>
          <p:spPr>
            <a:xfrm>
              <a:off x="6601392" y="1582448"/>
              <a:ext cx="511249" cy="398601"/>
            </a:xfrm>
            <a:prstGeom prst="rect">
              <a:avLst/>
            </a:prstGeom>
          </p:spPr>
        </p:pic>
        <p:sp>
          <p:nvSpPr>
            <p:cNvPr id="25" name="TextBox 24">
              <a:extLst>
                <a:ext uri="{FF2B5EF4-FFF2-40B4-BE49-F238E27FC236}">
                  <a16:creationId xmlns:a16="http://schemas.microsoft.com/office/drawing/2014/main" id="{654E2222-6A01-43A8-B5F1-6D217F13DBEF}"/>
                </a:ext>
              </a:extLst>
            </p:cNvPr>
            <p:cNvSpPr txBox="1"/>
            <p:nvPr/>
          </p:nvSpPr>
          <p:spPr>
            <a:xfrm>
              <a:off x="5925914" y="746763"/>
              <a:ext cx="642809" cy="356988"/>
            </a:xfrm>
            <a:prstGeom prst="rect">
              <a:avLst/>
            </a:prstGeom>
            <a:noFill/>
          </p:spPr>
          <p:txBody>
            <a:bodyPr wrap="square" rtlCol="0">
              <a:spAutoFit/>
            </a:bodyPr>
            <a:lstStyle/>
            <a:p>
              <a:r>
                <a:rPr lang="en-US" sz="988"/>
                <a:t>60 sec</a:t>
              </a:r>
              <a:endParaRPr lang="en-IN" sz="988"/>
            </a:p>
          </p:txBody>
        </p:sp>
        <p:pic>
          <p:nvPicPr>
            <p:cNvPr id="26" name="Picture 25">
              <a:extLst>
                <a:ext uri="{FF2B5EF4-FFF2-40B4-BE49-F238E27FC236}">
                  <a16:creationId xmlns:a16="http://schemas.microsoft.com/office/drawing/2014/main" id="{C0851EA3-F59F-9993-4525-68737B415892}"/>
                </a:ext>
              </a:extLst>
            </p:cNvPr>
            <p:cNvPicPr>
              <a:picLocks noChangeAspect="1"/>
            </p:cNvPicPr>
            <p:nvPr/>
          </p:nvPicPr>
          <p:blipFill>
            <a:blip r:embed="rId4"/>
            <a:stretch>
              <a:fillRect/>
            </a:stretch>
          </p:blipFill>
          <p:spPr>
            <a:xfrm>
              <a:off x="7295472" y="1959472"/>
              <a:ext cx="511249" cy="398601"/>
            </a:xfrm>
            <a:prstGeom prst="rect">
              <a:avLst/>
            </a:prstGeom>
          </p:spPr>
        </p:pic>
        <p:pic>
          <p:nvPicPr>
            <p:cNvPr id="27" name="Picture 26">
              <a:extLst>
                <a:ext uri="{FF2B5EF4-FFF2-40B4-BE49-F238E27FC236}">
                  <a16:creationId xmlns:a16="http://schemas.microsoft.com/office/drawing/2014/main" id="{72E83274-EFE7-1DA9-FAC6-BEA24D11B58E}"/>
                </a:ext>
              </a:extLst>
            </p:cNvPr>
            <p:cNvPicPr>
              <a:picLocks noChangeAspect="1"/>
            </p:cNvPicPr>
            <p:nvPr/>
          </p:nvPicPr>
          <p:blipFill>
            <a:blip r:embed="rId4"/>
            <a:stretch>
              <a:fillRect/>
            </a:stretch>
          </p:blipFill>
          <p:spPr>
            <a:xfrm>
              <a:off x="7971692" y="2326599"/>
              <a:ext cx="511249" cy="398601"/>
            </a:xfrm>
            <a:prstGeom prst="rect">
              <a:avLst/>
            </a:prstGeom>
          </p:spPr>
        </p:pic>
        <p:sp>
          <p:nvSpPr>
            <p:cNvPr id="28" name="TextBox 27">
              <a:extLst>
                <a:ext uri="{FF2B5EF4-FFF2-40B4-BE49-F238E27FC236}">
                  <a16:creationId xmlns:a16="http://schemas.microsoft.com/office/drawing/2014/main" id="{A600583D-A414-7F8C-E06A-7D1178E2CA96}"/>
                </a:ext>
              </a:extLst>
            </p:cNvPr>
            <p:cNvSpPr txBox="1"/>
            <p:nvPr/>
          </p:nvSpPr>
          <p:spPr>
            <a:xfrm rot="1986314">
              <a:off x="5473007" y="2691522"/>
              <a:ext cx="2534826" cy="897247"/>
            </a:xfrm>
            <a:prstGeom prst="rect">
              <a:avLst/>
            </a:prstGeom>
            <a:noFill/>
          </p:spPr>
          <p:txBody>
            <a:bodyPr wrap="square" rtlCol="0">
              <a:spAutoFit/>
            </a:bodyPr>
            <a:lstStyle/>
            <a:p>
              <a:pPr algn="ctr"/>
              <a:r>
                <a:rPr lang="en-US" sz="988" b="1">
                  <a:solidFill>
                    <a:srgbClr val="002060"/>
                  </a:solidFill>
                </a:rPr>
                <a:t>50 users will ramp down in every 60 sec until user count reaches 0 Users</a:t>
              </a:r>
              <a:endParaRPr lang="en-IN" sz="988" b="1">
                <a:solidFill>
                  <a:srgbClr val="002060"/>
                </a:solidFill>
              </a:endParaRPr>
            </a:p>
          </p:txBody>
        </p:sp>
        <p:cxnSp>
          <p:nvCxnSpPr>
            <p:cNvPr id="29" name="Connector: Elbow 28">
              <a:extLst>
                <a:ext uri="{FF2B5EF4-FFF2-40B4-BE49-F238E27FC236}">
                  <a16:creationId xmlns:a16="http://schemas.microsoft.com/office/drawing/2014/main" id="{124AE564-1273-6BA8-4085-2D7E05CB6488}"/>
                </a:ext>
              </a:extLst>
            </p:cNvPr>
            <p:cNvCxnSpPr>
              <a:cxnSpLocks/>
              <a:endCxn id="24" idx="0"/>
            </p:cNvCxnSpPr>
            <p:nvPr/>
          </p:nvCxnSpPr>
          <p:spPr>
            <a:xfrm>
              <a:off x="6452867" y="1414420"/>
              <a:ext cx="404150" cy="16802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E022F860-13B2-A72A-A473-4745D66D6877}"/>
                </a:ext>
              </a:extLst>
            </p:cNvPr>
            <p:cNvSpPr txBox="1"/>
            <p:nvPr/>
          </p:nvSpPr>
          <p:spPr>
            <a:xfrm>
              <a:off x="5866060" y="1587782"/>
              <a:ext cx="920785" cy="500155"/>
            </a:xfrm>
            <a:prstGeom prst="rect">
              <a:avLst/>
            </a:prstGeom>
            <a:noFill/>
          </p:spPr>
          <p:txBody>
            <a:bodyPr wrap="square" rtlCol="0">
              <a:spAutoFit/>
            </a:bodyPr>
            <a:lstStyle/>
            <a:p>
              <a:r>
                <a:rPr lang="en-US" sz="988"/>
                <a:t>50 Users</a:t>
              </a:r>
              <a:endParaRPr lang="en-IN" sz="988"/>
            </a:p>
          </p:txBody>
        </p:sp>
        <p:sp>
          <p:nvSpPr>
            <p:cNvPr id="31" name="TextBox 30">
              <a:extLst>
                <a:ext uri="{FF2B5EF4-FFF2-40B4-BE49-F238E27FC236}">
                  <a16:creationId xmlns:a16="http://schemas.microsoft.com/office/drawing/2014/main" id="{4DD0C187-88F4-0C09-98B4-E571E17F0E1B}"/>
                </a:ext>
              </a:extLst>
            </p:cNvPr>
            <p:cNvSpPr txBox="1"/>
            <p:nvPr/>
          </p:nvSpPr>
          <p:spPr>
            <a:xfrm>
              <a:off x="6568723" y="1926641"/>
              <a:ext cx="1098822" cy="500155"/>
            </a:xfrm>
            <a:prstGeom prst="rect">
              <a:avLst/>
            </a:prstGeom>
            <a:noFill/>
          </p:spPr>
          <p:txBody>
            <a:bodyPr wrap="square" rtlCol="0">
              <a:spAutoFit/>
            </a:bodyPr>
            <a:lstStyle/>
            <a:p>
              <a:r>
                <a:rPr lang="en-US" sz="988"/>
                <a:t>50 Users</a:t>
              </a:r>
              <a:endParaRPr lang="en-IN" sz="988"/>
            </a:p>
          </p:txBody>
        </p:sp>
        <p:cxnSp>
          <p:nvCxnSpPr>
            <p:cNvPr id="32" name="Connector: Elbow 31">
              <a:extLst>
                <a:ext uri="{FF2B5EF4-FFF2-40B4-BE49-F238E27FC236}">
                  <a16:creationId xmlns:a16="http://schemas.microsoft.com/office/drawing/2014/main" id="{F6927A46-3BFF-887E-0A60-5168B9D4EEE1}"/>
                </a:ext>
              </a:extLst>
            </p:cNvPr>
            <p:cNvCxnSpPr>
              <a:cxnSpLocks/>
            </p:cNvCxnSpPr>
            <p:nvPr/>
          </p:nvCxnSpPr>
          <p:spPr>
            <a:xfrm>
              <a:off x="7146946" y="1699963"/>
              <a:ext cx="404150" cy="16802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09C66B70-EA19-AC25-3FAF-9FB94CF1120C}"/>
                </a:ext>
              </a:extLst>
            </p:cNvPr>
            <p:cNvSpPr txBox="1"/>
            <p:nvPr/>
          </p:nvSpPr>
          <p:spPr>
            <a:xfrm>
              <a:off x="6666213" y="914788"/>
              <a:ext cx="778308" cy="500155"/>
            </a:xfrm>
            <a:prstGeom prst="rect">
              <a:avLst/>
            </a:prstGeom>
            <a:noFill/>
          </p:spPr>
          <p:txBody>
            <a:bodyPr wrap="square" rtlCol="0">
              <a:spAutoFit/>
            </a:bodyPr>
            <a:lstStyle/>
            <a:p>
              <a:r>
                <a:rPr lang="en-US" sz="988"/>
                <a:t>60 sec</a:t>
              </a:r>
              <a:endParaRPr lang="en-IN" sz="988"/>
            </a:p>
          </p:txBody>
        </p:sp>
        <p:sp>
          <p:nvSpPr>
            <p:cNvPr id="34" name="TextBox 33">
              <a:extLst>
                <a:ext uri="{FF2B5EF4-FFF2-40B4-BE49-F238E27FC236}">
                  <a16:creationId xmlns:a16="http://schemas.microsoft.com/office/drawing/2014/main" id="{9E967EDE-C910-8D42-4F9A-5AFA480AF453}"/>
                </a:ext>
              </a:extLst>
            </p:cNvPr>
            <p:cNvSpPr txBox="1"/>
            <p:nvPr/>
          </p:nvSpPr>
          <p:spPr>
            <a:xfrm>
              <a:off x="7239339" y="1210781"/>
              <a:ext cx="656030" cy="356988"/>
            </a:xfrm>
            <a:prstGeom prst="rect">
              <a:avLst/>
            </a:prstGeom>
            <a:noFill/>
          </p:spPr>
          <p:txBody>
            <a:bodyPr wrap="square" rtlCol="0">
              <a:spAutoFit/>
            </a:bodyPr>
            <a:lstStyle/>
            <a:p>
              <a:r>
                <a:rPr lang="en-US" sz="988"/>
                <a:t>60 sec</a:t>
              </a:r>
              <a:endParaRPr lang="en-IN" sz="988"/>
            </a:p>
          </p:txBody>
        </p:sp>
        <p:cxnSp>
          <p:nvCxnSpPr>
            <p:cNvPr id="35" name="Connector: Elbow 34">
              <a:extLst>
                <a:ext uri="{FF2B5EF4-FFF2-40B4-BE49-F238E27FC236}">
                  <a16:creationId xmlns:a16="http://schemas.microsoft.com/office/drawing/2014/main" id="{A2E64A0D-84B6-DA6E-8F7C-AB7B3E70F0DB}"/>
                </a:ext>
              </a:extLst>
            </p:cNvPr>
            <p:cNvCxnSpPr>
              <a:cxnSpLocks/>
            </p:cNvCxnSpPr>
            <p:nvPr/>
          </p:nvCxnSpPr>
          <p:spPr>
            <a:xfrm>
              <a:off x="7828091" y="2173690"/>
              <a:ext cx="404150" cy="16802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919824F4-0500-8B5F-1E8C-63D786DA10E7}"/>
                </a:ext>
              </a:extLst>
            </p:cNvPr>
            <p:cNvCxnSpPr>
              <a:cxnSpLocks/>
            </p:cNvCxnSpPr>
            <p:nvPr/>
          </p:nvCxnSpPr>
          <p:spPr>
            <a:xfrm>
              <a:off x="35496" y="3795886"/>
              <a:ext cx="756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F73AF598-13D7-7588-7215-9B07BA19BDDB}"/>
                </a:ext>
              </a:extLst>
            </p:cNvPr>
            <p:cNvCxnSpPr>
              <a:cxnSpLocks/>
            </p:cNvCxnSpPr>
            <p:nvPr/>
          </p:nvCxnSpPr>
          <p:spPr>
            <a:xfrm flipH="1">
              <a:off x="2562432" y="3810234"/>
              <a:ext cx="656575" cy="158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32899177-293C-D161-A057-4048CB206CCE}"/>
                </a:ext>
              </a:extLst>
            </p:cNvPr>
            <p:cNvCxnSpPr>
              <a:cxnSpLocks/>
            </p:cNvCxnSpPr>
            <p:nvPr/>
          </p:nvCxnSpPr>
          <p:spPr>
            <a:xfrm flipH="1">
              <a:off x="4886408" y="3792553"/>
              <a:ext cx="6543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E2D5071B-1425-CE76-E84C-D2B850A48DA3}"/>
                </a:ext>
              </a:extLst>
            </p:cNvPr>
            <p:cNvCxnSpPr>
              <a:cxnSpLocks/>
            </p:cNvCxnSpPr>
            <p:nvPr/>
          </p:nvCxnSpPr>
          <p:spPr>
            <a:xfrm flipV="1">
              <a:off x="3590311" y="3810234"/>
              <a:ext cx="477633" cy="11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D64A58FA-EF41-5838-DB0B-71E1999FCD28}"/>
                </a:ext>
              </a:extLst>
            </p:cNvPr>
            <p:cNvSpPr txBox="1"/>
            <p:nvPr/>
          </p:nvSpPr>
          <p:spPr>
            <a:xfrm>
              <a:off x="4102478" y="3676185"/>
              <a:ext cx="1268594" cy="275975"/>
            </a:xfrm>
            <a:prstGeom prst="rect">
              <a:avLst/>
            </a:prstGeom>
            <a:noFill/>
          </p:spPr>
          <p:txBody>
            <a:bodyPr wrap="square" rtlCol="0">
              <a:spAutoFit/>
            </a:bodyPr>
            <a:lstStyle/>
            <a:p>
              <a:r>
                <a:rPr lang="en-US" sz="800">
                  <a:solidFill>
                    <a:srgbClr val="002060"/>
                  </a:solidFill>
                </a:rPr>
                <a:t>Steady State</a:t>
              </a:r>
              <a:endParaRPr lang="en-IN" sz="800">
                <a:solidFill>
                  <a:srgbClr val="002060"/>
                </a:solidFill>
              </a:endParaRPr>
            </a:p>
          </p:txBody>
        </p:sp>
        <p:cxnSp>
          <p:nvCxnSpPr>
            <p:cNvPr id="42" name="Straight Arrow Connector 41">
              <a:extLst>
                <a:ext uri="{FF2B5EF4-FFF2-40B4-BE49-F238E27FC236}">
                  <a16:creationId xmlns:a16="http://schemas.microsoft.com/office/drawing/2014/main" id="{539B326E-34BD-13A1-4A5E-43AFE02FDC01}"/>
                </a:ext>
              </a:extLst>
            </p:cNvPr>
            <p:cNvCxnSpPr>
              <a:cxnSpLocks/>
            </p:cNvCxnSpPr>
            <p:nvPr/>
          </p:nvCxnSpPr>
          <p:spPr>
            <a:xfrm>
              <a:off x="5824833" y="3781104"/>
              <a:ext cx="63034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386A2B9-8285-1D99-3282-6541B29EE356}"/>
                </a:ext>
              </a:extLst>
            </p:cNvPr>
            <p:cNvSpPr txBox="1"/>
            <p:nvPr/>
          </p:nvSpPr>
          <p:spPr>
            <a:xfrm>
              <a:off x="6551454" y="3716763"/>
              <a:ext cx="1685512" cy="314742"/>
            </a:xfrm>
            <a:prstGeom prst="rect">
              <a:avLst/>
            </a:prstGeom>
            <a:noFill/>
          </p:spPr>
          <p:txBody>
            <a:bodyPr wrap="square" rtlCol="0">
              <a:spAutoFit/>
            </a:bodyPr>
            <a:lstStyle/>
            <a:p>
              <a:r>
                <a:rPr lang="en-US" sz="800">
                  <a:solidFill>
                    <a:srgbClr val="002060"/>
                  </a:solidFill>
                </a:rPr>
                <a:t>User Ramp Down Phase</a:t>
              </a:r>
              <a:endParaRPr lang="en-IN" sz="800">
                <a:solidFill>
                  <a:srgbClr val="002060"/>
                </a:solidFill>
              </a:endParaRPr>
            </a:p>
          </p:txBody>
        </p:sp>
        <p:cxnSp>
          <p:nvCxnSpPr>
            <p:cNvPr id="44" name="Straight Arrow Connector 43">
              <a:extLst>
                <a:ext uri="{FF2B5EF4-FFF2-40B4-BE49-F238E27FC236}">
                  <a16:creationId xmlns:a16="http://schemas.microsoft.com/office/drawing/2014/main" id="{6CCBCD54-EBA6-0F8E-098B-5BF58CBABBBA}"/>
                </a:ext>
              </a:extLst>
            </p:cNvPr>
            <p:cNvCxnSpPr>
              <a:cxnSpLocks/>
            </p:cNvCxnSpPr>
            <p:nvPr/>
          </p:nvCxnSpPr>
          <p:spPr>
            <a:xfrm flipH="1" flipV="1">
              <a:off x="8482941" y="3810234"/>
              <a:ext cx="5057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491492FD-8E91-599E-151E-18D4521F86A9}"/>
                </a:ext>
              </a:extLst>
            </p:cNvPr>
            <p:cNvSpPr txBox="1"/>
            <p:nvPr/>
          </p:nvSpPr>
          <p:spPr>
            <a:xfrm>
              <a:off x="108552" y="4079178"/>
              <a:ext cx="2999089" cy="699021"/>
            </a:xfrm>
            <a:prstGeom prst="rect">
              <a:avLst/>
            </a:prstGeom>
            <a:noFill/>
            <a:ln>
              <a:solidFill>
                <a:srgbClr val="002060"/>
              </a:solidFill>
            </a:ln>
          </p:spPr>
          <p:txBody>
            <a:bodyPr wrap="square" rtlCol="0">
              <a:spAutoFit/>
            </a:bodyPr>
            <a:lstStyle/>
            <a:p>
              <a:pPr algn="ctr"/>
              <a:r>
                <a:rPr lang="en-US" sz="1000">
                  <a:solidFill>
                    <a:srgbClr val="002060"/>
                  </a:solidFill>
                </a:rPr>
                <a:t>It takes about 15 minutes to ramp up all 790 Users to  on the system</a:t>
              </a:r>
              <a:endParaRPr lang="en-IN" sz="1000">
                <a:solidFill>
                  <a:srgbClr val="002060"/>
                </a:solidFill>
              </a:endParaRPr>
            </a:p>
          </p:txBody>
        </p:sp>
        <p:sp>
          <p:nvSpPr>
            <p:cNvPr id="46" name="TextBox 45">
              <a:extLst>
                <a:ext uri="{FF2B5EF4-FFF2-40B4-BE49-F238E27FC236}">
                  <a16:creationId xmlns:a16="http://schemas.microsoft.com/office/drawing/2014/main" id="{195A36D0-32A8-D6F6-A137-2276D5C86204}"/>
                </a:ext>
              </a:extLst>
            </p:cNvPr>
            <p:cNvSpPr txBox="1"/>
            <p:nvPr/>
          </p:nvSpPr>
          <p:spPr>
            <a:xfrm>
              <a:off x="3563896" y="4080030"/>
              <a:ext cx="2232241" cy="584520"/>
            </a:xfrm>
            <a:prstGeom prst="rect">
              <a:avLst/>
            </a:prstGeom>
            <a:noFill/>
            <a:ln>
              <a:solidFill>
                <a:srgbClr val="002060"/>
              </a:solidFill>
            </a:ln>
          </p:spPr>
          <p:txBody>
            <a:bodyPr wrap="square" rtlCol="0">
              <a:spAutoFit/>
            </a:bodyPr>
            <a:lstStyle/>
            <a:p>
              <a:pPr algn="ctr"/>
              <a:r>
                <a:rPr lang="en-US" sz="1000">
                  <a:solidFill>
                    <a:srgbClr val="002060"/>
                  </a:solidFill>
                </a:rPr>
                <a:t>Test will run for 24 hour to achieve 12,250 volume</a:t>
              </a:r>
              <a:endParaRPr lang="en-IN" sz="1000">
                <a:solidFill>
                  <a:srgbClr val="002060"/>
                </a:solidFill>
              </a:endParaRPr>
            </a:p>
          </p:txBody>
        </p:sp>
        <p:sp>
          <p:nvSpPr>
            <p:cNvPr id="47" name="TextBox 46">
              <a:extLst>
                <a:ext uri="{FF2B5EF4-FFF2-40B4-BE49-F238E27FC236}">
                  <a16:creationId xmlns:a16="http://schemas.microsoft.com/office/drawing/2014/main" id="{B628C1EA-C409-5F78-6FE4-B1446F45A966}"/>
                </a:ext>
              </a:extLst>
            </p:cNvPr>
            <p:cNvSpPr txBox="1"/>
            <p:nvPr/>
          </p:nvSpPr>
          <p:spPr>
            <a:xfrm>
              <a:off x="6114528" y="4079177"/>
              <a:ext cx="2874175" cy="699021"/>
            </a:xfrm>
            <a:prstGeom prst="rect">
              <a:avLst/>
            </a:prstGeom>
            <a:noFill/>
            <a:ln>
              <a:solidFill>
                <a:srgbClr val="002060"/>
              </a:solidFill>
            </a:ln>
          </p:spPr>
          <p:txBody>
            <a:bodyPr wrap="square" rtlCol="0">
              <a:spAutoFit/>
            </a:bodyPr>
            <a:lstStyle/>
            <a:p>
              <a:pPr algn="ctr"/>
              <a:r>
                <a:rPr lang="en-US" sz="1000">
                  <a:solidFill>
                    <a:srgbClr val="002060"/>
                  </a:solidFill>
                </a:rPr>
                <a:t>It takes about 15 minutes to ramp up all 790 Users to  on the system</a:t>
              </a:r>
              <a:endParaRPr lang="en-IN" sz="1000">
                <a:solidFill>
                  <a:srgbClr val="002060"/>
                </a:solidFill>
              </a:endParaRPr>
            </a:p>
          </p:txBody>
        </p:sp>
        <p:pic>
          <p:nvPicPr>
            <p:cNvPr id="48" name="Picture 47">
              <a:extLst>
                <a:ext uri="{FF2B5EF4-FFF2-40B4-BE49-F238E27FC236}">
                  <a16:creationId xmlns:a16="http://schemas.microsoft.com/office/drawing/2014/main" id="{9556DABD-A8B9-BEE7-55A9-810E6AD50F10}"/>
                </a:ext>
              </a:extLst>
            </p:cNvPr>
            <p:cNvPicPr>
              <a:picLocks noChangeAspect="1"/>
            </p:cNvPicPr>
            <p:nvPr/>
          </p:nvPicPr>
          <p:blipFill>
            <a:blip r:embed="rId4"/>
            <a:stretch>
              <a:fillRect/>
            </a:stretch>
          </p:blipFill>
          <p:spPr>
            <a:xfrm>
              <a:off x="3859051" y="1133542"/>
              <a:ext cx="511249" cy="398601"/>
            </a:xfrm>
            <a:prstGeom prst="rect">
              <a:avLst/>
            </a:prstGeom>
          </p:spPr>
        </p:pic>
        <p:pic>
          <p:nvPicPr>
            <p:cNvPr id="49" name="Picture 48">
              <a:extLst>
                <a:ext uri="{FF2B5EF4-FFF2-40B4-BE49-F238E27FC236}">
                  <a16:creationId xmlns:a16="http://schemas.microsoft.com/office/drawing/2014/main" id="{04627915-ACD0-B242-F838-F3A2AD84B1BF}"/>
                </a:ext>
              </a:extLst>
            </p:cNvPr>
            <p:cNvPicPr>
              <a:picLocks noChangeAspect="1"/>
            </p:cNvPicPr>
            <p:nvPr/>
          </p:nvPicPr>
          <p:blipFill>
            <a:blip r:embed="rId4"/>
            <a:stretch>
              <a:fillRect/>
            </a:stretch>
          </p:blipFill>
          <p:spPr>
            <a:xfrm>
              <a:off x="4375159" y="1123086"/>
              <a:ext cx="511249" cy="398601"/>
            </a:xfrm>
            <a:prstGeom prst="rect">
              <a:avLst/>
            </a:prstGeom>
          </p:spPr>
        </p:pic>
        <p:pic>
          <p:nvPicPr>
            <p:cNvPr id="50" name="Picture 49">
              <a:extLst>
                <a:ext uri="{FF2B5EF4-FFF2-40B4-BE49-F238E27FC236}">
                  <a16:creationId xmlns:a16="http://schemas.microsoft.com/office/drawing/2014/main" id="{6C08FA52-8F3F-90A6-2553-A2FA5DC40FCB}"/>
                </a:ext>
              </a:extLst>
            </p:cNvPr>
            <p:cNvPicPr>
              <a:picLocks noChangeAspect="1"/>
            </p:cNvPicPr>
            <p:nvPr/>
          </p:nvPicPr>
          <p:blipFill>
            <a:blip r:embed="rId4"/>
            <a:stretch>
              <a:fillRect/>
            </a:stretch>
          </p:blipFill>
          <p:spPr>
            <a:xfrm>
              <a:off x="4859825" y="1110195"/>
              <a:ext cx="511249" cy="398601"/>
            </a:xfrm>
            <a:prstGeom prst="rect">
              <a:avLst/>
            </a:prstGeom>
          </p:spPr>
        </p:pic>
      </p:grpSp>
      <p:sp>
        <p:nvSpPr>
          <p:cNvPr id="61" name="Rectangle 60">
            <a:extLst>
              <a:ext uri="{FF2B5EF4-FFF2-40B4-BE49-F238E27FC236}">
                <a16:creationId xmlns:a16="http://schemas.microsoft.com/office/drawing/2014/main" id="{A026D48B-B5F3-FC41-754C-E9243EFA304E}"/>
              </a:ext>
            </a:extLst>
          </p:cNvPr>
          <p:cNvSpPr/>
          <p:nvPr/>
        </p:nvSpPr>
        <p:spPr>
          <a:xfrm>
            <a:off x="612384" y="2907606"/>
            <a:ext cx="11128886" cy="3676074"/>
          </a:xfrm>
          <a:prstGeom prst="rect">
            <a:avLst/>
          </a:prstGeom>
          <a:noFill/>
          <a:ln/>
        </p:spPr>
        <p:style>
          <a:lnRef idx="2">
            <a:schemeClr val="accent1"/>
          </a:lnRef>
          <a:fillRef idx="1">
            <a:schemeClr val="lt1"/>
          </a:fillRef>
          <a:effectRef idx="0">
            <a:schemeClr val="accent1"/>
          </a:effectRef>
          <a:fontRef idx="minor">
            <a:schemeClr val="dk1"/>
          </a:fontRef>
        </p:style>
        <p:txBody>
          <a:bodyPr lIns="91440" tIns="0" rIns="91440" bIns="0" rtlCol="0" anchor="ctr"/>
          <a:lstStyle/>
          <a:p>
            <a:pPr algn="ctr">
              <a:lnSpc>
                <a:spcPct val="85000"/>
              </a:lnSpc>
            </a:pPr>
            <a:endParaRPr lang="en-US" sz="2400">
              <a:solidFill>
                <a:schemeClr val="bg1"/>
              </a:solidFill>
            </a:endParaRPr>
          </a:p>
        </p:txBody>
      </p:sp>
      <p:sp>
        <p:nvSpPr>
          <p:cNvPr id="62" name="TextBox 61">
            <a:extLst>
              <a:ext uri="{FF2B5EF4-FFF2-40B4-BE49-F238E27FC236}">
                <a16:creationId xmlns:a16="http://schemas.microsoft.com/office/drawing/2014/main" id="{2E41EC3B-405D-65D8-31C0-87FA00048259}"/>
              </a:ext>
            </a:extLst>
          </p:cNvPr>
          <p:cNvSpPr txBox="1"/>
          <p:nvPr/>
        </p:nvSpPr>
        <p:spPr>
          <a:xfrm>
            <a:off x="2187735" y="5762077"/>
            <a:ext cx="2298502" cy="215444"/>
          </a:xfrm>
          <a:prstGeom prst="rect">
            <a:avLst/>
          </a:prstGeom>
          <a:noFill/>
        </p:spPr>
        <p:txBody>
          <a:bodyPr wrap="square" rtlCol="0">
            <a:spAutoFit/>
          </a:bodyPr>
          <a:lstStyle/>
          <a:p>
            <a:r>
              <a:rPr lang="en-US" sz="800">
                <a:solidFill>
                  <a:srgbClr val="002060"/>
                </a:solidFill>
              </a:rPr>
              <a:t>User Ramp up Phase </a:t>
            </a:r>
            <a:endParaRPr lang="en-IN" sz="800">
              <a:solidFill>
                <a:srgbClr val="002060"/>
              </a:solidFill>
            </a:endParaRPr>
          </a:p>
        </p:txBody>
      </p:sp>
      <p:sp>
        <p:nvSpPr>
          <p:cNvPr id="82" name="TextBox 81">
            <a:extLst>
              <a:ext uri="{FF2B5EF4-FFF2-40B4-BE49-F238E27FC236}">
                <a16:creationId xmlns:a16="http://schemas.microsoft.com/office/drawing/2014/main" id="{4E8037AC-09F4-5421-8A00-225C20D53BEF}"/>
              </a:ext>
            </a:extLst>
          </p:cNvPr>
          <p:cNvSpPr txBox="1"/>
          <p:nvPr/>
        </p:nvSpPr>
        <p:spPr>
          <a:xfrm>
            <a:off x="1422348" y="5191901"/>
            <a:ext cx="765387" cy="244362"/>
          </a:xfrm>
          <a:prstGeom prst="rect">
            <a:avLst/>
          </a:prstGeom>
          <a:noFill/>
        </p:spPr>
        <p:txBody>
          <a:bodyPr wrap="square" rtlCol="0">
            <a:spAutoFit/>
          </a:bodyPr>
          <a:lstStyle/>
          <a:p>
            <a:r>
              <a:rPr lang="en-US" sz="988"/>
              <a:t>50 Users</a:t>
            </a:r>
            <a:endParaRPr lang="en-IN" sz="988"/>
          </a:p>
        </p:txBody>
      </p:sp>
      <p:sp>
        <p:nvSpPr>
          <p:cNvPr id="118" name="TextBox 117">
            <a:extLst>
              <a:ext uri="{FF2B5EF4-FFF2-40B4-BE49-F238E27FC236}">
                <a16:creationId xmlns:a16="http://schemas.microsoft.com/office/drawing/2014/main" id="{671C229D-DB9A-23E5-A144-F91119A572CD}"/>
              </a:ext>
            </a:extLst>
          </p:cNvPr>
          <p:cNvSpPr txBox="1"/>
          <p:nvPr/>
        </p:nvSpPr>
        <p:spPr>
          <a:xfrm>
            <a:off x="2274328" y="4700445"/>
            <a:ext cx="765387" cy="244362"/>
          </a:xfrm>
          <a:prstGeom prst="rect">
            <a:avLst/>
          </a:prstGeom>
          <a:noFill/>
        </p:spPr>
        <p:txBody>
          <a:bodyPr wrap="square" rtlCol="0">
            <a:spAutoFit/>
          </a:bodyPr>
          <a:lstStyle/>
          <a:p>
            <a:r>
              <a:rPr lang="en-US" sz="988"/>
              <a:t>50 Users</a:t>
            </a:r>
            <a:endParaRPr lang="en-IN" sz="988"/>
          </a:p>
        </p:txBody>
      </p:sp>
      <p:sp>
        <p:nvSpPr>
          <p:cNvPr id="119" name="TextBox 118">
            <a:extLst>
              <a:ext uri="{FF2B5EF4-FFF2-40B4-BE49-F238E27FC236}">
                <a16:creationId xmlns:a16="http://schemas.microsoft.com/office/drawing/2014/main" id="{C38F9E25-0DA9-B8EA-AE5C-E0DCCB24BC51}"/>
              </a:ext>
            </a:extLst>
          </p:cNvPr>
          <p:cNvSpPr txBox="1"/>
          <p:nvPr/>
        </p:nvSpPr>
        <p:spPr>
          <a:xfrm>
            <a:off x="3014412" y="4169629"/>
            <a:ext cx="765387" cy="244362"/>
          </a:xfrm>
          <a:prstGeom prst="rect">
            <a:avLst/>
          </a:prstGeom>
          <a:noFill/>
        </p:spPr>
        <p:txBody>
          <a:bodyPr wrap="square" rtlCol="0">
            <a:spAutoFit/>
          </a:bodyPr>
          <a:lstStyle/>
          <a:p>
            <a:r>
              <a:rPr lang="en-US" sz="988"/>
              <a:t>50 Users</a:t>
            </a:r>
            <a:endParaRPr lang="en-IN" sz="988"/>
          </a:p>
        </p:txBody>
      </p:sp>
      <p:sp>
        <p:nvSpPr>
          <p:cNvPr id="120" name="TextBox 119">
            <a:extLst>
              <a:ext uri="{FF2B5EF4-FFF2-40B4-BE49-F238E27FC236}">
                <a16:creationId xmlns:a16="http://schemas.microsoft.com/office/drawing/2014/main" id="{A2814A1E-CFCD-A9A4-A480-76595D6951AE}"/>
              </a:ext>
            </a:extLst>
          </p:cNvPr>
          <p:cNvSpPr txBox="1"/>
          <p:nvPr/>
        </p:nvSpPr>
        <p:spPr>
          <a:xfrm>
            <a:off x="3758282" y="3657737"/>
            <a:ext cx="765387" cy="244362"/>
          </a:xfrm>
          <a:prstGeom prst="rect">
            <a:avLst/>
          </a:prstGeom>
          <a:noFill/>
        </p:spPr>
        <p:txBody>
          <a:bodyPr wrap="square" rtlCol="0">
            <a:spAutoFit/>
          </a:bodyPr>
          <a:lstStyle/>
          <a:p>
            <a:r>
              <a:rPr lang="en-US" sz="988"/>
              <a:t>50 Users</a:t>
            </a:r>
            <a:endParaRPr lang="en-IN" sz="988"/>
          </a:p>
        </p:txBody>
      </p:sp>
      <p:sp>
        <p:nvSpPr>
          <p:cNvPr id="121" name="TextBox 120">
            <a:extLst>
              <a:ext uri="{FF2B5EF4-FFF2-40B4-BE49-F238E27FC236}">
                <a16:creationId xmlns:a16="http://schemas.microsoft.com/office/drawing/2014/main" id="{9B2CCDDC-3932-32DD-EBDA-713FCEE5F9F9}"/>
              </a:ext>
            </a:extLst>
          </p:cNvPr>
          <p:cNvSpPr txBox="1"/>
          <p:nvPr/>
        </p:nvSpPr>
        <p:spPr>
          <a:xfrm>
            <a:off x="1842743" y="4083640"/>
            <a:ext cx="737776" cy="244362"/>
          </a:xfrm>
          <a:prstGeom prst="rect">
            <a:avLst/>
          </a:prstGeom>
          <a:noFill/>
        </p:spPr>
        <p:txBody>
          <a:bodyPr wrap="square" rtlCol="0">
            <a:spAutoFit/>
          </a:bodyPr>
          <a:lstStyle/>
          <a:p>
            <a:r>
              <a:rPr lang="en-US" sz="988"/>
              <a:t>60 sec</a:t>
            </a:r>
            <a:endParaRPr lang="en-IN" sz="988"/>
          </a:p>
        </p:txBody>
      </p:sp>
      <p:sp>
        <p:nvSpPr>
          <p:cNvPr id="122" name="TextBox 121">
            <a:extLst>
              <a:ext uri="{FF2B5EF4-FFF2-40B4-BE49-F238E27FC236}">
                <a16:creationId xmlns:a16="http://schemas.microsoft.com/office/drawing/2014/main" id="{421F88EF-5E93-BA2D-EBEE-8E7DB40DD364}"/>
              </a:ext>
            </a:extLst>
          </p:cNvPr>
          <p:cNvSpPr txBox="1"/>
          <p:nvPr/>
        </p:nvSpPr>
        <p:spPr>
          <a:xfrm>
            <a:off x="2570928" y="3580416"/>
            <a:ext cx="737776" cy="244362"/>
          </a:xfrm>
          <a:prstGeom prst="rect">
            <a:avLst/>
          </a:prstGeom>
          <a:noFill/>
        </p:spPr>
        <p:txBody>
          <a:bodyPr wrap="square" rtlCol="0">
            <a:spAutoFit/>
          </a:bodyPr>
          <a:lstStyle/>
          <a:p>
            <a:r>
              <a:rPr lang="en-US" sz="988"/>
              <a:t>60 sec</a:t>
            </a:r>
            <a:endParaRPr lang="en-IN" sz="988"/>
          </a:p>
        </p:txBody>
      </p:sp>
      <p:sp>
        <p:nvSpPr>
          <p:cNvPr id="123" name="TextBox 122">
            <a:extLst>
              <a:ext uri="{FF2B5EF4-FFF2-40B4-BE49-F238E27FC236}">
                <a16:creationId xmlns:a16="http://schemas.microsoft.com/office/drawing/2014/main" id="{9C35BCFC-2BF9-952D-DEA5-85D7405640AC}"/>
              </a:ext>
            </a:extLst>
          </p:cNvPr>
          <p:cNvSpPr txBox="1"/>
          <p:nvPr/>
        </p:nvSpPr>
        <p:spPr>
          <a:xfrm>
            <a:off x="3389394" y="3169751"/>
            <a:ext cx="737776" cy="244362"/>
          </a:xfrm>
          <a:prstGeom prst="rect">
            <a:avLst/>
          </a:prstGeom>
          <a:noFill/>
        </p:spPr>
        <p:txBody>
          <a:bodyPr wrap="square" rtlCol="0">
            <a:spAutoFit/>
          </a:bodyPr>
          <a:lstStyle/>
          <a:p>
            <a:r>
              <a:rPr lang="en-US" sz="988"/>
              <a:t>60 sec</a:t>
            </a:r>
            <a:endParaRPr lang="en-IN" sz="988"/>
          </a:p>
        </p:txBody>
      </p:sp>
      <p:sp>
        <p:nvSpPr>
          <p:cNvPr id="124" name="TextBox 123">
            <a:extLst>
              <a:ext uri="{FF2B5EF4-FFF2-40B4-BE49-F238E27FC236}">
                <a16:creationId xmlns:a16="http://schemas.microsoft.com/office/drawing/2014/main" id="{918AF70A-73C9-3103-7C3B-521AFAD4C283}"/>
              </a:ext>
            </a:extLst>
          </p:cNvPr>
          <p:cNvSpPr txBox="1"/>
          <p:nvPr/>
        </p:nvSpPr>
        <p:spPr>
          <a:xfrm>
            <a:off x="10489429" y="4420220"/>
            <a:ext cx="787912" cy="244362"/>
          </a:xfrm>
          <a:prstGeom prst="rect">
            <a:avLst/>
          </a:prstGeom>
          <a:noFill/>
        </p:spPr>
        <p:txBody>
          <a:bodyPr wrap="square" rtlCol="0">
            <a:spAutoFit/>
          </a:bodyPr>
          <a:lstStyle/>
          <a:p>
            <a:r>
              <a:rPr lang="en-US" sz="988"/>
              <a:t>60 sec</a:t>
            </a:r>
            <a:endParaRPr lang="en-IN" sz="988"/>
          </a:p>
        </p:txBody>
      </p:sp>
      <p:sp>
        <p:nvSpPr>
          <p:cNvPr id="125" name="TextBox 124">
            <a:extLst>
              <a:ext uri="{FF2B5EF4-FFF2-40B4-BE49-F238E27FC236}">
                <a16:creationId xmlns:a16="http://schemas.microsoft.com/office/drawing/2014/main" id="{2B2B15A3-F64E-C202-27EF-67925F0B4886}"/>
              </a:ext>
            </a:extLst>
          </p:cNvPr>
          <p:cNvSpPr txBox="1"/>
          <p:nvPr/>
        </p:nvSpPr>
        <p:spPr>
          <a:xfrm>
            <a:off x="10347521" y="5145761"/>
            <a:ext cx="885460" cy="244362"/>
          </a:xfrm>
          <a:prstGeom prst="rect">
            <a:avLst/>
          </a:prstGeom>
          <a:noFill/>
        </p:spPr>
        <p:txBody>
          <a:bodyPr wrap="square" rtlCol="0">
            <a:spAutoFit/>
          </a:bodyPr>
          <a:lstStyle/>
          <a:p>
            <a:r>
              <a:rPr lang="en-US" sz="988"/>
              <a:t>50 Users</a:t>
            </a:r>
            <a:endParaRPr lang="en-IN" sz="988"/>
          </a:p>
        </p:txBody>
      </p:sp>
    </p:spTree>
    <p:extLst>
      <p:ext uri="{BB962C8B-B14F-4D97-AF65-F5344CB8AC3E}">
        <p14:creationId xmlns:p14="http://schemas.microsoft.com/office/powerpoint/2010/main" val="1729541299"/>
      </p:ext>
    </p:extLst>
  </p:cSld>
  <p:clrMapOvr>
    <a:masterClrMapping/>
  </p:clrMapOvr>
  <p:transition>
    <p:fade/>
  </p:transition>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A745D-9425-8936-5B71-1ABD16464C9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F219B1F-BB50-FCC2-F315-0CD28996DD1A}"/>
              </a:ext>
            </a:extLst>
          </p:cNvPr>
          <p:cNvSpPr>
            <a:spLocks noGrp="1"/>
          </p:cNvSpPr>
          <p:nvPr>
            <p:ph type="ftr" sz="quarter" idx="15"/>
          </p:nvPr>
        </p:nvSpPr>
        <p:spPr/>
        <p:txBody>
          <a:bodyPr/>
          <a:lstStyle/>
          <a:p>
            <a:r>
              <a:rPr lang="en-US"/>
              <a:t>CONFIDENTIAL</a:t>
            </a:r>
          </a:p>
        </p:txBody>
      </p:sp>
      <p:sp>
        <p:nvSpPr>
          <p:cNvPr id="4" name="Slide Number Placeholder 3">
            <a:extLst>
              <a:ext uri="{FF2B5EF4-FFF2-40B4-BE49-F238E27FC236}">
                <a16:creationId xmlns:a16="http://schemas.microsoft.com/office/drawing/2014/main" id="{DF6F38ED-E396-6B13-279B-ED0017C99BCA}"/>
              </a:ext>
            </a:extLst>
          </p:cNvPr>
          <p:cNvSpPr>
            <a:spLocks noGrp="1"/>
          </p:cNvSpPr>
          <p:nvPr>
            <p:ph type="sldNum" sz="quarter" idx="16"/>
          </p:nvPr>
        </p:nvSpPr>
        <p:spPr/>
        <p:txBody>
          <a:bodyPr/>
          <a:lstStyle/>
          <a:p>
            <a:fld id="{4F90343F-D056-4E24-BE3D-A305BDC1A23E}" type="slidenum">
              <a:rPr lang="en-US" smtClean="0"/>
              <a:pPr/>
              <a:t>28</a:t>
            </a:fld>
            <a:endParaRPr lang="en-US"/>
          </a:p>
        </p:txBody>
      </p:sp>
      <p:sp>
        <p:nvSpPr>
          <p:cNvPr id="10" name="TextBox 9">
            <a:extLst>
              <a:ext uri="{FF2B5EF4-FFF2-40B4-BE49-F238E27FC236}">
                <a16:creationId xmlns:a16="http://schemas.microsoft.com/office/drawing/2014/main" id="{AA945972-C662-21D6-A186-4F2F147947CC}"/>
              </a:ext>
            </a:extLst>
          </p:cNvPr>
          <p:cNvSpPr txBox="1"/>
          <p:nvPr/>
        </p:nvSpPr>
        <p:spPr>
          <a:xfrm>
            <a:off x="666704" y="677243"/>
            <a:ext cx="10776854" cy="769441"/>
          </a:xfrm>
          <a:prstGeom prst="rect">
            <a:avLst/>
          </a:prstGeom>
          <a:noFill/>
        </p:spPr>
        <p:txBody>
          <a:bodyPr wrap="square">
            <a:spAutoFit/>
          </a:bodyPr>
          <a:lstStyle/>
          <a:p>
            <a:r>
              <a:rPr lang="en-US" sz="1400" b="1">
                <a:ea typeface="Calibri" panose="020F0502020204030204" pitchFamily="34" charset="0"/>
                <a:cs typeface="Calibri" panose="020F0502020204030204" pitchFamily="34" charset="0"/>
              </a:rPr>
              <a:t>Goal#2 – </a:t>
            </a:r>
            <a:r>
              <a:rPr lang="en-US" sz="1400" b="1" i="0">
                <a:solidFill>
                  <a:srgbClr val="172B4D"/>
                </a:solidFill>
                <a:effectLst/>
              </a:rPr>
              <a:t>GUI based performance testing with user base using PWD report generation only</a:t>
            </a:r>
          </a:p>
          <a:p>
            <a:r>
              <a:rPr lang="en-US" sz="1400"/>
              <a:t>Scalability test is to measures performance of a system when the number of user requests are scaled up or down.</a:t>
            </a:r>
          </a:p>
          <a:p>
            <a:endParaRPr lang="en-US" sz="1600" b="1"/>
          </a:p>
        </p:txBody>
      </p:sp>
      <p:sp>
        <p:nvSpPr>
          <p:cNvPr id="2" name="Rectangle 1">
            <a:extLst>
              <a:ext uri="{FF2B5EF4-FFF2-40B4-BE49-F238E27FC236}">
                <a16:creationId xmlns:a16="http://schemas.microsoft.com/office/drawing/2014/main" id="{9B3BA7E5-9197-888D-0A54-3CF95ABE1A2A}"/>
              </a:ext>
            </a:extLst>
          </p:cNvPr>
          <p:cNvSpPr/>
          <p:nvPr/>
        </p:nvSpPr>
        <p:spPr>
          <a:xfrm>
            <a:off x="670102" y="123099"/>
            <a:ext cx="10961917"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a:solidFill>
                  <a:schemeClr val="bg1"/>
                </a:solidFill>
                <a:ea typeface="Calibri" panose="020F0502020204030204" pitchFamily="34" charset="0"/>
                <a:cs typeface="Calibri" panose="020F0502020204030204" pitchFamily="34" charset="0"/>
              </a:rPr>
              <a:t>GUI Goals</a:t>
            </a:r>
          </a:p>
        </p:txBody>
      </p:sp>
      <p:graphicFrame>
        <p:nvGraphicFramePr>
          <p:cNvPr id="12" name="Table 11">
            <a:extLst>
              <a:ext uri="{FF2B5EF4-FFF2-40B4-BE49-F238E27FC236}">
                <a16:creationId xmlns:a16="http://schemas.microsoft.com/office/drawing/2014/main" id="{F5B1D401-A3C9-5646-A436-ECF8C223FF8D}"/>
              </a:ext>
            </a:extLst>
          </p:cNvPr>
          <p:cNvGraphicFramePr>
            <a:graphicFrameLocks noGrp="1"/>
          </p:cNvGraphicFramePr>
          <p:nvPr>
            <p:extLst>
              <p:ext uri="{D42A27DB-BD31-4B8C-83A1-F6EECF244321}">
                <p14:modId xmlns:p14="http://schemas.microsoft.com/office/powerpoint/2010/main" val="1233271231"/>
              </p:ext>
            </p:extLst>
          </p:nvPr>
        </p:nvGraphicFramePr>
        <p:xfrm>
          <a:off x="666704" y="1297172"/>
          <a:ext cx="5064140" cy="3733050"/>
        </p:xfrm>
        <a:graphic>
          <a:graphicData uri="http://schemas.openxmlformats.org/drawingml/2006/table">
            <a:tbl>
              <a:tblPr/>
              <a:tblGrid>
                <a:gridCol w="473838">
                  <a:extLst>
                    <a:ext uri="{9D8B030D-6E8A-4147-A177-3AD203B41FA5}">
                      <a16:colId xmlns:a16="http://schemas.microsoft.com/office/drawing/2014/main" val="2968248114"/>
                    </a:ext>
                  </a:extLst>
                </a:gridCol>
                <a:gridCol w="2656435">
                  <a:extLst>
                    <a:ext uri="{9D8B030D-6E8A-4147-A177-3AD203B41FA5}">
                      <a16:colId xmlns:a16="http://schemas.microsoft.com/office/drawing/2014/main" val="4208589190"/>
                    </a:ext>
                  </a:extLst>
                </a:gridCol>
                <a:gridCol w="787960">
                  <a:extLst>
                    <a:ext uri="{9D8B030D-6E8A-4147-A177-3AD203B41FA5}">
                      <a16:colId xmlns:a16="http://schemas.microsoft.com/office/drawing/2014/main" val="1518096679"/>
                    </a:ext>
                  </a:extLst>
                </a:gridCol>
                <a:gridCol w="1145907">
                  <a:extLst>
                    <a:ext uri="{9D8B030D-6E8A-4147-A177-3AD203B41FA5}">
                      <a16:colId xmlns:a16="http://schemas.microsoft.com/office/drawing/2014/main" val="4253338888"/>
                    </a:ext>
                  </a:extLst>
                </a:gridCol>
              </a:tblGrid>
              <a:tr h="410362">
                <a:tc>
                  <a:txBody>
                    <a:bodyPr/>
                    <a:lstStyle/>
                    <a:p>
                      <a:pPr algn="ctr" rtl="0" fontAlgn="ctr"/>
                      <a:r>
                        <a:rPr lang="en-US" sz="1200" b="1" i="0" u="none" strike="noStrike">
                          <a:solidFill>
                            <a:srgbClr val="FFFFFF"/>
                          </a:solidFill>
                          <a:effectLst/>
                          <a:latin typeface="+mn-lt"/>
                        </a:rPr>
                        <a: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42BE"/>
                    </a:solidFill>
                  </a:tcPr>
                </a:tc>
                <a:tc>
                  <a:txBody>
                    <a:bodyPr/>
                    <a:lstStyle/>
                    <a:p>
                      <a:pPr algn="ctr" rtl="0" fontAlgn="ctr"/>
                      <a:r>
                        <a:rPr lang="en-US" sz="1200" b="1" i="0" u="none" strike="noStrike">
                          <a:solidFill>
                            <a:srgbClr val="FFFFFF"/>
                          </a:solidFill>
                          <a:effectLst/>
                          <a:latin typeface="+mn-lt"/>
                        </a:rPr>
                        <a:t>Scenario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42BE"/>
                    </a:solidFill>
                  </a:tcPr>
                </a:tc>
                <a:tc>
                  <a:txBody>
                    <a:bodyPr/>
                    <a:lstStyle/>
                    <a:p>
                      <a:pPr algn="ctr" rtl="0" fontAlgn="ctr"/>
                      <a:r>
                        <a:rPr lang="en-US" sz="1200" b="1" i="0" u="none" strike="noStrike">
                          <a:solidFill>
                            <a:srgbClr val="FFFFFF"/>
                          </a:solidFill>
                          <a:effectLst/>
                          <a:latin typeface="+mn-lt"/>
                        </a:rPr>
                        <a:t>Type of Test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42BE"/>
                    </a:solidFill>
                  </a:tcPr>
                </a:tc>
                <a:tc>
                  <a:txBody>
                    <a:bodyPr/>
                    <a:lstStyle/>
                    <a:p>
                      <a:pPr algn="ctr" rtl="0" fontAlgn="ctr"/>
                      <a:r>
                        <a:rPr lang="en-US" sz="1200" b="1" i="0" u="none" strike="noStrike">
                          <a:solidFill>
                            <a:srgbClr val="FFFFFF"/>
                          </a:solidFill>
                          <a:effectLst/>
                          <a:latin typeface="+mn-lt"/>
                        </a:rPr>
                        <a:t>Volume Details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42BE"/>
                    </a:solidFill>
                  </a:tcPr>
                </a:tc>
                <a:extLst>
                  <a:ext uri="{0D108BD9-81ED-4DB2-BD59-A6C34878D82A}">
                    <a16:rowId xmlns:a16="http://schemas.microsoft.com/office/drawing/2014/main" val="119694907"/>
                  </a:ext>
                </a:extLst>
              </a:tr>
              <a:tr h="415336">
                <a:tc>
                  <a:txBody>
                    <a:bodyPr/>
                    <a:lstStyle/>
                    <a:p>
                      <a:pPr algn="ctr" rtl="0" fontAlgn="ctr"/>
                      <a:r>
                        <a:rPr lang="en-US" sz="1050" b="0" i="0" u="none" strike="noStrike">
                          <a:solidFill>
                            <a:srgbClr val="000000"/>
                          </a:solidFill>
                          <a:effectLst/>
                          <a:latin typeface="+mn-lt"/>
                        </a:rPr>
                        <a:t>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CFE8"/>
                    </a:solidFill>
                  </a:tcPr>
                </a:tc>
                <a:tc>
                  <a:txBody>
                    <a:bodyPr/>
                    <a:lstStyle/>
                    <a:p>
                      <a:pPr algn="l" rtl="0" fontAlgn="ctr"/>
                      <a:r>
                        <a:rPr lang="en-US" sz="1050" b="0" i="0" u="none" strike="noStrike">
                          <a:solidFill>
                            <a:srgbClr val="000000"/>
                          </a:solidFill>
                          <a:effectLst/>
                          <a:latin typeface="+mn-lt"/>
                        </a:rPr>
                        <a:t>Report generation with 90-, 14- and 7-days report with users' equal distribution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CFE8"/>
                    </a:solidFill>
                  </a:tcPr>
                </a:tc>
                <a:tc>
                  <a:txBody>
                    <a:bodyPr/>
                    <a:lstStyle/>
                    <a:p>
                      <a:pPr algn="ctr" rtl="0" fontAlgn="ctr"/>
                      <a:r>
                        <a:rPr lang="en-US" sz="1050" b="0" i="0" u="none" strike="noStrike">
                          <a:solidFill>
                            <a:srgbClr val="000000"/>
                          </a:solidFill>
                          <a:effectLst/>
                          <a:latin typeface="+mn-lt"/>
                        </a:rPr>
                        <a:t>Scalability Test 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CFE8"/>
                    </a:solidFill>
                  </a:tcPr>
                </a:tc>
                <a:tc>
                  <a:txBody>
                    <a:bodyPr/>
                    <a:lstStyle/>
                    <a:p>
                      <a:pPr algn="ctr" rtl="0" fontAlgn="ctr"/>
                      <a:r>
                        <a:rPr lang="en-US" sz="1050" b="0" i="0" u="none" strike="noStrike">
                          <a:solidFill>
                            <a:srgbClr val="000000"/>
                          </a:solidFill>
                          <a:effectLst/>
                          <a:latin typeface="+mn-lt"/>
                        </a:rPr>
                        <a:t>50,000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CFE8"/>
                    </a:solidFill>
                  </a:tcPr>
                </a:tc>
                <a:extLst>
                  <a:ext uri="{0D108BD9-81ED-4DB2-BD59-A6C34878D82A}">
                    <a16:rowId xmlns:a16="http://schemas.microsoft.com/office/drawing/2014/main" val="2220830045"/>
                  </a:ext>
                </a:extLst>
              </a:tr>
              <a:tr h="415336">
                <a:tc>
                  <a:txBody>
                    <a:bodyPr/>
                    <a:lstStyle/>
                    <a:p>
                      <a:pPr algn="ctr" rtl="0" fontAlgn="ctr"/>
                      <a:r>
                        <a:rPr lang="en-US" sz="1050" b="0" i="0" u="none" strike="noStrike">
                          <a:solidFill>
                            <a:srgbClr val="000000"/>
                          </a:solidFill>
                          <a:effectLst/>
                          <a:latin typeface="+mn-lt"/>
                        </a:rPr>
                        <a:t>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9F4"/>
                    </a:solidFill>
                  </a:tcPr>
                </a:tc>
                <a:tc>
                  <a:txBody>
                    <a:bodyPr/>
                    <a:lstStyle/>
                    <a:p>
                      <a:pPr algn="l" rtl="0" fontAlgn="ctr"/>
                      <a:r>
                        <a:rPr lang="en-US" sz="1050" b="0" i="0" u="none" strike="noStrike">
                          <a:solidFill>
                            <a:srgbClr val="000000"/>
                          </a:solidFill>
                          <a:effectLst/>
                          <a:latin typeface="+mn-lt"/>
                        </a:rPr>
                        <a:t>Report generation with 90-, 14- and 7-days report with users' equal distribution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9F4"/>
                    </a:solidFill>
                  </a:tcPr>
                </a:tc>
                <a:tc>
                  <a:txBody>
                    <a:bodyPr/>
                    <a:lstStyle/>
                    <a:p>
                      <a:pPr algn="ctr" rtl="0" fontAlgn="ctr"/>
                      <a:r>
                        <a:rPr lang="en-US" sz="1050" b="0" i="0" u="none" strike="noStrike">
                          <a:solidFill>
                            <a:srgbClr val="000000"/>
                          </a:solidFill>
                          <a:effectLst/>
                          <a:latin typeface="+mn-lt"/>
                        </a:rPr>
                        <a:t>Scalability Test 2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9F4"/>
                    </a:solidFill>
                  </a:tcPr>
                </a:tc>
                <a:tc>
                  <a:txBody>
                    <a:bodyPr/>
                    <a:lstStyle/>
                    <a:p>
                      <a:pPr algn="ctr" rtl="0" fontAlgn="ctr"/>
                      <a:r>
                        <a:rPr lang="en-US" sz="1050" b="0" i="0" u="none" strike="noStrike">
                          <a:solidFill>
                            <a:srgbClr val="000000"/>
                          </a:solidFill>
                          <a:effectLst/>
                          <a:latin typeface="+mn-lt"/>
                        </a:rPr>
                        <a:t>40,000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9F4"/>
                    </a:solidFill>
                  </a:tcPr>
                </a:tc>
                <a:extLst>
                  <a:ext uri="{0D108BD9-81ED-4DB2-BD59-A6C34878D82A}">
                    <a16:rowId xmlns:a16="http://schemas.microsoft.com/office/drawing/2014/main" val="3905969755"/>
                  </a:ext>
                </a:extLst>
              </a:tr>
              <a:tr h="415336">
                <a:tc>
                  <a:txBody>
                    <a:bodyPr/>
                    <a:lstStyle/>
                    <a:p>
                      <a:pPr algn="ctr" rtl="0" fontAlgn="ctr"/>
                      <a:r>
                        <a:rPr lang="en-US" sz="1050" b="0" i="0" u="none" strike="noStrike">
                          <a:solidFill>
                            <a:srgbClr val="000000"/>
                          </a:solidFill>
                          <a:effectLst/>
                          <a:latin typeface="+mn-lt"/>
                        </a:rPr>
                        <a:t>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CFE8"/>
                    </a:solidFill>
                  </a:tcPr>
                </a:tc>
                <a:tc>
                  <a:txBody>
                    <a:bodyPr/>
                    <a:lstStyle/>
                    <a:p>
                      <a:pPr algn="l" rtl="0" fontAlgn="ctr"/>
                      <a:r>
                        <a:rPr lang="en-US" sz="1050" b="0" i="0" u="none" strike="noStrike">
                          <a:solidFill>
                            <a:srgbClr val="000000"/>
                          </a:solidFill>
                          <a:effectLst/>
                          <a:latin typeface="+mn-lt"/>
                        </a:rPr>
                        <a:t>Report generation with 90-, 14- and 7-days report with users' equal distribution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CFE8"/>
                    </a:solidFill>
                  </a:tcPr>
                </a:tc>
                <a:tc>
                  <a:txBody>
                    <a:bodyPr/>
                    <a:lstStyle/>
                    <a:p>
                      <a:pPr algn="ctr" rtl="0" fontAlgn="ctr"/>
                      <a:r>
                        <a:rPr lang="en-US" sz="1050" b="0" i="0" u="none" strike="noStrike">
                          <a:solidFill>
                            <a:srgbClr val="000000"/>
                          </a:solidFill>
                          <a:effectLst/>
                          <a:latin typeface="+mn-lt"/>
                        </a:rPr>
                        <a:t>Scalability Test 3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CFE8"/>
                    </a:solidFill>
                  </a:tcPr>
                </a:tc>
                <a:tc>
                  <a:txBody>
                    <a:bodyPr/>
                    <a:lstStyle/>
                    <a:p>
                      <a:pPr algn="ctr" rtl="0" fontAlgn="ctr"/>
                      <a:r>
                        <a:rPr lang="en-US" sz="1050" b="0" i="0" u="none" strike="noStrike">
                          <a:solidFill>
                            <a:srgbClr val="000000"/>
                          </a:solidFill>
                          <a:effectLst/>
                          <a:latin typeface="+mn-lt"/>
                        </a:rPr>
                        <a:t>30,000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CFE8"/>
                    </a:solidFill>
                  </a:tcPr>
                </a:tc>
                <a:extLst>
                  <a:ext uri="{0D108BD9-81ED-4DB2-BD59-A6C34878D82A}">
                    <a16:rowId xmlns:a16="http://schemas.microsoft.com/office/drawing/2014/main" val="2653771836"/>
                  </a:ext>
                </a:extLst>
              </a:tr>
              <a:tr h="415336">
                <a:tc>
                  <a:txBody>
                    <a:bodyPr/>
                    <a:lstStyle/>
                    <a:p>
                      <a:pPr algn="ctr" rtl="0" fontAlgn="ctr"/>
                      <a:r>
                        <a:rPr lang="en-US" sz="1050" b="0" i="0" u="none" strike="noStrike">
                          <a:solidFill>
                            <a:srgbClr val="000000"/>
                          </a:solidFill>
                          <a:effectLst/>
                          <a:latin typeface="+mn-lt"/>
                        </a:rPr>
                        <a:t>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9F4"/>
                    </a:solidFill>
                  </a:tcPr>
                </a:tc>
                <a:tc>
                  <a:txBody>
                    <a:bodyPr/>
                    <a:lstStyle/>
                    <a:p>
                      <a:pPr algn="l" rtl="0" fontAlgn="ctr"/>
                      <a:r>
                        <a:rPr lang="en-US" sz="1050" b="0" i="0" u="none" strike="noStrike">
                          <a:solidFill>
                            <a:srgbClr val="000000"/>
                          </a:solidFill>
                          <a:effectLst/>
                          <a:latin typeface="+mn-lt"/>
                        </a:rPr>
                        <a:t>Report generation with 90-, 14- and 7-days report with users' equal distribution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9F4"/>
                    </a:solidFill>
                  </a:tcPr>
                </a:tc>
                <a:tc>
                  <a:txBody>
                    <a:bodyPr/>
                    <a:lstStyle/>
                    <a:p>
                      <a:pPr algn="ctr" rtl="0" fontAlgn="ctr"/>
                      <a:r>
                        <a:rPr lang="en-US" sz="1050" b="0" i="0" u="none" strike="noStrike">
                          <a:solidFill>
                            <a:srgbClr val="000000"/>
                          </a:solidFill>
                          <a:effectLst/>
                          <a:latin typeface="+mn-lt"/>
                        </a:rPr>
                        <a:t>Scalability Test 4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9F4"/>
                    </a:solidFill>
                  </a:tcPr>
                </a:tc>
                <a:tc>
                  <a:txBody>
                    <a:bodyPr/>
                    <a:lstStyle/>
                    <a:p>
                      <a:pPr algn="ctr" rtl="0" fontAlgn="ctr"/>
                      <a:r>
                        <a:rPr lang="en-US" sz="1050" b="0" i="0" u="none" strike="noStrike">
                          <a:solidFill>
                            <a:srgbClr val="000000"/>
                          </a:solidFill>
                          <a:effectLst/>
                          <a:latin typeface="+mn-lt"/>
                        </a:rPr>
                        <a:t>20,000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9F4"/>
                    </a:solidFill>
                  </a:tcPr>
                </a:tc>
                <a:extLst>
                  <a:ext uri="{0D108BD9-81ED-4DB2-BD59-A6C34878D82A}">
                    <a16:rowId xmlns:a16="http://schemas.microsoft.com/office/drawing/2014/main" val="4056456337"/>
                  </a:ext>
                </a:extLst>
              </a:tr>
              <a:tr h="415336">
                <a:tc>
                  <a:txBody>
                    <a:bodyPr/>
                    <a:lstStyle/>
                    <a:p>
                      <a:pPr algn="ctr" rtl="0" fontAlgn="ctr"/>
                      <a:r>
                        <a:rPr lang="en-US" sz="1050" b="0" i="0" u="none" strike="noStrike">
                          <a:solidFill>
                            <a:srgbClr val="000000"/>
                          </a:solidFill>
                          <a:effectLst/>
                          <a:latin typeface="+mn-lt"/>
                        </a:rPr>
                        <a:t>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CFE8"/>
                    </a:solidFill>
                  </a:tcPr>
                </a:tc>
                <a:tc>
                  <a:txBody>
                    <a:bodyPr/>
                    <a:lstStyle/>
                    <a:p>
                      <a:pPr algn="l" rtl="0" fontAlgn="ctr"/>
                      <a:r>
                        <a:rPr lang="en-US" sz="1050" b="0" i="0" u="none" strike="noStrike">
                          <a:solidFill>
                            <a:srgbClr val="000000"/>
                          </a:solidFill>
                          <a:effectLst/>
                          <a:latin typeface="+mn-lt"/>
                        </a:rPr>
                        <a:t>Report generation with 90-, 14- and 7-days report with users' equal distribution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CFE8"/>
                    </a:solidFill>
                  </a:tcPr>
                </a:tc>
                <a:tc>
                  <a:txBody>
                    <a:bodyPr/>
                    <a:lstStyle/>
                    <a:p>
                      <a:pPr algn="ctr" rtl="0" fontAlgn="ctr"/>
                      <a:r>
                        <a:rPr lang="en-US" sz="1050" b="0" i="0" u="none" strike="noStrike">
                          <a:solidFill>
                            <a:srgbClr val="000000"/>
                          </a:solidFill>
                          <a:effectLst/>
                          <a:latin typeface="+mn-lt"/>
                        </a:rPr>
                        <a:t>Scalability Test 5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CFE8"/>
                    </a:solidFill>
                  </a:tcPr>
                </a:tc>
                <a:tc>
                  <a:txBody>
                    <a:bodyPr/>
                    <a:lstStyle/>
                    <a:p>
                      <a:pPr algn="ctr" rtl="0" fontAlgn="ctr"/>
                      <a:r>
                        <a:rPr lang="en-US" sz="1050" b="0" i="0" u="none" strike="noStrike">
                          <a:solidFill>
                            <a:srgbClr val="000000"/>
                          </a:solidFill>
                          <a:effectLst/>
                          <a:latin typeface="+mn-lt"/>
                        </a:rPr>
                        <a:t>10,000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CFE8"/>
                    </a:solidFill>
                  </a:tcPr>
                </a:tc>
                <a:extLst>
                  <a:ext uri="{0D108BD9-81ED-4DB2-BD59-A6C34878D82A}">
                    <a16:rowId xmlns:a16="http://schemas.microsoft.com/office/drawing/2014/main" val="392617611"/>
                  </a:ext>
                </a:extLst>
              </a:tr>
              <a:tr h="415336">
                <a:tc>
                  <a:txBody>
                    <a:bodyPr/>
                    <a:lstStyle/>
                    <a:p>
                      <a:pPr algn="ctr" rtl="0" fontAlgn="ctr"/>
                      <a:r>
                        <a:rPr lang="en-US" sz="1050" b="0" i="0" u="none" strike="noStrike">
                          <a:solidFill>
                            <a:srgbClr val="000000"/>
                          </a:solidFill>
                          <a:effectLst/>
                          <a:latin typeface="+mn-lt"/>
                        </a:rPr>
                        <a:t>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9F4"/>
                    </a:solidFill>
                  </a:tcPr>
                </a:tc>
                <a:tc>
                  <a:txBody>
                    <a:bodyPr/>
                    <a:lstStyle/>
                    <a:p>
                      <a:pPr algn="l" rtl="0" fontAlgn="ctr"/>
                      <a:r>
                        <a:rPr lang="en-US" sz="1050" b="0" i="0" u="none" strike="noStrike">
                          <a:solidFill>
                            <a:srgbClr val="000000"/>
                          </a:solidFill>
                          <a:effectLst/>
                          <a:latin typeface="+mn-lt"/>
                        </a:rPr>
                        <a:t>Report generation with 90-, 14- and 7-days report with users' equal distribution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9F4"/>
                    </a:solidFill>
                  </a:tcPr>
                </a:tc>
                <a:tc>
                  <a:txBody>
                    <a:bodyPr/>
                    <a:lstStyle/>
                    <a:p>
                      <a:pPr algn="ctr" rtl="0" fontAlgn="ctr"/>
                      <a:r>
                        <a:rPr lang="en-US" sz="1050" b="0" i="0" u="none" strike="noStrike">
                          <a:solidFill>
                            <a:srgbClr val="000000"/>
                          </a:solidFill>
                          <a:effectLst/>
                          <a:latin typeface="+mn-lt"/>
                        </a:rPr>
                        <a:t>Scalability Test 6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9F4"/>
                    </a:solidFill>
                  </a:tcPr>
                </a:tc>
                <a:tc>
                  <a:txBody>
                    <a:bodyPr/>
                    <a:lstStyle/>
                    <a:p>
                      <a:pPr algn="ctr" rtl="0" fontAlgn="ctr"/>
                      <a:r>
                        <a:rPr lang="en-US" sz="1050" b="0" i="0" u="none" strike="noStrike">
                          <a:solidFill>
                            <a:srgbClr val="000000"/>
                          </a:solidFill>
                          <a:effectLst/>
                          <a:latin typeface="+mn-lt"/>
                        </a:rPr>
                        <a:t>5,000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9F4"/>
                    </a:solidFill>
                  </a:tcPr>
                </a:tc>
                <a:extLst>
                  <a:ext uri="{0D108BD9-81ED-4DB2-BD59-A6C34878D82A}">
                    <a16:rowId xmlns:a16="http://schemas.microsoft.com/office/drawing/2014/main" val="1787304051"/>
                  </a:ext>
                </a:extLst>
              </a:tr>
              <a:tr h="415336">
                <a:tc>
                  <a:txBody>
                    <a:bodyPr/>
                    <a:lstStyle/>
                    <a:p>
                      <a:pPr algn="ctr" rtl="0" fontAlgn="ctr"/>
                      <a:r>
                        <a:rPr lang="en-US" sz="1050" b="0" i="0" u="none" strike="noStrike">
                          <a:solidFill>
                            <a:srgbClr val="000000"/>
                          </a:solidFill>
                          <a:effectLst/>
                          <a:latin typeface="+mn-lt"/>
                        </a:rPr>
                        <a:t>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CFE8"/>
                    </a:solidFill>
                  </a:tcPr>
                </a:tc>
                <a:tc>
                  <a:txBody>
                    <a:bodyPr/>
                    <a:lstStyle/>
                    <a:p>
                      <a:pPr algn="l" rtl="0" fontAlgn="ctr"/>
                      <a:r>
                        <a:rPr lang="en-US" sz="1050" b="0" i="0" u="none" strike="noStrike">
                          <a:solidFill>
                            <a:srgbClr val="000000"/>
                          </a:solidFill>
                          <a:effectLst/>
                          <a:latin typeface="+mn-lt"/>
                        </a:rPr>
                        <a:t>Report generation with 90-, 14- and 7-days report with users' equal distribution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CFE8"/>
                    </a:solidFill>
                  </a:tcPr>
                </a:tc>
                <a:tc>
                  <a:txBody>
                    <a:bodyPr/>
                    <a:lstStyle/>
                    <a:p>
                      <a:pPr algn="ctr" rtl="0" fontAlgn="ctr"/>
                      <a:r>
                        <a:rPr lang="en-US" sz="1050" b="0" i="0" u="none" strike="noStrike">
                          <a:solidFill>
                            <a:srgbClr val="000000"/>
                          </a:solidFill>
                          <a:effectLst/>
                          <a:latin typeface="+mn-lt"/>
                        </a:rPr>
                        <a:t>Scalability Test 7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CFE8"/>
                    </a:solidFill>
                  </a:tcPr>
                </a:tc>
                <a:tc>
                  <a:txBody>
                    <a:bodyPr/>
                    <a:lstStyle/>
                    <a:p>
                      <a:pPr algn="ctr" rtl="0" fontAlgn="ctr"/>
                      <a:r>
                        <a:rPr lang="en-US" sz="1050" b="0" i="0" u="none" strike="noStrike">
                          <a:solidFill>
                            <a:srgbClr val="000000"/>
                          </a:solidFill>
                          <a:effectLst/>
                          <a:latin typeface="+mn-lt"/>
                        </a:rPr>
                        <a:t>1,000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CFE8"/>
                    </a:solidFill>
                  </a:tcPr>
                </a:tc>
                <a:extLst>
                  <a:ext uri="{0D108BD9-81ED-4DB2-BD59-A6C34878D82A}">
                    <a16:rowId xmlns:a16="http://schemas.microsoft.com/office/drawing/2014/main" val="1283751999"/>
                  </a:ext>
                </a:extLst>
              </a:tr>
              <a:tr h="415336">
                <a:tc>
                  <a:txBody>
                    <a:bodyPr/>
                    <a:lstStyle/>
                    <a:p>
                      <a:pPr algn="ctr" rtl="0" fontAlgn="ctr"/>
                      <a:r>
                        <a:rPr lang="en-US" sz="1050" b="0" i="0" u="none" strike="noStrike">
                          <a:solidFill>
                            <a:srgbClr val="000000"/>
                          </a:solidFill>
                          <a:effectLst/>
                          <a:latin typeface="+mn-lt"/>
                        </a:rPr>
                        <a:t>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9F4"/>
                    </a:solidFill>
                  </a:tcPr>
                </a:tc>
                <a:tc>
                  <a:txBody>
                    <a:bodyPr/>
                    <a:lstStyle/>
                    <a:p>
                      <a:pPr algn="l" rtl="0" fontAlgn="ctr"/>
                      <a:r>
                        <a:rPr lang="en-US" sz="1050" b="0" i="0" u="none" strike="noStrike">
                          <a:solidFill>
                            <a:srgbClr val="000000"/>
                          </a:solidFill>
                          <a:effectLst/>
                          <a:latin typeface="+mn-lt"/>
                        </a:rPr>
                        <a:t>Report generation with 90-, 14- and 7-days report with users' equal distribution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9F4"/>
                    </a:solidFill>
                  </a:tcPr>
                </a:tc>
                <a:tc>
                  <a:txBody>
                    <a:bodyPr/>
                    <a:lstStyle/>
                    <a:p>
                      <a:pPr algn="ctr" rtl="0" fontAlgn="ctr"/>
                      <a:r>
                        <a:rPr lang="en-US" sz="1050" b="0" i="0" u="none" strike="noStrike">
                          <a:solidFill>
                            <a:srgbClr val="000000"/>
                          </a:solidFill>
                          <a:effectLst/>
                          <a:latin typeface="+mn-lt"/>
                        </a:rPr>
                        <a:t>Scalability Test 8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9F4"/>
                    </a:solidFill>
                  </a:tcPr>
                </a:tc>
                <a:tc>
                  <a:txBody>
                    <a:bodyPr/>
                    <a:lstStyle/>
                    <a:p>
                      <a:pPr algn="ctr" rtl="0" fontAlgn="ctr"/>
                      <a:r>
                        <a:rPr lang="en-US" sz="1050" b="0" i="0" u="none" strike="noStrike">
                          <a:solidFill>
                            <a:srgbClr val="000000"/>
                          </a:solidFill>
                          <a:effectLst/>
                          <a:latin typeface="+mn-lt"/>
                        </a:rPr>
                        <a:t>500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9F4"/>
                    </a:solidFill>
                  </a:tcPr>
                </a:tc>
                <a:extLst>
                  <a:ext uri="{0D108BD9-81ED-4DB2-BD59-A6C34878D82A}">
                    <a16:rowId xmlns:a16="http://schemas.microsoft.com/office/drawing/2014/main" val="729903066"/>
                  </a:ext>
                </a:extLst>
              </a:tr>
            </a:tbl>
          </a:graphicData>
        </a:graphic>
      </p:graphicFrame>
      <p:graphicFrame>
        <p:nvGraphicFramePr>
          <p:cNvPr id="14" name="Chart 13">
            <a:extLst>
              <a:ext uri="{FF2B5EF4-FFF2-40B4-BE49-F238E27FC236}">
                <a16:creationId xmlns:a16="http://schemas.microsoft.com/office/drawing/2014/main" id="{D49A4330-F467-6787-14A0-435344B052C8}"/>
              </a:ext>
            </a:extLst>
          </p:cNvPr>
          <p:cNvGraphicFramePr>
            <a:graphicFrameLocks/>
          </p:cNvGraphicFramePr>
          <p:nvPr>
            <p:extLst>
              <p:ext uri="{D42A27DB-BD31-4B8C-83A1-F6EECF244321}">
                <p14:modId xmlns:p14="http://schemas.microsoft.com/office/powerpoint/2010/main" val="2790889557"/>
              </p:ext>
            </p:extLst>
          </p:nvPr>
        </p:nvGraphicFramePr>
        <p:xfrm>
          <a:off x="5858541" y="1297172"/>
          <a:ext cx="6070192" cy="4468612"/>
        </p:xfrm>
        <a:graphic>
          <a:graphicData uri="http://schemas.openxmlformats.org/drawingml/2006/chart">
            <c:chart xmlns:c="http://schemas.openxmlformats.org/drawingml/2006/chart" xmlns:r="http://schemas.openxmlformats.org/officeDocument/2006/relationships" r:id="rId4"/>
          </a:graphicData>
        </a:graphic>
      </p:graphicFrame>
      <p:cxnSp>
        <p:nvCxnSpPr>
          <p:cNvPr id="17" name="Gerade Verbindung 19465">
            <a:extLst>
              <a:ext uri="{FF2B5EF4-FFF2-40B4-BE49-F238E27FC236}">
                <a16:creationId xmlns:a16="http://schemas.microsoft.com/office/drawing/2014/main" id="{D3C75D8F-5EF4-255E-A594-3DD79D4A9866}"/>
              </a:ext>
            </a:extLst>
          </p:cNvPr>
          <p:cNvCxnSpPr>
            <a:cxnSpLocks/>
            <a:endCxn id="25" idx="6"/>
          </p:cNvCxnSpPr>
          <p:nvPr/>
        </p:nvCxnSpPr>
        <p:spPr>
          <a:xfrm>
            <a:off x="1328802" y="6041713"/>
            <a:ext cx="7525623" cy="15616"/>
          </a:xfrm>
          <a:prstGeom prst="line">
            <a:avLst/>
          </a:prstGeom>
          <a:noFill/>
          <a:ln w="38100" cap="flat" cmpd="sng" algn="ctr">
            <a:solidFill>
              <a:schemeClr val="bg1">
                <a:lumMod val="65000"/>
              </a:schemeClr>
            </a:solidFill>
            <a:prstDash val="solid"/>
          </a:ln>
          <a:effectLst/>
        </p:spPr>
      </p:cxnSp>
      <p:sp>
        <p:nvSpPr>
          <p:cNvPr id="18" name="Textfeld 130">
            <a:extLst>
              <a:ext uri="{FF2B5EF4-FFF2-40B4-BE49-F238E27FC236}">
                <a16:creationId xmlns:a16="http://schemas.microsoft.com/office/drawing/2014/main" id="{4884F30F-5BF8-7441-29D7-49E4A75DDD65}"/>
              </a:ext>
            </a:extLst>
          </p:cNvPr>
          <p:cNvSpPr txBox="1"/>
          <p:nvPr/>
        </p:nvSpPr>
        <p:spPr>
          <a:xfrm>
            <a:off x="3246669" y="6240209"/>
            <a:ext cx="1272167" cy="430887"/>
          </a:xfrm>
          <a:prstGeom prst="rect">
            <a:avLst/>
          </a:prstGeom>
          <a:noFill/>
          <a:ln>
            <a:noFill/>
          </a:ln>
        </p:spPr>
        <p:txBody>
          <a:bodyPr wrap="square" rtlCol="0">
            <a:spAutoFit/>
          </a:bodyPr>
          <a:lstStyle/>
          <a:p>
            <a:pPr algn="ctr" defTabSz="509588" eaLnBrk="0" fontAlgn="base" hangingPunct="0">
              <a:spcBef>
                <a:spcPct val="0"/>
              </a:spcBef>
              <a:spcAft>
                <a:spcPct val="0"/>
              </a:spcAft>
            </a:pPr>
            <a:r>
              <a:rPr lang="de-DE" sz="1100" noProof="1">
                <a:solidFill>
                  <a:schemeClr val="tx1">
                    <a:lumMod val="75000"/>
                    <a:lumOff val="25000"/>
                  </a:schemeClr>
                </a:solidFill>
                <a:latin typeface="IBM Plex Sans Light" panose="020B0403050203000203"/>
                <a:ea typeface="ＭＳ Ｐゴシック" panose="020B0600070205080204" pitchFamily="34" charset="-128"/>
              </a:rPr>
              <a:t>Login as OP5 user</a:t>
            </a:r>
          </a:p>
        </p:txBody>
      </p:sp>
      <p:sp>
        <p:nvSpPr>
          <p:cNvPr id="19" name="Oval 7">
            <a:extLst>
              <a:ext uri="{FF2B5EF4-FFF2-40B4-BE49-F238E27FC236}">
                <a16:creationId xmlns:a16="http://schemas.microsoft.com/office/drawing/2014/main" id="{8E08E199-CDBF-748E-25AE-C47DC7802C55}"/>
              </a:ext>
            </a:extLst>
          </p:cNvPr>
          <p:cNvSpPr>
            <a:spLocks noChangeArrowheads="1"/>
          </p:cNvSpPr>
          <p:nvPr/>
        </p:nvSpPr>
        <p:spPr bwMode="auto">
          <a:xfrm>
            <a:off x="3759614" y="5850998"/>
            <a:ext cx="365760" cy="365760"/>
          </a:xfrm>
          <a:prstGeom prst="ellipse">
            <a:avLst/>
          </a:prstGeom>
          <a:solidFill>
            <a:schemeClr val="bg1"/>
          </a:solidFill>
          <a:ln w="38100" cap="flat">
            <a:solidFill>
              <a:schemeClr val="bg1">
                <a:lumMod val="65000"/>
              </a:schemeClr>
            </a:solidFill>
            <a:prstDash val="solid"/>
            <a:miter lim="800000"/>
            <a:headEnd/>
            <a:tailEnd/>
          </a:ln>
        </p:spPr>
        <p:txBody>
          <a:bodyPr vert="horz" wrap="square" lIns="91440" tIns="45720" rIns="91440" bIns="45720" numCol="1" anchor="ctr" anchorCtr="0" compatLnSpc="1">
            <a:prstTxWarp prst="textNoShape">
              <a:avLst/>
            </a:prstTxWarp>
          </a:bodyPr>
          <a:lstStyle/>
          <a:p>
            <a:pPr algn="ctr" defTabSz="509588" eaLnBrk="0" fontAlgn="base" hangingPunct="0">
              <a:spcBef>
                <a:spcPct val="0"/>
              </a:spcBef>
              <a:spcAft>
                <a:spcPct val="0"/>
              </a:spcAft>
            </a:pPr>
            <a:r>
              <a:rPr lang="en-US" sz="1400">
                <a:solidFill>
                  <a:srgbClr val="404040"/>
                </a:solidFill>
                <a:latin typeface="IBM Plex Sans Light" panose="020B0403050203000203" pitchFamily="34" charset="0"/>
                <a:ea typeface="ＭＳ Ｐゴシック" panose="020B0600070205080204" pitchFamily="34" charset="-128"/>
              </a:rPr>
              <a:t>2</a:t>
            </a:r>
          </a:p>
        </p:txBody>
      </p:sp>
      <p:sp>
        <p:nvSpPr>
          <p:cNvPr id="20" name="Oval 7">
            <a:extLst>
              <a:ext uri="{FF2B5EF4-FFF2-40B4-BE49-F238E27FC236}">
                <a16:creationId xmlns:a16="http://schemas.microsoft.com/office/drawing/2014/main" id="{3C9F78E2-B846-7655-D12B-E4572FE4599D}"/>
              </a:ext>
            </a:extLst>
          </p:cNvPr>
          <p:cNvSpPr>
            <a:spLocks noChangeArrowheads="1"/>
          </p:cNvSpPr>
          <p:nvPr/>
        </p:nvSpPr>
        <p:spPr bwMode="auto">
          <a:xfrm>
            <a:off x="5566013" y="5837500"/>
            <a:ext cx="365760" cy="365760"/>
          </a:xfrm>
          <a:prstGeom prst="ellipse">
            <a:avLst/>
          </a:prstGeom>
          <a:solidFill>
            <a:schemeClr val="bg1"/>
          </a:solidFill>
          <a:ln w="38100" cap="flat">
            <a:solidFill>
              <a:schemeClr val="bg1">
                <a:lumMod val="65000"/>
              </a:schemeClr>
            </a:solidFill>
            <a:prstDash val="solid"/>
            <a:miter lim="800000"/>
            <a:headEnd/>
            <a:tailEnd/>
          </a:ln>
        </p:spPr>
        <p:txBody>
          <a:bodyPr vert="horz" wrap="square" lIns="91440" tIns="45720" rIns="91440" bIns="45720" numCol="1" anchor="ctr" anchorCtr="0" compatLnSpc="1">
            <a:prstTxWarp prst="textNoShape">
              <a:avLst/>
            </a:prstTxWarp>
          </a:bodyPr>
          <a:lstStyle/>
          <a:p>
            <a:pPr algn="ctr" defTabSz="509588" eaLnBrk="0" fontAlgn="base" hangingPunct="0">
              <a:spcBef>
                <a:spcPct val="0"/>
              </a:spcBef>
              <a:spcAft>
                <a:spcPct val="0"/>
              </a:spcAft>
            </a:pPr>
            <a:r>
              <a:rPr lang="en-US" sz="1400">
                <a:solidFill>
                  <a:srgbClr val="404040"/>
                </a:solidFill>
                <a:latin typeface="IBM Plex Sans Light" panose="020B0403050203000203" pitchFamily="34" charset="0"/>
                <a:ea typeface="ＭＳ Ｐゴシック" panose="020B0600070205080204" pitchFamily="34" charset="-128"/>
              </a:rPr>
              <a:t>3</a:t>
            </a:r>
          </a:p>
        </p:txBody>
      </p:sp>
      <p:sp>
        <p:nvSpPr>
          <p:cNvPr id="21" name="Textfeld 130">
            <a:extLst>
              <a:ext uri="{FF2B5EF4-FFF2-40B4-BE49-F238E27FC236}">
                <a16:creationId xmlns:a16="http://schemas.microsoft.com/office/drawing/2014/main" id="{A4EFBA3F-0924-019D-AAFC-867340A4D79C}"/>
              </a:ext>
            </a:extLst>
          </p:cNvPr>
          <p:cNvSpPr txBox="1"/>
          <p:nvPr/>
        </p:nvSpPr>
        <p:spPr>
          <a:xfrm>
            <a:off x="2140073" y="6222120"/>
            <a:ext cx="938658" cy="261610"/>
          </a:xfrm>
          <a:prstGeom prst="rect">
            <a:avLst/>
          </a:prstGeom>
          <a:noFill/>
        </p:spPr>
        <p:txBody>
          <a:bodyPr wrap="square" rtlCol="0">
            <a:spAutoFit/>
          </a:bodyPr>
          <a:lstStyle/>
          <a:p>
            <a:pPr algn="ctr" defTabSz="509588" eaLnBrk="0" fontAlgn="base" hangingPunct="0">
              <a:spcBef>
                <a:spcPct val="0"/>
              </a:spcBef>
              <a:spcAft>
                <a:spcPct val="0"/>
              </a:spcAft>
            </a:pPr>
            <a:r>
              <a:rPr lang="de-DE" sz="1100" noProof="1">
                <a:solidFill>
                  <a:schemeClr val="tx1">
                    <a:lumMod val="75000"/>
                    <a:lumOff val="25000"/>
                  </a:schemeClr>
                </a:solidFill>
                <a:latin typeface="IBM Plex Sans Light" panose="020B0403050203000203"/>
                <a:ea typeface="ＭＳ Ｐゴシック" panose="020B0600070205080204" pitchFamily="34" charset="-128"/>
              </a:rPr>
              <a:t>Home Page</a:t>
            </a:r>
          </a:p>
        </p:txBody>
      </p:sp>
      <p:sp>
        <p:nvSpPr>
          <p:cNvPr id="22" name="Oval 7">
            <a:extLst>
              <a:ext uri="{FF2B5EF4-FFF2-40B4-BE49-F238E27FC236}">
                <a16:creationId xmlns:a16="http://schemas.microsoft.com/office/drawing/2014/main" id="{8AB718CB-FDEC-ACFD-0923-CC9A7C7DC460}"/>
              </a:ext>
            </a:extLst>
          </p:cNvPr>
          <p:cNvSpPr>
            <a:spLocks noChangeArrowheads="1"/>
          </p:cNvSpPr>
          <p:nvPr/>
        </p:nvSpPr>
        <p:spPr bwMode="auto">
          <a:xfrm>
            <a:off x="2452173" y="5861875"/>
            <a:ext cx="365760" cy="365760"/>
          </a:xfrm>
          <a:prstGeom prst="ellipse">
            <a:avLst/>
          </a:prstGeom>
          <a:solidFill>
            <a:schemeClr val="bg1"/>
          </a:solidFill>
          <a:ln w="38100" cap="flat">
            <a:solidFill>
              <a:schemeClr val="bg1">
                <a:lumMod val="65000"/>
              </a:schemeClr>
            </a:solidFill>
            <a:prstDash val="solid"/>
            <a:miter lim="800000"/>
            <a:headEnd/>
            <a:tailEnd/>
          </a:ln>
        </p:spPr>
        <p:txBody>
          <a:bodyPr vert="horz" wrap="square" lIns="91440" tIns="45720" rIns="91440" bIns="45720" numCol="1" anchor="ctr" anchorCtr="0" compatLnSpc="1">
            <a:prstTxWarp prst="textNoShape">
              <a:avLst/>
            </a:prstTxWarp>
          </a:bodyPr>
          <a:lstStyle/>
          <a:p>
            <a:pPr algn="ctr" defTabSz="509588" eaLnBrk="0" fontAlgn="base" hangingPunct="0">
              <a:spcBef>
                <a:spcPct val="0"/>
              </a:spcBef>
              <a:spcAft>
                <a:spcPct val="0"/>
              </a:spcAft>
            </a:pPr>
            <a:r>
              <a:rPr lang="en-US" sz="1400">
                <a:solidFill>
                  <a:srgbClr val="404040"/>
                </a:solidFill>
                <a:latin typeface="IBM Plex Sans Light" panose="020B0403050203000203" pitchFamily="34" charset="0"/>
                <a:ea typeface="ＭＳ Ｐゴシック" panose="020B0600070205080204" pitchFamily="34" charset="-128"/>
              </a:rPr>
              <a:t>1</a:t>
            </a:r>
          </a:p>
        </p:txBody>
      </p:sp>
      <p:sp>
        <p:nvSpPr>
          <p:cNvPr id="23" name="Oval 7">
            <a:extLst>
              <a:ext uri="{FF2B5EF4-FFF2-40B4-BE49-F238E27FC236}">
                <a16:creationId xmlns:a16="http://schemas.microsoft.com/office/drawing/2014/main" id="{31F0E7C5-F927-C2B4-15C1-B8F9FC2FFD30}"/>
              </a:ext>
            </a:extLst>
          </p:cNvPr>
          <p:cNvSpPr>
            <a:spLocks noChangeArrowheads="1"/>
          </p:cNvSpPr>
          <p:nvPr/>
        </p:nvSpPr>
        <p:spPr bwMode="auto">
          <a:xfrm>
            <a:off x="7262038" y="5839852"/>
            <a:ext cx="365760" cy="365760"/>
          </a:xfrm>
          <a:prstGeom prst="ellipse">
            <a:avLst/>
          </a:prstGeom>
          <a:solidFill>
            <a:schemeClr val="bg1"/>
          </a:solidFill>
          <a:ln w="38100" cap="flat">
            <a:solidFill>
              <a:schemeClr val="bg1">
                <a:lumMod val="65000"/>
              </a:schemeClr>
            </a:solidFill>
            <a:prstDash val="solid"/>
            <a:miter lim="800000"/>
            <a:headEnd/>
            <a:tailEnd/>
          </a:ln>
        </p:spPr>
        <p:txBody>
          <a:bodyPr vert="horz" wrap="square" lIns="91440" tIns="45720" rIns="91440" bIns="45720" numCol="1" anchor="ctr" anchorCtr="0" compatLnSpc="1">
            <a:prstTxWarp prst="textNoShape">
              <a:avLst/>
            </a:prstTxWarp>
          </a:bodyPr>
          <a:lstStyle/>
          <a:p>
            <a:pPr algn="ctr" defTabSz="509588" eaLnBrk="0" fontAlgn="base" hangingPunct="0">
              <a:spcBef>
                <a:spcPct val="0"/>
              </a:spcBef>
              <a:spcAft>
                <a:spcPct val="0"/>
              </a:spcAft>
            </a:pPr>
            <a:r>
              <a:rPr lang="en-US" sz="1400">
                <a:solidFill>
                  <a:srgbClr val="404040"/>
                </a:solidFill>
                <a:latin typeface="IBM Plex Sans Light" panose="020B0403050203000203" pitchFamily="34" charset="0"/>
                <a:ea typeface="ＭＳ Ｐゴシック" panose="020B0600070205080204" pitchFamily="34" charset="-128"/>
              </a:rPr>
              <a:t>4</a:t>
            </a:r>
          </a:p>
        </p:txBody>
      </p:sp>
      <p:sp>
        <p:nvSpPr>
          <p:cNvPr id="24" name="Oval 23">
            <a:extLst>
              <a:ext uri="{FF2B5EF4-FFF2-40B4-BE49-F238E27FC236}">
                <a16:creationId xmlns:a16="http://schemas.microsoft.com/office/drawing/2014/main" id="{21FF6D71-BABE-CF48-4C64-3FCEEBD92B14}"/>
              </a:ext>
            </a:extLst>
          </p:cNvPr>
          <p:cNvSpPr/>
          <p:nvPr/>
        </p:nvSpPr>
        <p:spPr>
          <a:xfrm>
            <a:off x="782483" y="5758533"/>
            <a:ext cx="640080" cy="640080"/>
          </a:xfrm>
          <a:prstGeom prst="ellipse">
            <a:avLst/>
          </a:prstGeom>
          <a:solidFill>
            <a:schemeClr val="bg1">
              <a:lumMod val="6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ontserrat"/>
            </a:endParaRPr>
          </a:p>
        </p:txBody>
      </p:sp>
      <p:sp>
        <p:nvSpPr>
          <p:cNvPr id="25" name="Oval 7">
            <a:extLst>
              <a:ext uri="{FF2B5EF4-FFF2-40B4-BE49-F238E27FC236}">
                <a16:creationId xmlns:a16="http://schemas.microsoft.com/office/drawing/2014/main" id="{05F2F367-963C-F0D4-E6D4-76738A1914FC}"/>
              </a:ext>
            </a:extLst>
          </p:cNvPr>
          <p:cNvSpPr>
            <a:spLocks noChangeArrowheads="1"/>
          </p:cNvSpPr>
          <p:nvPr/>
        </p:nvSpPr>
        <p:spPr bwMode="auto">
          <a:xfrm>
            <a:off x="8488665" y="5874449"/>
            <a:ext cx="365760" cy="365760"/>
          </a:xfrm>
          <a:prstGeom prst="ellipse">
            <a:avLst/>
          </a:prstGeom>
          <a:solidFill>
            <a:schemeClr val="bg1"/>
          </a:solidFill>
          <a:ln w="38100" cap="flat">
            <a:solidFill>
              <a:schemeClr val="bg1">
                <a:lumMod val="65000"/>
              </a:schemeClr>
            </a:solidFill>
            <a:prstDash val="solid"/>
            <a:miter lim="800000"/>
            <a:headEnd/>
            <a:tailEnd/>
          </a:ln>
        </p:spPr>
        <p:txBody>
          <a:bodyPr vert="horz" wrap="square" lIns="91440" tIns="45720" rIns="91440" bIns="45720" numCol="1" anchor="ctr" anchorCtr="0" compatLnSpc="1">
            <a:prstTxWarp prst="textNoShape">
              <a:avLst/>
            </a:prstTxWarp>
          </a:bodyPr>
          <a:lstStyle/>
          <a:p>
            <a:pPr algn="ctr" defTabSz="509588" eaLnBrk="0" fontAlgn="base" hangingPunct="0">
              <a:spcBef>
                <a:spcPct val="0"/>
              </a:spcBef>
              <a:spcAft>
                <a:spcPct val="0"/>
              </a:spcAft>
            </a:pPr>
            <a:r>
              <a:rPr lang="en-US" sz="1400">
                <a:solidFill>
                  <a:srgbClr val="404040"/>
                </a:solidFill>
                <a:latin typeface="IBM Plex Sans Light" panose="020B0403050203000203" pitchFamily="34" charset="0"/>
                <a:ea typeface="ＭＳ Ｐゴシック" panose="020B0600070205080204" pitchFamily="34" charset="-128"/>
              </a:rPr>
              <a:t>5</a:t>
            </a:r>
          </a:p>
        </p:txBody>
      </p:sp>
      <p:sp>
        <p:nvSpPr>
          <p:cNvPr id="26" name="Textfeld 130">
            <a:extLst>
              <a:ext uri="{FF2B5EF4-FFF2-40B4-BE49-F238E27FC236}">
                <a16:creationId xmlns:a16="http://schemas.microsoft.com/office/drawing/2014/main" id="{8F1E86E9-F28D-B754-F940-7F970B133885}"/>
              </a:ext>
            </a:extLst>
          </p:cNvPr>
          <p:cNvSpPr txBox="1"/>
          <p:nvPr/>
        </p:nvSpPr>
        <p:spPr>
          <a:xfrm>
            <a:off x="7992578" y="6300119"/>
            <a:ext cx="1357933" cy="261610"/>
          </a:xfrm>
          <a:prstGeom prst="rect">
            <a:avLst/>
          </a:prstGeom>
          <a:noFill/>
          <a:ln>
            <a:noFill/>
          </a:ln>
        </p:spPr>
        <p:txBody>
          <a:bodyPr wrap="square" rtlCol="0">
            <a:spAutoFit/>
          </a:bodyPr>
          <a:lstStyle/>
          <a:p>
            <a:pPr algn="ctr" defTabSz="509588" eaLnBrk="0" fontAlgn="base" hangingPunct="0">
              <a:spcBef>
                <a:spcPct val="0"/>
              </a:spcBef>
              <a:spcAft>
                <a:spcPct val="0"/>
              </a:spcAft>
            </a:pPr>
            <a:r>
              <a:rPr lang="de-DE" sz="1100" noProof="1">
                <a:solidFill>
                  <a:schemeClr val="tx1">
                    <a:lumMod val="75000"/>
                    <a:lumOff val="25000"/>
                  </a:schemeClr>
                </a:solidFill>
                <a:latin typeface="IBM Plex Sans Light" panose="020B0403050203000203"/>
                <a:ea typeface="ＭＳ Ｐゴシック" panose="020B0600070205080204" pitchFamily="34" charset="-128"/>
              </a:rPr>
              <a:t>Logout</a:t>
            </a:r>
          </a:p>
        </p:txBody>
      </p:sp>
      <p:sp>
        <p:nvSpPr>
          <p:cNvPr id="27" name="Textfeld 130">
            <a:extLst>
              <a:ext uri="{FF2B5EF4-FFF2-40B4-BE49-F238E27FC236}">
                <a16:creationId xmlns:a16="http://schemas.microsoft.com/office/drawing/2014/main" id="{BFC713BE-5C30-2D9A-697A-99D0A69BA904}"/>
              </a:ext>
            </a:extLst>
          </p:cNvPr>
          <p:cNvSpPr txBox="1"/>
          <p:nvPr/>
        </p:nvSpPr>
        <p:spPr>
          <a:xfrm>
            <a:off x="4633007" y="6169728"/>
            <a:ext cx="2231771" cy="430887"/>
          </a:xfrm>
          <a:prstGeom prst="rect">
            <a:avLst/>
          </a:prstGeom>
          <a:noFill/>
          <a:ln>
            <a:noFill/>
          </a:ln>
        </p:spPr>
        <p:txBody>
          <a:bodyPr wrap="square" rtlCol="0">
            <a:spAutoFit/>
          </a:bodyPr>
          <a:lstStyle/>
          <a:p>
            <a:pPr algn="ctr" defTabSz="509588" eaLnBrk="0" fontAlgn="base" hangingPunct="0">
              <a:spcBef>
                <a:spcPct val="0"/>
              </a:spcBef>
              <a:spcAft>
                <a:spcPct val="0"/>
              </a:spcAft>
            </a:pPr>
            <a:r>
              <a:rPr lang="en-US" sz="1100">
                <a:solidFill>
                  <a:schemeClr val="tx1">
                    <a:lumMod val="75000"/>
                    <a:lumOff val="25000"/>
                  </a:schemeClr>
                </a:solidFill>
                <a:latin typeface="IBM Plex Sans Light" panose="020B0403050203000203"/>
                <a:ea typeface="ＭＳ Ｐゴシック" panose="020B0600070205080204" pitchFamily="34" charset="-128"/>
              </a:rPr>
              <a:t>Navigate to Menu and select Download Physician Report</a:t>
            </a:r>
          </a:p>
        </p:txBody>
      </p:sp>
      <p:sp>
        <p:nvSpPr>
          <p:cNvPr id="29" name="TextBox 28">
            <a:extLst>
              <a:ext uri="{FF2B5EF4-FFF2-40B4-BE49-F238E27FC236}">
                <a16:creationId xmlns:a16="http://schemas.microsoft.com/office/drawing/2014/main" id="{92B13896-1C58-5EC7-0F9A-5162D9E20BC4}"/>
              </a:ext>
            </a:extLst>
          </p:cNvPr>
          <p:cNvSpPr txBox="1"/>
          <p:nvPr/>
        </p:nvSpPr>
        <p:spPr>
          <a:xfrm>
            <a:off x="1586678" y="5710865"/>
            <a:ext cx="723209" cy="289649"/>
          </a:xfrm>
          <a:prstGeom prst="rect">
            <a:avLst/>
          </a:prstGeom>
          <a:noFill/>
        </p:spPr>
        <p:txBody>
          <a:bodyPr wrap="square" rtlCol="0" anchor="ctr">
            <a:noAutofit/>
          </a:bodyPr>
          <a:lstStyle/>
          <a:p>
            <a:pPr algn="l">
              <a:buClr>
                <a:schemeClr val="accent1"/>
              </a:buClr>
            </a:pPr>
            <a:r>
              <a:rPr lang="en-US" sz="1400" err="1">
                <a:solidFill>
                  <a:schemeClr val="bg1">
                    <a:lumMod val="50000"/>
                  </a:schemeClr>
                </a:solidFill>
                <a:latin typeface="+mj-lt"/>
                <a:ea typeface="Open Sans" panose="020B0606030504020204" pitchFamily="34" charset="0"/>
                <a:cs typeface="Open Sans" panose="020B0606030504020204" pitchFamily="34" charset="0"/>
              </a:rPr>
              <a:t>PwD</a:t>
            </a:r>
            <a:endParaRPr lang="en-US" sz="1400">
              <a:solidFill>
                <a:schemeClr val="bg1">
                  <a:lumMod val="50000"/>
                </a:schemeClr>
              </a:solidFill>
              <a:latin typeface="+mj-lt"/>
              <a:ea typeface="Open Sans" panose="020B0606030504020204" pitchFamily="34" charset="0"/>
              <a:cs typeface="Open Sans" panose="020B0606030504020204" pitchFamily="34" charset="0"/>
            </a:endParaRPr>
          </a:p>
        </p:txBody>
      </p:sp>
      <p:sp>
        <p:nvSpPr>
          <p:cNvPr id="30" name="Rectangle 29">
            <a:extLst>
              <a:ext uri="{FF2B5EF4-FFF2-40B4-BE49-F238E27FC236}">
                <a16:creationId xmlns:a16="http://schemas.microsoft.com/office/drawing/2014/main" id="{1E2D190B-C605-58C9-797E-A6C920206DB2}"/>
              </a:ext>
            </a:extLst>
          </p:cNvPr>
          <p:cNvSpPr/>
          <p:nvPr/>
        </p:nvSpPr>
        <p:spPr>
          <a:xfrm>
            <a:off x="694278" y="5327793"/>
            <a:ext cx="3990554" cy="318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b="1">
                <a:solidFill>
                  <a:schemeClr val="tx1">
                    <a:lumMod val="50000"/>
                    <a:lumOff val="50000"/>
                  </a:schemeClr>
                </a:solidFill>
                <a:latin typeface="IBM Plex Sans SemiBold" panose="020B0703050203000203"/>
              </a:rPr>
              <a:t>PWD NAVIGATION FLOW</a:t>
            </a:r>
          </a:p>
        </p:txBody>
      </p:sp>
      <p:grpSp>
        <p:nvGrpSpPr>
          <p:cNvPr id="36" name="Group 35">
            <a:extLst>
              <a:ext uri="{FF2B5EF4-FFF2-40B4-BE49-F238E27FC236}">
                <a16:creationId xmlns:a16="http://schemas.microsoft.com/office/drawing/2014/main" id="{0FB37EE9-B860-4588-9198-48E3C7065EDB}"/>
              </a:ext>
            </a:extLst>
          </p:cNvPr>
          <p:cNvGrpSpPr/>
          <p:nvPr/>
        </p:nvGrpSpPr>
        <p:grpSpPr>
          <a:xfrm>
            <a:off x="818774" y="5802243"/>
            <a:ext cx="571447" cy="552659"/>
            <a:chOff x="43895" y="3985425"/>
            <a:chExt cx="571447" cy="552659"/>
          </a:xfrm>
        </p:grpSpPr>
        <p:sp>
          <p:nvSpPr>
            <p:cNvPr id="37" name="Oval 36">
              <a:extLst>
                <a:ext uri="{FF2B5EF4-FFF2-40B4-BE49-F238E27FC236}">
                  <a16:creationId xmlns:a16="http://schemas.microsoft.com/office/drawing/2014/main" id="{752C1DF4-8C96-453F-07AE-F7E73F3004D4}"/>
                </a:ext>
              </a:extLst>
            </p:cNvPr>
            <p:cNvSpPr/>
            <p:nvPr/>
          </p:nvSpPr>
          <p:spPr>
            <a:xfrm>
              <a:off x="43895" y="3985425"/>
              <a:ext cx="571447" cy="552659"/>
            </a:xfrm>
            <a:prstGeom prst="ellipse">
              <a:avLst/>
            </a:prstGeom>
            <a:solidFill>
              <a:srgbClr val="1AD1D8"/>
            </a:solidFill>
            <a:ln w="1905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a:ea typeface="+mn-ea"/>
                <a:cs typeface="+mn-cs"/>
              </a:endParaRPr>
            </a:p>
          </p:txBody>
        </p:sp>
        <p:pic>
          <p:nvPicPr>
            <p:cNvPr id="38" name="Picture 37">
              <a:extLst>
                <a:ext uri="{FF2B5EF4-FFF2-40B4-BE49-F238E27FC236}">
                  <a16:creationId xmlns:a16="http://schemas.microsoft.com/office/drawing/2014/main" id="{B01F09EA-6218-3368-C782-EEE9FCFB2B12}"/>
                </a:ext>
              </a:extLst>
            </p:cNvPr>
            <p:cNvPicPr>
              <a:picLocks noChangeAspect="1"/>
            </p:cNvPicPr>
            <p:nvPr/>
          </p:nvPicPr>
          <p:blipFill rotWithShape="1">
            <a:blip r:embed="rId5">
              <a:duotone>
                <a:srgbClr val="1AD1D8">
                  <a:shade val="45000"/>
                  <a:satMod val="135000"/>
                </a:srgbClr>
                <a:prstClr val="white"/>
              </a:duotone>
              <a:extLst>
                <a:ext uri="{BEBA8EAE-BF5A-486C-A8C5-ECC9F3942E4B}">
                  <a14:imgProps xmlns:a14="http://schemas.microsoft.com/office/drawing/2010/main">
                    <a14:imgLayer r:embed="rId6">
                      <a14:imgEffect>
                        <a14:colorTemperature colorTemp="5900"/>
                      </a14:imgEffect>
                    </a14:imgLayer>
                  </a14:imgProps>
                </a:ext>
              </a:extLst>
            </a:blip>
            <a:srcRect r="38153"/>
            <a:stretch/>
          </p:blipFill>
          <p:spPr>
            <a:xfrm>
              <a:off x="234847" y="4045846"/>
              <a:ext cx="211150" cy="445047"/>
            </a:xfrm>
            <a:prstGeom prst="rect">
              <a:avLst/>
            </a:prstGeom>
            <a:solidFill>
              <a:srgbClr val="1AD1D8"/>
            </a:solidFill>
            <a:ln>
              <a:solidFill>
                <a:srgbClr val="60C1D0"/>
              </a:solidFill>
            </a:ln>
          </p:spPr>
        </p:pic>
      </p:grpSp>
      <p:sp>
        <p:nvSpPr>
          <p:cNvPr id="43" name="Textfeld 130">
            <a:extLst>
              <a:ext uri="{FF2B5EF4-FFF2-40B4-BE49-F238E27FC236}">
                <a16:creationId xmlns:a16="http://schemas.microsoft.com/office/drawing/2014/main" id="{B313BADD-9E83-5EA9-B110-4FDB3AF7F672}"/>
              </a:ext>
            </a:extLst>
          </p:cNvPr>
          <p:cNvSpPr txBox="1"/>
          <p:nvPr/>
        </p:nvSpPr>
        <p:spPr>
          <a:xfrm>
            <a:off x="6765951" y="6314277"/>
            <a:ext cx="1357933" cy="261610"/>
          </a:xfrm>
          <a:prstGeom prst="rect">
            <a:avLst/>
          </a:prstGeom>
          <a:noFill/>
          <a:ln>
            <a:noFill/>
          </a:ln>
        </p:spPr>
        <p:txBody>
          <a:bodyPr wrap="square" rtlCol="0">
            <a:spAutoFit/>
          </a:bodyPr>
          <a:lstStyle/>
          <a:p>
            <a:pPr algn="ctr" defTabSz="509588" eaLnBrk="0" fontAlgn="base" hangingPunct="0">
              <a:spcBef>
                <a:spcPct val="0"/>
              </a:spcBef>
              <a:spcAft>
                <a:spcPct val="0"/>
              </a:spcAft>
            </a:pPr>
            <a:r>
              <a:rPr lang="de-DE" sz="1100" noProof="1">
                <a:solidFill>
                  <a:schemeClr val="tx1">
                    <a:lumMod val="75000"/>
                    <a:lumOff val="25000"/>
                  </a:schemeClr>
                </a:solidFill>
                <a:latin typeface="IBM Plex Sans Light" panose="020B0403050203000203"/>
                <a:ea typeface="ＭＳ Ｐゴシック" panose="020B0600070205080204" pitchFamily="34" charset="-128"/>
              </a:rPr>
              <a:t>90, 14 &amp; 7 days</a:t>
            </a:r>
          </a:p>
        </p:txBody>
      </p:sp>
    </p:spTree>
    <p:extLst>
      <p:ext uri="{BB962C8B-B14F-4D97-AF65-F5344CB8AC3E}">
        <p14:creationId xmlns:p14="http://schemas.microsoft.com/office/powerpoint/2010/main" val="3349132668"/>
      </p:ext>
    </p:extLst>
  </p:cSld>
  <p:clrMapOvr>
    <a:masterClrMapping/>
  </p:clrMapOvr>
  <p:transition>
    <p:fade/>
  </p:transition>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FE41A-BB60-9FF6-C0EF-A731E745066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34A0CC1-AB42-83A2-FCC8-1F0EE14EA605}"/>
              </a:ext>
            </a:extLst>
          </p:cNvPr>
          <p:cNvSpPr>
            <a:spLocks noGrp="1"/>
          </p:cNvSpPr>
          <p:nvPr>
            <p:ph type="ftr" sz="quarter" idx="15"/>
          </p:nvPr>
        </p:nvSpPr>
        <p:spPr/>
        <p:txBody>
          <a:bodyPr/>
          <a:lstStyle/>
          <a:p>
            <a:r>
              <a:rPr lang="en-US"/>
              <a:t>CONFIDENTIAL</a:t>
            </a:r>
          </a:p>
        </p:txBody>
      </p:sp>
      <p:sp>
        <p:nvSpPr>
          <p:cNvPr id="4" name="Slide Number Placeholder 3">
            <a:extLst>
              <a:ext uri="{FF2B5EF4-FFF2-40B4-BE49-F238E27FC236}">
                <a16:creationId xmlns:a16="http://schemas.microsoft.com/office/drawing/2014/main" id="{CF183767-D006-F406-EE16-7225D02C93B3}"/>
              </a:ext>
            </a:extLst>
          </p:cNvPr>
          <p:cNvSpPr>
            <a:spLocks noGrp="1"/>
          </p:cNvSpPr>
          <p:nvPr>
            <p:ph type="sldNum" sz="quarter" idx="16"/>
          </p:nvPr>
        </p:nvSpPr>
        <p:spPr/>
        <p:txBody>
          <a:bodyPr/>
          <a:lstStyle/>
          <a:p>
            <a:fld id="{4F90343F-D056-4E24-BE3D-A305BDC1A23E}" type="slidenum">
              <a:rPr lang="en-US" smtClean="0"/>
              <a:pPr/>
              <a:t>29</a:t>
            </a:fld>
            <a:endParaRPr lang="en-US"/>
          </a:p>
        </p:txBody>
      </p:sp>
      <p:grpSp>
        <p:nvGrpSpPr>
          <p:cNvPr id="63" name="Group 62">
            <a:extLst>
              <a:ext uri="{FF2B5EF4-FFF2-40B4-BE49-F238E27FC236}">
                <a16:creationId xmlns:a16="http://schemas.microsoft.com/office/drawing/2014/main" id="{8A7A2167-6CD8-854F-CC07-B55EDC364C3B}"/>
              </a:ext>
            </a:extLst>
          </p:cNvPr>
          <p:cNvGrpSpPr/>
          <p:nvPr/>
        </p:nvGrpSpPr>
        <p:grpSpPr>
          <a:xfrm>
            <a:off x="765800" y="3329061"/>
            <a:ext cx="5370906" cy="3199326"/>
            <a:chOff x="35496" y="741378"/>
            <a:chExt cx="8953207" cy="4036821"/>
          </a:xfrm>
        </p:grpSpPr>
        <p:grpSp>
          <p:nvGrpSpPr>
            <p:cNvPr id="64" name="Group 63">
              <a:extLst>
                <a:ext uri="{FF2B5EF4-FFF2-40B4-BE49-F238E27FC236}">
                  <a16:creationId xmlns:a16="http://schemas.microsoft.com/office/drawing/2014/main" id="{6083FA64-6761-2BB0-65A8-C72544B6454A}"/>
                </a:ext>
              </a:extLst>
            </p:cNvPr>
            <p:cNvGrpSpPr/>
            <p:nvPr/>
          </p:nvGrpSpPr>
          <p:grpSpPr>
            <a:xfrm>
              <a:off x="96907" y="1069239"/>
              <a:ext cx="3345399" cy="2495723"/>
              <a:chOff x="96907" y="1069237"/>
              <a:chExt cx="3345399" cy="2495723"/>
            </a:xfrm>
          </p:grpSpPr>
          <p:pic>
            <p:nvPicPr>
              <p:cNvPr id="103" name="Picture 102">
                <a:extLst>
                  <a:ext uri="{FF2B5EF4-FFF2-40B4-BE49-F238E27FC236}">
                    <a16:creationId xmlns:a16="http://schemas.microsoft.com/office/drawing/2014/main" id="{96323AF0-4D4F-B5D0-7232-4F98ECD2CE1B}"/>
                  </a:ext>
                </a:extLst>
              </p:cNvPr>
              <p:cNvPicPr>
                <a:picLocks noChangeAspect="1"/>
              </p:cNvPicPr>
              <p:nvPr/>
            </p:nvPicPr>
            <p:blipFill>
              <a:blip r:embed="rId4"/>
              <a:stretch>
                <a:fillRect/>
              </a:stretch>
            </p:blipFill>
            <p:spPr>
              <a:xfrm>
                <a:off x="323528" y="2173149"/>
                <a:ext cx="511249" cy="398601"/>
              </a:xfrm>
              <a:prstGeom prst="rect">
                <a:avLst/>
              </a:prstGeom>
            </p:spPr>
          </p:pic>
          <p:sp>
            <p:nvSpPr>
              <p:cNvPr id="104" name="TextBox 103">
                <a:extLst>
                  <a:ext uri="{FF2B5EF4-FFF2-40B4-BE49-F238E27FC236}">
                    <a16:creationId xmlns:a16="http://schemas.microsoft.com/office/drawing/2014/main" id="{655EE78C-01BB-0377-F7FE-074C6D286AD1}"/>
                  </a:ext>
                </a:extLst>
              </p:cNvPr>
              <p:cNvSpPr txBox="1"/>
              <p:nvPr/>
            </p:nvSpPr>
            <p:spPr>
              <a:xfrm>
                <a:off x="96907" y="2595761"/>
                <a:ext cx="960147" cy="500155"/>
              </a:xfrm>
              <a:prstGeom prst="rect">
                <a:avLst/>
              </a:prstGeom>
              <a:noFill/>
            </p:spPr>
            <p:txBody>
              <a:bodyPr wrap="square" rtlCol="0">
                <a:spAutoFit/>
              </a:bodyPr>
              <a:lstStyle/>
              <a:p>
                <a:r>
                  <a:rPr lang="en-US" sz="988"/>
                  <a:t>10 Users</a:t>
                </a:r>
                <a:endParaRPr lang="en-IN" sz="988"/>
              </a:p>
            </p:txBody>
          </p:sp>
          <p:pic>
            <p:nvPicPr>
              <p:cNvPr id="105" name="Picture 104">
                <a:extLst>
                  <a:ext uri="{FF2B5EF4-FFF2-40B4-BE49-F238E27FC236}">
                    <a16:creationId xmlns:a16="http://schemas.microsoft.com/office/drawing/2014/main" id="{C75DF9EC-CC5C-AE50-26EB-DD1E6AA27470}"/>
                  </a:ext>
                </a:extLst>
              </p:cNvPr>
              <p:cNvPicPr>
                <a:picLocks noChangeAspect="1"/>
              </p:cNvPicPr>
              <p:nvPr/>
            </p:nvPicPr>
            <p:blipFill>
              <a:blip r:embed="rId4"/>
              <a:stretch>
                <a:fillRect/>
              </a:stretch>
            </p:blipFill>
            <p:spPr>
              <a:xfrm>
                <a:off x="1134616" y="1892824"/>
                <a:ext cx="511249" cy="398601"/>
              </a:xfrm>
              <a:prstGeom prst="rect">
                <a:avLst/>
              </a:prstGeom>
            </p:spPr>
          </p:pic>
          <p:cxnSp>
            <p:nvCxnSpPr>
              <p:cNvPr id="106" name="Connector: Elbow 105">
                <a:extLst>
                  <a:ext uri="{FF2B5EF4-FFF2-40B4-BE49-F238E27FC236}">
                    <a16:creationId xmlns:a16="http://schemas.microsoft.com/office/drawing/2014/main" id="{21396CED-7DEF-D069-AAD4-0DC95E015357}"/>
                  </a:ext>
                </a:extLst>
              </p:cNvPr>
              <p:cNvCxnSpPr>
                <a:stCxn id="103" idx="0"/>
                <a:endCxn id="105" idx="1"/>
              </p:cNvCxnSpPr>
              <p:nvPr/>
            </p:nvCxnSpPr>
            <p:spPr>
              <a:xfrm rot="5400000" flipH="1" flipV="1">
                <a:off x="816372" y="1854906"/>
                <a:ext cx="81024" cy="55546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07" name="TextBox 106">
                <a:extLst>
                  <a:ext uri="{FF2B5EF4-FFF2-40B4-BE49-F238E27FC236}">
                    <a16:creationId xmlns:a16="http://schemas.microsoft.com/office/drawing/2014/main" id="{C9E86308-B2B8-F667-11A0-98378E79C766}"/>
                  </a:ext>
                </a:extLst>
              </p:cNvPr>
              <p:cNvSpPr txBox="1"/>
              <p:nvPr/>
            </p:nvSpPr>
            <p:spPr>
              <a:xfrm>
                <a:off x="402340" y="1431874"/>
                <a:ext cx="778309" cy="500155"/>
              </a:xfrm>
              <a:prstGeom prst="rect">
                <a:avLst/>
              </a:prstGeom>
              <a:noFill/>
            </p:spPr>
            <p:txBody>
              <a:bodyPr wrap="square" rtlCol="0">
                <a:spAutoFit/>
              </a:bodyPr>
              <a:lstStyle/>
              <a:p>
                <a:r>
                  <a:rPr lang="en-US" sz="988"/>
                  <a:t>22 sec</a:t>
                </a:r>
                <a:endParaRPr lang="en-IN" sz="988"/>
              </a:p>
            </p:txBody>
          </p:sp>
          <p:pic>
            <p:nvPicPr>
              <p:cNvPr id="108" name="Picture 107">
                <a:extLst>
                  <a:ext uri="{FF2B5EF4-FFF2-40B4-BE49-F238E27FC236}">
                    <a16:creationId xmlns:a16="http://schemas.microsoft.com/office/drawing/2014/main" id="{64CDDB92-F14E-E716-083F-145D24423F9B}"/>
                  </a:ext>
                </a:extLst>
              </p:cNvPr>
              <p:cNvPicPr>
                <a:picLocks noChangeAspect="1"/>
              </p:cNvPicPr>
              <p:nvPr/>
            </p:nvPicPr>
            <p:blipFill>
              <a:blip r:embed="rId4"/>
              <a:stretch>
                <a:fillRect/>
              </a:stretch>
            </p:blipFill>
            <p:spPr>
              <a:xfrm>
                <a:off x="1945704" y="1597086"/>
                <a:ext cx="511249" cy="398601"/>
              </a:xfrm>
              <a:prstGeom prst="rect">
                <a:avLst/>
              </a:prstGeom>
            </p:spPr>
          </p:pic>
          <p:sp>
            <p:nvSpPr>
              <p:cNvPr id="109" name="TextBox 108">
                <a:extLst>
                  <a:ext uri="{FF2B5EF4-FFF2-40B4-BE49-F238E27FC236}">
                    <a16:creationId xmlns:a16="http://schemas.microsoft.com/office/drawing/2014/main" id="{B7A7BAA5-942D-B286-BBFA-7F11FA46F3DC}"/>
                  </a:ext>
                </a:extLst>
              </p:cNvPr>
              <p:cNvSpPr txBox="1"/>
              <p:nvPr/>
            </p:nvSpPr>
            <p:spPr>
              <a:xfrm>
                <a:off x="993432" y="1337302"/>
                <a:ext cx="778309" cy="500155"/>
              </a:xfrm>
              <a:prstGeom prst="rect">
                <a:avLst/>
              </a:prstGeom>
              <a:noFill/>
            </p:spPr>
            <p:txBody>
              <a:bodyPr wrap="square" rtlCol="0">
                <a:spAutoFit/>
              </a:bodyPr>
              <a:lstStyle/>
              <a:p>
                <a:r>
                  <a:rPr lang="en-US" sz="988"/>
                  <a:t>22 sec</a:t>
                </a:r>
                <a:endParaRPr lang="en-IN" sz="988"/>
              </a:p>
            </p:txBody>
          </p:sp>
          <p:cxnSp>
            <p:nvCxnSpPr>
              <p:cNvPr id="110" name="Connector: Elbow 109">
                <a:extLst>
                  <a:ext uri="{FF2B5EF4-FFF2-40B4-BE49-F238E27FC236}">
                    <a16:creationId xmlns:a16="http://schemas.microsoft.com/office/drawing/2014/main" id="{4997674D-BC1E-6560-B465-4BD53957C7A6}"/>
                  </a:ext>
                </a:extLst>
              </p:cNvPr>
              <p:cNvCxnSpPr/>
              <p:nvPr/>
            </p:nvCxnSpPr>
            <p:spPr>
              <a:xfrm rot="5400000" flipH="1" flipV="1">
                <a:off x="1627460" y="1574580"/>
                <a:ext cx="81024" cy="55546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1" name="Picture 110">
                <a:extLst>
                  <a:ext uri="{FF2B5EF4-FFF2-40B4-BE49-F238E27FC236}">
                    <a16:creationId xmlns:a16="http://schemas.microsoft.com/office/drawing/2014/main" id="{94C6C21D-CBCB-90B7-9954-7624B6A25F36}"/>
                  </a:ext>
                </a:extLst>
              </p:cNvPr>
              <p:cNvPicPr>
                <a:picLocks noChangeAspect="1"/>
              </p:cNvPicPr>
              <p:nvPr/>
            </p:nvPicPr>
            <p:blipFill>
              <a:blip r:embed="rId4"/>
              <a:stretch>
                <a:fillRect/>
              </a:stretch>
            </p:blipFill>
            <p:spPr>
              <a:xfrm>
                <a:off x="2724013" y="1270623"/>
                <a:ext cx="511249" cy="398601"/>
              </a:xfrm>
              <a:prstGeom prst="rect">
                <a:avLst/>
              </a:prstGeom>
            </p:spPr>
          </p:pic>
          <p:cxnSp>
            <p:nvCxnSpPr>
              <p:cNvPr id="112" name="Connector: Elbow 111">
                <a:extLst>
                  <a:ext uri="{FF2B5EF4-FFF2-40B4-BE49-F238E27FC236}">
                    <a16:creationId xmlns:a16="http://schemas.microsoft.com/office/drawing/2014/main" id="{D1A0276F-5CAB-DDF8-1F24-147BD5021F0A}"/>
                  </a:ext>
                </a:extLst>
              </p:cNvPr>
              <p:cNvCxnSpPr/>
              <p:nvPr/>
            </p:nvCxnSpPr>
            <p:spPr>
              <a:xfrm rot="5400000" flipH="1" flipV="1">
                <a:off x="2416441" y="1254411"/>
                <a:ext cx="81024" cy="55546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13" name="TextBox 112">
                <a:extLst>
                  <a:ext uri="{FF2B5EF4-FFF2-40B4-BE49-F238E27FC236}">
                    <a16:creationId xmlns:a16="http://schemas.microsoft.com/office/drawing/2014/main" id="{021A9E91-F60E-CE4E-68BD-644106D65B26}"/>
                  </a:ext>
                </a:extLst>
              </p:cNvPr>
              <p:cNvSpPr txBox="1"/>
              <p:nvPr/>
            </p:nvSpPr>
            <p:spPr>
              <a:xfrm>
                <a:off x="1638491" y="1069237"/>
                <a:ext cx="778309" cy="500155"/>
              </a:xfrm>
              <a:prstGeom prst="rect">
                <a:avLst/>
              </a:prstGeom>
              <a:noFill/>
            </p:spPr>
            <p:txBody>
              <a:bodyPr wrap="square" rtlCol="0">
                <a:spAutoFit/>
              </a:bodyPr>
              <a:lstStyle/>
              <a:p>
                <a:r>
                  <a:rPr lang="en-US" sz="988"/>
                  <a:t>22 sec</a:t>
                </a:r>
                <a:endParaRPr lang="en-IN" sz="988"/>
              </a:p>
            </p:txBody>
          </p:sp>
          <p:sp>
            <p:nvSpPr>
              <p:cNvPr id="114" name="TextBox 113">
                <a:extLst>
                  <a:ext uri="{FF2B5EF4-FFF2-40B4-BE49-F238E27FC236}">
                    <a16:creationId xmlns:a16="http://schemas.microsoft.com/office/drawing/2014/main" id="{4380399F-FDC6-2C5E-A123-D9D298EF6B9C}"/>
                  </a:ext>
                </a:extLst>
              </p:cNvPr>
              <p:cNvSpPr txBox="1"/>
              <p:nvPr/>
            </p:nvSpPr>
            <p:spPr>
              <a:xfrm rot="19595175">
                <a:off x="1051566" y="2385416"/>
                <a:ext cx="2390740" cy="883806"/>
              </a:xfrm>
              <a:prstGeom prst="rect">
                <a:avLst/>
              </a:prstGeom>
              <a:noFill/>
            </p:spPr>
            <p:txBody>
              <a:bodyPr wrap="square" rtlCol="0">
                <a:spAutoFit/>
              </a:bodyPr>
              <a:lstStyle/>
              <a:p>
                <a:pPr algn="ctr"/>
                <a:r>
                  <a:rPr lang="en-US" sz="988" b="1">
                    <a:solidFill>
                      <a:srgbClr val="002060"/>
                    </a:solidFill>
                  </a:rPr>
                  <a:t>10 users will ramp up in every 22  sec until user count reaches 407</a:t>
                </a:r>
                <a:endParaRPr lang="en-IN" sz="988" b="1">
                  <a:solidFill>
                    <a:srgbClr val="002060"/>
                  </a:solidFill>
                </a:endParaRPr>
              </a:p>
            </p:txBody>
          </p:sp>
          <p:cxnSp>
            <p:nvCxnSpPr>
              <p:cNvPr id="115" name="Straight Arrow Connector 114">
                <a:extLst>
                  <a:ext uri="{FF2B5EF4-FFF2-40B4-BE49-F238E27FC236}">
                    <a16:creationId xmlns:a16="http://schemas.microsoft.com/office/drawing/2014/main" id="{627E0B23-7D8A-1B21-9786-1F54AE48ECB0}"/>
                  </a:ext>
                </a:extLst>
              </p:cNvPr>
              <p:cNvCxnSpPr>
                <a:cxnSpLocks/>
              </p:cNvCxnSpPr>
              <p:nvPr/>
            </p:nvCxnSpPr>
            <p:spPr>
              <a:xfrm flipV="1">
                <a:off x="755352" y="3320670"/>
                <a:ext cx="365856" cy="2442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784ABF87-8194-7AC4-F5D5-8A727EB7503A}"/>
                  </a:ext>
                </a:extLst>
              </p:cNvPr>
              <p:cNvCxnSpPr>
                <a:cxnSpLocks/>
              </p:cNvCxnSpPr>
              <p:nvPr/>
            </p:nvCxnSpPr>
            <p:spPr>
              <a:xfrm flipH="1">
                <a:off x="3121551" y="1907086"/>
                <a:ext cx="242030" cy="166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pic>
          <p:nvPicPr>
            <p:cNvPr id="65" name="Picture 64">
              <a:extLst>
                <a:ext uri="{FF2B5EF4-FFF2-40B4-BE49-F238E27FC236}">
                  <a16:creationId xmlns:a16="http://schemas.microsoft.com/office/drawing/2014/main" id="{F6243AE3-1E35-2C25-57F4-9D330717788B}"/>
                </a:ext>
              </a:extLst>
            </p:cNvPr>
            <p:cNvPicPr>
              <a:picLocks noChangeAspect="1"/>
            </p:cNvPicPr>
            <p:nvPr/>
          </p:nvPicPr>
          <p:blipFill>
            <a:blip r:embed="rId4"/>
            <a:stretch>
              <a:fillRect/>
            </a:stretch>
          </p:blipFill>
          <p:spPr>
            <a:xfrm>
              <a:off x="3839386" y="780447"/>
              <a:ext cx="511249" cy="398601"/>
            </a:xfrm>
            <a:prstGeom prst="rect">
              <a:avLst/>
            </a:prstGeom>
          </p:spPr>
        </p:pic>
        <p:pic>
          <p:nvPicPr>
            <p:cNvPr id="66" name="Picture 65">
              <a:extLst>
                <a:ext uri="{FF2B5EF4-FFF2-40B4-BE49-F238E27FC236}">
                  <a16:creationId xmlns:a16="http://schemas.microsoft.com/office/drawing/2014/main" id="{80964682-5089-CFBC-4FED-3D0E4F3FFB26}"/>
                </a:ext>
              </a:extLst>
            </p:cNvPr>
            <p:cNvPicPr>
              <a:picLocks noChangeAspect="1"/>
            </p:cNvPicPr>
            <p:nvPr/>
          </p:nvPicPr>
          <p:blipFill>
            <a:blip r:embed="rId4"/>
            <a:stretch>
              <a:fillRect/>
            </a:stretch>
          </p:blipFill>
          <p:spPr>
            <a:xfrm>
              <a:off x="4350635" y="764838"/>
              <a:ext cx="511249" cy="398601"/>
            </a:xfrm>
            <a:prstGeom prst="rect">
              <a:avLst/>
            </a:prstGeom>
          </p:spPr>
        </p:pic>
        <p:pic>
          <p:nvPicPr>
            <p:cNvPr id="67" name="Picture 66">
              <a:extLst>
                <a:ext uri="{FF2B5EF4-FFF2-40B4-BE49-F238E27FC236}">
                  <a16:creationId xmlns:a16="http://schemas.microsoft.com/office/drawing/2014/main" id="{3F7DE46A-E47C-17EC-84FB-D007EF739831}"/>
                </a:ext>
              </a:extLst>
            </p:cNvPr>
            <p:cNvPicPr>
              <a:picLocks noChangeAspect="1"/>
            </p:cNvPicPr>
            <p:nvPr/>
          </p:nvPicPr>
          <p:blipFill>
            <a:blip r:embed="rId4"/>
            <a:stretch>
              <a:fillRect/>
            </a:stretch>
          </p:blipFill>
          <p:spPr>
            <a:xfrm>
              <a:off x="4861884" y="741378"/>
              <a:ext cx="511249" cy="398601"/>
            </a:xfrm>
            <a:prstGeom prst="rect">
              <a:avLst/>
            </a:prstGeom>
          </p:spPr>
        </p:pic>
        <p:cxnSp>
          <p:nvCxnSpPr>
            <p:cNvPr id="68" name="Straight Arrow Connector 67">
              <a:extLst>
                <a:ext uri="{FF2B5EF4-FFF2-40B4-BE49-F238E27FC236}">
                  <a16:creationId xmlns:a16="http://schemas.microsoft.com/office/drawing/2014/main" id="{1578D310-0A75-3D72-D98D-0CD9E7C945D6}"/>
                </a:ext>
              </a:extLst>
            </p:cNvPr>
            <p:cNvCxnSpPr>
              <a:cxnSpLocks/>
            </p:cNvCxnSpPr>
            <p:nvPr/>
          </p:nvCxnSpPr>
          <p:spPr>
            <a:xfrm flipH="1">
              <a:off x="3468300" y="780447"/>
              <a:ext cx="14813" cy="3164924"/>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69" name="Straight Arrow Connector 68">
              <a:extLst>
                <a:ext uri="{FF2B5EF4-FFF2-40B4-BE49-F238E27FC236}">
                  <a16:creationId xmlns:a16="http://schemas.microsoft.com/office/drawing/2014/main" id="{307AEC9D-A1F0-D833-0303-9CF1BE5034CF}"/>
                </a:ext>
              </a:extLst>
            </p:cNvPr>
            <p:cNvCxnSpPr>
              <a:cxnSpLocks/>
            </p:cNvCxnSpPr>
            <p:nvPr/>
          </p:nvCxnSpPr>
          <p:spPr>
            <a:xfrm flipH="1">
              <a:off x="3483113" y="2154635"/>
              <a:ext cx="2327836" cy="0"/>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70" name="Straight Arrow Connector 69">
              <a:extLst>
                <a:ext uri="{FF2B5EF4-FFF2-40B4-BE49-F238E27FC236}">
                  <a16:creationId xmlns:a16="http://schemas.microsoft.com/office/drawing/2014/main" id="{C4A2B3E5-FFAB-C35A-ED2D-5886103F6A89}"/>
                </a:ext>
              </a:extLst>
            </p:cNvPr>
            <p:cNvCxnSpPr>
              <a:cxnSpLocks/>
            </p:cNvCxnSpPr>
            <p:nvPr/>
          </p:nvCxnSpPr>
          <p:spPr>
            <a:xfrm flipH="1">
              <a:off x="5798690" y="780448"/>
              <a:ext cx="12259" cy="3164925"/>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pic>
          <p:nvPicPr>
            <p:cNvPr id="71" name="Picture 70">
              <a:extLst>
                <a:ext uri="{FF2B5EF4-FFF2-40B4-BE49-F238E27FC236}">
                  <a16:creationId xmlns:a16="http://schemas.microsoft.com/office/drawing/2014/main" id="{F95682C2-2685-5160-50D2-E5A1AE2A0236}"/>
                </a:ext>
              </a:extLst>
            </p:cNvPr>
            <p:cNvPicPr>
              <a:picLocks noChangeAspect="1"/>
            </p:cNvPicPr>
            <p:nvPr/>
          </p:nvPicPr>
          <p:blipFill>
            <a:blip r:embed="rId4"/>
            <a:stretch>
              <a:fillRect/>
            </a:stretch>
          </p:blipFill>
          <p:spPr>
            <a:xfrm>
              <a:off x="5913858" y="1252971"/>
              <a:ext cx="511249" cy="398601"/>
            </a:xfrm>
            <a:prstGeom prst="rect">
              <a:avLst/>
            </a:prstGeom>
          </p:spPr>
        </p:pic>
        <p:sp>
          <p:nvSpPr>
            <p:cNvPr id="72" name="TextBox 71">
              <a:extLst>
                <a:ext uri="{FF2B5EF4-FFF2-40B4-BE49-F238E27FC236}">
                  <a16:creationId xmlns:a16="http://schemas.microsoft.com/office/drawing/2014/main" id="{A081BCFF-4410-28FD-E56B-42247D1CA8B5}"/>
                </a:ext>
              </a:extLst>
            </p:cNvPr>
            <p:cNvSpPr txBox="1"/>
            <p:nvPr/>
          </p:nvSpPr>
          <p:spPr>
            <a:xfrm>
              <a:off x="7227038" y="2325529"/>
              <a:ext cx="965540" cy="500155"/>
            </a:xfrm>
            <a:prstGeom prst="rect">
              <a:avLst/>
            </a:prstGeom>
            <a:noFill/>
          </p:spPr>
          <p:txBody>
            <a:bodyPr wrap="square" rtlCol="0">
              <a:spAutoFit/>
            </a:bodyPr>
            <a:lstStyle/>
            <a:p>
              <a:r>
                <a:rPr lang="en-US" sz="988"/>
                <a:t>10 Users</a:t>
              </a:r>
              <a:endParaRPr lang="en-IN" sz="988"/>
            </a:p>
          </p:txBody>
        </p:sp>
        <p:pic>
          <p:nvPicPr>
            <p:cNvPr id="73" name="Picture 72">
              <a:extLst>
                <a:ext uri="{FF2B5EF4-FFF2-40B4-BE49-F238E27FC236}">
                  <a16:creationId xmlns:a16="http://schemas.microsoft.com/office/drawing/2014/main" id="{F7005213-F4DE-7B0F-2279-17460E6AC63A}"/>
                </a:ext>
              </a:extLst>
            </p:cNvPr>
            <p:cNvPicPr>
              <a:picLocks noChangeAspect="1"/>
            </p:cNvPicPr>
            <p:nvPr/>
          </p:nvPicPr>
          <p:blipFill>
            <a:blip r:embed="rId4"/>
            <a:stretch>
              <a:fillRect/>
            </a:stretch>
          </p:blipFill>
          <p:spPr>
            <a:xfrm>
              <a:off x="6601392" y="1582448"/>
              <a:ext cx="511249" cy="398601"/>
            </a:xfrm>
            <a:prstGeom prst="rect">
              <a:avLst/>
            </a:prstGeom>
          </p:spPr>
        </p:pic>
        <p:sp>
          <p:nvSpPr>
            <p:cNvPr id="74" name="TextBox 73">
              <a:extLst>
                <a:ext uri="{FF2B5EF4-FFF2-40B4-BE49-F238E27FC236}">
                  <a16:creationId xmlns:a16="http://schemas.microsoft.com/office/drawing/2014/main" id="{8D692357-3150-90E1-0070-4F48A6C5D515}"/>
                </a:ext>
              </a:extLst>
            </p:cNvPr>
            <p:cNvSpPr txBox="1"/>
            <p:nvPr/>
          </p:nvSpPr>
          <p:spPr>
            <a:xfrm>
              <a:off x="5925914" y="746761"/>
              <a:ext cx="778308" cy="500155"/>
            </a:xfrm>
            <a:prstGeom prst="rect">
              <a:avLst/>
            </a:prstGeom>
            <a:noFill/>
          </p:spPr>
          <p:txBody>
            <a:bodyPr wrap="square" rtlCol="0">
              <a:spAutoFit/>
            </a:bodyPr>
            <a:lstStyle/>
            <a:p>
              <a:r>
                <a:rPr lang="en-US" sz="988"/>
                <a:t>22 sec</a:t>
              </a:r>
              <a:endParaRPr lang="en-IN" sz="988"/>
            </a:p>
          </p:txBody>
        </p:sp>
        <p:pic>
          <p:nvPicPr>
            <p:cNvPr id="75" name="Picture 74">
              <a:extLst>
                <a:ext uri="{FF2B5EF4-FFF2-40B4-BE49-F238E27FC236}">
                  <a16:creationId xmlns:a16="http://schemas.microsoft.com/office/drawing/2014/main" id="{ACE9B240-650B-823D-B985-AC9897A53D09}"/>
                </a:ext>
              </a:extLst>
            </p:cNvPr>
            <p:cNvPicPr>
              <a:picLocks noChangeAspect="1"/>
            </p:cNvPicPr>
            <p:nvPr/>
          </p:nvPicPr>
          <p:blipFill>
            <a:blip r:embed="rId4"/>
            <a:stretch>
              <a:fillRect/>
            </a:stretch>
          </p:blipFill>
          <p:spPr>
            <a:xfrm>
              <a:off x="7295472" y="1959472"/>
              <a:ext cx="511249" cy="398601"/>
            </a:xfrm>
            <a:prstGeom prst="rect">
              <a:avLst/>
            </a:prstGeom>
          </p:spPr>
        </p:pic>
        <p:pic>
          <p:nvPicPr>
            <p:cNvPr id="76" name="Picture 75">
              <a:extLst>
                <a:ext uri="{FF2B5EF4-FFF2-40B4-BE49-F238E27FC236}">
                  <a16:creationId xmlns:a16="http://schemas.microsoft.com/office/drawing/2014/main" id="{E08D8A07-54CB-12DF-A012-D86ED93CF13F}"/>
                </a:ext>
              </a:extLst>
            </p:cNvPr>
            <p:cNvPicPr>
              <a:picLocks noChangeAspect="1"/>
            </p:cNvPicPr>
            <p:nvPr/>
          </p:nvPicPr>
          <p:blipFill>
            <a:blip r:embed="rId4"/>
            <a:stretch>
              <a:fillRect/>
            </a:stretch>
          </p:blipFill>
          <p:spPr>
            <a:xfrm>
              <a:off x="7971692" y="2326599"/>
              <a:ext cx="511249" cy="398601"/>
            </a:xfrm>
            <a:prstGeom prst="rect">
              <a:avLst/>
            </a:prstGeom>
          </p:spPr>
        </p:pic>
        <p:sp>
          <p:nvSpPr>
            <p:cNvPr id="77" name="TextBox 76">
              <a:extLst>
                <a:ext uri="{FF2B5EF4-FFF2-40B4-BE49-F238E27FC236}">
                  <a16:creationId xmlns:a16="http://schemas.microsoft.com/office/drawing/2014/main" id="{1083EB10-30C1-EFD9-A359-135AFDC15040}"/>
                </a:ext>
              </a:extLst>
            </p:cNvPr>
            <p:cNvSpPr txBox="1"/>
            <p:nvPr/>
          </p:nvSpPr>
          <p:spPr>
            <a:xfrm rot="1986314">
              <a:off x="5473007" y="2691522"/>
              <a:ext cx="2534826" cy="897247"/>
            </a:xfrm>
            <a:prstGeom prst="rect">
              <a:avLst/>
            </a:prstGeom>
            <a:noFill/>
          </p:spPr>
          <p:txBody>
            <a:bodyPr wrap="square" rtlCol="0">
              <a:spAutoFit/>
            </a:bodyPr>
            <a:lstStyle/>
            <a:p>
              <a:pPr algn="ctr"/>
              <a:r>
                <a:rPr lang="en-US" sz="988" b="1">
                  <a:solidFill>
                    <a:srgbClr val="002060"/>
                  </a:solidFill>
                </a:rPr>
                <a:t>10 users will ramp down in every 2 sec until user count reaches 0 Users</a:t>
              </a:r>
              <a:endParaRPr lang="en-IN" sz="988" b="1">
                <a:solidFill>
                  <a:srgbClr val="002060"/>
                </a:solidFill>
              </a:endParaRPr>
            </a:p>
          </p:txBody>
        </p:sp>
        <p:cxnSp>
          <p:nvCxnSpPr>
            <p:cNvPr id="78" name="Connector: Elbow 77">
              <a:extLst>
                <a:ext uri="{FF2B5EF4-FFF2-40B4-BE49-F238E27FC236}">
                  <a16:creationId xmlns:a16="http://schemas.microsoft.com/office/drawing/2014/main" id="{E655FAFE-FCF2-0AE5-A4BB-ECA3D230A3C3}"/>
                </a:ext>
              </a:extLst>
            </p:cNvPr>
            <p:cNvCxnSpPr>
              <a:cxnSpLocks/>
              <a:endCxn id="73" idx="0"/>
            </p:cNvCxnSpPr>
            <p:nvPr/>
          </p:nvCxnSpPr>
          <p:spPr>
            <a:xfrm>
              <a:off x="6452867" y="1414420"/>
              <a:ext cx="404150" cy="16802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7F429A1B-5110-98AB-A19E-488142EF54D7}"/>
                </a:ext>
              </a:extLst>
            </p:cNvPr>
            <p:cNvSpPr txBox="1"/>
            <p:nvPr/>
          </p:nvSpPr>
          <p:spPr>
            <a:xfrm>
              <a:off x="2620834" y="1614036"/>
              <a:ext cx="763975" cy="691981"/>
            </a:xfrm>
            <a:prstGeom prst="rect">
              <a:avLst/>
            </a:prstGeom>
            <a:noFill/>
          </p:spPr>
          <p:txBody>
            <a:bodyPr wrap="square" rtlCol="0">
              <a:spAutoFit/>
            </a:bodyPr>
            <a:lstStyle/>
            <a:p>
              <a:r>
                <a:rPr lang="en-US" sz="988"/>
                <a:t>10 Users</a:t>
              </a:r>
              <a:endParaRPr lang="en-IN" sz="988"/>
            </a:p>
          </p:txBody>
        </p:sp>
        <p:sp>
          <p:nvSpPr>
            <p:cNvPr id="80" name="TextBox 79">
              <a:extLst>
                <a:ext uri="{FF2B5EF4-FFF2-40B4-BE49-F238E27FC236}">
                  <a16:creationId xmlns:a16="http://schemas.microsoft.com/office/drawing/2014/main" id="{FD420B6A-24C8-C952-487D-96047A0359C4}"/>
                </a:ext>
              </a:extLst>
            </p:cNvPr>
            <p:cNvSpPr txBox="1"/>
            <p:nvPr/>
          </p:nvSpPr>
          <p:spPr>
            <a:xfrm>
              <a:off x="5866060" y="1587782"/>
              <a:ext cx="920785" cy="500155"/>
            </a:xfrm>
            <a:prstGeom prst="rect">
              <a:avLst/>
            </a:prstGeom>
            <a:noFill/>
          </p:spPr>
          <p:txBody>
            <a:bodyPr wrap="square" rtlCol="0">
              <a:spAutoFit/>
            </a:bodyPr>
            <a:lstStyle/>
            <a:p>
              <a:r>
                <a:rPr lang="en-US" sz="988"/>
                <a:t>10 Users</a:t>
              </a:r>
              <a:endParaRPr lang="en-IN" sz="988"/>
            </a:p>
          </p:txBody>
        </p:sp>
        <p:sp>
          <p:nvSpPr>
            <p:cNvPr id="81" name="TextBox 80">
              <a:extLst>
                <a:ext uri="{FF2B5EF4-FFF2-40B4-BE49-F238E27FC236}">
                  <a16:creationId xmlns:a16="http://schemas.microsoft.com/office/drawing/2014/main" id="{BB45CA0E-2A4F-5BA6-E33C-1168C881CB14}"/>
                </a:ext>
              </a:extLst>
            </p:cNvPr>
            <p:cNvSpPr txBox="1"/>
            <p:nvPr/>
          </p:nvSpPr>
          <p:spPr>
            <a:xfrm>
              <a:off x="6568723" y="1926641"/>
              <a:ext cx="1098822" cy="500155"/>
            </a:xfrm>
            <a:prstGeom prst="rect">
              <a:avLst/>
            </a:prstGeom>
            <a:noFill/>
          </p:spPr>
          <p:txBody>
            <a:bodyPr wrap="square" rtlCol="0">
              <a:spAutoFit/>
            </a:bodyPr>
            <a:lstStyle/>
            <a:p>
              <a:r>
                <a:rPr lang="en-US" sz="988"/>
                <a:t>10 Users</a:t>
              </a:r>
              <a:endParaRPr lang="en-IN" sz="988"/>
            </a:p>
          </p:txBody>
        </p:sp>
        <p:cxnSp>
          <p:nvCxnSpPr>
            <p:cNvPr id="83" name="Connector: Elbow 82">
              <a:extLst>
                <a:ext uri="{FF2B5EF4-FFF2-40B4-BE49-F238E27FC236}">
                  <a16:creationId xmlns:a16="http://schemas.microsoft.com/office/drawing/2014/main" id="{5A116FE2-6832-CA40-9675-C788005306EB}"/>
                </a:ext>
              </a:extLst>
            </p:cNvPr>
            <p:cNvCxnSpPr>
              <a:cxnSpLocks/>
            </p:cNvCxnSpPr>
            <p:nvPr/>
          </p:nvCxnSpPr>
          <p:spPr>
            <a:xfrm>
              <a:off x="7146946" y="1699963"/>
              <a:ext cx="404150" cy="16802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3F271209-5031-6C76-DDC9-2D99AA3E01B1}"/>
                </a:ext>
              </a:extLst>
            </p:cNvPr>
            <p:cNvSpPr txBox="1"/>
            <p:nvPr/>
          </p:nvSpPr>
          <p:spPr>
            <a:xfrm>
              <a:off x="6666213" y="914788"/>
              <a:ext cx="778308" cy="500155"/>
            </a:xfrm>
            <a:prstGeom prst="rect">
              <a:avLst/>
            </a:prstGeom>
            <a:noFill/>
          </p:spPr>
          <p:txBody>
            <a:bodyPr wrap="square" rtlCol="0">
              <a:spAutoFit/>
            </a:bodyPr>
            <a:lstStyle/>
            <a:p>
              <a:r>
                <a:rPr lang="en-US" sz="988"/>
                <a:t>22 sec</a:t>
              </a:r>
              <a:endParaRPr lang="en-IN" sz="988"/>
            </a:p>
          </p:txBody>
        </p:sp>
        <p:sp>
          <p:nvSpPr>
            <p:cNvPr id="85" name="TextBox 84">
              <a:extLst>
                <a:ext uri="{FF2B5EF4-FFF2-40B4-BE49-F238E27FC236}">
                  <a16:creationId xmlns:a16="http://schemas.microsoft.com/office/drawing/2014/main" id="{269CB519-9C3E-EF78-957E-E4E4DD57FE21}"/>
                </a:ext>
              </a:extLst>
            </p:cNvPr>
            <p:cNvSpPr txBox="1"/>
            <p:nvPr/>
          </p:nvSpPr>
          <p:spPr>
            <a:xfrm>
              <a:off x="7216795" y="1210781"/>
              <a:ext cx="778308" cy="500155"/>
            </a:xfrm>
            <a:prstGeom prst="rect">
              <a:avLst/>
            </a:prstGeom>
            <a:noFill/>
          </p:spPr>
          <p:txBody>
            <a:bodyPr wrap="square" rtlCol="0">
              <a:spAutoFit/>
            </a:bodyPr>
            <a:lstStyle/>
            <a:p>
              <a:r>
                <a:rPr lang="en-US" sz="988"/>
                <a:t>22 sec</a:t>
              </a:r>
              <a:endParaRPr lang="en-IN" sz="988"/>
            </a:p>
          </p:txBody>
        </p:sp>
        <p:cxnSp>
          <p:nvCxnSpPr>
            <p:cNvPr id="86" name="Connector: Elbow 85">
              <a:extLst>
                <a:ext uri="{FF2B5EF4-FFF2-40B4-BE49-F238E27FC236}">
                  <a16:creationId xmlns:a16="http://schemas.microsoft.com/office/drawing/2014/main" id="{C6ACDC0E-F954-60AB-A5EE-FEB79CC84D86}"/>
                </a:ext>
              </a:extLst>
            </p:cNvPr>
            <p:cNvCxnSpPr>
              <a:cxnSpLocks/>
            </p:cNvCxnSpPr>
            <p:nvPr/>
          </p:nvCxnSpPr>
          <p:spPr>
            <a:xfrm>
              <a:off x="7828091" y="2173690"/>
              <a:ext cx="404150" cy="16802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2EB84073-3DA1-5B9C-EAE0-15E260593BCA}"/>
                </a:ext>
              </a:extLst>
            </p:cNvPr>
            <p:cNvCxnSpPr>
              <a:cxnSpLocks/>
            </p:cNvCxnSpPr>
            <p:nvPr/>
          </p:nvCxnSpPr>
          <p:spPr>
            <a:xfrm>
              <a:off x="5989478" y="1975661"/>
              <a:ext cx="165168" cy="4470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CD01A7F1-925A-7AC0-5A34-94A74484C9EB}"/>
                </a:ext>
              </a:extLst>
            </p:cNvPr>
            <p:cNvCxnSpPr>
              <a:cxnSpLocks/>
            </p:cNvCxnSpPr>
            <p:nvPr/>
          </p:nvCxnSpPr>
          <p:spPr>
            <a:xfrm flipH="1" flipV="1">
              <a:off x="7701462" y="3434505"/>
              <a:ext cx="754403" cy="3022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BC77F62F-C47A-4D85-56BD-2DADEF65DDE0}"/>
                </a:ext>
              </a:extLst>
            </p:cNvPr>
            <p:cNvCxnSpPr>
              <a:cxnSpLocks/>
            </p:cNvCxnSpPr>
            <p:nvPr/>
          </p:nvCxnSpPr>
          <p:spPr>
            <a:xfrm>
              <a:off x="35496" y="3795886"/>
              <a:ext cx="756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942DDA3E-6D27-6776-B03F-EDE8DB1EC1E1}"/>
                </a:ext>
              </a:extLst>
            </p:cNvPr>
            <p:cNvCxnSpPr>
              <a:cxnSpLocks/>
            </p:cNvCxnSpPr>
            <p:nvPr/>
          </p:nvCxnSpPr>
          <p:spPr>
            <a:xfrm flipH="1">
              <a:off x="2562432" y="3810234"/>
              <a:ext cx="656575" cy="158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72E86F80-7C75-4F73-127B-4E1011C60DC0}"/>
                </a:ext>
              </a:extLst>
            </p:cNvPr>
            <p:cNvCxnSpPr>
              <a:cxnSpLocks/>
            </p:cNvCxnSpPr>
            <p:nvPr/>
          </p:nvCxnSpPr>
          <p:spPr>
            <a:xfrm flipH="1">
              <a:off x="5205482" y="3792553"/>
              <a:ext cx="3353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8BD6195B-9D3F-508F-A121-5D3882AF98B8}"/>
                </a:ext>
              </a:extLst>
            </p:cNvPr>
            <p:cNvCxnSpPr>
              <a:cxnSpLocks/>
            </p:cNvCxnSpPr>
            <p:nvPr/>
          </p:nvCxnSpPr>
          <p:spPr>
            <a:xfrm flipV="1">
              <a:off x="3590311" y="3810234"/>
              <a:ext cx="477633" cy="11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EEE5C548-5B5A-7D0A-15A7-FB7921F9D934}"/>
                </a:ext>
              </a:extLst>
            </p:cNvPr>
            <p:cNvSpPr txBox="1"/>
            <p:nvPr/>
          </p:nvSpPr>
          <p:spPr>
            <a:xfrm>
              <a:off x="4102478" y="3676185"/>
              <a:ext cx="1268594" cy="275975"/>
            </a:xfrm>
            <a:prstGeom prst="rect">
              <a:avLst/>
            </a:prstGeom>
            <a:noFill/>
          </p:spPr>
          <p:txBody>
            <a:bodyPr wrap="square" rtlCol="0">
              <a:spAutoFit/>
            </a:bodyPr>
            <a:lstStyle/>
            <a:p>
              <a:r>
                <a:rPr lang="en-US" sz="800">
                  <a:solidFill>
                    <a:srgbClr val="002060"/>
                  </a:solidFill>
                </a:rPr>
                <a:t>Steady State</a:t>
              </a:r>
              <a:endParaRPr lang="en-IN" sz="800">
                <a:solidFill>
                  <a:srgbClr val="002060"/>
                </a:solidFill>
              </a:endParaRPr>
            </a:p>
          </p:txBody>
        </p:sp>
        <p:cxnSp>
          <p:nvCxnSpPr>
            <p:cNvPr id="94" name="Straight Arrow Connector 93">
              <a:extLst>
                <a:ext uri="{FF2B5EF4-FFF2-40B4-BE49-F238E27FC236}">
                  <a16:creationId xmlns:a16="http://schemas.microsoft.com/office/drawing/2014/main" id="{090E7E21-9646-8007-C122-89C94035ECF9}"/>
                </a:ext>
              </a:extLst>
            </p:cNvPr>
            <p:cNvCxnSpPr>
              <a:cxnSpLocks/>
            </p:cNvCxnSpPr>
            <p:nvPr/>
          </p:nvCxnSpPr>
          <p:spPr>
            <a:xfrm>
              <a:off x="5824833" y="3781104"/>
              <a:ext cx="63034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F66A254D-DA85-C7A4-0484-2B42F3D675AA}"/>
                </a:ext>
              </a:extLst>
            </p:cNvPr>
            <p:cNvSpPr txBox="1"/>
            <p:nvPr/>
          </p:nvSpPr>
          <p:spPr>
            <a:xfrm>
              <a:off x="6424256" y="3691264"/>
              <a:ext cx="2318048" cy="271841"/>
            </a:xfrm>
            <a:prstGeom prst="rect">
              <a:avLst/>
            </a:prstGeom>
            <a:noFill/>
          </p:spPr>
          <p:txBody>
            <a:bodyPr wrap="square" rtlCol="0">
              <a:spAutoFit/>
            </a:bodyPr>
            <a:lstStyle/>
            <a:p>
              <a:r>
                <a:rPr lang="en-US" sz="800">
                  <a:solidFill>
                    <a:srgbClr val="002060"/>
                  </a:solidFill>
                </a:rPr>
                <a:t>User Ramp Down Phase</a:t>
              </a:r>
              <a:endParaRPr lang="en-IN" sz="800">
                <a:solidFill>
                  <a:srgbClr val="002060"/>
                </a:solidFill>
              </a:endParaRPr>
            </a:p>
          </p:txBody>
        </p:sp>
        <p:cxnSp>
          <p:nvCxnSpPr>
            <p:cNvPr id="96" name="Straight Arrow Connector 95">
              <a:extLst>
                <a:ext uri="{FF2B5EF4-FFF2-40B4-BE49-F238E27FC236}">
                  <a16:creationId xmlns:a16="http://schemas.microsoft.com/office/drawing/2014/main" id="{CD8F4408-A2A6-6C7E-6890-E10F38F2E8B3}"/>
                </a:ext>
              </a:extLst>
            </p:cNvPr>
            <p:cNvCxnSpPr>
              <a:cxnSpLocks/>
            </p:cNvCxnSpPr>
            <p:nvPr/>
          </p:nvCxnSpPr>
          <p:spPr>
            <a:xfrm flipH="1" flipV="1">
              <a:off x="8482941" y="3810234"/>
              <a:ext cx="5057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1A73B174-7611-A6C9-A2AD-A2DE00E09F6D}"/>
                </a:ext>
              </a:extLst>
            </p:cNvPr>
            <p:cNvSpPr txBox="1"/>
            <p:nvPr/>
          </p:nvSpPr>
          <p:spPr>
            <a:xfrm>
              <a:off x="108552" y="4079178"/>
              <a:ext cx="2999089" cy="699021"/>
            </a:xfrm>
            <a:prstGeom prst="rect">
              <a:avLst/>
            </a:prstGeom>
            <a:noFill/>
            <a:ln>
              <a:solidFill>
                <a:srgbClr val="002060"/>
              </a:solidFill>
            </a:ln>
          </p:spPr>
          <p:txBody>
            <a:bodyPr wrap="square" rtlCol="0">
              <a:spAutoFit/>
            </a:bodyPr>
            <a:lstStyle/>
            <a:p>
              <a:pPr algn="ctr"/>
              <a:r>
                <a:rPr lang="en-US" sz="1000">
                  <a:solidFill>
                    <a:srgbClr val="002060"/>
                  </a:solidFill>
                </a:rPr>
                <a:t>It takes about 15 minutes to ramp up all  407 Users to  on the system</a:t>
              </a:r>
              <a:endParaRPr lang="en-IN" sz="1000">
                <a:solidFill>
                  <a:srgbClr val="002060"/>
                </a:solidFill>
              </a:endParaRPr>
            </a:p>
          </p:txBody>
        </p:sp>
        <p:sp>
          <p:nvSpPr>
            <p:cNvPr id="98" name="TextBox 97">
              <a:extLst>
                <a:ext uri="{FF2B5EF4-FFF2-40B4-BE49-F238E27FC236}">
                  <a16:creationId xmlns:a16="http://schemas.microsoft.com/office/drawing/2014/main" id="{08270CC3-6F18-973C-63EA-CAC334E641AD}"/>
                </a:ext>
              </a:extLst>
            </p:cNvPr>
            <p:cNvSpPr txBox="1"/>
            <p:nvPr/>
          </p:nvSpPr>
          <p:spPr>
            <a:xfrm>
              <a:off x="3563896" y="4080030"/>
              <a:ext cx="2232241" cy="504848"/>
            </a:xfrm>
            <a:prstGeom prst="rect">
              <a:avLst/>
            </a:prstGeom>
            <a:noFill/>
            <a:ln>
              <a:solidFill>
                <a:srgbClr val="002060"/>
              </a:solidFill>
            </a:ln>
          </p:spPr>
          <p:txBody>
            <a:bodyPr wrap="square" rtlCol="0">
              <a:spAutoFit/>
            </a:bodyPr>
            <a:lstStyle/>
            <a:p>
              <a:pPr algn="ctr"/>
              <a:r>
                <a:rPr lang="en-US" sz="1000">
                  <a:solidFill>
                    <a:srgbClr val="002060"/>
                  </a:solidFill>
                </a:rPr>
                <a:t>Test will run for 1 hour with 407 users </a:t>
              </a:r>
              <a:endParaRPr lang="en-IN" sz="1000">
                <a:solidFill>
                  <a:srgbClr val="002060"/>
                </a:solidFill>
              </a:endParaRPr>
            </a:p>
          </p:txBody>
        </p:sp>
        <p:sp>
          <p:nvSpPr>
            <p:cNvPr id="99" name="TextBox 98">
              <a:extLst>
                <a:ext uri="{FF2B5EF4-FFF2-40B4-BE49-F238E27FC236}">
                  <a16:creationId xmlns:a16="http://schemas.microsoft.com/office/drawing/2014/main" id="{D80F3C7A-87BE-EAEB-75F7-74AB61B9A431}"/>
                </a:ext>
              </a:extLst>
            </p:cNvPr>
            <p:cNvSpPr txBox="1"/>
            <p:nvPr/>
          </p:nvSpPr>
          <p:spPr>
            <a:xfrm>
              <a:off x="6114528" y="4079177"/>
              <a:ext cx="2874175" cy="699021"/>
            </a:xfrm>
            <a:prstGeom prst="rect">
              <a:avLst/>
            </a:prstGeom>
            <a:noFill/>
            <a:ln>
              <a:solidFill>
                <a:srgbClr val="002060"/>
              </a:solidFill>
            </a:ln>
          </p:spPr>
          <p:txBody>
            <a:bodyPr wrap="square" rtlCol="0">
              <a:spAutoFit/>
            </a:bodyPr>
            <a:lstStyle/>
            <a:p>
              <a:pPr algn="ctr"/>
              <a:r>
                <a:rPr lang="en-US" sz="1000">
                  <a:solidFill>
                    <a:srgbClr val="002060"/>
                  </a:solidFill>
                </a:rPr>
                <a:t>It takes about 15 minutes to ramp up all 407 Users to  on the system</a:t>
              </a:r>
              <a:endParaRPr lang="en-IN" sz="1000">
                <a:solidFill>
                  <a:srgbClr val="002060"/>
                </a:solidFill>
              </a:endParaRPr>
            </a:p>
          </p:txBody>
        </p:sp>
        <p:pic>
          <p:nvPicPr>
            <p:cNvPr id="100" name="Picture 99">
              <a:extLst>
                <a:ext uri="{FF2B5EF4-FFF2-40B4-BE49-F238E27FC236}">
                  <a16:creationId xmlns:a16="http://schemas.microsoft.com/office/drawing/2014/main" id="{B970A1AC-8BD9-74A1-E51C-BE984015EA70}"/>
                </a:ext>
              </a:extLst>
            </p:cNvPr>
            <p:cNvPicPr>
              <a:picLocks noChangeAspect="1"/>
            </p:cNvPicPr>
            <p:nvPr/>
          </p:nvPicPr>
          <p:blipFill>
            <a:blip r:embed="rId4"/>
            <a:stretch>
              <a:fillRect/>
            </a:stretch>
          </p:blipFill>
          <p:spPr>
            <a:xfrm>
              <a:off x="3859051" y="1133542"/>
              <a:ext cx="511249" cy="398601"/>
            </a:xfrm>
            <a:prstGeom prst="rect">
              <a:avLst/>
            </a:prstGeom>
          </p:spPr>
        </p:pic>
        <p:pic>
          <p:nvPicPr>
            <p:cNvPr id="101" name="Picture 100">
              <a:extLst>
                <a:ext uri="{FF2B5EF4-FFF2-40B4-BE49-F238E27FC236}">
                  <a16:creationId xmlns:a16="http://schemas.microsoft.com/office/drawing/2014/main" id="{C2201735-C987-DB78-676A-B506EF517393}"/>
                </a:ext>
              </a:extLst>
            </p:cNvPr>
            <p:cNvPicPr>
              <a:picLocks noChangeAspect="1"/>
            </p:cNvPicPr>
            <p:nvPr/>
          </p:nvPicPr>
          <p:blipFill>
            <a:blip r:embed="rId4"/>
            <a:stretch>
              <a:fillRect/>
            </a:stretch>
          </p:blipFill>
          <p:spPr>
            <a:xfrm>
              <a:off x="4375159" y="1123086"/>
              <a:ext cx="511249" cy="398601"/>
            </a:xfrm>
            <a:prstGeom prst="rect">
              <a:avLst/>
            </a:prstGeom>
          </p:spPr>
        </p:pic>
        <p:pic>
          <p:nvPicPr>
            <p:cNvPr id="102" name="Picture 101">
              <a:extLst>
                <a:ext uri="{FF2B5EF4-FFF2-40B4-BE49-F238E27FC236}">
                  <a16:creationId xmlns:a16="http://schemas.microsoft.com/office/drawing/2014/main" id="{95835D56-D074-ACB2-9A47-70FCDEA75D3C}"/>
                </a:ext>
              </a:extLst>
            </p:cNvPr>
            <p:cNvPicPr>
              <a:picLocks noChangeAspect="1"/>
            </p:cNvPicPr>
            <p:nvPr/>
          </p:nvPicPr>
          <p:blipFill>
            <a:blip r:embed="rId4"/>
            <a:stretch>
              <a:fillRect/>
            </a:stretch>
          </p:blipFill>
          <p:spPr>
            <a:xfrm>
              <a:off x="4859825" y="1110195"/>
              <a:ext cx="511249" cy="398601"/>
            </a:xfrm>
            <a:prstGeom prst="rect">
              <a:avLst/>
            </a:prstGeom>
          </p:spPr>
        </p:pic>
      </p:grpSp>
      <p:sp>
        <p:nvSpPr>
          <p:cNvPr id="117" name="TextBox 116">
            <a:extLst>
              <a:ext uri="{FF2B5EF4-FFF2-40B4-BE49-F238E27FC236}">
                <a16:creationId xmlns:a16="http://schemas.microsoft.com/office/drawing/2014/main" id="{0612EE02-A6D5-026A-B807-DA143EAEBB04}"/>
              </a:ext>
            </a:extLst>
          </p:cNvPr>
          <p:cNvSpPr txBox="1"/>
          <p:nvPr/>
        </p:nvSpPr>
        <p:spPr>
          <a:xfrm>
            <a:off x="1906351" y="2933737"/>
            <a:ext cx="4439329" cy="338554"/>
          </a:xfrm>
          <a:prstGeom prst="rect">
            <a:avLst/>
          </a:prstGeom>
          <a:noFill/>
        </p:spPr>
        <p:txBody>
          <a:bodyPr wrap="square">
            <a:spAutoFit/>
          </a:bodyPr>
          <a:lstStyle/>
          <a:p>
            <a:r>
              <a:rPr lang="en-US" sz="1600" b="1">
                <a:ea typeface="Calibri" panose="020F0502020204030204" pitchFamily="34" charset="0"/>
                <a:cs typeface="Calibri" panose="020F0502020204030204" pitchFamily="34" charset="0"/>
              </a:rPr>
              <a:t>Goal#1 – Load Test sample pattern</a:t>
            </a:r>
            <a:endParaRPr lang="en-US" sz="1600" b="1"/>
          </a:p>
        </p:txBody>
      </p:sp>
      <p:sp>
        <p:nvSpPr>
          <p:cNvPr id="172" name="Rectangle 171">
            <a:extLst>
              <a:ext uri="{FF2B5EF4-FFF2-40B4-BE49-F238E27FC236}">
                <a16:creationId xmlns:a16="http://schemas.microsoft.com/office/drawing/2014/main" id="{5AC9D14C-AD8F-6199-7EAD-24DBBB40B37E}"/>
              </a:ext>
            </a:extLst>
          </p:cNvPr>
          <p:cNvSpPr/>
          <p:nvPr/>
        </p:nvSpPr>
        <p:spPr>
          <a:xfrm>
            <a:off x="665950" y="3281467"/>
            <a:ext cx="5558618" cy="3344259"/>
          </a:xfrm>
          <a:prstGeom prst="rect">
            <a:avLst/>
          </a:prstGeom>
          <a:noFill/>
          <a:ln/>
        </p:spPr>
        <p:style>
          <a:lnRef idx="2">
            <a:schemeClr val="accent1"/>
          </a:lnRef>
          <a:fillRef idx="1">
            <a:schemeClr val="lt1"/>
          </a:fillRef>
          <a:effectRef idx="0">
            <a:schemeClr val="accent1"/>
          </a:effectRef>
          <a:fontRef idx="minor">
            <a:schemeClr val="dk1"/>
          </a:fontRef>
        </p:style>
        <p:txBody>
          <a:bodyPr lIns="91440" tIns="0" rIns="91440" bIns="0" rtlCol="0" anchor="ctr"/>
          <a:lstStyle/>
          <a:p>
            <a:pPr algn="ctr">
              <a:lnSpc>
                <a:spcPct val="85000"/>
              </a:lnSpc>
            </a:pPr>
            <a:endParaRPr lang="en-US" sz="2400">
              <a:solidFill>
                <a:schemeClr val="bg1"/>
              </a:solidFill>
            </a:endParaRPr>
          </a:p>
        </p:txBody>
      </p:sp>
      <p:grpSp>
        <p:nvGrpSpPr>
          <p:cNvPr id="174" name="Group 173">
            <a:extLst>
              <a:ext uri="{FF2B5EF4-FFF2-40B4-BE49-F238E27FC236}">
                <a16:creationId xmlns:a16="http://schemas.microsoft.com/office/drawing/2014/main" id="{B14A2872-9B90-FE9D-FFE7-8FE557D3EE89}"/>
              </a:ext>
            </a:extLst>
          </p:cNvPr>
          <p:cNvGrpSpPr/>
          <p:nvPr/>
        </p:nvGrpSpPr>
        <p:grpSpPr>
          <a:xfrm>
            <a:off x="6499551" y="3310328"/>
            <a:ext cx="5140625" cy="2695345"/>
            <a:chOff x="242479" y="647017"/>
            <a:chExt cx="8569340" cy="3330260"/>
          </a:xfrm>
        </p:grpSpPr>
        <p:cxnSp>
          <p:nvCxnSpPr>
            <p:cNvPr id="179" name="Straight Arrow Connector 178">
              <a:extLst>
                <a:ext uri="{FF2B5EF4-FFF2-40B4-BE49-F238E27FC236}">
                  <a16:creationId xmlns:a16="http://schemas.microsoft.com/office/drawing/2014/main" id="{3DC332D2-8A78-A5C2-230D-265196C01E43}"/>
                </a:ext>
              </a:extLst>
            </p:cNvPr>
            <p:cNvCxnSpPr>
              <a:cxnSpLocks/>
            </p:cNvCxnSpPr>
            <p:nvPr/>
          </p:nvCxnSpPr>
          <p:spPr>
            <a:xfrm>
              <a:off x="242479" y="647017"/>
              <a:ext cx="0" cy="3296634"/>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180" name="Straight Arrow Connector 179">
              <a:extLst>
                <a:ext uri="{FF2B5EF4-FFF2-40B4-BE49-F238E27FC236}">
                  <a16:creationId xmlns:a16="http://schemas.microsoft.com/office/drawing/2014/main" id="{906CBCBB-625A-65CF-B973-3925DC8CA149}"/>
                </a:ext>
              </a:extLst>
            </p:cNvPr>
            <p:cNvCxnSpPr>
              <a:cxnSpLocks/>
            </p:cNvCxnSpPr>
            <p:nvPr/>
          </p:nvCxnSpPr>
          <p:spPr>
            <a:xfrm flipH="1" flipV="1">
              <a:off x="950487" y="3594431"/>
              <a:ext cx="7421306" cy="12611"/>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181" name="Straight Arrow Connector 180">
              <a:extLst>
                <a:ext uri="{FF2B5EF4-FFF2-40B4-BE49-F238E27FC236}">
                  <a16:creationId xmlns:a16="http://schemas.microsoft.com/office/drawing/2014/main" id="{37BC5A74-ACBE-F5FE-F83F-A71291EDC4A2}"/>
                </a:ext>
              </a:extLst>
            </p:cNvPr>
            <p:cNvCxnSpPr>
              <a:cxnSpLocks/>
            </p:cNvCxnSpPr>
            <p:nvPr/>
          </p:nvCxnSpPr>
          <p:spPr>
            <a:xfrm>
              <a:off x="8811819" y="647017"/>
              <a:ext cx="0" cy="3330260"/>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sp>
          <p:nvSpPr>
            <p:cNvPr id="204" name="TextBox 203">
              <a:extLst>
                <a:ext uri="{FF2B5EF4-FFF2-40B4-BE49-F238E27FC236}">
                  <a16:creationId xmlns:a16="http://schemas.microsoft.com/office/drawing/2014/main" id="{0DBDC4D6-175C-ACD0-0D1C-7CBF47E145E1}"/>
                </a:ext>
              </a:extLst>
            </p:cNvPr>
            <p:cNvSpPr txBox="1"/>
            <p:nvPr/>
          </p:nvSpPr>
          <p:spPr>
            <a:xfrm>
              <a:off x="3644780" y="3243644"/>
              <a:ext cx="1643656" cy="301924"/>
            </a:xfrm>
            <a:prstGeom prst="rect">
              <a:avLst/>
            </a:prstGeom>
            <a:noFill/>
          </p:spPr>
          <p:txBody>
            <a:bodyPr wrap="square" rtlCol="0">
              <a:spAutoFit/>
            </a:bodyPr>
            <a:lstStyle/>
            <a:p>
              <a:pPr algn="ctr"/>
              <a:r>
                <a:rPr lang="en-US" sz="988"/>
                <a:t>1 hour</a:t>
              </a:r>
              <a:endParaRPr lang="en-IN" sz="988"/>
            </a:p>
          </p:txBody>
        </p:sp>
      </p:grpSp>
      <p:sp>
        <p:nvSpPr>
          <p:cNvPr id="5" name="TextBox 4">
            <a:extLst>
              <a:ext uri="{FF2B5EF4-FFF2-40B4-BE49-F238E27FC236}">
                <a16:creationId xmlns:a16="http://schemas.microsoft.com/office/drawing/2014/main" id="{9E47DB6B-0ECD-F943-BFE2-849736835CD7}"/>
              </a:ext>
            </a:extLst>
          </p:cNvPr>
          <p:cNvSpPr txBox="1"/>
          <p:nvPr/>
        </p:nvSpPr>
        <p:spPr>
          <a:xfrm>
            <a:off x="1290320" y="4486507"/>
            <a:ext cx="575979" cy="396391"/>
          </a:xfrm>
          <a:prstGeom prst="rect">
            <a:avLst/>
          </a:prstGeom>
          <a:noFill/>
        </p:spPr>
        <p:txBody>
          <a:bodyPr wrap="square" rtlCol="0">
            <a:spAutoFit/>
          </a:bodyPr>
          <a:lstStyle/>
          <a:p>
            <a:r>
              <a:rPr lang="en-US" sz="988"/>
              <a:t>10 Users</a:t>
            </a:r>
            <a:endParaRPr lang="en-IN" sz="988"/>
          </a:p>
        </p:txBody>
      </p:sp>
      <p:sp>
        <p:nvSpPr>
          <p:cNvPr id="7" name="TextBox 6">
            <a:extLst>
              <a:ext uri="{FF2B5EF4-FFF2-40B4-BE49-F238E27FC236}">
                <a16:creationId xmlns:a16="http://schemas.microsoft.com/office/drawing/2014/main" id="{9D967173-5D13-7F77-BAC7-71DF6FFE91D5}"/>
              </a:ext>
            </a:extLst>
          </p:cNvPr>
          <p:cNvSpPr txBox="1"/>
          <p:nvPr/>
        </p:nvSpPr>
        <p:spPr>
          <a:xfrm>
            <a:off x="1742547" y="4257678"/>
            <a:ext cx="575979" cy="396391"/>
          </a:xfrm>
          <a:prstGeom prst="rect">
            <a:avLst/>
          </a:prstGeom>
          <a:noFill/>
        </p:spPr>
        <p:txBody>
          <a:bodyPr wrap="square" rtlCol="0">
            <a:spAutoFit/>
          </a:bodyPr>
          <a:lstStyle/>
          <a:p>
            <a:r>
              <a:rPr lang="en-US" sz="988"/>
              <a:t>10 Users</a:t>
            </a:r>
            <a:endParaRPr lang="en-IN" sz="988"/>
          </a:p>
        </p:txBody>
      </p:sp>
      <p:sp>
        <p:nvSpPr>
          <p:cNvPr id="8" name="TextBox 7">
            <a:extLst>
              <a:ext uri="{FF2B5EF4-FFF2-40B4-BE49-F238E27FC236}">
                <a16:creationId xmlns:a16="http://schemas.microsoft.com/office/drawing/2014/main" id="{98CF2B03-18F5-83E5-CE27-773B9764644A}"/>
              </a:ext>
            </a:extLst>
          </p:cNvPr>
          <p:cNvSpPr txBox="1"/>
          <p:nvPr/>
        </p:nvSpPr>
        <p:spPr>
          <a:xfrm>
            <a:off x="1170478" y="5692670"/>
            <a:ext cx="1148048" cy="218720"/>
          </a:xfrm>
          <a:prstGeom prst="rect">
            <a:avLst/>
          </a:prstGeom>
          <a:noFill/>
        </p:spPr>
        <p:txBody>
          <a:bodyPr wrap="square" rtlCol="0">
            <a:spAutoFit/>
          </a:bodyPr>
          <a:lstStyle/>
          <a:p>
            <a:r>
              <a:rPr lang="en-US" sz="800">
                <a:solidFill>
                  <a:srgbClr val="002060"/>
                </a:solidFill>
              </a:rPr>
              <a:t>User Ramp up Phase </a:t>
            </a:r>
            <a:endParaRPr lang="en-IN" sz="800">
              <a:solidFill>
                <a:srgbClr val="002060"/>
              </a:solidFill>
            </a:endParaRPr>
          </a:p>
        </p:txBody>
      </p:sp>
      <p:sp>
        <p:nvSpPr>
          <p:cNvPr id="9" name="TextBox 8">
            <a:extLst>
              <a:ext uri="{FF2B5EF4-FFF2-40B4-BE49-F238E27FC236}">
                <a16:creationId xmlns:a16="http://schemas.microsoft.com/office/drawing/2014/main" id="{8C58464C-5DB7-6B71-9BA9-19D3F11684ED}"/>
              </a:ext>
            </a:extLst>
          </p:cNvPr>
          <p:cNvSpPr txBox="1"/>
          <p:nvPr/>
        </p:nvSpPr>
        <p:spPr>
          <a:xfrm>
            <a:off x="5417280" y="4006962"/>
            <a:ext cx="466896" cy="396391"/>
          </a:xfrm>
          <a:prstGeom prst="rect">
            <a:avLst/>
          </a:prstGeom>
          <a:noFill/>
        </p:spPr>
        <p:txBody>
          <a:bodyPr wrap="square" rtlCol="0">
            <a:spAutoFit/>
          </a:bodyPr>
          <a:lstStyle/>
          <a:p>
            <a:r>
              <a:rPr lang="en-US" sz="988"/>
              <a:t>22 sec</a:t>
            </a:r>
            <a:endParaRPr lang="en-IN" sz="988"/>
          </a:p>
        </p:txBody>
      </p:sp>
      <p:sp>
        <p:nvSpPr>
          <p:cNvPr id="29" name="Arrow: Bent 28">
            <a:extLst>
              <a:ext uri="{FF2B5EF4-FFF2-40B4-BE49-F238E27FC236}">
                <a16:creationId xmlns:a16="http://schemas.microsoft.com/office/drawing/2014/main" id="{8AF9A9E2-1698-2BB1-132F-40046EDC4A15}"/>
              </a:ext>
            </a:extLst>
          </p:cNvPr>
          <p:cNvSpPr/>
          <p:nvPr/>
        </p:nvSpPr>
        <p:spPr>
          <a:xfrm>
            <a:off x="6856217" y="4815738"/>
            <a:ext cx="768359" cy="467249"/>
          </a:xfrm>
          <a:prstGeom prst="bentArrow">
            <a:avLst>
              <a:gd name="adj1" fmla="val 25000"/>
              <a:gd name="adj2" fmla="val 25842"/>
              <a:gd name="adj3" fmla="val 25000"/>
              <a:gd name="adj4" fmla="val 43750"/>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pic>
        <p:nvPicPr>
          <p:cNvPr id="30" name="Picture 29">
            <a:extLst>
              <a:ext uri="{FF2B5EF4-FFF2-40B4-BE49-F238E27FC236}">
                <a16:creationId xmlns:a16="http://schemas.microsoft.com/office/drawing/2014/main" id="{B8831FDD-B5A5-25A5-E041-E6BA2C66AF94}"/>
              </a:ext>
            </a:extLst>
          </p:cNvPr>
          <p:cNvPicPr>
            <a:picLocks noChangeAspect="1"/>
          </p:cNvPicPr>
          <p:nvPr/>
        </p:nvPicPr>
        <p:blipFill>
          <a:blip r:embed="rId4"/>
          <a:stretch>
            <a:fillRect/>
          </a:stretch>
        </p:blipFill>
        <p:spPr>
          <a:xfrm>
            <a:off x="6522426" y="5274209"/>
            <a:ext cx="510130" cy="380795"/>
          </a:xfrm>
          <a:prstGeom prst="rect">
            <a:avLst/>
          </a:prstGeom>
        </p:spPr>
      </p:pic>
      <p:cxnSp>
        <p:nvCxnSpPr>
          <p:cNvPr id="31" name="Straight Arrow Connector 30">
            <a:extLst>
              <a:ext uri="{FF2B5EF4-FFF2-40B4-BE49-F238E27FC236}">
                <a16:creationId xmlns:a16="http://schemas.microsoft.com/office/drawing/2014/main" id="{05DFFCCD-8D40-BAEB-4E8F-89E7A3A655E1}"/>
              </a:ext>
            </a:extLst>
          </p:cNvPr>
          <p:cNvCxnSpPr>
            <a:cxnSpLocks/>
          </p:cNvCxnSpPr>
          <p:nvPr/>
        </p:nvCxnSpPr>
        <p:spPr>
          <a:xfrm flipH="1" flipV="1">
            <a:off x="7118657" y="5117735"/>
            <a:ext cx="508212" cy="5877"/>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pic>
        <p:nvPicPr>
          <p:cNvPr id="33" name="Picture 32">
            <a:extLst>
              <a:ext uri="{FF2B5EF4-FFF2-40B4-BE49-F238E27FC236}">
                <a16:creationId xmlns:a16="http://schemas.microsoft.com/office/drawing/2014/main" id="{85F64215-2E4D-7A53-2F8E-0A581DE29772}"/>
              </a:ext>
            </a:extLst>
          </p:cNvPr>
          <p:cNvPicPr>
            <a:picLocks noChangeAspect="1"/>
          </p:cNvPicPr>
          <p:nvPr/>
        </p:nvPicPr>
        <p:blipFill>
          <a:blip r:embed="rId4"/>
          <a:stretch>
            <a:fillRect/>
          </a:stretch>
        </p:blipFill>
        <p:spPr>
          <a:xfrm>
            <a:off x="7663687" y="4763197"/>
            <a:ext cx="510130" cy="380795"/>
          </a:xfrm>
          <a:prstGeom prst="rect">
            <a:avLst/>
          </a:prstGeom>
        </p:spPr>
      </p:pic>
      <p:sp>
        <p:nvSpPr>
          <p:cNvPr id="34" name="Arrow: Bent 33">
            <a:extLst>
              <a:ext uri="{FF2B5EF4-FFF2-40B4-BE49-F238E27FC236}">
                <a16:creationId xmlns:a16="http://schemas.microsoft.com/office/drawing/2014/main" id="{D92ED161-C8E3-9EDF-12CA-259E4B7E9253}"/>
              </a:ext>
            </a:extLst>
          </p:cNvPr>
          <p:cNvSpPr/>
          <p:nvPr/>
        </p:nvSpPr>
        <p:spPr>
          <a:xfrm>
            <a:off x="8012411" y="4319660"/>
            <a:ext cx="769613" cy="424073"/>
          </a:xfrm>
          <a:prstGeom prst="bentArrow">
            <a:avLst>
              <a:gd name="adj1" fmla="val 25000"/>
              <a:gd name="adj2" fmla="val 25842"/>
              <a:gd name="adj3" fmla="val 25000"/>
              <a:gd name="adj4" fmla="val 43750"/>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cxnSp>
        <p:nvCxnSpPr>
          <p:cNvPr id="35" name="Straight Arrow Connector 34">
            <a:extLst>
              <a:ext uri="{FF2B5EF4-FFF2-40B4-BE49-F238E27FC236}">
                <a16:creationId xmlns:a16="http://schemas.microsoft.com/office/drawing/2014/main" id="{676B7A3D-BFE1-8357-211B-FCFA92F097A9}"/>
              </a:ext>
            </a:extLst>
          </p:cNvPr>
          <p:cNvCxnSpPr>
            <a:cxnSpLocks/>
          </p:cNvCxnSpPr>
          <p:nvPr/>
        </p:nvCxnSpPr>
        <p:spPr>
          <a:xfrm flipH="1" flipV="1">
            <a:off x="8278243" y="4602706"/>
            <a:ext cx="508212" cy="5877"/>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pic>
        <p:nvPicPr>
          <p:cNvPr id="11" name="Picture 10">
            <a:extLst>
              <a:ext uri="{FF2B5EF4-FFF2-40B4-BE49-F238E27FC236}">
                <a16:creationId xmlns:a16="http://schemas.microsoft.com/office/drawing/2014/main" id="{661859FD-D02E-EAD2-0166-90A1145977F5}"/>
              </a:ext>
            </a:extLst>
          </p:cNvPr>
          <p:cNvPicPr>
            <a:picLocks noChangeAspect="1"/>
          </p:cNvPicPr>
          <p:nvPr/>
        </p:nvPicPr>
        <p:blipFill>
          <a:blip r:embed="rId4"/>
          <a:stretch>
            <a:fillRect/>
          </a:stretch>
        </p:blipFill>
        <p:spPr>
          <a:xfrm>
            <a:off x="8814799" y="4237293"/>
            <a:ext cx="510130" cy="380795"/>
          </a:xfrm>
          <a:prstGeom prst="rect">
            <a:avLst/>
          </a:prstGeom>
        </p:spPr>
      </p:pic>
      <p:pic>
        <p:nvPicPr>
          <p:cNvPr id="13" name="Picture 12">
            <a:extLst>
              <a:ext uri="{FF2B5EF4-FFF2-40B4-BE49-F238E27FC236}">
                <a16:creationId xmlns:a16="http://schemas.microsoft.com/office/drawing/2014/main" id="{F808D3BF-B40C-7EBE-20D4-62D44AA1C15E}"/>
              </a:ext>
            </a:extLst>
          </p:cNvPr>
          <p:cNvPicPr>
            <a:picLocks noChangeAspect="1"/>
          </p:cNvPicPr>
          <p:nvPr/>
        </p:nvPicPr>
        <p:blipFill>
          <a:blip r:embed="rId4"/>
          <a:stretch>
            <a:fillRect/>
          </a:stretch>
        </p:blipFill>
        <p:spPr>
          <a:xfrm>
            <a:off x="9987149" y="3731394"/>
            <a:ext cx="510130" cy="380795"/>
          </a:xfrm>
          <a:prstGeom prst="rect">
            <a:avLst/>
          </a:prstGeom>
        </p:spPr>
      </p:pic>
      <p:cxnSp>
        <p:nvCxnSpPr>
          <p:cNvPr id="15" name="Straight Arrow Connector 14">
            <a:extLst>
              <a:ext uri="{FF2B5EF4-FFF2-40B4-BE49-F238E27FC236}">
                <a16:creationId xmlns:a16="http://schemas.microsoft.com/office/drawing/2014/main" id="{6326B095-9662-1C83-0DBC-0669C8EC2C0C}"/>
              </a:ext>
            </a:extLst>
          </p:cNvPr>
          <p:cNvCxnSpPr>
            <a:cxnSpLocks/>
          </p:cNvCxnSpPr>
          <p:nvPr/>
        </p:nvCxnSpPr>
        <p:spPr>
          <a:xfrm flipH="1" flipV="1">
            <a:off x="10594120" y="3575528"/>
            <a:ext cx="508212" cy="5877"/>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16" name="Straight Arrow Connector 15">
            <a:extLst>
              <a:ext uri="{FF2B5EF4-FFF2-40B4-BE49-F238E27FC236}">
                <a16:creationId xmlns:a16="http://schemas.microsoft.com/office/drawing/2014/main" id="{7BE9A273-33F5-2B98-5A4F-F4FEC4EDB778}"/>
              </a:ext>
            </a:extLst>
          </p:cNvPr>
          <p:cNvCxnSpPr>
            <a:cxnSpLocks/>
          </p:cNvCxnSpPr>
          <p:nvPr/>
        </p:nvCxnSpPr>
        <p:spPr>
          <a:xfrm flipH="1" flipV="1">
            <a:off x="9427546" y="4089170"/>
            <a:ext cx="508212" cy="5877"/>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sp>
        <p:nvSpPr>
          <p:cNvPr id="17" name="TextBox 16">
            <a:extLst>
              <a:ext uri="{FF2B5EF4-FFF2-40B4-BE49-F238E27FC236}">
                <a16:creationId xmlns:a16="http://schemas.microsoft.com/office/drawing/2014/main" id="{EBCB5880-A3CB-2E9B-5DC9-FEE6DB09964F}"/>
              </a:ext>
            </a:extLst>
          </p:cNvPr>
          <p:cNvSpPr txBox="1"/>
          <p:nvPr/>
        </p:nvSpPr>
        <p:spPr>
          <a:xfrm>
            <a:off x="7588595" y="3975130"/>
            <a:ext cx="1088248" cy="244362"/>
          </a:xfrm>
          <a:prstGeom prst="rect">
            <a:avLst/>
          </a:prstGeom>
          <a:noFill/>
        </p:spPr>
        <p:txBody>
          <a:bodyPr wrap="square" rtlCol="0">
            <a:spAutoFit/>
          </a:bodyPr>
          <a:lstStyle/>
          <a:p>
            <a:r>
              <a:rPr lang="en-US" sz="988"/>
              <a:t>1420 Users</a:t>
            </a:r>
            <a:endParaRPr lang="en-IN" sz="988"/>
          </a:p>
        </p:txBody>
      </p:sp>
      <p:sp>
        <p:nvSpPr>
          <p:cNvPr id="20" name="TextBox 19">
            <a:extLst>
              <a:ext uri="{FF2B5EF4-FFF2-40B4-BE49-F238E27FC236}">
                <a16:creationId xmlns:a16="http://schemas.microsoft.com/office/drawing/2014/main" id="{588798B6-F7EA-7AF2-5E9C-15AFF556F6BD}"/>
              </a:ext>
            </a:extLst>
          </p:cNvPr>
          <p:cNvSpPr txBox="1"/>
          <p:nvPr/>
        </p:nvSpPr>
        <p:spPr>
          <a:xfrm>
            <a:off x="8923474" y="3555894"/>
            <a:ext cx="1122557" cy="244362"/>
          </a:xfrm>
          <a:prstGeom prst="rect">
            <a:avLst/>
          </a:prstGeom>
          <a:noFill/>
        </p:spPr>
        <p:txBody>
          <a:bodyPr wrap="square" rtlCol="0">
            <a:spAutoFit/>
          </a:bodyPr>
          <a:lstStyle/>
          <a:p>
            <a:r>
              <a:rPr lang="en-US" sz="988"/>
              <a:t>2840 Users</a:t>
            </a:r>
            <a:endParaRPr lang="en-IN" sz="988"/>
          </a:p>
        </p:txBody>
      </p:sp>
      <p:sp>
        <p:nvSpPr>
          <p:cNvPr id="22" name="TextBox 21">
            <a:extLst>
              <a:ext uri="{FF2B5EF4-FFF2-40B4-BE49-F238E27FC236}">
                <a16:creationId xmlns:a16="http://schemas.microsoft.com/office/drawing/2014/main" id="{7189FD13-F01E-B53E-6CEF-AC98454321B7}"/>
              </a:ext>
            </a:extLst>
          </p:cNvPr>
          <p:cNvSpPr txBox="1"/>
          <p:nvPr/>
        </p:nvSpPr>
        <p:spPr>
          <a:xfrm>
            <a:off x="10594120" y="3731801"/>
            <a:ext cx="1235141" cy="244362"/>
          </a:xfrm>
          <a:prstGeom prst="rect">
            <a:avLst/>
          </a:prstGeom>
          <a:noFill/>
        </p:spPr>
        <p:txBody>
          <a:bodyPr wrap="square" rtlCol="0">
            <a:spAutoFit/>
          </a:bodyPr>
          <a:lstStyle/>
          <a:p>
            <a:r>
              <a:rPr lang="en-US" sz="988"/>
              <a:t>5680 Users</a:t>
            </a:r>
            <a:endParaRPr lang="en-IN" sz="988"/>
          </a:p>
        </p:txBody>
      </p:sp>
      <p:sp>
        <p:nvSpPr>
          <p:cNvPr id="27" name="Rectangle 26">
            <a:extLst>
              <a:ext uri="{FF2B5EF4-FFF2-40B4-BE49-F238E27FC236}">
                <a16:creationId xmlns:a16="http://schemas.microsoft.com/office/drawing/2014/main" id="{6FA44A6F-9B44-0E38-F8C0-31AF1BB9D317}"/>
              </a:ext>
            </a:extLst>
          </p:cNvPr>
          <p:cNvSpPr/>
          <p:nvPr/>
        </p:nvSpPr>
        <p:spPr>
          <a:xfrm>
            <a:off x="6312559" y="3281466"/>
            <a:ext cx="5428711" cy="3344259"/>
          </a:xfrm>
          <a:prstGeom prst="rect">
            <a:avLst/>
          </a:prstGeom>
          <a:noFill/>
          <a:ln/>
        </p:spPr>
        <p:style>
          <a:lnRef idx="2">
            <a:schemeClr val="accent1"/>
          </a:lnRef>
          <a:fillRef idx="1">
            <a:schemeClr val="lt1"/>
          </a:fillRef>
          <a:effectRef idx="0">
            <a:schemeClr val="accent1"/>
          </a:effectRef>
          <a:fontRef idx="minor">
            <a:schemeClr val="dk1"/>
          </a:fontRef>
        </p:style>
        <p:txBody>
          <a:bodyPr lIns="91440" tIns="0" rIns="91440" bIns="0" rtlCol="0" anchor="ctr"/>
          <a:lstStyle/>
          <a:p>
            <a:pPr algn="ctr">
              <a:lnSpc>
                <a:spcPct val="85000"/>
              </a:lnSpc>
            </a:pPr>
            <a:endParaRPr lang="en-US" sz="2400">
              <a:solidFill>
                <a:schemeClr val="bg1"/>
              </a:solidFill>
            </a:endParaRPr>
          </a:p>
        </p:txBody>
      </p:sp>
      <p:sp>
        <p:nvSpPr>
          <p:cNvPr id="28" name="Arrow: Bent 27">
            <a:extLst>
              <a:ext uri="{FF2B5EF4-FFF2-40B4-BE49-F238E27FC236}">
                <a16:creationId xmlns:a16="http://schemas.microsoft.com/office/drawing/2014/main" id="{C5B2E839-3D08-881A-CDEC-3D26BDD7D1B0}"/>
              </a:ext>
            </a:extLst>
          </p:cNvPr>
          <p:cNvSpPr/>
          <p:nvPr/>
        </p:nvSpPr>
        <p:spPr>
          <a:xfrm>
            <a:off x="9166145" y="3813220"/>
            <a:ext cx="769613" cy="424073"/>
          </a:xfrm>
          <a:prstGeom prst="bentArrow">
            <a:avLst>
              <a:gd name="adj1" fmla="val 25000"/>
              <a:gd name="adj2" fmla="val 25842"/>
              <a:gd name="adj3" fmla="val 25000"/>
              <a:gd name="adj4" fmla="val 43750"/>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sp>
        <p:nvSpPr>
          <p:cNvPr id="32" name="Arrow: Bent 31">
            <a:extLst>
              <a:ext uri="{FF2B5EF4-FFF2-40B4-BE49-F238E27FC236}">
                <a16:creationId xmlns:a16="http://schemas.microsoft.com/office/drawing/2014/main" id="{26BAF8B6-146B-F0E9-B536-4514E3C2BD10}"/>
              </a:ext>
            </a:extLst>
          </p:cNvPr>
          <p:cNvSpPr/>
          <p:nvPr/>
        </p:nvSpPr>
        <p:spPr>
          <a:xfrm>
            <a:off x="10338899" y="3274490"/>
            <a:ext cx="769613" cy="424073"/>
          </a:xfrm>
          <a:prstGeom prst="bentArrow">
            <a:avLst>
              <a:gd name="adj1" fmla="val 25000"/>
              <a:gd name="adj2" fmla="val 25842"/>
              <a:gd name="adj3" fmla="val 25000"/>
              <a:gd name="adj4" fmla="val 43750"/>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sp>
        <p:nvSpPr>
          <p:cNvPr id="36" name="TextBox 35">
            <a:extLst>
              <a:ext uri="{FF2B5EF4-FFF2-40B4-BE49-F238E27FC236}">
                <a16:creationId xmlns:a16="http://schemas.microsoft.com/office/drawing/2014/main" id="{3CFBD54D-F1EA-11BE-4F65-3D3C66DD7182}"/>
              </a:ext>
            </a:extLst>
          </p:cNvPr>
          <p:cNvSpPr txBox="1"/>
          <p:nvPr/>
        </p:nvSpPr>
        <p:spPr>
          <a:xfrm>
            <a:off x="7253254" y="2926691"/>
            <a:ext cx="4439329" cy="338554"/>
          </a:xfrm>
          <a:prstGeom prst="rect">
            <a:avLst/>
          </a:prstGeom>
          <a:noFill/>
        </p:spPr>
        <p:txBody>
          <a:bodyPr wrap="square">
            <a:spAutoFit/>
          </a:bodyPr>
          <a:lstStyle/>
          <a:p>
            <a:r>
              <a:rPr lang="en-US" sz="1600" b="1">
                <a:ea typeface="Calibri" panose="020F0502020204030204" pitchFamily="34" charset="0"/>
                <a:cs typeface="Calibri" panose="020F0502020204030204" pitchFamily="34" charset="0"/>
              </a:rPr>
              <a:t>Goal#1 – Stress Test sample pattern</a:t>
            </a:r>
            <a:endParaRPr lang="en-US" sz="1600" b="1"/>
          </a:p>
        </p:txBody>
      </p:sp>
      <p:sp>
        <p:nvSpPr>
          <p:cNvPr id="37" name="TextBox 36">
            <a:extLst>
              <a:ext uri="{FF2B5EF4-FFF2-40B4-BE49-F238E27FC236}">
                <a16:creationId xmlns:a16="http://schemas.microsoft.com/office/drawing/2014/main" id="{40D388CD-DEF8-59BF-10F4-1F92DF06BAF5}"/>
              </a:ext>
            </a:extLst>
          </p:cNvPr>
          <p:cNvSpPr txBox="1"/>
          <p:nvPr/>
        </p:nvSpPr>
        <p:spPr>
          <a:xfrm>
            <a:off x="6438019" y="5875186"/>
            <a:ext cx="5254564" cy="457048"/>
          </a:xfrm>
          <a:prstGeom prst="rect">
            <a:avLst/>
          </a:prstGeom>
          <a:noFill/>
          <a:ln>
            <a:solidFill>
              <a:srgbClr val="002060"/>
            </a:solidFill>
          </a:ln>
        </p:spPr>
        <p:txBody>
          <a:bodyPr wrap="square" rtlCol="0">
            <a:spAutoFit/>
          </a:bodyPr>
          <a:lstStyle/>
          <a:p>
            <a:pPr algn="ctr"/>
            <a:r>
              <a:rPr lang="en-US" sz="1185">
                <a:solidFill>
                  <a:srgbClr val="002060"/>
                </a:solidFill>
              </a:rPr>
              <a:t>Stress Test Total Duration would be 2 Hrs. (Increase 2x no of users on every 30 Min duration to identify the system / application breakdown point</a:t>
            </a:r>
            <a:endParaRPr lang="en-IN" sz="1185">
              <a:solidFill>
                <a:srgbClr val="002060"/>
              </a:solidFill>
            </a:endParaRPr>
          </a:p>
        </p:txBody>
      </p:sp>
      <p:sp>
        <p:nvSpPr>
          <p:cNvPr id="12" name="Rectangle 11">
            <a:extLst>
              <a:ext uri="{FF2B5EF4-FFF2-40B4-BE49-F238E27FC236}">
                <a16:creationId xmlns:a16="http://schemas.microsoft.com/office/drawing/2014/main" id="{75E9CCAA-8D95-FDD7-30BD-F59F7E7D89C7}"/>
              </a:ext>
            </a:extLst>
          </p:cNvPr>
          <p:cNvSpPr/>
          <p:nvPr/>
        </p:nvSpPr>
        <p:spPr>
          <a:xfrm>
            <a:off x="663170" y="123099"/>
            <a:ext cx="11078100"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a:solidFill>
                  <a:schemeClr val="bg1"/>
                </a:solidFill>
                <a:ea typeface="Calibri" panose="020F0502020204030204" pitchFamily="34" charset="0"/>
                <a:cs typeface="Calibri" panose="020F0502020204030204" pitchFamily="34" charset="0"/>
              </a:rPr>
              <a:t>API Goals</a:t>
            </a:r>
          </a:p>
        </p:txBody>
      </p:sp>
      <p:sp>
        <p:nvSpPr>
          <p:cNvPr id="14" name="TextBox 13">
            <a:extLst>
              <a:ext uri="{FF2B5EF4-FFF2-40B4-BE49-F238E27FC236}">
                <a16:creationId xmlns:a16="http://schemas.microsoft.com/office/drawing/2014/main" id="{9EA79816-D9B5-C780-3D8D-389CE4A214C8}"/>
              </a:ext>
            </a:extLst>
          </p:cNvPr>
          <p:cNvSpPr txBox="1"/>
          <p:nvPr/>
        </p:nvSpPr>
        <p:spPr>
          <a:xfrm>
            <a:off x="718456" y="691904"/>
            <a:ext cx="6096000" cy="307777"/>
          </a:xfrm>
          <a:prstGeom prst="rect">
            <a:avLst/>
          </a:prstGeom>
          <a:noFill/>
        </p:spPr>
        <p:txBody>
          <a:bodyPr wrap="square">
            <a:spAutoFit/>
          </a:bodyPr>
          <a:lstStyle/>
          <a:p>
            <a:r>
              <a:rPr lang="en-US" sz="1400" b="1"/>
              <a:t>Goal#1</a:t>
            </a:r>
            <a:r>
              <a:rPr lang="en-US" sz="1400" b="1">
                <a:ea typeface="Calibri" panose="020F0502020204030204" pitchFamily="34" charset="0"/>
                <a:cs typeface="Calibri" panose="020F0502020204030204" pitchFamily="34" charset="0"/>
              </a:rPr>
              <a:t> – All in-scope Scenario except Report generation</a:t>
            </a:r>
            <a:endParaRPr lang="en-US" sz="1400" b="1"/>
          </a:p>
        </p:txBody>
      </p:sp>
      <p:sp>
        <p:nvSpPr>
          <p:cNvPr id="18" name="TextBox 17">
            <a:extLst>
              <a:ext uri="{FF2B5EF4-FFF2-40B4-BE49-F238E27FC236}">
                <a16:creationId xmlns:a16="http://schemas.microsoft.com/office/drawing/2014/main" id="{7001790E-EB1F-67DA-BF33-7CD60A95E93D}"/>
              </a:ext>
            </a:extLst>
          </p:cNvPr>
          <p:cNvSpPr txBox="1"/>
          <p:nvPr/>
        </p:nvSpPr>
        <p:spPr>
          <a:xfrm>
            <a:off x="670102" y="1009432"/>
            <a:ext cx="11071168" cy="646331"/>
          </a:xfrm>
          <a:prstGeom prst="rect">
            <a:avLst/>
          </a:prstGeom>
          <a:noFill/>
        </p:spPr>
        <p:txBody>
          <a:bodyPr wrap="square">
            <a:spAutoFit/>
          </a:bodyPr>
          <a:lstStyle/>
          <a:p>
            <a:pPr>
              <a:spcAft>
                <a:spcPts val="600"/>
              </a:spcAft>
            </a:pPr>
            <a:r>
              <a:rPr lang="en-US" sz="1200"/>
              <a:t>The Objective is to ensure that your system will generate accurate, efficient, and reliable report while performing consistently is to meet the agreed response time SLA for all in-scope scenarios with various workloads without any errors or agreed % of errors. Also, ensuring that health of the servers should be in good condition or within the threshold limits </a:t>
            </a:r>
          </a:p>
        </p:txBody>
      </p:sp>
      <p:graphicFrame>
        <p:nvGraphicFramePr>
          <p:cNvPr id="19" name="Table 18">
            <a:extLst>
              <a:ext uri="{FF2B5EF4-FFF2-40B4-BE49-F238E27FC236}">
                <a16:creationId xmlns:a16="http://schemas.microsoft.com/office/drawing/2014/main" id="{AB38E177-7689-2589-DEFD-A519E824464F}"/>
              </a:ext>
            </a:extLst>
          </p:cNvPr>
          <p:cNvGraphicFramePr>
            <a:graphicFrameLocks noGrp="1"/>
          </p:cNvGraphicFramePr>
          <p:nvPr/>
        </p:nvGraphicFramePr>
        <p:xfrm>
          <a:off x="663169" y="1614570"/>
          <a:ext cx="11100200" cy="1371600"/>
        </p:xfrm>
        <a:graphic>
          <a:graphicData uri="http://schemas.openxmlformats.org/drawingml/2006/table">
            <a:tbl>
              <a:tblPr firstRow="1" bandRow="1">
                <a:tableStyleId>{5C22544A-7EE6-4342-B048-85BDC9FD1C3A}</a:tableStyleId>
              </a:tblPr>
              <a:tblGrid>
                <a:gridCol w="935478">
                  <a:extLst>
                    <a:ext uri="{9D8B030D-6E8A-4147-A177-3AD203B41FA5}">
                      <a16:colId xmlns:a16="http://schemas.microsoft.com/office/drawing/2014/main" val="2505345100"/>
                    </a:ext>
                  </a:extLst>
                </a:gridCol>
                <a:gridCol w="1368987">
                  <a:extLst>
                    <a:ext uri="{9D8B030D-6E8A-4147-A177-3AD203B41FA5}">
                      <a16:colId xmlns:a16="http://schemas.microsoft.com/office/drawing/2014/main" val="765473239"/>
                    </a:ext>
                  </a:extLst>
                </a:gridCol>
                <a:gridCol w="3627130">
                  <a:extLst>
                    <a:ext uri="{9D8B030D-6E8A-4147-A177-3AD203B41FA5}">
                      <a16:colId xmlns:a16="http://schemas.microsoft.com/office/drawing/2014/main" val="3908974634"/>
                    </a:ext>
                  </a:extLst>
                </a:gridCol>
                <a:gridCol w="720436">
                  <a:extLst>
                    <a:ext uri="{9D8B030D-6E8A-4147-A177-3AD203B41FA5}">
                      <a16:colId xmlns:a16="http://schemas.microsoft.com/office/drawing/2014/main" val="3870870621"/>
                    </a:ext>
                  </a:extLst>
                </a:gridCol>
                <a:gridCol w="3546923">
                  <a:extLst>
                    <a:ext uri="{9D8B030D-6E8A-4147-A177-3AD203B41FA5}">
                      <a16:colId xmlns:a16="http://schemas.microsoft.com/office/drawing/2014/main" val="3289002681"/>
                    </a:ext>
                  </a:extLst>
                </a:gridCol>
                <a:gridCol w="901246">
                  <a:extLst>
                    <a:ext uri="{9D8B030D-6E8A-4147-A177-3AD203B41FA5}">
                      <a16:colId xmlns:a16="http://schemas.microsoft.com/office/drawing/2014/main" val="617769190"/>
                    </a:ext>
                  </a:extLst>
                </a:gridCol>
              </a:tblGrid>
              <a:tr h="322466">
                <a:tc>
                  <a:txBody>
                    <a:bodyPr/>
                    <a:lstStyle/>
                    <a:p>
                      <a:pPr algn="ctr"/>
                      <a:r>
                        <a:rPr lang="en-US" sz="1200">
                          <a:latin typeface="+mn-lt"/>
                        </a:rPr>
                        <a:t>#</a:t>
                      </a:r>
                    </a:p>
                  </a:txBody>
                  <a:tcPr/>
                </a:tc>
                <a:tc>
                  <a:txBody>
                    <a:bodyPr/>
                    <a:lstStyle/>
                    <a:p>
                      <a:pPr algn="ctr"/>
                      <a:r>
                        <a:rPr lang="en-US" sz="1200">
                          <a:latin typeface="+mn-lt"/>
                        </a:rPr>
                        <a:t>Type of Test</a:t>
                      </a:r>
                    </a:p>
                  </a:txBody>
                  <a:tcPr/>
                </a:tc>
                <a:tc>
                  <a:txBody>
                    <a:bodyPr/>
                    <a:lstStyle/>
                    <a:p>
                      <a:pPr algn="ctr"/>
                      <a:r>
                        <a:rPr lang="en-US" sz="1200">
                          <a:latin typeface="+mn-lt"/>
                        </a:rPr>
                        <a:t>Scenario Details</a:t>
                      </a:r>
                    </a:p>
                  </a:txBody>
                  <a:tcPr/>
                </a:tc>
                <a:tc>
                  <a:txBody>
                    <a:bodyPr/>
                    <a:lstStyle/>
                    <a:p>
                      <a:pPr algn="ctr"/>
                      <a:r>
                        <a:rPr lang="en-US" sz="1200">
                          <a:latin typeface="+mn-lt"/>
                        </a:rPr>
                        <a:t>No. of Cycles</a:t>
                      </a:r>
                    </a:p>
                  </a:txBody>
                  <a:tcPr/>
                </a:tc>
                <a:tc>
                  <a:txBody>
                    <a:bodyPr/>
                    <a:lstStyle/>
                    <a:p>
                      <a:pPr algn="ctr"/>
                      <a:r>
                        <a:rPr lang="en-US" sz="1200">
                          <a:latin typeface="+mn-lt"/>
                        </a:rPr>
                        <a:t>Volume Details</a:t>
                      </a:r>
                    </a:p>
                  </a:txBody>
                  <a:tcPr/>
                </a:tc>
                <a:tc>
                  <a:txBody>
                    <a:bodyPr/>
                    <a:lstStyle/>
                    <a:p>
                      <a:pPr algn="ctr"/>
                      <a:r>
                        <a:rPr lang="en-US" sz="1200">
                          <a:latin typeface="+mn-lt"/>
                        </a:rPr>
                        <a:t>Total Duration </a:t>
                      </a:r>
                    </a:p>
                  </a:txBody>
                  <a:tcPr/>
                </a:tc>
                <a:extLst>
                  <a:ext uri="{0D108BD9-81ED-4DB2-BD59-A6C34878D82A}">
                    <a16:rowId xmlns:a16="http://schemas.microsoft.com/office/drawing/2014/main" val="935495309"/>
                  </a:ext>
                </a:extLst>
              </a:tr>
              <a:tr h="322466">
                <a:tc>
                  <a:txBody>
                    <a:bodyPr/>
                    <a:lstStyle/>
                    <a:p>
                      <a:pPr algn="ctr"/>
                      <a:r>
                        <a:rPr lang="en-US" sz="1200">
                          <a:latin typeface="+mn-lt"/>
                        </a:rPr>
                        <a:t>1</a:t>
                      </a:r>
                    </a:p>
                  </a:txBody>
                  <a:tcPr/>
                </a:tc>
                <a:tc>
                  <a:txBody>
                    <a:bodyPr/>
                    <a:lstStyle/>
                    <a:p>
                      <a:pPr algn="ctr"/>
                      <a:r>
                        <a:rPr lang="en-US" sz="1200">
                          <a:latin typeface="+mn-lt"/>
                        </a:rPr>
                        <a:t>Load Test</a:t>
                      </a:r>
                    </a:p>
                  </a:txBody>
                  <a:tcPr/>
                </a:tc>
                <a:tc>
                  <a:txBody>
                    <a:bodyPr/>
                    <a:lstStyle/>
                    <a:p>
                      <a:pPr algn="l"/>
                      <a:r>
                        <a:rPr lang="en-US" sz="1200">
                          <a:latin typeface="+mn-lt"/>
                        </a:rPr>
                        <a:t>All scenarios which are listed on the above table NFRs and In-Scope scenarios </a:t>
                      </a:r>
                    </a:p>
                  </a:txBody>
                  <a:tcPr/>
                </a:tc>
                <a:tc>
                  <a:txBody>
                    <a:bodyPr/>
                    <a:lstStyle/>
                    <a:p>
                      <a:pPr algn="ctr"/>
                      <a:r>
                        <a:rPr lang="en-US" sz="1200">
                          <a:latin typeface="+mn-lt"/>
                        </a:rPr>
                        <a:t>1</a:t>
                      </a:r>
                    </a:p>
                  </a:txBody>
                  <a:tcPr/>
                </a:tc>
                <a:tc>
                  <a:txBody>
                    <a:bodyPr/>
                    <a:lstStyle/>
                    <a:p>
                      <a:pPr algn="ctr"/>
                      <a:r>
                        <a:rPr lang="en-US" sz="1200">
                          <a:latin typeface="+mn-lt"/>
                        </a:rPr>
                        <a:t>HCP – 355 Users  (Total: 9180 Transactions)</a:t>
                      </a:r>
                    </a:p>
                    <a:p>
                      <a:pPr algn="ctr"/>
                      <a:r>
                        <a:rPr lang="en-US" sz="1200" err="1">
                          <a:latin typeface="+mn-lt"/>
                        </a:rPr>
                        <a:t>PwD</a:t>
                      </a:r>
                      <a:r>
                        <a:rPr lang="en-US" sz="1200">
                          <a:latin typeface="+mn-lt"/>
                        </a:rPr>
                        <a:t> – 83 Users (Total:20,000 transactions] </a:t>
                      </a:r>
                    </a:p>
                  </a:txBody>
                  <a:tcPr/>
                </a:tc>
                <a:tc>
                  <a:txBody>
                    <a:bodyPr/>
                    <a:lstStyle/>
                    <a:p>
                      <a:pPr algn="ctr"/>
                      <a:r>
                        <a:rPr lang="en-US" sz="1200">
                          <a:latin typeface="+mn-lt"/>
                        </a:rPr>
                        <a:t>1 Hr.</a:t>
                      </a:r>
                    </a:p>
                  </a:txBody>
                  <a:tcPr/>
                </a:tc>
                <a:extLst>
                  <a:ext uri="{0D108BD9-81ED-4DB2-BD59-A6C34878D82A}">
                    <a16:rowId xmlns:a16="http://schemas.microsoft.com/office/drawing/2014/main" val="3313892485"/>
                  </a:ext>
                </a:extLst>
              </a:tr>
              <a:tr h="322466">
                <a:tc>
                  <a:txBody>
                    <a:bodyPr/>
                    <a:lstStyle/>
                    <a:p>
                      <a:pPr algn="ctr"/>
                      <a:r>
                        <a:rPr lang="en-US" sz="1200">
                          <a:latin typeface="+mn-lt"/>
                        </a:rPr>
                        <a:t>2</a:t>
                      </a:r>
                    </a:p>
                  </a:txBody>
                  <a:tcPr/>
                </a:tc>
                <a:tc>
                  <a:txBody>
                    <a:bodyPr/>
                    <a:lstStyle/>
                    <a:p>
                      <a:pPr algn="ctr"/>
                      <a:r>
                        <a:rPr lang="en-US" sz="1200">
                          <a:latin typeface="+mn-lt"/>
                        </a:rPr>
                        <a:t>Stress Test</a:t>
                      </a:r>
                    </a:p>
                  </a:txBody>
                  <a:tcPr/>
                </a:tc>
                <a:tc>
                  <a:txBody>
                    <a:bodyPr/>
                    <a:lstStyle/>
                    <a:p>
                      <a:pPr algn="l"/>
                      <a:r>
                        <a:rPr lang="en-US" sz="1200">
                          <a:latin typeface="+mn-lt"/>
                        </a:rPr>
                        <a:t>All scenarios which are listed on the above table NFRs and In-Scope scenarios (2x Load) </a:t>
                      </a:r>
                    </a:p>
                  </a:txBody>
                  <a:tcPr/>
                </a:tc>
                <a:tc>
                  <a:txBody>
                    <a:bodyPr/>
                    <a:lstStyle/>
                    <a:p>
                      <a:pPr algn="ctr"/>
                      <a:r>
                        <a:rPr lang="en-US" sz="1200">
                          <a:latin typeface="+mn-lt"/>
                        </a:rPr>
                        <a:t>1</a:t>
                      </a:r>
                    </a:p>
                  </a:txBody>
                  <a:tcPr/>
                </a:tc>
                <a:tc>
                  <a:txBody>
                    <a:bodyPr/>
                    <a:lstStyle/>
                    <a:p>
                      <a:pPr algn="ctr"/>
                      <a:r>
                        <a:rPr lang="en-US" sz="1200">
                          <a:latin typeface="+mn-lt"/>
                        </a:rPr>
                        <a:t>24,500 * 1x = 24,500</a:t>
                      </a:r>
                    </a:p>
                    <a:p>
                      <a:pPr algn="ctr"/>
                      <a:r>
                        <a:rPr lang="en-US" sz="1200">
                          <a:latin typeface="+mn-lt"/>
                        </a:rPr>
                        <a:t>Increase 2x every 30 Min until system breaks.</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200">
                          <a:latin typeface="+mn-lt"/>
                        </a:rPr>
                        <a:t>2 Hrs.</a:t>
                      </a:r>
                    </a:p>
                  </a:txBody>
                  <a:tcPr/>
                </a:tc>
                <a:extLst>
                  <a:ext uri="{0D108BD9-81ED-4DB2-BD59-A6C34878D82A}">
                    <a16:rowId xmlns:a16="http://schemas.microsoft.com/office/drawing/2014/main" val="2109693662"/>
                  </a:ext>
                </a:extLst>
              </a:tr>
            </a:tbl>
          </a:graphicData>
        </a:graphic>
      </p:graphicFrame>
      <p:sp>
        <p:nvSpPr>
          <p:cNvPr id="21" name="TextBox 20">
            <a:extLst>
              <a:ext uri="{FF2B5EF4-FFF2-40B4-BE49-F238E27FC236}">
                <a16:creationId xmlns:a16="http://schemas.microsoft.com/office/drawing/2014/main" id="{F1C0D4BE-AC9E-965A-B84A-18A418F34037}"/>
              </a:ext>
            </a:extLst>
          </p:cNvPr>
          <p:cNvSpPr txBox="1"/>
          <p:nvPr/>
        </p:nvSpPr>
        <p:spPr>
          <a:xfrm>
            <a:off x="6604486" y="4574454"/>
            <a:ext cx="1037963" cy="244362"/>
          </a:xfrm>
          <a:prstGeom prst="rect">
            <a:avLst/>
          </a:prstGeom>
          <a:noFill/>
        </p:spPr>
        <p:txBody>
          <a:bodyPr wrap="square" rtlCol="0">
            <a:spAutoFit/>
          </a:bodyPr>
          <a:lstStyle/>
          <a:p>
            <a:r>
              <a:rPr lang="en-US" sz="988"/>
              <a:t>710 Users</a:t>
            </a:r>
            <a:endParaRPr lang="en-IN" sz="988"/>
          </a:p>
        </p:txBody>
      </p:sp>
    </p:spTree>
    <p:extLst>
      <p:ext uri="{BB962C8B-B14F-4D97-AF65-F5344CB8AC3E}">
        <p14:creationId xmlns:p14="http://schemas.microsoft.com/office/powerpoint/2010/main" val="2284852506"/>
      </p:ext>
    </p:extLst>
  </p:cSld>
  <p:clrMapOvr>
    <a:masterClrMapping/>
  </p:clrMapOvr>
  <p:transition>
    <p:fade/>
  </p:transition>
  <p:extLst>
    <p:ext uri="{6950BFC3-D8DA-4A85-94F7-54DA5524770B}">
      <p188:commentRel xmlns:p188="http://schemas.microsoft.com/office/powerpoint/2018/8/main" r:id="rId3"/>
    </p:ext>
  </p:extLs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023 Insulet Template">
  <a:themeElements>
    <a:clrScheme name="Insulet 2023">
      <a:dk1>
        <a:srgbClr val="000000"/>
      </a:dk1>
      <a:lt1>
        <a:srgbClr val="FFFFFF"/>
      </a:lt1>
      <a:dk2>
        <a:srgbClr val="323232"/>
      </a:dk2>
      <a:lt2>
        <a:srgbClr val="F2F2F2"/>
      </a:lt2>
      <a:accent1>
        <a:srgbClr val="7042BE"/>
      </a:accent1>
      <a:accent2>
        <a:srgbClr val="A84FFF"/>
      </a:accent2>
      <a:accent3>
        <a:srgbClr val="F8D545"/>
      </a:accent3>
      <a:accent4>
        <a:srgbClr val="EA6E6E"/>
      </a:accent4>
      <a:accent5>
        <a:srgbClr val="0596A0"/>
      </a:accent5>
      <a:accent6>
        <a:srgbClr val="EAE2F5"/>
      </a:accent6>
      <a:hlink>
        <a:srgbClr val="7042BE"/>
      </a:hlink>
      <a:folHlink>
        <a:srgbClr val="390F63"/>
      </a:folHlink>
    </a:clrScheme>
    <a:fontScheme name="Insulet 2023">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lIns="91440" tIns="0" rIns="91440" bIns="0" rtlCol="0" anchor="ctr"/>
      <a:lstStyle>
        <a:defPPr algn="ctr">
          <a:lnSpc>
            <a:spcPct val="85000"/>
          </a:lnSpc>
          <a:defRPr sz="2400" dirty="0">
            <a:solidFill>
              <a:schemeClr val="bg1"/>
            </a:solidFill>
          </a:defRPr>
        </a:defPPr>
      </a:lstStyle>
      <a:style>
        <a:lnRef idx="2">
          <a:schemeClr val="accent2">
            <a:shade val="50000"/>
          </a:schemeClr>
        </a:lnRef>
        <a:fillRef idx="1">
          <a:schemeClr val="accent2"/>
        </a:fillRef>
        <a:effectRef idx="0">
          <a:schemeClr val="accent2"/>
        </a:effectRef>
        <a:fontRef idx="minor">
          <a:schemeClr val="lt1"/>
        </a:fontRef>
      </a:style>
    </a:spDef>
    <a:lnDef>
      <a:spPr>
        <a:ln w="25400">
          <a:solidFill>
            <a:schemeClr val="accent1"/>
          </a:solidFill>
        </a:ln>
        <a:effectLst/>
      </a:spPr>
      <a:bodyPr/>
      <a:lstStyle/>
      <a:style>
        <a:lnRef idx="2">
          <a:schemeClr val="accent2"/>
        </a:lnRef>
        <a:fillRef idx="0">
          <a:schemeClr val="accent2"/>
        </a:fillRef>
        <a:effectRef idx="1">
          <a:schemeClr val="accent2"/>
        </a:effectRef>
        <a:fontRef idx="minor">
          <a:schemeClr val="tx1"/>
        </a:fontRef>
      </a:style>
    </a:lnDef>
    <a:txDef>
      <a:spPr>
        <a:noFill/>
      </a:spPr>
      <a:bodyPr wrap="none" lIns="91440" tIns="0" rIns="91440" bIns="0" rtlCol="0" anchor="ctr">
        <a:spAutoFit/>
      </a:bodyPr>
      <a:lstStyle>
        <a:defPPr algn="ctr">
          <a:lnSpc>
            <a:spcPct val="85000"/>
          </a:lnSpc>
          <a:defRPr sz="2400" dirty="0"/>
        </a:defPPr>
      </a:lstStyle>
    </a:txDef>
  </a:objectDefaults>
  <a:extraClrSchemeLst/>
  <a:extLst>
    <a:ext uri="{05A4C25C-085E-4340-85A3-A5531E510DB2}">
      <thm15:themeFamily xmlns:thm15="http://schemas.microsoft.com/office/thememl/2012/main" name="Insulet_Template_2023_v6.pptx" id="{C5BA4933-B378-474F-872E-6D89004D5065}" vid="{08842770-00A1-4076-9618-A760A81A05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Information xmlns="8a1750a1-6b5c-46bd-89c8-7b76f36215a8" xsi:nil="true"/>
    <lcf76f155ced4ddcb4097134ff3c332f xmlns="8a1750a1-6b5c-46bd-89c8-7b76f36215a8">
      <Terms xmlns="http://schemas.microsoft.com/office/infopath/2007/PartnerControls"/>
    </lcf76f155ced4ddcb4097134ff3c332f>
    <TaxCatchAll xmlns="e56e2558-78a1-46bb-8226-3dcebb08640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B1EAF98CDB1324B917502AACE58E12D" ma:contentTypeVersion="19" ma:contentTypeDescription="Create a new document." ma:contentTypeScope="" ma:versionID="b6079b2c1a84bee801fe5aae59ae9b8c">
  <xsd:schema xmlns:xsd="http://www.w3.org/2001/XMLSchema" xmlns:xs="http://www.w3.org/2001/XMLSchema" xmlns:p="http://schemas.microsoft.com/office/2006/metadata/properties" xmlns:ns2="8a1750a1-6b5c-46bd-89c8-7b76f36215a8" xmlns:ns3="e56e2558-78a1-46bb-8226-3dcebb086403" targetNamespace="http://schemas.microsoft.com/office/2006/metadata/properties" ma:root="true" ma:fieldsID="33649a75ac13f1ad382f18d175577a60" ns2:_="" ns3:_="">
    <xsd:import namespace="8a1750a1-6b5c-46bd-89c8-7b76f36215a8"/>
    <xsd:import namespace="e56e2558-78a1-46bb-8226-3dcebb08640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LengthInSeconds" minOccurs="0"/>
                <xsd:element ref="ns2:Information" minOccurs="0"/>
                <xsd:element ref="ns2:lcf76f155ced4ddcb4097134ff3c332f" minOccurs="0"/>
                <xsd:element ref="ns3:TaxCatchAll" minOccurs="0"/>
                <xsd:element ref="ns2:MediaServiceSearchProperties" minOccurs="0"/>
                <xsd:element ref="ns2:MediaServiceLoca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a1750a1-6b5c-46bd-89c8-7b76f36215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Information" ma:index="19" nillable="true" ma:displayName="Feature Def Due" ma:format="DateOnly" ma:internalName="Information">
      <xsd:simpleType>
        <xsd:restriction base="dms:DateTime"/>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2fe68db1-730d-44ca-ad20-aa01e3d93fcd" ma:termSetId="09814cd3-568e-fe90-9814-8d621ff8fb84" ma:anchorId="fba54fb3-c3e1-fe81-a776-ca4b69148c4d" ma:open="true" ma:isKeyword="false">
      <xsd:complexType>
        <xsd:sequence>
          <xsd:element ref="pc:Terms" minOccurs="0" maxOccurs="1"/>
        </xsd:sequence>
      </xsd:complex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56e2558-78a1-46bb-8226-3dcebb086403"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15455f01-ba9b-439f-898b-3c91d0b6dcb5}" ma:internalName="TaxCatchAll" ma:showField="CatchAllData" ma:web="e56e2558-78a1-46bb-8226-3dcebb08640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44A7055-9002-40DC-94DF-D4DEE84229C8}">
  <ds:schemaRefs>
    <ds:schemaRef ds:uri="http://schemas.microsoft.com/sharepoint/v3/contenttype/forms"/>
  </ds:schemaRefs>
</ds:datastoreItem>
</file>

<file path=customXml/itemProps2.xml><?xml version="1.0" encoding="utf-8"?>
<ds:datastoreItem xmlns:ds="http://schemas.openxmlformats.org/officeDocument/2006/customXml" ds:itemID="{E4CDA916-4037-42B8-9F9F-FEBED0723406}">
  <ds:schemaRefs>
    <ds:schemaRef ds:uri="http://purl.org/dc/elements/1.1/"/>
    <ds:schemaRef ds:uri="8a1750a1-6b5c-46bd-89c8-7b76f36215a8"/>
    <ds:schemaRef ds:uri="http://purl.org/dc/dcmitype/"/>
    <ds:schemaRef ds:uri="http://schemas.microsoft.com/office/2006/metadata/properties"/>
    <ds:schemaRef ds:uri="http://schemas.microsoft.com/office/2006/documentManagement/types"/>
    <ds:schemaRef ds:uri="http://www.w3.org/XML/1998/namespace"/>
    <ds:schemaRef ds:uri="e56e2558-78a1-46bb-8226-3dcebb086403"/>
    <ds:schemaRef ds:uri="http://schemas.microsoft.com/office/infopath/2007/PartnerControls"/>
    <ds:schemaRef ds:uri="http://schemas.openxmlformats.org/package/2006/metadata/core-properties"/>
    <ds:schemaRef ds:uri="http://purl.org/dc/terms/"/>
  </ds:schemaRefs>
</ds:datastoreItem>
</file>

<file path=customXml/itemProps3.xml><?xml version="1.0" encoding="utf-8"?>
<ds:datastoreItem xmlns:ds="http://schemas.openxmlformats.org/officeDocument/2006/customXml" ds:itemID="{71DA1A3E-097F-4908-A6A0-8D5215C697B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a1750a1-6b5c-46bd-89c8-7b76f36215a8"/>
    <ds:schemaRef ds:uri="e56e2558-78a1-46bb-8226-3dcebb08640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6923</Words>
  <Application>Microsoft Office PowerPoint</Application>
  <PresentationFormat>Widescreen</PresentationFormat>
  <Paragraphs>1453</Paragraphs>
  <Slides>29</Slides>
  <Notes>26</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29</vt:i4>
      </vt:variant>
    </vt:vector>
  </HeadingPairs>
  <TitlesOfParts>
    <vt:vector size="41" baseType="lpstr">
      <vt:lpstr>-apple-system</vt:lpstr>
      <vt:lpstr>Aptos</vt:lpstr>
      <vt:lpstr>Calibri</vt:lpstr>
      <vt:lpstr>IBM Plex Sans</vt:lpstr>
      <vt:lpstr>IBM Plex Sans Light</vt:lpstr>
      <vt:lpstr>IBM Plex Sans Medium</vt:lpstr>
      <vt:lpstr>IBM Plex Sans SemiBold</vt:lpstr>
      <vt:lpstr>Montserrat</vt:lpstr>
      <vt:lpstr>Open Sans</vt:lpstr>
      <vt:lpstr>Segoe UI</vt:lpstr>
      <vt:lpstr>2023 Insulet Template</vt:lpstr>
      <vt:lpstr>think-cell Slide</vt:lpstr>
      <vt:lpstr>Performance Test Plan for 1.5 FMR Release (API Only) – Q1’2025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Thank you!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FMR Performance Testing Plan</dc:title>
  <dc:creator>Alli Przybylowicz</dc:creator>
  <cp:lastModifiedBy>Mruthyunjaya Talamanchi</cp:lastModifiedBy>
  <cp:revision>4</cp:revision>
  <dcterms:created xsi:type="dcterms:W3CDTF">2024-06-17T15:53:59Z</dcterms:created>
  <dcterms:modified xsi:type="dcterms:W3CDTF">2025-01-15T17:29:35Z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0x010100AB1EAF98CDB1324B917502AACE58E12D</vt:lpwstr>
  </property>
  <property fmtid="{D5CDD505-2E9C-101B-9397-08002B2CF9AE}" pid="3" name="MediaServiceImageTags">
    <vt:lpwstr/>
  </property>
</Properties>
</file>