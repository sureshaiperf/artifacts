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5"/>
  </p:notesMasterIdLst>
  <p:sldIdLst>
    <p:sldId id="371" r:id="rId5"/>
    <p:sldId id="474" r:id="rId6"/>
    <p:sldId id="436" r:id="rId7"/>
    <p:sldId id="430" r:id="rId8"/>
    <p:sldId id="476" r:id="rId9"/>
    <p:sldId id="730" r:id="rId10"/>
    <p:sldId id="712" r:id="rId11"/>
    <p:sldId id="711" r:id="rId12"/>
    <p:sldId id="457" r:id="rId13"/>
    <p:sldId id="729" r:id="rId14"/>
    <p:sldId id="714" r:id="rId15"/>
    <p:sldId id="722" r:id="rId16"/>
    <p:sldId id="466" r:id="rId17"/>
    <p:sldId id="732" r:id="rId18"/>
    <p:sldId id="475" r:id="rId19"/>
    <p:sldId id="460" r:id="rId20"/>
    <p:sldId id="439" r:id="rId21"/>
    <p:sldId id="734" r:id="rId22"/>
    <p:sldId id="733" r:id="rId23"/>
    <p:sldId id="735"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16ED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557" autoAdjust="0"/>
  </p:normalViewPr>
  <p:slideViewPr>
    <p:cSldViewPr snapToGrid="0">
      <p:cViewPr>
        <p:scale>
          <a:sx n="70" d="100"/>
          <a:sy n="70" d="100"/>
        </p:scale>
        <p:origin x="512"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E009857\Downloads\insulet_graphs.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0" i="0" u="none" strike="noStrike" kern="1200" cap="none" spc="50" normalizeH="0" baseline="0">
                <a:solidFill>
                  <a:schemeClr val="tx1">
                    <a:lumMod val="65000"/>
                    <a:lumOff val="35000"/>
                  </a:schemeClr>
                </a:solidFill>
                <a:latin typeface="+mj-lt"/>
                <a:ea typeface="+mj-ea"/>
                <a:cs typeface="+mj-cs"/>
              </a:defRPr>
            </a:pPr>
            <a:r>
              <a:rPr lang="en-US" sz="2000" dirty="0"/>
              <a:t>GUI Goal#1 - </a:t>
            </a:r>
            <a:r>
              <a:rPr lang="en-US" sz="2000" dirty="0" err="1"/>
              <a:t>PwD</a:t>
            </a:r>
            <a:r>
              <a:rPr lang="en-US" sz="2000" dirty="0"/>
              <a:t> Report Generation</a:t>
            </a:r>
          </a:p>
        </c:rich>
      </c:tx>
      <c:overlay val="0"/>
      <c:spPr>
        <a:noFill/>
        <a:ln>
          <a:noFill/>
        </a:ln>
        <a:effectLst/>
      </c:spPr>
      <c:txPr>
        <a:bodyPr rot="0" spcFirstLastPara="1" vertOverflow="ellipsis" vert="horz" wrap="square" anchor="ctr" anchorCtr="1"/>
        <a:lstStyle/>
        <a:p>
          <a:pPr>
            <a:defRPr sz="2128" b="0" i="0" u="none" strike="noStrike" kern="1200" cap="none" spc="50" normalizeH="0" baseline="0">
              <a:solidFill>
                <a:schemeClr val="tx1">
                  <a:lumMod val="65000"/>
                  <a:lumOff val="35000"/>
                </a:schemeClr>
              </a:solidFill>
              <a:latin typeface="+mj-lt"/>
              <a:ea typeface="+mj-ea"/>
              <a:cs typeface="+mj-cs"/>
            </a:defRPr>
          </a:pPr>
          <a:endParaRPr lang="en-US"/>
        </a:p>
      </c:txPr>
    </c:title>
    <c:autoTitleDeleted val="0"/>
    <c:plotArea>
      <c:layout/>
      <c:barChart>
        <c:barDir val="col"/>
        <c:grouping val="clustered"/>
        <c:varyColors val="0"/>
        <c:ser>
          <c:idx val="0"/>
          <c:order val="0"/>
          <c:tx>
            <c:strRef>
              <c:f>'2.2.1.Goal#1_GUI_Scalabili_PWD'!$D$6</c:f>
              <c:strCache>
                <c:ptCount val="1"/>
                <c:pt idx="0">
                  <c:v>Total No. of Users</c:v>
                </c:pt>
              </c:strCache>
            </c:strRef>
          </c:tx>
          <c:spPr>
            <a:solidFill>
              <a:schemeClr val="accent1">
                <a:alpha val="70000"/>
              </a:schemeClr>
            </a:solidFill>
            <a:ln>
              <a:noFill/>
            </a:ln>
            <a:effectLst/>
          </c:spPr>
          <c:invertIfNegative val="0"/>
          <c:dLbls>
            <c:dLbl>
              <c:idx val="0"/>
              <c:layout>
                <c:manualLayout>
                  <c:x val="-2.3675261905254691E-3"/>
                  <c:y val="-3.2592592592592729E-3"/>
                </c:manualLayout>
              </c:layout>
              <c:tx>
                <c:rich>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r>
                      <a:rPr lang="en-US" dirty="0"/>
                      <a:t>,50,000</a:t>
                    </a:r>
                  </a:p>
                </c:rich>
              </c:tx>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8792-48ED-B8AF-5A7BEFA1D7EF}"/>
                </c:ext>
              </c:extLst>
            </c:dLbl>
            <c:dLbl>
              <c:idx val="1"/>
              <c:layout>
                <c:manualLayout>
                  <c:x val="1.183763095262751E-3"/>
                  <c:y val="-1.3037037037037036E-3"/>
                </c:manualLayout>
              </c:layout>
              <c:tx>
                <c:rich>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r>
                      <a:rPr lang="en-US" dirty="0"/>
                      <a:t>40,000</a:t>
                    </a:r>
                  </a:p>
                </c:rich>
              </c:tx>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8792-48ED-B8AF-5A7BEFA1D7EF}"/>
                </c:ext>
              </c:extLst>
            </c:dLbl>
            <c:dLbl>
              <c:idx val="2"/>
              <c:layout>
                <c:manualLayout>
                  <c:x val="0"/>
                  <c:y val="-7.2296296296296839E-3"/>
                </c:manualLayout>
              </c:layout>
              <c:tx>
                <c:rich>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r>
                      <a:rPr lang="en-US" dirty="0"/>
                      <a:t>30,000</a:t>
                    </a:r>
                  </a:p>
                </c:rich>
              </c:tx>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8792-48ED-B8AF-5A7BEFA1D7EF}"/>
                </c:ext>
              </c:extLst>
            </c:dLbl>
            <c:dLbl>
              <c:idx val="3"/>
              <c:layout>
                <c:manualLayout>
                  <c:x val="-4.7350523810509165E-3"/>
                  <c:y val="-1.3155555555555556E-2"/>
                </c:manualLayout>
              </c:layout>
              <c:tx>
                <c:rich>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r>
                      <a:rPr lang="en-US" dirty="0"/>
                      <a:t>20,000</a:t>
                    </a:r>
                  </a:p>
                </c:rich>
              </c:tx>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8792-48ED-B8AF-5A7BEFA1D7EF}"/>
                </c:ext>
              </c:extLst>
            </c:dLbl>
            <c:dLbl>
              <c:idx val="4"/>
              <c:layout>
                <c:manualLayout>
                  <c:x val="0"/>
                  <c:y val="1.4373170020414114E-2"/>
                </c:manualLayout>
              </c:layout>
              <c:tx>
                <c:rich>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r>
                      <a:rPr lang="en-US" dirty="0"/>
                      <a:t>10,000</a:t>
                    </a:r>
                  </a:p>
                </c:rich>
              </c:tx>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8792-48ED-B8AF-5A7BEFA1D7EF}"/>
                </c:ext>
              </c:extLst>
            </c:dLbl>
            <c:dLbl>
              <c:idx val="5"/>
              <c:layout>
                <c:manualLayout>
                  <c:x val="-8.6808290835816765E-17"/>
                  <c:y val="-1.3554039078448528E-2"/>
                </c:manualLayout>
              </c:layout>
              <c:tx>
                <c:rich>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r>
                      <a:rPr lang="en-US" dirty="0"/>
                      <a:t>5,000</a:t>
                    </a:r>
                  </a:p>
                </c:rich>
              </c:tx>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8792-48ED-B8AF-5A7BEFA1D7EF}"/>
                </c:ext>
              </c:extLst>
            </c:dLbl>
            <c:dLbl>
              <c:idx val="6"/>
              <c:layout>
                <c:manualLayout>
                  <c:x val="-1.1837630952627291E-3"/>
                  <c:y val="-4.0636687080781567E-2"/>
                </c:manualLayout>
              </c:layout>
              <c:tx>
                <c:rich>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r>
                      <a:rPr lang="en-US" dirty="0"/>
                      <a:t>1,000</a:t>
                    </a:r>
                  </a:p>
                </c:rich>
              </c:tx>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8792-48ED-B8AF-5A7BEFA1D7EF}"/>
                </c:ext>
              </c:extLst>
            </c:dLbl>
            <c:dLbl>
              <c:idx val="7"/>
              <c:layout>
                <c:manualLayout>
                  <c:x val="0"/>
                  <c:y val="-3.5133275007290861E-2"/>
                </c:manualLayout>
              </c:layout>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8792-48ED-B8AF-5A7BEFA1D7EF}"/>
                </c:ext>
              </c:extLst>
            </c:dLbl>
            <c:spPr>
              <a:noFill/>
              <a:ln>
                <a:noFill/>
              </a:ln>
              <a:effectLst/>
            </c:spPr>
            <c:txPr>
              <a:bodyPr rot="-5400000" spcFirstLastPara="1" vertOverflow="ellipsis"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'2.2.1.Goal#1_GUI_Scalabili_PWD'!$C$7:$C$14</c:f>
              <c:strCache>
                <c:ptCount val="8"/>
                <c:pt idx="0">
                  <c:v>Scalability Test 1</c:v>
                </c:pt>
                <c:pt idx="1">
                  <c:v>Scalability Test 2 </c:v>
                </c:pt>
                <c:pt idx="2">
                  <c:v>Scalability Test 3 </c:v>
                </c:pt>
                <c:pt idx="3">
                  <c:v>Scalability Test 4 </c:v>
                </c:pt>
                <c:pt idx="4">
                  <c:v>Scalability Test 5 </c:v>
                </c:pt>
                <c:pt idx="5">
                  <c:v>Scalability Test 6 </c:v>
                </c:pt>
                <c:pt idx="6">
                  <c:v>Scalability Test 7 </c:v>
                </c:pt>
                <c:pt idx="7">
                  <c:v>Scalability Test 8 </c:v>
                </c:pt>
              </c:strCache>
            </c:strRef>
          </c:cat>
          <c:val>
            <c:numRef>
              <c:f>'2.2.1.Goal#1_GUI_Scalabili_PWD'!$D$7:$D$14</c:f>
              <c:numCache>
                <c:formatCode>General</c:formatCode>
                <c:ptCount val="8"/>
                <c:pt idx="0">
                  <c:v>50000</c:v>
                </c:pt>
                <c:pt idx="1">
                  <c:v>40000</c:v>
                </c:pt>
                <c:pt idx="2">
                  <c:v>30000</c:v>
                </c:pt>
                <c:pt idx="3">
                  <c:v>20000</c:v>
                </c:pt>
                <c:pt idx="4">
                  <c:v>10000</c:v>
                </c:pt>
                <c:pt idx="5">
                  <c:v>5000</c:v>
                </c:pt>
                <c:pt idx="6">
                  <c:v>1000</c:v>
                </c:pt>
                <c:pt idx="7">
                  <c:v>500</c:v>
                </c:pt>
              </c:numCache>
            </c:numRef>
          </c:val>
          <c:extLst>
            <c:ext xmlns:c16="http://schemas.microsoft.com/office/drawing/2014/chart" uri="{C3380CC4-5D6E-409C-BE32-E72D297353CC}">
              <c16:uniqueId val="{00000008-8792-48ED-B8AF-5A7BEFA1D7EF}"/>
            </c:ext>
          </c:extLst>
        </c:ser>
        <c:dLbls>
          <c:dLblPos val="inEnd"/>
          <c:showLegendKey val="0"/>
          <c:showVal val="1"/>
          <c:showCatName val="0"/>
          <c:showSerName val="0"/>
          <c:showPercent val="0"/>
          <c:showBubbleSize val="0"/>
        </c:dLbls>
        <c:gapWidth val="80"/>
        <c:overlap val="25"/>
        <c:axId val="744129551"/>
        <c:axId val="744132911"/>
      </c:barChart>
      <c:catAx>
        <c:axId val="744129551"/>
        <c:scaling>
          <c:orientation val="minMax"/>
        </c:scaling>
        <c:delete val="0"/>
        <c:axPos val="b"/>
        <c:title>
          <c:tx>
            <c:rich>
              <a:bodyPr rot="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r>
                  <a:rPr lang="en-US" dirty="0"/>
                  <a:t>Testing</a:t>
                </a:r>
                <a:r>
                  <a:rPr lang="en-US" baseline="0" dirty="0"/>
                  <a:t> type</a:t>
                </a:r>
                <a:endParaRPr lang="en-US" dirty="0"/>
              </a:p>
            </c:rich>
          </c:tx>
          <c:overlay val="0"/>
          <c:spPr>
            <a:noFill/>
            <a:ln>
              <a:noFill/>
            </a:ln>
            <a:effectLst/>
          </c:spPr>
          <c:txPr>
            <a:bodyPr rot="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15875" cap="flat" cmpd="sng" algn="ctr">
            <a:solidFill>
              <a:schemeClr val="tx1">
                <a:lumMod val="25000"/>
                <a:lumOff val="75000"/>
              </a:schemeClr>
            </a:solidFill>
            <a:round/>
          </a:ln>
          <a:effectLst/>
        </c:spPr>
        <c:txPr>
          <a:bodyPr rot="0" spcFirstLastPara="1" vertOverflow="ellipsis" wrap="square" anchor="ctr" anchorCtr="1"/>
          <a:lstStyle/>
          <a:p>
            <a:pPr>
              <a:defRPr sz="1197" b="0" i="0" u="none" strike="noStrike" kern="1200" cap="none" spc="20" normalizeH="0" baseline="0">
                <a:solidFill>
                  <a:schemeClr val="tx1">
                    <a:lumMod val="65000"/>
                    <a:lumOff val="35000"/>
                  </a:schemeClr>
                </a:solidFill>
                <a:latin typeface="+mn-lt"/>
                <a:ea typeface="+mn-ea"/>
                <a:cs typeface="+mn-cs"/>
              </a:defRPr>
            </a:pPr>
            <a:endParaRPr lang="en-US"/>
          </a:p>
        </c:txPr>
        <c:crossAx val="744132911"/>
        <c:crosses val="autoZero"/>
        <c:auto val="1"/>
        <c:lblAlgn val="ctr"/>
        <c:lblOffset val="100"/>
        <c:noMultiLvlLbl val="0"/>
      </c:catAx>
      <c:valAx>
        <c:axId val="744132911"/>
        <c:scaling>
          <c:orientation val="minMax"/>
          <c:max val="51000"/>
          <c:min val="0"/>
        </c:scaling>
        <c:delete val="0"/>
        <c:axPos val="l"/>
        <c:majorGridlines>
          <c:spPr>
            <a:ln w="9525" cap="flat" cmpd="sng" algn="ctr">
              <a:solidFill>
                <a:schemeClr val="tx1">
                  <a:lumMod val="5000"/>
                  <a:lumOff val="95000"/>
                </a:schemeClr>
              </a:solidFill>
              <a:round/>
            </a:ln>
            <a:effectLst/>
          </c:spPr>
        </c:majorGridlines>
        <c:title>
          <c:tx>
            <c:rich>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r>
                  <a:rPr lang="en-US"/>
                  <a:t>No. of Users </a:t>
                </a:r>
              </a:p>
            </c:rich>
          </c:tx>
          <c:overlay val="0"/>
          <c:spPr>
            <a:noFill/>
            <a:ln>
              <a:noFill/>
            </a:ln>
            <a:effectLst/>
          </c:spPr>
          <c:txPr>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spc="20" baseline="0">
                <a:solidFill>
                  <a:schemeClr val="tx1">
                    <a:lumMod val="65000"/>
                    <a:lumOff val="35000"/>
                  </a:schemeClr>
                </a:solidFill>
                <a:latin typeface="+mn-lt"/>
                <a:ea typeface="+mn-ea"/>
                <a:cs typeface="+mn-cs"/>
              </a:defRPr>
            </a:pPr>
            <a:endParaRPr lang="en-US"/>
          </a:p>
        </c:txPr>
        <c:crossAx val="744129551"/>
        <c:crosses val="autoZero"/>
        <c:crossBetween val="between"/>
        <c:majorUnit val="5000"/>
        <c:minorUnit val="100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5">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15875" cap="flat" cmpd="sng" algn="ctr">
        <a:solidFill>
          <a:schemeClr val="tx1">
            <a:lumMod val="25000"/>
            <a:lumOff val="75000"/>
          </a:schemeClr>
        </a:solidFill>
        <a:round/>
      </a:ln>
    </cs:spPr>
    <cs:defRPr sz="1197" kern="1200" cap="none" spc="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70000"/>
        </a:schemeClr>
      </a:solidFill>
    </cs:spPr>
  </cs:dataPoint>
  <cs:dataPoint3D>
    <cs:lnRef idx="0"/>
    <cs:fillRef idx="0">
      <cs:styleClr val="auto"/>
    </cs:fillRef>
    <cs:effectRef idx="0"/>
    <cs:fontRef idx="minor">
      <a:schemeClr val="dk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alpha val="70000"/>
          </a:schemeClr>
        </a:solidFill>
        <a:round/>
      </a:ln>
    </cs:spPr>
  </cs:dataPointLine>
  <cs:dataPointMarker>
    <cs:lnRef idx="0"/>
    <cs:fillRef idx="0">
      <cs:styleClr val="auto"/>
    </cs:fillRef>
    <cs:effectRef idx="0"/>
    <cs:fontRef idx="minor">
      <a:schemeClr val="dk1"/>
    </cs:fontRef>
    <cs:spPr>
      <a:solidFill>
        <a:schemeClr val="phClr">
          <a:alpha val="70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5000"/>
            <a:lumOff val="9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baseline="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128" b="0" i="0" kern="1200" cap="none" spc="50" normalizeH="0" baseline="0"/>
  </cs:title>
  <cs:trendline>
    <cs:lnRef idx="0">
      <cs:styleClr val="auto"/>
    </cs:lnRef>
    <cs:fillRef idx="0"/>
    <cs:effectRef idx="0"/>
    <cs:fontRef idx="minor">
      <a:schemeClr val="dk1"/>
    </cs:fontRef>
    <cs:spPr>
      <a:ln w="1587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spc="20" baseline="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1A82509-E315-4552-B1DC-F462DA7B4944}" type="doc">
      <dgm:prSet loTypeId="urn:microsoft.com/office/officeart/2011/layout/TabList" loCatId="list" qsTypeId="urn:microsoft.com/office/officeart/2005/8/quickstyle/simple1" qsCatId="simple" csTypeId="urn:microsoft.com/office/officeart/2005/8/colors/accent1_2" csCatId="accent1" phldr="1"/>
      <dgm:spPr/>
      <dgm:t>
        <a:bodyPr/>
        <a:lstStyle/>
        <a:p>
          <a:endParaRPr lang="en-US"/>
        </a:p>
      </dgm:t>
    </dgm:pt>
    <dgm:pt modelId="{068F6E44-F9C2-4179-A59D-06D31D670AB6}">
      <dgm:prSet phldrT="[Text]" custT="1"/>
      <dgm:spPr/>
      <dgm:t>
        <a:bodyPr/>
        <a:lstStyle/>
        <a:p>
          <a:r>
            <a:rPr lang="en-US" sz="1400" dirty="0">
              <a:latin typeface="+mj-lt"/>
              <a:ea typeface="Calibri" panose="020F0502020204030204" pitchFamily="34" charset="0"/>
              <a:cs typeface="Calibri" panose="020F0502020204030204" pitchFamily="34" charset="0"/>
            </a:rPr>
            <a:t>INSIGHT-595 – 2024Q4</a:t>
          </a:r>
          <a:endParaRPr lang="en-US" sz="1400" dirty="0">
            <a:latin typeface="+mj-lt"/>
          </a:endParaRPr>
        </a:p>
      </dgm:t>
    </dgm:pt>
    <dgm:pt modelId="{8A5CC4B4-CDD5-4404-BB8C-BFE630EC05CB}" type="parTrans" cxnId="{AE3D45EA-C7D0-4C1F-A9C4-2961E9D6D1D1}">
      <dgm:prSet/>
      <dgm:spPr/>
      <dgm:t>
        <a:bodyPr/>
        <a:lstStyle/>
        <a:p>
          <a:endParaRPr lang="en-US"/>
        </a:p>
      </dgm:t>
    </dgm:pt>
    <dgm:pt modelId="{6B7B1447-E881-4A8D-A33E-5C6874125F5E}" type="sibTrans" cxnId="{AE3D45EA-C7D0-4C1F-A9C4-2961E9D6D1D1}">
      <dgm:prSet/>
      <dgm:spPr/>
      <dgm:t>
        <a:bodyPr/>
        <a:lstStyle/>
        <a:p>
          <a:endParaRPr lang="en-US"/>
        </a:p>
      </dgm:t>
    </dgm:pt>
    <dgm:pt modelId="{1DA22088-E923-41C3-92D9-5BEEF0857251}">
      <dgm:prSet phldrT="[Text]" custT="1"/>
      <dgm:spPr/>
      <dgm:t>
        <a:bodyPr/>
        <a:lstStyle/>
        <a:p>
          <a:r>
            <a:rPr lang="en-US" sz="1400" dirty="0">
              <a:latin typeface="+mn-lt"/>
              <a:ea typeface="Calibri" panose="020F0502020204030204" pitchFamily="34" charset="0"/>
              <a:cs typeface="Calibri" panose="020F0502020204030204" pitchFamily="34" charset="0"/>
            </a:rPr>
            <a:t>PREP for Performance Test for Discover Workflows (navigation, search, invitation)- APIs only [Completed]</a:t>
          </a:r>
          <a:endParaRPr lang="en-US" sz="1400" dirty="0">
            <a:latin typeface="+mn-lt"/>
          </a:endParaRPr>
        </a:p>
      </dgm:t>
    </dgm:pt>
    <dgm:pt modelId="{3A186D84-6FA4-419A-9A53-55984A7D790A}" type="parTrans" cxnId="{F6FED420-22B8-4AD3-95ED-ADE976BEB7D9}">
      <dgm:prSet/>
      <dgm:spPr/>
      <dgm:t>
        <a:bodyPr/>
        <a:lstStyle/>
        <a:p>
          <a:endParaRPr lang="en-US"/>
        </a:p>
      </dgm:t>
    </dgm:pt>
    <dgm:pt modelId="{CE820DAE-0999-4F71-B9D7-EB41B0E5083B}" type="sibTrans" cxnId="{F6FED420-22B8-4AD3-95ED-ADE976BEB7D9}">
      <dgm:prSet/>
      <dgm:spPr/>
      <dgm:t>
        <a:bodyPr/>
        <a:lstStyle/>
        <a:p>
          <a:endParaRPr lang="en-US"/>
        </a:p>
      </dgm:t>
    </dgm:pt>
    <dgm:pt modelId="{CDB023F1-5B5C-4310-B2FA-49A34E2EB9A4}">
      <dgm:prSet phldrT="[Text]" custT="1"/>
      <dgm:spPr/>
      <dgm:t>
        <a:bodyPr/>
        <a:lstStyle/>
        <a:p>
          <a:endParaRPr lang="en-US" sz="1400" dirty="0"/>
        </a:p>
      </dgm:t>
    </dgm:pt>
    <dgm:pt modelId="{51937CB0-D0D1-4164-AD45-850BD38AAC55}" type="parTrans" cxnId="{89A14ADA-35D1-415B-925A-4C661197631A}">
      <dgm:prSet/>
      <dgm:spPr/>
      <dgm:t>
        <a:bodyPr/>
        <a:lstStyle/>
        <a:p>
          <a:endParaRPr lang="en-US"/>
        </a:p>
      </dgm:t>
    </dgm:pt>
    <dgm:pt modelId="{B21EC46E-0311-4075-A224-D8EA7F681CD7}" type="sibTrans" cxnId="{89A14ADA-35D1-415B-925A-4C661197631A}">
      <dgm:prSet/>
      <dgm:spPr/>
      <dgm:t>
        <a:bodyPr/>
        <a:lstStyle/>
        <a:p>
          <a:endParaRPr lang="en-US"/>
        </a:p>
      </dgm:t>
    </dgm:pt>
    <dgm:pt modelId="{0702BF3F-93FC-49A4-9334-A4DFC24500D7}">
      <dgm:prSet phldrT="[Text]" custT="1"/>
      <dgm:spPr/>
      <dgm:t>
        <a:bodyPr/>
        <a:lstStyle/>
        <a:p>
          <a:r>
            <a:rPr lang="en-US" sz="1400" dirty="0">
              <a:latin typeface="+mj-lt"/>
              <a:ea typeface="Calibri" panose="020F0502020204030204" pitchFamily="34" charset="0"/>
              <a:cs typeface="Calibri" panose="020F0502020204030204" pitchFamily="34" charset="0"/>
            </a:rPr>
            <a:t>INSIGHT-476 – 2024Q4</a:t>
          </a:r>
          <a:endParaRPr lang="en-US" sz="1400" dirty="0">
            <a:latin typeface="+mj-lt"/>
          </a:endParaRPr>
        </a:p>
      </dgm:t>
    </dgm:pt>
    <dgm:pt modelId="{19F5703E-A1A2-4FCA-9D5C-A3D5EB6853D5}" type="parTrans" cxnId="{66DDE474-D93D-4C09-A058-1C9701E77876}">
      <dgm:prSet/>
      <dgm:spPr/>
      <dgm:t>
        <a:bodyPr/>
        <a:lstStyle/>
        <a:p>
          <a:endParaRPr lang="en-US"/>
        </a:p>
      </dgm:t>
    </dgm:pt>
    <dgm:pt modelId="{5687A10F-063D-4C71-9C37-11E21427C47B}" type="sibTrans" cxnId="{66DDE474-D93D-4C09-A058-1C9701E77876}">
      <dgm:prSet/>
      <dgm:spPr/>
      <dgm:t>
        <a:bodyPr/>
        <a:lstStyle/>
        <a:p>
          <a:endParaRPr lang="en-US"/>
        </a:p>
      </dgm:t>
    </dgm:pt>
    <dgm:pt modelId="{0B2B027E-0E84-4ED1-857B-F1401E61806E}">
      <dgm:prSet phldrT="[Text]" custT="1"/>
      <dgm:spPr/>
      <dgm:t>
        <a:bodyPr/>
        <a:lstStyle/>
        <a:p>
          <a:r>
            <a:rPr lang="en-US" sz="1400" dirty="0">
              <a:latin typeface="+mn-lt"/>
              <a:ea typeface="Calibri" panose="020F0502020204030204" pitchFamily="34" charset="0"/>
              <a:cs typeface="Calibri" panose="020F0502020204030204" pitchFamily="34" charset="0"/>
            </a:rPr>
            <a:t>FMR Performance Test Prep: Discover Report and Insight Generation Workflows (Part 1) [Completed]</a:t>
          </a:r>
          <a:endParaRPr lang="en-US" sz="1400" dirty="0">
            <a:latin typeface="+mn-lt"/>
          </a:endParaRPr>
        </a:p>
      </dgm:t>
    </dgm:pt>
    <dgm:pt modelId="{95B78535-DA36-4A4B-86F7-D8FC6B6926CE}" type="parTrans" cxnId="{A78025AD-BCEE-4FE9-8F37-1531EE91559F}">
      <dgm:prSet/>
      <dgm:spPr/>
      <dgm:t>
        <a:bodyPr/>
        <a:lstStyle/>
        <a:p>
          <a:endParaRPr lang="en-US"/>
        </a:p>
      </dgm:t>
    </dgm:pt>
    <dgm:pt modelId="{B9922CEB-CEBF-4DA6-8CCC-589F5ED9AFE7}" type="sibTrans" cxnId="{A78025AD-BCEE-4FE9-8F37-1531EE91559F}">
      <dgm:prSet/>
      <dgm:spPr/>
      <dgm:t>
        <a:bodyPr/>
        <a:lstStyle/>
        <a:p>
          <a:endParaRPr lang="en-US"/>
        </a:p>
      </dgm:t>
    </dgm:pt>
    <dgm:pt modelId="{56CF5B60-3230-4F30-A289-D7EFCD0779E5}">
      <dgm:prSet phldrT="[Text]" custT="1"/>
      <dgm:spPr/>
      <dgm:t>
        <a:bodyPr/>
        <a:lstStyle/>
        <a:p>
          <a:endParaRPr lang="en-US" sz="1400" dirty="0"/>
        </a:p>
      </dgm:t>
    </dgm:pt>
    <dgm:pt modelId="{A446DD40-3CF8-4028-9968-7ED639ACDE88}" type="parTrans" cxnId="{358CCC6A-8546-4C82-9904-55BB8D799552}">
      <dgm:prSet/>
      <dgm:spPr/>
      <dgm:t>
        <a:bodyPr/>
        <a:lstStyle/>
        <a:p>
          <a:endParaRPr lang="en-US"/>
        </a:p>
      </dgm:t>
    </dgm:pt>
    <dgm:pt modelId="{28466ADE-8BCD-40FC-B274-A477B0A09F70}" type="sibTrans" cxnId="{358CCC6A-8546-4C82-9904-55BB8D799552}">
      <dgm:prSet/>
      <dgm:spPr/>
      <dgm:t>
        <a:bodyPr/>
        <a:lstStyle/>
        <a:p>
          <a:endParaRPr lang="en-US"/>
        </a:p>
      </dgm:t>
    </dgm:pt>
    <dgm:pt modelId="{0E719A3E-3F52-4A15-81DF-AE1C3BF218D7}">
      <dgm:prSet phldrT="[Text]" custT="1"/>
      <dgm:spPr/>
      <dgm:t>
        <a:bodyPr/>
        <a:lstStyle/>
        <a:p>
          <a:r>
            <a:rPr lang="en-US" sz="1400" dirty="0">
              <a:latin typeface="+mj-lt"/>
              <a:ea typeface="Calibri" panose="020F0502020204030204" pitchFamily="34" charset="0"/>
              <a:cs typeface="Calibri" panose="020F0502020204030204" pitchFamily="34" charset="0"/>
            </a:rPr>
            <a:t>INSIGHT-477</a:t>
          </a:r>
          <a:r>
            <a:rPr lang="en-US" sz="1400" dirty="0">
              <a:latin typeface="Aptos" panose="020B0004020202020204" pitchFamily="34" charset="0"/>
              <a:ea typeface="Calibri" panose="020F0502020204030204" pitchFamily="34" charset="0"/>
              <a:cs typeface="Calibri" panose="020F0502020204030204" pitchFamily="34" charset="0"/>
            </a:rPr>
            <a:t> – 2024Q4</a:t>
          </a:r>
          <a:endParaRPr lang="en-US" sz="1400" dirty="0">
            <a:latin typeface="Aptos" panose="020B0004020202020204" pitchFamily="34" charset="0"/>
          </a:endParaRPr>
        </a:p>
      </dgm:t>
    </dgm:pt>
    <dgm:pt modelId="{EA9FFBC2-FFCE-49ED-ACC0-BC3796BFCD19}" type="parTrans" cxnId="{DBF51D6E-3702-4799-B80F-A354118B20FF}">
      <dgm:prSet/>
      <dgm:spPr/>
      <dgm:t>
        <a:bodyPr/>
        <a:lstStyle/>
        <a:p>
          <a:endParaRPr lang="en-US"/>
        </a:p>
      </dgm:t>
    </dgm:pt>
    <dgm:pt modelId="{5310193E-25DA-470F-9BEA-0B449289291E}" type="sibTrans" cxnId="{DBF51D6E-3702-4799-B80F-A354118B20FF}">
      <dgm:prSet/>
      <dgm:spPr/>
      <dgm:t>
        <a:bodyPr/>
        <a:lstStyle/>
        <a:p>
          <a:endParaRPr lang="en-US"/>
        </a:p>
      </dgm:t>
    </dgm:pt>
    <dgm:pt modelId="{4614823E-B6DA-449F-A49A-41DB72D7E3E6}">
      <dgm:prSet phldrT="[Text]" custT="1"/>
      <dgm:spPr/>
      <dgm:t>
        <a:bodyPr/>
        <a:lstStyle/>
        <a:p>
          <a:endParaRPr lang="en-US" sz="1400" dirty="0"/>
        </a:p>
      </dgm:t>
    </dgm:pt>
    <dgm:pt modelId="{55DB2D6E-DF21-4405-B507-6036EF2E6ECD}" type="parTrans" cxnId="{46252F33-C6A3-4B14-978C-80D7EB95E548}">
      <dgm:prSet/>
      <dgm:spPr/>
      <dgm:t>
        <a:bodyPr/>
        <a:lstStyle/>
        <a:p>
          <a:endParaRPr lang="en-US"/>
        </a:p>
      </dgm:t>
    </dgm:pt>
    <dgm:pt modelId="{32467715-2FBF-45D8-BCF7-56C41EABF503}" type="sibTrans" cxnId="{46252F33-C6A3-4B14-978C-80D7EB95E548}">
      <dgm:prSet/>
      <dgm:spPr/>
      <dgm:t>
        <a:bodyPr/>
        <a:lstStyle/>
        <a:p>
          <a:endParaRPr lang="en-US"/>
        </a:p>
      </dgm:t>
    </dgm:pt>
    <dgm:pt modelId="{3C87022B-44E1-4A4F-AF59-34BC0DA929E0}">
      <dgm:prSet phldrT="[Text]" custT="1"/>
      <dgm:spPr/>
      <dgm:t>
        <a:bodyPr/>
        <a:lstStyle/>
        <a:p>
          <a:r>
            <a:rPr lang="en-US" sz="1400" dirty="0">
              <a:latin typeface="+mj-lt"/>
            </a:rPr>
            <a:t>INSIGHT-699</a:t>
          </a:r>
          <a:r>
            <a:rPr lang="en-US" sz="1400" dirty="0">
              <a:latin typeface="+mj-lt"/>
              <a:ea typeface="Calibri" panose="020F0502020204030204" pitchFamily="34" charset="0"/>
              <a:cs typeface="Calibri" panose="020F0502020204030204" pitchFamily="34" charset="0"/>
            </a:rPr>
            <a:t> – 2024Q4</a:t>
          </a:r>
          <a:endParaRPr lang="en-US" sz="1400" dirty="0">
            <a:latin typeface="+mj-lt"/>
          </a:endParaRPr>
        </a:p>
      </dgm:t>
    </dgm:pt>
    <dgm:pt modelId="{4D92AADA-A17B-4298-AA48-62C6609DC7F7}" type="parTrans" cxnId="{6CA736F0-5CBF-4BA7-A7F6-590F3EE35F54}">
      <dgm:prSet/>
      <dgm:spPr/>
      <dgm:t>
        <a:bodyPr/>
        <a:lstStyle/>
        <a:p>
          <a:endParaRPr lang="en-US"/>
        </a:p>
      </dgm:t>
    </dgm:pt>
    <dgm:pt modelId="{BBE77B6B-BBE7-4493-A1A2-2EA542CC5B7E}" type="sibTrans" cxnId="{6CA736F0-5CBF-4BA7-A7F6-590F3EE35F54}">
      <dgm:prSet/>
      <dgm:spPr/>
      <dgm:t>
        <a:bodyPr/>
        <a:lstStyle/>
        <a:p>
          <a:endParaRPr lang="en-US"/>
        </a:p>
      </dgm:t>
    </dgm:pt>
    <dgm:pt modelId="{878E334C-8A56-4F11-A718-5B2EEFA5B21F}">
      <dgm:prSet phldrT="[Text]" custT="1"/>
      <dgm:spPr/>
      <dgm:t>
        <a:bodyPr/>
        <a:lstStyle/>
        <a:p>
          <a:r>
            <a:rPr lang="en-US" sz="1400" dirty="0">
              <a:latin typeface="+mn-lt"/>
              <a:ea typeface="Calibri" panose="020F0502020204030204" pitchFamily="34" charset="0"/>
              <a:cs typeface="Calibri" panose="020F0502020204030204" pitchFamily="34" charset="0"/>
            </a:rPr>
            <a:t>FMR Performance Test for Discover Report and Insight Generation Workflows (Part 2) - APIs only [</a:t>
          </a:r>
          <a:r>
            <a:rPr lang="en-US" sz="1400" dirty="0">
              <a:latin typeface="+mn-lt"/>
            </a:rPr>
            <a:t>In-Progress]</a:t>
          </a:r>
        </a:p>
      </dgm:t>
    </dgm:pt>
    <dgm:pt modelId="{70EEFF56-ED0B-4616-8FBA-0A3DA3967515}" type="parTrans" cxnId="{60BC4772-5335-4293-90BD-B62FE45775F7}">
      <dgm:prSet/>
      <dgm:spPr/>
      <dgm:t>
        <a:bodyPr/>
        <a:lstStyle/>
        <a:p>
          <a:endParaRPr lang="en-US"/>
        </a:p>
      </dgm:t>
    </dgm:pt>
    <dgm:pt modelId="{AAE03096-DC50-4DF1-B366-F6BD2EB388F4}" type="sibTrans" cxnId="{60BC4772-5335-4293-90BD-B62FE45775F7}">
      <dgm:prSet/>
      <dgm:spPr/>
      <dgm:t>
        <a:bodyPr/>
        <a:lstStyle/>
        <a:p>
          <a:endParaRPr lang="en-US"/>
        </a:p>
      </dgm:t>
    </dgm:pt>
    <dgm:pt modelId="{8D8B7308-89A0-40CD-98F9-2CCD70246E3D}">
      <dgm:prSet phldrT="[Text]" custT="1"/>
      <dgm:spPr/>
      <dgm:t>
        <a:bodyPr/>
        <a:lstStyle/>
        <a:p>
          <a:r>
            <a:rPr lang="en-US" sz="1400" dirty="0">
              <a:latin typeface="+mj-lt"/>
              <a:ea typeface="Calibri" panose="020F0502020204030204" pitchFamily="34" charset="0"/>
              <a:cs typeface="Calibri" panose="020F0502020204030204" pitchFamily="34" charset="0"/>
            </a:rPr>
            <a:t>INSIGHT-384 – 2024Q4</a:t>
          </a:r>
          <a:endParaRPr lang="en-US" sz="1400" dirty="0">
            <a:latin typeface="+mj-lt"/>
          </a:endParaRPr>
        </a:p>
      </dgm:t>
    </dgm:pt>
    <dgm:pt modelId="{AA785EBE-E8E9-432C-9C34-562F76E5C062}" type="parTrans" cxnId="{BCA94BB6-4E14-4D89-B6B7-8C2EF120A694}">
      <dgm:prSet/>
      <dgm:spPr/>
      <dgm:t>
        <a:bodyPr/>
        <a:lstStyle/>
        <a:p>
          <a:endParaRPr lang="en-US"/>
        </a:p>
      </dgm:t>
    </dgm:pt>
    <dgm:pt modelId="{E90D1B0B-1BC5-4651-9C51-F2B348555EE2}" type="sibTrans" cxnId="{BCA94BB6-4E14-4D89-B6B7-8C2EF120A694}">
      <dgm:prSet/>
      <dgm:spPr/>
      <dgm:t>
        <a:bodyPr/>
        <a:lstStyle/>
        <a:p>
          <a:endParaRPr lang="en-US"/>
        </a:p>
      </dgm:t>
    </dgm:pt>
    <dgm:pt modelId="{95E600BC-9213-48E1-9B0D-C86C6B3358BC}">
      <dgm:prSet phldrT="[Text]" custT="1"/>
      <dgm:spPr/>
      <dgm:t>
        <a:bodyPr/>
        <a:lstStyle/>
        <a:p>
          <a:r>
            <a:rPr lang="en-US" sz="1400" dirty="0">
              <a:latin typeface="+mn-lt"/>
              <a:ea typeface="Calibri" panose="020F0502020204030204" pitchFamily="34" charset="0"/>
              <a:cs typeface="Calibri" panose="020F0502020204030204" pitchFamily="34" charset="0"/>
            </a:rPr>
            <a:t>Architecture Benchmark - Cloud ETL - APIs only [In-Progress]</a:t>
          </a:r>
          <a:endParaRPr lang="en-US" sz="1400" dirty="0">
            <a:latin typeface="+mn-lt"/>
          </a:endParaRPr>
        </a:p>
      </dgm:t>
    </dgm:pt>
    <dgm:pt modelId="{4B7B0D45-00C5-46A3-A7BC-029CB0AA814A}" type="parTrans" cxnId="{9980C65C-176F-48BC-9567-B244D030F0AF}">
      <dgm:prSet/>
      <dgm:spPr/>
      <dgm:t>
        <a:bodyPr/>
        <a:lstStyle/>
        <a:p>
          <a:endParaRPr lang="en-US"/>
        </a:p>
      </dgm:t>
    </dgm:pt>
    <dgm:pt modelId="{9D5000DD-ACB5-4500-84C4-96B3A2A7F63F}" type="sibTrans" cxnId="{9980C65C-176F-48BC-9567-B244D030F0AF}">
      <dgm:prSet/>
      <dgm:spPr/>
      <dgm:t>
        <a:bodyPr/>
        <a:lstStyle/>
        <a:p>
          <a:endParaRPr lang="en-US"/>
        </a:p>
      </dgm:t>
    </dgm:pt>
    <dgm:pt modelId="{72531C4A-9585-49E0-BF7F-E0FFC1584A1B}">
      <dgm:prSet phldrT="[Text]" custT="1"/>
      <dgm:spPr/>
      <dgm:t>
        <a:bodyPr/>
        <a:lstStyle/>
        <a:p>
          <a:endParaRPr lang="en-US" sz="1400" dirty="0"/>
        </a:p>
      </dgm:t>
    </dgm:pt>
    <dgm:pt modelId="{5A392D2C-15BE-4B43-B6E3-1120F798CC05}" type="parTrans" cxnId="{DB0D9BE0-ABCD-409B-92F3-C91F651811E0}">
      <dgm:prSet/>
      <dgm:spPr/>
      <dgm:t>
        <a:bodyPr/>
        <a:lstStyle/>
        <a:p>
          <a:endParaRPr lang="en-US"/>
        </a:p>
      </dgm:t>
    </dgm:pt>
    <dgm:pt modelId="{F7570F5A-87ED-43D1-901A-766268E9F637}" type="sibTrans" cxnId="{DB0D9BE0-ABCD-409B-92F3-C91F651811E0}">
      <dgm:prSet/>
      <dgm:spPr/>
      <dgm:t>
        <a:bodyPr/>
        <a:lstStyle/>
        <a:p>
          <a:endParaRPr lang="en-US"/>
        </a:p>
      </dgm:t>
    </dgm:pt>
    <dgm:pt modelId="{4159ECDD-67F4-4550-B3EC-192F04E65AFA}">
      <dgm:prSet phldrT="[Text]" custT="1"/>
      <dgm:spPr/>
      <dgm:t>
        <a:bodyPr/>
        <a:lstStyle/>
        <a:p>
          <a:r>
            <a:rPr lang="en-US" sz="1400" dirty="0">
              <a:latin typeface="+mj-lt"/>
              <a:ea typeface="Calibri" panose="020F0502020204030204" pitchFamily="34" charset="0"/>
              <a:cs typeface="Calibri" panose="020F0502020204030204" pitchFamily="34" charset="0"/>
            </a:rPr>
            <a:t>INSIGHT-723 – 2025Q1</a:t>
          </a:r>
          <a:endParaRPr lang="en-US" sz="1400" dirty="0">
            <a:latin typeface="+mj-lt"/>
          </a:endParaRPr>
        </a:p>
      </dgm:t>
    </dgm:pt>
    <dgm:pt modelId="{2DF1AE48-DAA8-4EAA-BCFE-733DADDD3F92}" type="parTrans" cxnId="{4C3BB7FC-0136-4682-84CE-967714CCC87B}">
      <dgm:prSet/>
      <dgm:spPr/>
      <dgm:t>
        <a:bodyPr/>
        <a:lstStyle/>
        <a:p>
          <a:endParaRPr lang="en-US"/>
        </a:p>
      </dgm:t>
    </dgm:pt>
    <dgm:pt modelId="{5AC55339-A9D0-4AE3-9818-6F73A1573793}" type="sibTrans" cxnId="{4C3BB7FC-0136-4682-84CE-967714CCC87B}">
      <dgm:prSet/>
      <dgm:spPr/>
      <dgm:t>
        <a:bodyPr/>
        <a:lstStyle/>
        <a:p>
          <a:endParaRPr lang="en-US"/>
        </a:p>
      </dgm:t>
    </dgm:pt>
    <dgm:pt modelId="{B5F874F1-C88F-4C48-AEE6-D6DD58BEA6C6}">
      <dgm:prSet phldrT="[Text]" custT="1"/>
      <dgm:spPr/>
      <dgm:t>
        <a:bodyPr/>
        <a:lstStyle/>
        <a:p>
          <a:r>
            <a:rPr lang="en-US" sz="1400" dirty="0">
              <a:latin typeface="+mn-lt"/>
              <a:ea typeface="Calibri" panose="020F0502020204030204" pitchFamily="34" charset="0"/>
              <a:cs typeface="Calibri" panose="020F0502020204030204" pitchFamily="34" charset="0"/>
            </a:rPr>
            <a:t>Performance Testing: Preparation for GUI testing for </a:t>
          </a:r>
          <a:r>
            <a:rPr lang="en-US" sz="1400" dirty="0" err="1">
              <a:latin typeface="+mn-lt"/>
              <a:ea typeface="Calibri" panose="020F0502020204030204" pitchFamily="34" charset="0"/>
              <a:cs typeface="Calibri" panose="020F0502020204030204" pitchFamily="34" charset="0"/>
            </a:rPr>
            <a:t>PwD</a:t>
          </a:r>
          <a:r>
            <a:rPr lang="en-US" sz="1400" dirty="0">
              <a:latin typeface="+mn-lt"/>
              <a:ea typeface="Calibri" panose="020F0502020204030204" pitchFamily="34" charset="0"/>
              <a:cs typeface="Calibri" panose="020F0502020204030204" pitchFamily="34" charset="0"/>
            </a:rPr>
            <a:t> and HCP [To-Do]</a:t>
          </a:r>
          <a:endParaRPr lang="en-US" sz="1400" dirty="0">
            <a:latin typeface="+mn-lt"/>
          </a:endParaRPr>
        </a:p>
      </dgm:t>
    </dgm:pt>
    <dgm:pt modelId="{5015575F-9C79-4199-9AF1-70B6EC0E0E29}" type="parTrans" cxnId="{D08CBD7E-6C9E-4BED-AA0B-82C5525442A6}">
      <dgm:prSet/>
      <dgm:spPr/>
      <dgm:t>
        <a:bodyPr/>
        <a:lstStyle/>
        <a:p>
          <a:endParaRPr lang="en-US"/>
        </a:p>
      </dgm:t>
    </dgm:pt>
    <dgm:pt modelId="{812292EE-F435-4FA8-910E-B938EA753ACC}" type="sibTrans" cxnId="{D08CBD7E-6C9E-4BED-AA0B-82C5525442A6}">
      <dgm:prSet/>
      <dgm:spPr/>
      <dgm:t>
        <a:bodyPr/>
        <a:lstStyle/>
        <a:p>
          <a:endParaRPr lang="en-US"/>
        </a:p>
      </dgm:t>
    </dgm:pt>
    <dgm:pt modelId="{CE1C3BCE-FB84-4192-BB9A-78A577644833}">
      <dgm:prSet phldrT="[Text]" custT="1"/>
      <dgm:spPr/>
      <dgm:t>
        <a:bodyPr/>
        <a:lstStyle/>
        <a:p>
          <a:endParaRPr lang="en-US" sz="1400" dirty="0"/>
        </a:p>
      </dgm:t>
    </dgm:pt>
    <dgm:pt modelId="{C31D0F34-37D2-4346-8C30-2C5AF6519C1F}" type="parTrans" cxnId="{E910CEFE-81D3-4769-A1C4-EA13F802999C}">
      <dgm:prSet/>
      <dgm:spPr/>
      <dgm:t>
        <a:bodyPr/>
        <a:lstStyle/>
        <a:p>
          <a:endParaRPr lang="en-US"/>
        </a:p>
      </dgm:t>
    </dgm:pt>
    <dgm:pt modelId="{81D3AA89-8037-4CF1-A835-1B350FA25CD2}" type="sibTrans" cxnId="{E910CEFE-81D3-4769-A1C4-EA13F802999C}">
      <dgm:prSet/>
      <dgm:spPr/>
      <dgm:t>
        <a:bodyPr/>
        <a:lstStyle/>
        <a:p>
          <a:endParaRPr lang="en-US"/>
        </a:p>
      </dgm:t>
    </dgm:pt>
    <dgm:pt modelId="{E72F99E0-03A5-48B6-BD07-974EA204FFD4}">
      <dgm:prSet phldrT="[Text]" custT="1"/>
      <dgm:spPr/>
      <dgm:t>
        <a:bodyPr/>
        <a:lstStyle/>
        <a:p>
          <a:r>
            <a:rPr lang="en-US" sz="1400" dirty="0">
              <a:latin typeface="+mj-lt"/>
              <a:ea typeface="Calibri" panose="020F0502020204030204" pitchFamily="34" charset="0"/>
              <a:cs typeface="Calibri" panose="020F0502020204030204" pitchFamily="34" charset="0"/>
            </a:rPr>
            <a:t>INSIGHT-715 – 2025Q1</a:t>
          </a:r>
          <a:endParaRPr lang="en-US" sz="1400" dirty="0">
            <a:latin typeface="+mj-lt"/>
          </a:endParaRPr>
        </a:p>
      </dgm:t>
    </dgm:pt>
    <dgm:pt modelId="{E2D76E3C-789E-4744-83A6-8015371D9072}" type="parTrans" cxnId="{04A20C4A-B206-413A-B530-5A7B257505E4}">
      <dgm:prSet/>
      <dgm:spPr/>
      <dgm:t>
        <a:bodyPr/>
        <a:lstStyle/>
        <a:p>
          <a:endParaRPr lang="en-US"/>
        </a:p>
      </dgm:t>
    </dgm:pt>
    <dgm:pt modelId="{72C76CD6-CBE1-4914-B334-DD522CF3EC7D}" type="sibTrans" cxnId="{04A20C4A-B206-413A-B530-5A7B257505E4}">
      <dgm:prSet/>
      <dgm:spPr/>
      <dgm:t>
        <a:bodyPr/>
        <a:lstStyle/>
        <a:p>
          <a:endParaRPr lang="en-US"/>
        </a:p>
      </dgm:t>
    </dgm:pt>
    <dgm:pt modelId="{4BB5AE82-A657-49DF-ADDD-6F9833B47025}">
      <dgm:prSet phldrT="[Text]" custT="1"/>
      <dgm:spPr/>
      <dgm:t>
        <a:bodyPr/>
        <a:lstStyle/>
        <a:p>
          <a:r>
            <a:rPr lang="en-US" sz="1400" dirty="0">
              <a:latin typeface="+mn-lt"/>
              <a:ea typeface="Calibri" panose="020F0502020204030204" pitchFamily="34" charset="0"/>
              <a:cs typeface="Calibri" panose="020F0502020204030204" pitchFamily="34" charset="0"/>
            </a:rPr>
            <a:t>GUI scenarios Performance Testing for HCP and </a:t>
          </a:r>
          <a:r>
            <a:rPr lang="en-US" sz="1400" dirty="0" err="1">
              <a:latin typeface="+mn-lt"/>
              <a:ea typeface="Calibri" panose="020F0502020204030204" pitchFamily="34" charset="0"/>
              <a:cs typeface="Calibri" panose="020F0502020204030204" pitchFamily="34" charset="0"/>
            </a:rPr>
            <a:t>PwD</a:t>
          </a:r>
          <a:r>
            <a:rPr lang="en-US" sz="1400" dirty="0">
              <a:latin typeface="+mn-lt"/>
              <a:ea typeface="Calibri" panose="020F0502020204030204" pitchFamily="34" charset="0"/>
              <a:cs typeface="Calibri" panose="020F0502020204030204" pitchFamily="34" charset="0"/>
            </a:rPr>
            <a:t> applications [In-progress]</a:t>
          </a:r>
          <a:endParaRPr lang="en-US" sz="1400" dirty="0">
            <a:latin typeface="+mn-lt"/>
          </a:endParaRPr>
        </a:p>
      </dgm:t>
    </dgm:pt>
    <dgm:pt modelId="{DDFC472F-2D6A-4EBD-9DE9-BA996DA8891B}" type="parTrans" cxnId="{C1DFEFDA-E7B8-43A0-9DAD-4561886E12EF}">
      <dgm:prSet/>
      <dgm:spPr/>
      <dgm:t>
        <a:bodyPr/>
        <a:lstStyle/>
        <a:p>
          <a:endParaRPr lang="en-US"/>
        </a:p>
      </dgm:t>
    </dgm:pt>
    <dgm:pt modelId="{6A3C5471-A395-4747-828D-D36E4FAE3D0B}" type="sibTrans" cxnId="{C1DFEFDA-E7B8-43A0-9DAD-4561886E12EF}">
      <dgm:prSet/>
      <dgm:spPr/>
      <dgm:t>
        <a:bodyPr/>
        <a:lstStyle/>
        <a:p>
          <a:endParaRPr lang="en-US"/>
        </a:p>
      </dgm:t>
    </dgm:pt>
    <dgm:pt modelId="{B7FF8E37-667F-4E31-8EB1-DD1C28213C4F}">
      <dgm:prSet phldrT="[Text]" custT="1"/>
      <dgm:spPr/>
      <dgm:t>
        <a:bodyPr/>
        <a:lstStyle/>
        <a:p>
          <a:endParaRPr lang="en-US" sz="1400" dirty="0"/>
        </a:p>
      </dgm:t>
    </dgm:pt>
    <dgm:pt modelId="{5061038C-D3B2-4A69-963A-A12A364A382C}" type="parTrans" cxnId="{40B69959-C7A6-4A49-8D83-10D474D271E1}">
      <dgm:prSet/>
      <dgm:spPr/>
      <dgm:t>
        <a:bodyPr/>
        <a:lstStyle/>
        <a:p>
          <a:endParaRPr lang="en-US"/>
        </a:p>
      </dgm:t>
    </dgm:pt>
    <dgm:pt modelId="{9290CD7E-8076-4303-971D-ACA3407C49E7}" type="sibTrans" cxnId="{40B69959-C7A6-4A49-8D83-10D474D271E1}">
      <dgm:prSet/>
      <dgm:spPr/>
      <dgm:t>
        <a:bodyPr/>
        <a:lstStyle/>
        <a:p>
          <a:endParaRPr lang="en-US"/>
        </a:p>
      </dgm:t>
    </dgm:pt>
    <dgm:pt modelId="{5901E03E-87F6-42DD-A2D4-4AD22CDFA99A}">
      <dgm:prSet phldrT="[Text]" custT="1"/>
      <dgm:spPr/>
      <dgm:t>
        <a:bodyPr/>
        <a:lstStyle/>
        <a:p>
          <a:endParaRPr lang="en-US" sz="1400" dirty="0"/>
        </a:p>
      </dgm:t>
    </dgm:pt>
    <dgm:pt modelId="{1C3FB709-FAC5-459A-95A0-963890AB9D9B}" type="sibTrans" cxnId="{E0647E94-D49F-4181-BCFC-D0C6B3AEF91F}">
      <dgm:prSet/>
      <dgm:spPr/>
      <dgm:t>
        <a:bodyPr/>
        <a:lstStyle/>
        <a:p>
          <a:endParaRPr lang="en-US"/>
        </a:p>
      </dgm:t>
    </dgm:pt>
    <dgm:pt modelId="{2A151950-1127-4D00-864D-9B0373395D40}" type="parTrans" cxnId="{E0647E94-D49F-4181-BCFC-D0C6B3AEF91F}">
      <dgm:prSet/>
      <dgm:spPr/>
      <dgm:t>
        <a:bodyPr/>
        <a:lstStyle/>
        <a:p>
          <a:endParaRPr lang="en-US"/>
        </a:p>
      </dgm:t>
    </dgm:pt>
    <dgm:pt modelId="{56E15580-37FA-4148-A9A5-320F4B786B9B}">
      <dgm:prSet phldrT="[Text]" custT="1"/>
      <dgm:spPr/>
      <dgm:t>
        <a:bodyPr/>
        <a:lstStyle/>
        <a:p>
          <a:r>
            <a:rPr lang="en-US" sz="1400" dirty="0">
              <a:latin typeface="+mn-lt"/>
              <a:ea typeface="Calibri" panose="020F0502020204030204" pitchFamily="34" charset="0"/>
              <a:cs typeface="Calibri" panose="020F0502020204030204" pitchFamily="34" charset="0"/>
            </a:rPr>
            <a:t>FMR Performance Test for Discover Report and Insight Generation Workflows (Part 2) - APIs only [To-Do]</a:t>
          </a:r>
          <a:endParaRPr lang="en-US" sz="1400" dirty="0">
            <a:latin typeface="+mn-lt"/>
          </a:endParaRPr>
        </a:p>
      </dgm:t>
    </dgm:pt>
    <dgm:pt modelId="{1B38DB7F-DC96-4180-A2EE-AFF7B3C3CEA9}" type="sibTrans" cxnId="{14DBB2FF-7D18-4712-A62D-A4D5059BD97A}">
      <dgm:prSet/>
      <dgm:spPr/>
      <dgm:t>
        <a:bodyPr/>
        <a:lstStyle/>
        <a:p>
          <a:endParaRPr lang="en-US"/>
        </a:p>
      </dgm:t>
    </dgm:pt>
    <dgm:pt modelId="{1BBAD4B0-8B52-41E5-915E-EE3A76B436C2}" type="parTrans" cxnId="{14DBB2FF-7D18-4712-A62D-A4D5059BD97A}">
      <dgm:prSet/>
      <dgm:spPr/>
      <dgm:t>
        <a:bodyPr/>
        <a:lstStyle/>
        <a:p>
          <a:endParaRPr lang="en-US"/>
        </a:p>
      </dgm:t>
    </dgm:pt>
    <dgm:pt modelId="{1F4E3611-ACD1-4575-B909-700365EB5573}" type="pres">
      <dgm:prSet presAssocID="{B1A82509-E315-4552-B1DC-F462DA7B4944}" presName="Name0" presStyleCnt="0">
        <dgm:presLayoutVars>
          <dgm:chMax/>
          <dgm:chPref val="3"/>
          <dgm:dir/>
          <dgm:animOne val="branch"/>
          <dgm:animLvl val="lvl"/>
        </dgm:presLayoutVars>
      </dgm:prSet>
      <dgm:spPr/>
    </dgm:pt>
    <dgm:pt modelId="{19A9023A-6B8A-4EBD-80BB-98AA0D22769E}" type="pres">
      <dgm:prSet presAssocID="{068F6E44-F9C2-4179-A59D-06D31D670AB6}" presName="composite" presStyleCnt="0"/>
      <dgm:spPr/>
    </dgm:pt>
    <dgm:pt modelId="{CCFC7B6B-3AE6-42A7-A45E-DA6F44CAD12D}" type="pres">
      <dgm:prSet presAssocID="{068F6E44-F9C2-4179-A59D-06D31D670AB6}" presName="FirstChild" presStyleLbl="revTx" presStyleIdx="0" presStyleCnt="14">
        <dgm:presLayoutVars>
          <dgm:chMax val="0"/>
          <dgm:chPref val="0"/>
          <dgm:bulletEnabled val="1"/>
        </dgm:presLayoutVars>
      </dgm:prSet>
      <dgm:spPr/>
    </dgm:pt>
    <dgm:pt modelId="{4225DE06-942C-44B9-A8DC-328C6DF13CEE}" type="pres">
      <dgm:prSet presAssocID="{068F6E44-F9C2-4179-A59D-06D31D670AB6}" presName="Parent" presStyleLbl="alignNode1" presStyleIdx="0" presStyleCnt="7" custScaleY="247405">
        <dgm:presLayoutVars>
          <dgm:chMax val="3"/>
          <dgm:chPref val="3"/>
          <dgm:bulletEnabled val="1"/>
        </dgm:presLayoutVars>
      </dgm:prSet>
      <dgm:spPr/>
    </dgm:pt>
    <dgm:pt modelId="{D5F0FCBB-5554-4050-9CEE-DD5E7E0263E3}" type="pres">
      <dgm:prSet presAssocID="{068F6E44-F9C2-4179-A59D-06D31D670AB6}" presName="Accent" presStyleLbl="parChTrans1D1" presStyleIdx="0" presStyleCnt="7"/>
      <dgm:spPr/>
    </dgm:pt>
    <dgm:pt modelId="{5167650B-D0A1-41EC-A776-05E007FDF7DF}" type="pres">
      <dgm:prSet presAssocID="{068F6E44-F9C2-4179-A59D-06D31D670AB6}" presName="Child" presStyleLbl="revTx" presStyleIdx="1" presStyleCnt="14">
        <dgm:presLayoutVars>
          <dgm:chMax val="0"/>
          <dgm:chPref val="0"/>
          <dgm:bulletEnabled val="1"/>
        </dgm:presLayoutVars>
      </dgm:prSet>
      <dgm:spPr/>
    </dgm:pt>
    <dgm:pt modelId="{E95D9BE3-A864-4282-8D3B-CF5287DF9AF2}" type="pres">
      <dgm:prSet presAssocID="{6B7B1447-E881-4A8D-A33E-5C6874125F5E}" presName="sibTrans" presStyleCnt="0"/>
      <dgm:spPr/>
    </dgm:pt>
    <dgm:pt modelId="{D6A9DA9E-1B8C-477B-9838-32BE23480470}" type="pres">
      <dgm:prSet presAssocID="{0702BF3F-93FC-49A4-9334-A4DFC24500D7}" presName="composite" presStyleCnt="0"/>
      <dgm:spPr/>
    </dgm:pt>
    <dgm:pt modelId="{1EB7789E-C6BC-440F-8DF6-7933261EB4B0}" type="pres">
      <dgm:prSet presAssocID="{0702BF3F-93FC-49A4-9334-A4DFC24500D7}" presName="FirstChild" presStyleLbl="revTx" presStyleIdx="2" presStyleCnt="14">
        <dgm:presLayoutVars>
          <dgm:chMax val="0"/>
          <dgm:chPref val="0"/>
          <dgm:bulletEnabled val="1"/>
        </dgm:presLayoutVars>
      </dgm:prSet>
      <dgm:spPr/>
    </dgm:pt>
    <dgm:pt modelId="{42DD2875-6019-420F-8568-E9661103B7B2}" type="pres">
      <dgm:prSet presAssocID="{0702BF3F-93FC-49A4-9334-A4DFC24500D7}" presName="Parent" presStyleLbl="alignNode1" presStyleIdx="1" presStyleCnt="7" custScaleY="258880">
        <dgm:presLayoutVars>
          <dgm:chMax val="3"/>
          <dgm:chPref val="3"/>
          <dgm:bulletEnabled val="1"/>
        </dgm:presLayoutVars>
      </dgm:prSet>
      <dgm:spPr/>
    </dgm:pt>
    <dgm:pt modelId="{879A604D-ABFE-499D-B78C-F515F71FA747}" type="pres">
      <dgm:prSet presAssocID="{0702BF3F-93FC-49A4-9334-A4DFC24500D7}" presName="Accent" presStyleLbl="parChTrans1D1" presStyleIdx="1" presStyleCnt="7"/>
      <dgm:spPr/>
    </dgm:pt>
    <dgm:pt modelId="{8687F074-5C59-4F83-80DD-C4BAF4E350A1}" type="pres">
      <dgm:prSet presAssocID="{0702BF3F-93FC-49A4-9334-A4DFC24500D7}" presName="Child" presStyleLbl="revTx" presStyleIdx="3" presStyleCnt="14">
        <dgm:presLayoutVars>
          <dgm:chMax val="0"/>
          <dgm:chPref val="0"/>
          <dgm:bulletEnabled val="1"/>
        </dgm:presLayoutVars>
      </dgm:prSet>
      <dgm:spPr/>
    </dgm:pt>
    <dgm:pt modelId="{C7FD606E-C1A5-4EDD-A2E3-DEA41C6AA2F3}" type="pres">
      <dgm:prSet presAssocID="{5687A10F-063D-4C71-9C37-11E21427C47B}" presName="sibTrans" presStyleCnt="0"/>
      <dgm:spPr/>
    </dgm:pt>
    <dgm:pt modelId="{C8196920-39EF-481B-B4D1-0692A7D7FEC2}" type="pres">
      <dgm:prSet presAssocID="{0E719A3E-3F52-4A15-81DF-AE1C3BF218D7}" presName="composite" presStyleCnt="0"/>
      <dgm:spPr/>
    </dgm:pt>
    <dgm:pt modelId="{37B047ED-EB6E-4134-969F-3C0EA4692671}" type="pres">
      <dgm:prSet presAssocID="{0E719A3E-3F52-4A15-81DF-AE1C3BF218D7}" presName="FirstChild" presStyleLbl="revTx" presStyleIdx="4" presStyleCnt="14">
        <dgm:presLayoutVars>
          <dgm:chMax val="0"/>
          <dgm:chPref val="0"/>
          <dgm:bulletEnabled val="1"/>
        </dgm:presLayoutVars>
      </dgm:prSet>
      <dgm:spPr/>
    </dgm:pt>
    <dgm:pt modelId="{7A9679E6-28FF-488B-AFCE-486B277B0D29}" type="pres">
      <dgm:prSet presAssocID="{0E719A3E-3F52-4A15-81DF-AE1C3BF218D7}" presName="Parent" presStyleLbl="alignNode1" presStyleIdx="2" presStyleCnt="7" custScaleY="238713">
        <dgm:presLayoutVars>
          <dgm:chMax val="3"/>
          <dgm:chPref val="3"/>
          <dgm:bulletEnabled val="1"/>
        </dgm:presLayoutVars>
      </dgm:prSet>
      <dgm:spPr/>
    </dgm:pt>
    <dgm:pt modelId="{70B296E8-4EB6-4370-884C-15FABB1F56A3}" type="pres">
      <dgm:prSet presAssocID="{0E719A3E-3F52-4A15-81DF-AE1C3BF218D7}" presName="Accent" presStyleLbl="parChTrans1D1" presStyleIdx="2" presStyleCnt="7"/>
      <dgm:spPr/>
    </dgm:pt>
    <dgm:pt modelId="{CD3E9F40-2285-4197-9C48-C609BFB605B8}" type="pres">
      <dgm:prSet presAssocID="{0E719A3E-3F52-4A15-81DF-AE1C3BF218D7}" presName="Child" presStyleLbl="revTx" presStyleIdx="5" presStyleCnt="14">
        <dgm:presLayoutVars>
          <dgm:chMax val="0"/>
          <dgm:chPref val="0"/>
          <dgm:bulletEnabled val="1"/>
        </dgm:presLayoutVars>
      </dgm:prSet>
      <dgm:spPr/>
    </dgm:pt>
    <dgm:pt modelId="{B8F64390-E568-446C-AA6F-B9E24D92F758}" type="pres">
      <dgm:prSet presAssocID="{5310193E-25DA-470F-9BEA-0B449289291E}" presName="sibTrans" presStyleCnt="0"/>
      <dgm:spPr/>
    </dgm:pt>
    <dgm:pt modelId="{47AC4655-01C9-44AC-8BB3-B3526C1D17B2}" type="pres">
      <dgm:prSet presAssocID="{3C87022B-44E1-4A4F-AF59-34BC0DA929E0}" presName="composite" presStyleCnt="0"/>
      <dgm:spPr/>
    </dgm:pt>
    <dgm:pt modelId="{57D474A1-5D1E-4A46-BD44-87BCDE6E4485}" type="pres">
      <dgm:prSet presAssocID="{3C87022B-44E1-4A4F-AF59-34BC0DA929E0}" presName="FirstChild" presStyleLbl="revTx" presStyleIdx="6" presStyleCnt="14">
        <dgm:presLayoutVars>
          <dgm:chMax val="0"/>
          <dgm:chPref val="0"/>
          <dgm:bulletEnabled val="1"/>
        </dgm:presLayoutVars>
      </dgm:prSet>
      <dgm:spPr/>
    </dgm:pt>
    <dgm:pt modelId="{1DDE437A-E931-46CE-A741-C6DB294345B7}" type="pres">
      <dgm:prSet presAssocID="{3C87022B-44E1-4A4F-AF59-34BC0DA929E0}" presName="Parent" presStyleLbl="alignNode1" presStyleIdx="3" presStyleCnt="7" custScaleY="271654">
        <dgm:presLayoutVars>
          <dgm:chMax val="3"/>
          <dgm:chPref val="3"/>
          <dgm:bulletEnabled val="1"/>
        </dgm:presLayoutVars>
      </dgm:prSet>
      <dgm:spPr/>
    </dgm:pt>
    <dgm:pt modelId="{EC40A27B-FDF1-4E08-8E04-55AE7B4F7110}" type="pres">
      <dgm:prSet presAssocID="{3C87022B-44E1-4A4F-AF59-34BC0DA929E0}" presName="Accent" presStyleLbl="parChTrans1D1" presStyleIdx="3" presStyleCnt="7"/>
      <dgm:spPr/>
    </dgm:pt>
    <dgm:pt modelId="{B955B8A0-3870-49FB-9641-3042525F78BE}" type="pres">
      <dgm:prSet presAssocID="{3C87022B-44E1-4A4F-AF59-34BC0DA929E0}" presName="Child" presStyleLbl="revTx" presStyleIdx="7" presStyleCnt="14">
        <dgm:presLayoutVars>
          <dgm:chMax val="0"/>
          <dgm:chPref val="0"/>
          <dgm:bulletEnabled val="1"/>
        </dgm:presLayoutVars>
      </dgm:prSet>
      <dgm:spPr/>
    </dgm:pt>
    <dgm:pt modelId="{6BAEA613-B5D2-46CC-8CC9-680CE27B0D75}" type="pres">
      <dgm:prSet presAssocID="{BBE77B6B-BBE7-4493-A1A2-2EA542CC5B7E}" presName="sibTrans" presStyleCnt="0"/>
      <dgm:spPr/>
    </dgm:pt>
    <dgm:pt modelId="{E085A9A1-C87E-4C0C-BAC0-C9753AF17BBB}" type="pres">
      <dgm:prSet presAssocID="{8D8B7308-89A0-40CD-98F9-2CCD70246E3D}" presName="composite" presStyleCnt="0"/>
      <dgm:spPr/>
    </dgm:pt>
    <dgm:pt modelId="{8D2EA61A-06CB-4423-B4E9-42FBDC4DF38E}" type="pres">
      <dgm:prSet presAssocID="{8D8B7308-89A0-40CD-98F9-2CCD70246E3D}" presName="FirstChild" presStyleLbl="revTx" presStyleIdx="8" presStyleCnt="14">
        <dgm:presLayoutVars>
          <dgm:chMax val="0"/>
          <dgm:chPref val="0"/>
          <dgm:bulletEnabled val="1"/>
        </dgm:presLayoutVars>
      </dgm:prSet>
      <dgm:spPr/>
    </dgm:pt>
    <dgm:pt modelId="{45BAA023-09BF-47AC-BADD-72F973DE2B28}" type="pres">
      <dgm:prSet presAssocID="{8D8B7308-89A0-40CD-98F9-2CCD70246E3D}" presName="Parent" presStyleLbl="alignNode1" presStyleIdx="4" presStyleCnt="7" custScaleY="265485">
        <dgm:presLayoutVars>
          <dgm:chMax val="3"/>
          <dgm:chPref val="3"/>
          <dgm:bulletEnabled val="1"/>
        </dgm:presLayoutVars>
      </dgm:prSet>
      <dgm:spPr/>
    </dgm:pt>
    <dgm:pt modelId="{8EDB3D63-E80F-4E9A-862C-D906D379342A}" type="pres">
      <dgm:prSet presAssocID="{8D8B7308-89A0-40CD-98F9-2CCD70246E3D}" presName="Accent" presStyleLbl="parChTrans1D1" presStyleIdx="4" presStyleCnt="7"/>
      <dgm:spPr/>
    </dgm:pt>
    <dgm:pt modelId="{28B35203-72FC-4591-AA3B-283677D10EC5}" type="pres">
      <dgm:prSet presAssocID="{8D8B7308-89A0-40CD-98F9-2CCD70246E3D}" presName="Child" presStyleLbl="revTx" presStyleIdx="9" presStyleCnt="14">
        <dgm:presLayoutVars>
          <dgm:chMax val="0"/>
          <dgm:chPref val="0"/>
          <dgm:bulletEnabled val="1"/>
        </dgm:presLayoutVars>
      </dgm:prSet>
      <dgm:spPr/>
    </dgm:pt>
    <dgm:pt modelId="{1968AD99-0E43-4A80-8D75-0D892C01795D}" type="pres">
      <dgm:prSet presAssocID="{E90D1B0B-1BC5-4651-9C51-F2B348555EE2}" presName="sibTrans" presStyleCnt="0"/>
      <dgm:spPr/>
    </dgm:pt>
    <dgm:pt modelId="{530A3F75-5040-4829-8285-5D31D4B1CFC5}" type="pres">
      <dgm:prSet presAssocID="{4159ECDD-67F4-4550-B3EC-192F04E65AFA}" presName="composite" presStyleCnt="0"/>
      <dgm:spPr/>
    </dgm:pt>
    <dgm:pt modelId="{C8B6F275-21B1-4E30-AF48-333614DB135F}" type="pres">
      <dgm:prSet presAssocID="{4159ECDD-67F4-4550-B3EC-192F04E65AFA}" presName="FirstChild" presStyleLbl="revTx" presStyleIdx="10" presStyleCnt="14">
        <dgm:presLayoutVars>
          <dgm:chMax val="0"/>
          <dgm:chPref val="0"/>
          <dgm:bulletEnabled val="1"/>
        </dgm:presLayoutVars>
      </dgm:prSet>
      <dgm:spPr/>
    </dgm:pt>
    <dgm:pt modelId="{20B28BFB-B8B3-464E-B153-64709F520433}" type="pres">
      <dgm:prSet presAssocID="{4159ECDD-67F4-4550-B3EC-192F04E65AFA}" presName="Parent" presStyleLbl="alignNode1" presStyleIdx="5" presStyleCnt="7" custScaleY="259987">
        <dgm:presLayoutVars>
          <dgm:chMax val="3"/>
          <dgm:chPref val="3"/>
          <dgm:bulletEnabled val="1"/>
        </dgm:presLayoutVars>
      </dgm:prSet>
      <dgm:spPr/>
    </dgm:pt>
    <dgm:pt modelId="{BE3DE0FB-0412-40CB-813B-334D585C4FA7}" type="pres">
      <dgm:prSet presAssocID="{4159ECDD-67F4-4550-B3EC-192F04E65AFA}" presName="Accent" presStyleLbl="parChTrans1D1" presStyleIdx="5" presStyleCnt="7"/>
      <dgm:spPr/>
    </dgm:pt>
    <dgm:pt modelId="{80F29FA9-2C09-4AC3-99AD-EEBD447A4FAF}" type="pres">
      <dgm:prSet presAssocID="{4159ECDD-67F4-4550-B3EC-192F04E65AFA}" presName="Child" presStyleLbl="revTx" presStyleIdx="11" presStyleCnt="14">
        <dgm:presLayoutVars>
          <dgm:chMax val="0"/>
          <dgm:chPref val="0"/>
          <dgm:bulletEnabled val="1"/>
        </dgm:presLayoutVars>
      </dgm:prSet>
      <dgm:spPr/>
    </dgm:pt>
    <dgm:pt modelId="{D4024162-F7C4-4125-8674-84153D7F5EC9}" type="pres">
      <dgm:prSet presAssocID="{5AC55339-A9D0-4AE3-9818-6F73A1573793}" presName="sibTrans" presStyleCnt="0"/>
      <dgm:spPr/>
    </dgm:pt>
    <dgm:pt modelId="{1E526B3D-4AD7-4528-BD9A-91DAEC4D8A7E}" type="pres">
      <dgm:prSet presAssocID="{E72F99E0-03A5-48B6-BD07-974EA204FFD4}" presName="composite" presStyleCnt="0"/>
      <dgm:spPr/>
    </dgm:pt>
    <dgm:pt modelId="{79DFE278-DA0D-4B1C-971A-44D9B0A51445}" type="pres">
      <dgm:prSet presAssocID="{E72F99E0-03A5-48B6-BD07-974EA204FFD4}" presName="FirstChild" presStyleLbl="revTx" presStyleIdx="12" presStyleCnt="14">
        <dgm:presLayoutVars>
          <dgm:chMax val="0"/>
          <dgm:chPref val="0"/>
          <dgm:bulletEnabled val="1"/>
        </dgm:presLayoutVars>
      </dgm:prSet>
      <dgm:spPr/>
    </dgm:pt>
    <dgm:pt modelId="{E8B4AD9E-24E5-45B8-947F-DA75A538526B}" type="pres">
      <dgm:prSet presAssocID="{E72F99E0-03A5-48B6-BD07-974EA204FFD4}" presName="Parent" presStyleLbl="alignNode1" presStyleIdx="6" presStyleCnt="7" custScaleY="227632">
        <dgm:presLayoutVars>
          <dgm:chMax val="3"/>
          <dgm:chPref val="3"/>
          <dgm:bulletEnabled val="1"/>
        </dgm:presLayoutVars>
      </dgm:prSet>
      <dgm:spPr/>
    </dgm:pt>
    <dgm:pt modelId="{7DCF3AA0-1191-46C4-AB8B-02B3FBF117D0}" type="pres">
      <dgm:prSet presAssocID="{E72F99E0-03A5-48B6-BD07-974EA204FFD4}" presName="Accent" presStyleLbl="parChTrans1D1" presStyleIdx="6" presStyleCnt="7"/>
      <dgm:spPr/>
    </dgm:pt>
    <dgm:pt modelId="{DDDDDF5B-BE8F-4EB3-9185-75F5243A7CB7}" type="pres">
      <dgm:prSet presAssocID="{E72F99E0-03A5-48B6-BD07-974EA204FFD4}" presName="Child" presStyleLbl="revTx" presStyleIdx="13" presStyleCnt="14">
        <dgm:presLayoutVars>
          <dgm:chMax val="0"/>
          <dgm:chPref val="0"/>
          <dgm:bulletEnabled val="1"/>
        </dgm:presLayoutVars>
      </dgm:prSet>
      <dgm:spPr/>
    </dgm:pt>
  </dgm:ptLst>
  <dgm:cxnLst>
    <dgm:cxn modelId="{57ADEC1D-6F6D-4091-A11D-EB839415CA6F}" type="presOf" srcId="{CDB023F1-5B5C-4310-B2FA-49A34E2EB9A4}" destId="{5167650B-D0A1-41EC-A776-05E007FDF7DF}" srcOrd="0" destOrd="0" presId="urn:microsoft.com/office/officeart/2011/layout/TabList"/>
    <dgm:cxn modelId="{F6FED420-22B8-4AD3-95ED-ADE976BEB7D9}" srcId="{068F6E44-F9C2-4179-A59D-06D31D670AB6}" destId="{1DA22088-E923-41C3-92D9-5BEEF0857251}" srcOrd="0" destOrd="0" parTransId="{3A186D84-6FA4-419A-9A53-55984A7D790A}" sibTransId="{CE820DAE-0999-4F71-B9D7-EB41B0E5083B}"/>
    <dgm:cxn modelId="{46252F33-C6A3-4B14-978C-80D7EB95E548}" srcId="{0E719A3E-3F52-4A15-81DF-AE1C3BF218D7}" destId="{4614823E-B6DA-449F-A49A-41DB72D7E3E6}" srcOrd="1" destOrd="0" parTransId="{55DB2D6E-DF21-4405-B507-6036EF2E6ECD}" sibTransId="{32467715-2FBF-45D8-BCF7-56C41EABF503}"/>
    <dgm:cxn modelId="{4CABC836-800D-4D67-AF60-86BBA692A592}" type="presOf" srcId="{4614823E-B6DA-449F-A49A-41DB72D7E3E6}" destId="{CD3E9F40-2285-4197-9C48-C609BFB605B8}" srcOrd="0" destOrd="0" presId="urn:microsoft.com/office/officeart/2011/layout/TabList"/>
    <dgm:cxn modelId="{3C6FC43F-A5A5-4C06-B468-F32E91407E9B}" type="presOf" srcId="{4159ECDD-67F4-4550-B3EC-192F04E65AFA}" destId="{20B28BFB-B8B3-464E-B153-64709F520433}" srcOrd="0" destOrd="0" presId="urn:microsoft.com/office/officeart/2011/layout/TabList"/>
    <dgm:cxn modelId="{9980C65C-176F-48BC-9567-B244D030F0AF}" srcId="{8D8B7308-89A0-40CD-98F9-2CCD70246E3D}" destId="{95E600BC-9213-48E1-9B0D-C86C6B3358BC}" srcOrd="0" destOrd="0" parTransId="{4B7B0D45-00C5-46A3-A7BC-029CB0AA814A}" sibTransId="{9D5000DD-ACB5-4500-84C4-96B3A2A7F63F}"/>
    <dgm:cxn modelId="{D8AED15C-E848-4464-A052-B1FF434F027F}" type="presOf" srcId="{B1A82509-E315-4552-B1DC-F462DA7B4944}" destId="{1F4E3611-ACD1-4575-B909-700365EB5573}" srcOrd="0" destOrd="0" presId="urn:microsoft.com/office/officeart/2011/layout/TabList"/>
    <dgm:cxn modelId="{5BBD5041-5491-4168-B9C2-485649F0093D}" type="presOf" srcId="{0702BF3F-93FC-49A4-9334-A4DFC24500D7}" destId="{42DD2875-6019-420F-8568-E9661103B7B2}" srcOrd="0" destOrd="0" presId="urn:microsoft.com/office/officeart/2011/layout/TabList"/>
    <dgm:cxn modelId="{04A20C4A-B206-413A-B530-5A7B257505E4}" srcId="{B1A82509-E315-4552-B1DC-F462DA7B4944}" destId="{E72F99E0-03A5-48B6-BD07-974EA204FFD4}" srcOrd="6" destOrd="0" parTransId="{E2D76E3C-789E-4744-83A6-8015371D9072}" sibTransId="{72C76CD6-CBE1-4914-B334-DD522CF3EC7D}"/>
    <dgm:cxn modelId="{358CCC6A-8546-4C82-9904-55BB8D799552}" srcId="{0702BF3F-93FC-49A4-9334-A4DFC24500D7}" destId="{56CF5B60-3230-4F30-A289-D7EFCD0779E5}" srcOrd="1" destOrd="0" parTransId="{A446DD40-3CF8-4028-9968-7ED639ACDE88}" sibTransId="{28466ADE-8BCD-40FC-B274-A477B0A09F70}"/>
    <dgm:cxn modelId="{DBF51D6E-3702-4799-B80F-A354118B20FF}" srcId="{B1A82509-E315-4552-B1DC-F462DA7B4944}" destId="{0E719A3E-3F52-4A15-81DF-AE1C3BF218D7}" srcOrd="2" destOrd="0" parTransId="{EA9FFBC2-FFCE-49ED-ACC0-BC3796BFCD19}" sibTransId="{5310193E-25DA-470F-9BEA-0B449289291E}"/>
    <dgm:cxn modelId="{60BC4772-5335-4293-90BD-B62FE45775F7}" srcId="{3C87022B-44E1-4A4F-AF59-34BC0DA929E0}" destId="{878E334C-8A56-4F11-A718-5B2EEFA5B21F}" srcOrd="0" destOrd="0" parTransId="{70EEFF56-ED0B-4616-8FBA-0A3DA3967515}" sibTransId="{AAE03096-DC50-4DF1-B366-F6BD2EB388F4}"/>
    <dgm:cxn modelId="{66DDE474-D93D-4C09-A058-1C9701E77876}" srcId="{B1A82509-E315-4552-B1DC-F462DA7B4944}" destId="{0702BF3F-93FC-49A4-9334-A4DFC24500D7}" srcOrd="1" destOrd="0" parTransId="{19F5703E-A1A2-4FCA-9D5C-A3D5EB6853D5}" sibTransId="{5687A10F-063D-4C71-9C37-11E21427C47B}"/>
    <dgm:cxn modelId="{40B69959-C7A6-4A49-8D83-10D474D271E1}" srcId="{E72F99E0-03A5-48B6-BD07-974EA204FFD4}" destId="{B7FF8E37-667F-4E31-8EB1-DD1C28213C4F}" srcOrd="1" destOrd="0" parTransId="{5061038C-D3B2-4A69-963A-A12A364A382C}" sibTransId="{9290CD7E-8076-4303-971D-ACA3407C49E7}"/>
    <dgm:cxn modelId="{6800CF79-4201-4423-A56F-F3A90F30C434}" type="presOf" srcId="{E72F99E0-03A5-48B6-BD07-974EA204FFD4}" destId="{E8B4AD9E-24E5-45B8-947F-DA75A538526B}" srcOrd="0" destOrd="0" presId="urn:microsoft.com/office/officeart/2011/layout/TabList"/>
    <dgm:cxn modelId="{F4B2325A-1A57-43A2-B21B-7E0C135C7C82}" type="presOf" srcId="{CE1C3BCE-FB84-4192-BB9A-78A577644833}" destId="{80F29FA9-2C09-4AC3-99AD-EEBD447A4FAF}" srcOrd="0" destOrd="0" presId="urn:microsoft.com/office/officeart/2011/layout/TabList"/>
    <dgm:cxn modelId="{D08CBD7E-6C9E-4BED-AA0B-82C5525442A6}" srcId="{4159ECDD-67F4-4550-B3EC-192F04E65AFA}" destId="{B5F874F1-C88F-4C48-AEE6-D6DD58BEA6C6}" srcOrd="0" destOrd="0" parTransId="{5015575F-9C79-4199-9AF1-70B6EC0E0E29}" sibTransId="{812292EE-F435-4FA8-910E-B938EA753ACC}"/>
    <dgm:cxn modelId="{54C0AC83-3A26-4001-9B9D-7924CCEF5013}" type="presOf" srcId="{56E15580-37FA-4148-A9A5-320F4B786B9B}" destId="{37B047ED-EB6E-4134-969F-3C0EA4692671}" srcOrd="0" destOrd="0" presId="urn:microsoft.com/office/officeart/2011/layout/TabList"/>
    <dgm:cxn modelId="{E0647E94-D49F-4181-BCFC-D0C6B3AEF91F}" srcId="{3C87022B-44E1-4A4F-AF59-34BC0DA929E0}" destId="{5901E03E-87F6-42DD-A2D4-4AD22CDFA99A}" srcOrd="1" destOrd="0" parTransId="{2A151950-1127-4D00-864D-9B0373395D40}" sibTransId="{1C3FB709-FAC5-459A-95A0-963890AB9D9B}"/>
    <dgm:cxn modelId="{E386E094-DA83-450D-ACC2-F2D9221E0875}" type="presOf" srcId="{72531C4A-9585-49E0-BF7F-E0FFC1584A1B}" destId="{28B35203-72FC-4591-AA3B-283677D10EC5}" srcOrd="0" destOrd="0" presId="urn:microsoft.com/office/officeart/2011/layout/TabList"/>
    <dgm:cxn modelId="{177AA79A-136F-4089-AD8C-8B60BBE4BB6A}" type="presOf" srcId="{56CF5B60-3230-4F30-A289-D7EFCD0779E5}" destId="{8687F074-5C59-4F83-80DD-C4BAF4E350A1}" srcOrd="0" destOrd="0" presId="urn:microsoft.com/office/officeart/2011/layout/TabList"/>
    <dgm:cxn modelId="{79DBC5A0-74FD-46AF-9E66-1CFBFE2854B3}" type="presOf" srcId="{1DA22088-E923-41C3-92D9-5BEEF0857251}" destId="{CCFC7B6B-3AE6-42A7-A45E-DA6F44CAD12D}" srcOrd="0" destOrd="0" presId="urn:microsoft.com/office/officeart/2011/layout/TabList"/>
    <dgm:cxn modelId="{E7BB25A4-D077-4982-9F9C-9E319E7BF858}" type="presOf" srcId="{B5F874F1-C88F-4C48-AEE6-D6DD58BEA6C6}" destId="{C8B6F275-21B1-4E30-AF48-333614DB135F}" srcOrd="0" destOrd="0" presId="urn:microsoft.com/office/officeart/2011/layout/TabList"/>
    <dgm:cxn modelId="{699783A8-FE0F-4B49-A875-771B903899D4}" type="presOf" srcId="{0B2B027E-0E84-4ED1-857B-F1401E61806E}" destId="{1EB7789E-C6BC-440F-8DF6-7933261EB4B0}" srcOrd="0" destOrd="0" presId="urn:microsoft.com/office/officeart/2011/layout/TabList"/>
    <dgm:cxn modelId="{6B094CAC-C7B5-4BA1-91F3-15B14A8BB06F}" type="presOf" srcId="{5901E03E-87F6-42DD-A2D4-4AD22CDFA99A}" destId="{B955B8A0-3870-49FB-9641-3042525F78BE}" srcOrd="0" destOrd="0" presId="urn:microsoft.com/office/officeart/2011/layout/TabList"/>
    <dgm:cxn modelId="{A78025AD-BCEE-4FE9-8F37-1531EE91559F}" srcId="{0702BF3F-93FC-49A4-9334-A4DFC24500D7}" destId="{0B2B027E-0E84-4ED1-857B-F1401E61806E}" srcOrd="0" destOrd="0" parTransId="{95B78535-DA36-4A4B-86F7-D8FC6B6926CE}" sibTransId="{B9922CEB-CEBF-4DA6-8CCC-589F5ED9AFE7}"/>
    <dgm:cxn modelId="{CEDF46B2-ABF9-4946-A435-69A404680136}" type="presOf" srcId="{8D8B7308-89A0-40CD-98F9-2CCD70246E3D}" destId="{45BAA023-09BF-47AC-BADD-72F973DE2B28}" srcOrd="0" destOrd="0" presId="urn:microsoft.com/office/officeart/2011/layout/TabList"/>
    <dgm:cxn modelId="{BCA94BB6-4E14-4D89-B6B7-8C2EF120A694}" srcId="{B1A82509-E315-4552-B1DC-F462DA7B4944}" destId="{8D8B7308-89A0-40CD-98F9-2CCD70246E3D}" srcOrd="4" destOrd="0" parTransId="{AA785EBE-E8E9-432C-9C34-562F76E5C062}" sibTransId="{E90D1B0B-1BC5-4651-9C51-F2B348555EE2}"/>
    <dgm:cxn modelId="{F090E5B8-BFBC-42F4-84A3-C36E5936D314}" type="presOf" srcId="{068F6E44-F9C2-4179-A59D-06D31D670AB6}" destId="{4225DE06-942C-44B9-A8DC-328C6DF13CEE}" srcOrd="0" destOrd="0" presId="urn:microsoft.com/office/officeart/2011/layout/TabList"/>
    <dgm:cxn modelId="{E5990ABF-694A-4CE3-8BB8-0ABA8F74637E}" type="presOf" srcId="{0E719A3E-3F52-4A15-81DF-AE1C3BF218D7}" destId="{7A9679E6-28FF-488B-AFCE-486B277B0D29}" srcOrd="0" destOrd="0" presId="urn:microsoft.com/office/officeart/2011/layout/TabList"/>
    <dgm:cxn modelId="{89A14ADA-35D1-415B-925A-4C661197631A}" srcId="{068F6E44-F9C2-4179-A59D-06D31D670AB6}" destId="{CDB023F1-5B5C-4310-B2FA-49A34E2EB9A4}" srcOrd="1" destOrd="0" parTransId="{51937CB0-D0D1-4164-AD45-850BD38AAC55}" sibTransId="{B21EC46E-0311-4075-A224-D8EA7F681CD7}"/>
    <dgm:cxn modelId="{C1DFEFDA-E7B8-43A0-9DAD-4561886E12EF}" srcId="{E72F99E0-03A5-48B6-BD07-974EA204FFD4}" destId="{4BB5AE82-A657-49DF-ADDD-6F9833B47025}" srcOrd="0" destOrd="0" parTransId="{DDFC472F-2D6A-4EBD-9DE9-BA996DA8891B}" sibTransId="{6A3C5471-A395-4747-828D-D36E4FAE3D0B}"/>
    <dgm:cxn modelId="{3D3D3ADD-BB58-4489-BB7D-65A8531231D0}" type="presOf" srcId="{4BB5AE82-A657-49DF-ADDD-6F9833B47025}" destId="{79DFE278-DA0D-4B1C-971A-44D9B0A51445}" srcOrd="0" destOrd="0" presId="urn:microsoft.com/office/officeart/2011/layout/TabList"/>
    <dgm:cxn modelId="{DB0D9BE0-ABCD-409B-92F3-C91F651811E0}" srcId="{8D8B7308-89A0-40CD-98F9-2CCD70246E3D}" destId="{72531C4A-9585-49E0-BF7F-E0FFC1584A1B}" srcOrd="1" destOrd="0" parTransId="{5A392D2C-15BE-4B43-B6E3-1120F798CC05}" sibTransId="{F7570F5A-87ED-43D1-901A-766268E9F637}"/>
    <dgm:cxn modelId="{AE3D45EA-C7D0-4C1F-A9C4-2961E9D6D1D1}" srcId="{B1A82509-E315-4552-B1DC-F462DA7B4944}" destId="{068F6E44-F9C2-4179-A59D-06D31D670AB6}" srcOrd="0" destOrd="0" parTransId="{8A5CC4B4-CDD5-4404-BB8C-BFE630EC05CB}" sibTransId="{6B7B1447-E881-4A8D-A33E-5C6874125F5E}"/>
    <dgm:cxn modelId="{0B8298EE-45E8-46C4-BE73-01EF2E9A6166}" type="presOf" srcId="{3C87022B-44E1-4A4F-AF59-34BC0DA929E0}" destId="{1DDE437A-E931-46CE-A741-C6DB294345B7}" srcOrd="0" destOrd="0" presId="urn:microsoft.com/office/officeart/2011/layout/TabList"/>
    <dgm:cxn modelId="{6CA736F0-5CBF-4BA7-A7F6-590F3EE35F54}" srcId="{B1A82509-E315-4552-B1DC-F462DA7B4944}" destId="{3C87022B-44E1-4A4F-AF59-34BC0DA929E0}" srcOrd="3" destOrd="0" parTransId="{4D92AADA-A17B-4298-AA48-62C6609DC7F7}" sibTransId="{BBE77B6B-BBE7-4493-A1A2-2EA542CC5B7E}"/>
    <dgm:cxn modelId="{F37B8DF7-ED73-4A1B-9000-29320A7234E4}" type="presOf" srcId="{B7FF8E37-667F-4E31-8EB1-DD1C28213C4F}" destId="{DDDDDF5B-BE8F-4EB3-9185-75F5243A7CB7}" srcOrd="0" destOrd="0" presId="urn:microsoft.com/office/officeart/2011/layout/TabList"/>
    <dgm:cxn modelId="{ECD006FB-F663-4DDC-A412-EB507556C0CD}" type="presOf" srcId="{878E334C-8A56-4F11-A718-5B2EEFA5B21F}" destId="{57D474A1-5D1E-4A46-BD44-87BCDE6E4485}" srcOrd="0" destOrd="0" presId="urn:microsoft.com/office/officeart/2011/layout/TabList"/>
    <dgm:cxn modelId="{4C3BB7FC-0136-4682-84CE-967714CCC87B}" srcId="{B1A82509-E315-4552-B1DC-F462DA7B4944}" destId="{4159ECDD-67F4-4550-B3EC-192F04E65AFA}" srcOrd="5" destOrd="0" parTransId="{2DF1AE48-DAA8-4EAA-BCFE-733DADDD3F92}" sibTransId="{5AC55339-A9D0-4AE3-9818-6F73A1573793}"/>
    <dgm:cxn modelId="{E910CEFE-81D3-4769-A1C4-EA13F802999C}" srcId="{4159ECDD-67F4-4550-B3EC-192F04E65AFA}" destId="{CE1C3BCE-FB84-4192-BB9A-78A577644833}" srcOrd="1" destOrd="0" parTransId="{C31D0F34-37D2-4346-8C30-2C5AF6519C1F}" sibTransId="{81D3AA89-8037-4CF1-A835-1B350FA25CD2}"/>
    <dgm:cxn modelId="{1F9557FF-CC0C-4D2E-97A0-62FEF01E7FD2}" type="presOf" srcId="{95E600BC-9213-48E1-9B0D-C86C6B3358BC}" destId="{8D2EA61A-06CB-4423-B4E9-42FBDC4DF38E}" srcOrd="0" destOrd="0" presId="urn:microsoft.com/office/officeart/2011/layout/TabList"/>
    <dgm:cxn modelId="{14DBB2FF-7D18-4712-A62D-A4D5059BD97A}" srcId="{0E719A3E-3F52-4A15-81DF-AE1C3BF218D7}" destId="{56E15580-37FA-4148-A9A5-320F4B786B9B}" srcOrd="0" destOrd="0" parTransId="{1BBAD4B0-8B52-41E5-915E-EE3A76B436C2}" sibTransId="{1B38DB7F-DC96-4180-A2EE-AFF7B3C3CEA9}"/>
    <dgm:cxn modelId="{1988CB47-8E8F-46AE-B500-B1B5AAB58844}" type="presParOf" srcId="{1F4E3611-ACD1-4575-B909-700365EB5573}" destId="{19A9023A-6B8A-4EBD-80BB-98AA0D22769E}" srcOrd="0" destOrd="0" presId="urn:microsoft.com/office/officeart/2011/layout/TabList"/>
    <dgm:cxn modelId="{13FA484E-F66E-47A5-A5B9-6002033C7F8A}" type="presParOf" srcId="{19A9023A-6B8A-4EBD-80BB-98AA0D22769E}" destId="{CCFC7B6B-3AE6-42A7-A45E-DA6F44CAD12D}" srcOrd="0" destOrd="0" presId="urn:microsoft.com/office/officeart/2011/layout/TabList"/>
    <dgm:cxn modelId="{EF9FA2D0-03C1-4A6A-B657-AF8358C2B481}" type="presParOf" srcId="{19A9023A-6B8A-4EBD-80BB-98AA0D22769E}" destId="{4225DE06-942C-44B9-A8DC-328C6DF13CEE}" srcOrd="1" destOrd="0" presId="urn:microsoft.com/office/officeart/2011/layout/TabList"/>
    <dgm:cxn modelId="{8DBFF660-3ECE-4047-A06A-C4A5287C7CB2}" type="presParOf" srcId="{19A9023A-6B8A-4EBD-80BB-98AA0D22769E}" destId="{D5F0FCBB-5554-4050-9CEE-DD5E7E0263E3}" srcOrd="2" destOrd="0" presId="urn:microsoft.com/office/officeart/2011/layout/TabList"/>
    <dgm:cxn modelId="{F5187266-89C1-4D71-A775-DD70759C609B}" type="presParOf" srcId="{1F4E3611-ACD1-4575-B909-700365EB5573}" destId="{5167650B-D0A1-41EC-A776-05E007FDF7DF}" srcOrd="1" destOrd="0" presId="urn:microsoft.com/office/officeart/2011/layout/TabList"/>
    <dgm:cxn modelId="{EFA8DF9A-0BDA-4D32-A744-458BE03C9FE5}" type="presParOf" srcId="{1F4E3611-ACD1-4575-B909-700365EB5573}" destId="{E95D9BE3-A864-4282-8D3B-CF5287DF9AF2}" srcOrd="2" destOrd="0" presId="urn:microsoft.com/office/officeart/2011/layout/TabList"/>
    <dgm:cxn modelId="{618A1B28-69DD-443A-A71C-12936B437AF6}" type="presParOf" srcId="{1F4E3611-ACD1-4575-B909-700365EB5573}" destId="{D6A9DA9E-1B8C-477B-9838-32BE23480470}" srcOrd="3" destOrd="0" presId="urn:microsoft.com/office/officeart/2011/layout/TabList"/>
    <dgm:cxn modelId="{4C9E0904-9A56-47E5-95DC-FC3D9F19E795}" type="presParOf" srcId="{D6A9DA9E-1B8C-477B-9838-32BE23480470}" destId="{1EB7789E-C6BC-440F-8DF6-7933261EB4B0}" srcOrd="0" destOrd="0" presId="urn:microsoft.com/office/officeart/2011/layout/TabList"/>
    <dgm:cxn modelId="{3DC3846C-0BA6-40E1-BBBF-0E88C4B422EB}" type="presParOf" srcId="{D6A9DA9E-1B8C-477B-9838-32BE23480470}" destId="{42DD2875-6019-420F-8568-E9661103B7B2}" srcOrd="1" destOrd="0" presId="urn:microsoft.com/office/officeart/2011/layout/TabList"/>
    <dgm:cxn modelId="{6394BA2D-CD4C-46E8-A667-0C676CBCC931}" type="presParOf" srcId="{D6A9DA9E-1B8C-477B-9838-32BE23480470}" destId="{879A604D-ABFE-499D-B78C-F515F71FA747}" srcOrd="2" destOrd="0" presId="urn:microsoft.com/office/officeart/2011/layout/TabList"/>
    <dgm:cxn modelId="{2BCEC60C-1E0E-4AA5-9CD6-3EB69939E798}" type="presParOf" srcId="{1F4E3611-ACD1-4575-B909-700365EB5573}" destId="{8687F074-5C59-4F83-80DD-C4BAF4E350A1}" srcOrd="4" destOrd="0" presId="urn:microsoft.com/office/officeart/2011/layout/TabList"/>
    <dgm:cxn modelId="{2D8C4A67-B503-4288-8234-0B261FE60557}" type="presParOf" srcId="{1F4E3611-ACD1-4575-B909-700365EB5573}" destId="{C7FD606E-C1A5-4EDD-A2E3-DEA41C6AA2F3}" srcOrd="5" destOrd="0" presId="urn:microsoft.com/office/officeart/2011/layout/TabList"/>
    <dgm:cxn modelId="{3CAF4E7E-52E4-4F97-84FE-F3F4D67FE248}" type="presParOf" srcId="{1F4E3611-ACD1-4575-B909-700365EB5573}" destId="{C8196920-39EF-481B-B4D1-0692A7D7FEC2}" srcOrd="6" destOrd="0" presId="urn:microsoft.com/office/officeart/2011/layout/TabList"/>
    <dgm:cxn modelId="{43A6FDE7-1D10-4555-87BC-B8086B679A61}" type="presParOf" srcId="{C8196920-39EF-481B-B4D1-0692A7D7FEC2}" destId="{37B047ED-EB6E-4134-969F-3C0EA4692671}" srcOrd="0" destOrd="0" presId="urn:microsoft.com/office/officeart/2011/layout/TabList"/>
    <dgm:cxn modelId="{F13ECA3E-DC70-42F1-AC67-FFB6D11B40E9}" type="presParOf" srcId="{C8196920-39EF-481B-B4D1-0692A7D7FEC2}" destId="{7A9679E6-28FF-488B-AFCE-486B277B0D29}" srcOrd="1" destOrd="0" presId="urn:microsoft.com/office/officeart/2011/layout/TabList"/>
    <dgm:cxn modelId="{7C67A068-DEDB-44B1-B3AA-C0A42E361944}" type="presParOf" srcId="{C8196920-39EF-481B-B4D1-0692A7D7FEC2}" destId="{70B296E8-4EB6-4370-884C-15FABB1F56A3}" srcOrd="2" destOrd="0" presId="urn:microsoft.com/office/officeart/2011/layout/TabList"/>
    <dgm:cxn modelId="{1880B74A-AD27-4D68-8638-B03BBB407084}" type="presParOf" srcId="{1F4E3611-ACD1-4575-B909-700365EB5573}" destId="{CD3E9F40-2285-4197-9C48-C609BFB605B8}" srcOrd="7" destOrd="0" presId="urn:microsoft.com/office/officeart/2011/layout/TabList"/>
    <dgm:cxn modelId="{AC1B828C-3C64-4390-9F19-29648E99CC66}" type="presParOf" srcId="{1F4E3611-ACD1-4575-B909-700365EB5573}" destId="{B8F64390-E568-446C-AA6F-B9E24D92F758}" srcOrd="8" destOrd="0" presId="urn:microsoft.com/office/officeart/2011/layout/TabList"/>
    <dgm:cxn modelId="{1FCF260F-19FC-4211-A280-6B442A6C9497}" type="presParOf" srcId="{1F4E3611-ACD1-4575-B909-700365EB5573}" destId="{47AC4655-01C9-44AC-8BB3-B3526C1D17B2}" srcOrd="9" destOrd="0" presId="urn:microsoft.com/office/officeart/2011/layout/TabList"/>
    <dgm:cxn modelId="{BF3E150A-2EB7-4953-8D99-D568097CAB34}" type="presParOf" srcId="{47AC4655-01C9-44AC-8BB3-B3526C1D17B2}" destId="{57D474A1-5D1E-4A46-BD44-87BCDE6E4485}" srcOrd="0" destOrd="0" presId="urn:microsoft.com/office/officeart/2011/layout/TabList"/>
    <dgm:cxn modelId="{1B9CE0CC-A9B3-4B71-BF68-E331E9B65FA5}" type="presParOf" srcId="{47AC4655-01C9-44AC-8BB3-B3526C1D17B2}" destId="{1DDE437A-E931-46CE-A741-C6DB294345B7}" srcOrd="1" destOrd="0" presId="urn:microsoft.com/office/officeart/2011/layout/TabList"/>
    <dgm:cxn modelId="{7E45461D-BDAA-4FAD-A38E-4830BCC4DFDB}" type="presParOf" srcId="{47AC4655-01C9-44AC-8BB3-B3526C1D17B2}" destId="{EC40A27B-FDF1-4E08-8E04-55AE7B4F7110}" srcOrd="2" destOrd="0" presId="urn:microsoft.com/office/officeart/2011/layout/TabList"/>
    <dgm:cxn modelId="{66E1110F-9243-4E41-915F-7170BEE59578}" type="presParOf" srcId="{1F4E3611-ACD1-4575-B909-700365EB5573}" destId="{B955B8A0-3870-49FB-9641-3042525F78BE}" srcOrd="10" destOrd="0" presId="urn:microsoft.com/office/officeart/2011/layout/TabList"/>
    <dgm:cxn modelId="{BEB434BB-609F-4F38-BBF4-E26A13507CCB}" type="presParOf" srcId="{1F4E3611-ACD1-4575-B909-700365EB5573}" destId="{6BAEA613-B5D2-46CC-8CC9-680CE27B0D75}" srcOrd="11" destOrd="0" presId="urn:microsoft.com/office/officeart/2011/layout/TabList"/>
    <dgm:cxn modelId="{57711C30-E131-429A-81E6-C670E25AF830}" type="presParOf" srcId="{1F4E3611-ACD1-4575-B909-700365EB5573}" destId="{E085A9A1-C87E-4C0C-BAC0-C9753AF17BBB}" srcOrd="12" destOrd="0" presId="urn:microsoft.com/office/officeart/2011/layout/TabList"/>
    <dgm:cxn modelId="{1366859B-9336-44C7-8028-E1E49CA6E82D}" type="presParOf" srcId="{E085A9A1-C87E-4C0C-BAC0-C9753AF17BBB}" destId="{8D2EA61A-06CB-4423-B4E9-42FBDC4DF38E}" srcOrd="0" destOrd="0" presId="urn:microsoft.com/office/officeart/2011/layout/TabList"/>
    <dgm:cxn modelId="{7C66266E-9160-4C3B-A094-3282484EE44B}" type="presParOf" srcId="{E085A9A1-C87E-4C0C-BAC0-C9753AF17BBB}" destId="{45BAA023-09BF-47AC-BADD-72F973DE2B28}" srcOrd="1" destOrd="0" presId="urn:microsoft.com/office/officeart/2011/layout/TabList"/>
    <dgm:cxn modelId="{A8DAEF80-7FEA-456F-9788-39B215B2D4CD}" type="presParOf" srcId="{E085A9A1-C87E-4C0C-BAC0-C9753AF17BBB}" destId="{8EDB3D63-E80F-4E9A-862C-D906D379342A}" srcOrd="2" destOrd="0" presId="urn:microsoft.com/office/officeart/2011/layout/TabList"/>
    <dgm:cxn modelId="{75B2EB86-0D65-49DC-B493-BA4394802411}" type="presParOf" srcId="{1F4E3611-ACD1-4575-B909-700365EB5573}" destId="{28B35203-72FC-4591-AA3B-283677D10EC5}" srcOrd="13" destOrd="0" presId="urn:microsoft.com/office/officeart/2011/layout/TabList"/>
    <dgm:cxn modelId="{F8C69E99-0E57-4C76-8042-E4E3FFC16CDF}" type="presParOf" srcId="{1F4E3611-ACD1-4575-B909-700365EB5573}" destId="{1968AD99-0E43-4A80-8D75-0D892C01795D}" srcOrd="14" destOrd="0" presId="urn:microsoft.com/office/officeart/2011/layout/TabList"/>
    <dgm:cxn modelId="{646B7D79-0F0B-4D88-A914-1FD5A9FB02F5}" type="presParOf" srcId="{1F4E3611-ACD1-4575-B909-700365EB5573}" destId="{530A3F75-5040-4829-8285-5D31D4B1CFC5}" srcOrd="15" destOrd="0" presId="urn:microsoft.com/office/officeart/2011/layout/TabList"/>
    <dgm:cxn modelId="{A8F7E257-F8C4-4545-82D5-4C87AC9E97D9}" type="presParOf" srcId="{530A3F75-5040-4829-8285-5D31D4B1CFC5}" destId="{C8B6F275-21B1-4E30-AF48-333614DB135F}" srcOrd="0" destOrd="0" presId="urn:microsoft.com/office/officeart/2011/layout/TabList"/>
    <dgm:cxn modelId="{0A9AC054-C6CC-4DDB-93AB-E5326F91CC7D}" type="presParOf" srcId="{530A3F75-5040-4829-8285-5D31D4B1CFC5}" destId="{20B28BFB-B8B3-464E-B153-64709F520433}" srcOrd="1" destOrd="0" presId="urn:microsoft.com/office/officeart/2011/layout/TabList"/>
    <dgm:cxn modelId="{CAD33A9C-203F-45DF-9339-599CA0B8752B}" type="presParOf" srcId="{530A3F75-5040-4829-8285-5D31D4B1CFC5}" destId="{BE3DE0FB-0412-40CB-813B-334D585C4FA7}" srcOrd="2" destOrd="0" presId="urn:microsoft.com/office/officeart/2011/layout/TabList"/>
    <dgm:cxn modelId="{4932BF9A-E7DE-4D77-A13C-D172CFEB3D81}" type="presParOf" srcId="{1F4E3611-ACD1-4575-B909-700365EB5573}" destId="{80F29FA9-2C09-4AC3-99AD-EEBD447A4FAF}" srcOrd="16" destOrd="0" presId="urn:microsoft.com/office/officeart/2011/layout/TabList"/>
    <dgm:cxn modelId="{6283C12C-EF13-498C-89B9-A2083D42454F}" type="presParOf" srcId="{1F4E3611-ACD1-4575-B909-700365EB5573}" destId="{D4024162-F7C4-4125-8674-84153D7F5EC9}" srcOrd="17" destOrd="0" presId="urn:microsoft.com/office/officeart/2011/layout/TabList"/>
    <dgm:cxn modelId="{9368D4E1-A014-4732-9A6C-A26C1FF5D296}" type="presParOf" srcId="{1F4E3611-ACD1-4575-B909-700365EB5573}" destId="{1E526B3D-4AD7-4528-BD9A-91DAEC4D8A7E}" srcOrd="18" destOrd="0" presId="urn:microsoft.com/office/officeart/2011/layout/TabList"/>
    <dgm:cxn modelId="{36E3DB61-18EA-4546-B34C-B1904EDBF3CB}" type="presParOf" srcId="{1E526B3D-4AD7-4528-BD9A-91DAEC4D8A7E}" destId="{79DFE278-DA0D-4B1C-971A-44D9B0A51445}" srcOrd="0" destOrd="0" presId="urn:microsoft.com/office/officeart/2011/layout/TabList"/>
    <dgm:cxn modelId="{0B20A67D-AAAC-4FD3-B12B-F04DAC03ED14}" type="presParOf" srcId="{1E526B3D-4AD7-4528-BD9A-91DAEC4D8A7E}" destId="{E8B4AD9E-24E5-45B8-947F-DA75A538526B}" srcOrd="1" destOrd="0" presId="urn:microsoft.com/office/officeart/2011/layout/TabList"/>
    <dgm:cxn modelId="{FB9AC8FB-AEC3-4ACA-80F6-384C24CAE4C4}" type="presParOf" srcId="{1E526B3D-4AD7-4528-BD9A-91DAEC4D8A7E}" destId="{7DCF3AA0-1191-46C4-AB8B-02B3FBF117D0}" srcOrd="2" destOrd="0" presId="urn:microsoft.com/office/officeart/2011/layout/TabList"/>
    <dgm:cxn modelId="{FDFF0E03-66EE-4F78-B17D-165FBE51C5B5}" type="presParOf" srcId="{1F4E3611-ACD1-4575-B909-700365EB5573}" destId="{DDDDDF5B-BE8F-4EB3-9185-75F5243A7CB7}" srcOrd="19" destOrd="0" presId="urn:microsoft.com/office/officeart/2011/layout/Tab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CF3AA0-1191-46C4-AB8B-02B3FBF117D0}">
      <dsp:nvSpPr>
        <dsp:cNvPr id="0" name=""/>
        <dsp:cNvSpPr/>
      </dsp:nvSpPr>
      <dsp:spPr>
        <a:xfrm>
          <a:off x="0" y="3728626"/>
          <a:ext cx="11067736" cy="0"/>
        </a:xfrm>
        <a:prstGeom prst="line">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E3DE0FB-0412-40CB-813B-334D585C4FA7}">
      <dsp:nvSpPr>
        <dsp:cNvPr id="0" name=""/>
        <dsp:cNvSpPr/>
      </dsp:nvSpPr>
      <dsp:spPr>
        <a:xfrm>
          <a:off x="0" y="3158671"/>
          <a:ext cx="11067736" cy="0"/>
        </a:xfrm>
        <a:prstGeom prst="line">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EDB3D63-E80F-4E9A-862C-D906D379342A}">
      <dsp:nvSpPr>
        <dsp:cNvPr id="0" name=""/>
        <dsp:cNvSpPr/>
      </dsp:nvSpPr>
      <dsp:spPr>
        <a:xfrm>
          <a:off x="0" y="2564684"/>
          <a:ext cx="11067736" cy="0"/>
        </a:xfrm>
        <a:prstGeom prst="line">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C40A27B-FDF1-4E08-8E04-55AE7B4F7110}">
      <dsp:nvSpPr>
        <dsp:cNvPr id="0" name=""/>
        <dsp:cNvSpPr/>
      </dsp:nvSpPr>
      <dsp:spPr>
        <a:xfrm>
          <a:off x="0" y="1963288"/>
          <a:ext cx="11067736" cy="0"/>
        </a:xfrm>
        <a:prstGeom prst="line">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0B296E8-4EB6-4370-884C-15FABB1F56A3}">
      <dsp:nvSpPr>
        <dsp:cNvPr id="0" name=""/>
        <dsp:cNvSpPr/>
      </dsp:nvSpPr>
      <dsp:spPr>
        <a:xfrm>
          <a:off x="0" y="1378891"/>
          <a:ext cx="11067736" cy="0"/>
        </a:xfrm>
        <a:prstGeom prst="line">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79A604D-ABFE-499D-B78C-F515F71FA747}">
      <dsp:nvSpPr>
        <dsp:cNvPr id="0" name=""/>
        <dsp:cNvSpPr/>
      </dsp:nvSpPr>
      <dsp:spPr>
        <a:xfrm>
          <a:off x="0" y="802604"/>
          <a:ext cx="11067736" cy="0"/>
        </a:xfrm>
        <a:prstGeom prst="line">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5F0FCBB-5554-4050-9CEE-DD5E7E0263E3}">
      <dsp:nvSpPr>
        <dsp:cNvPr id="0" name=""/>
        <dsp:cNvSpPr/>
      </dsp:nvSpPr>
      <dsp:spPr>
        <a:xfrm>
          <a:off x="0" y="220799"/>
          <a:ext cx="11067736" cy="0"/>
        </a:xfrm>
        <a:prstGeom prst="line">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CFC7B6B-3AE6-42A7-A45E-DA6F44CAD12D}">
      <dsp:nvSpPr>
        <dsp:cNvPr id="0" name=""/>
        <dsp:cNvSpPr/>
      </dsp:nvSpPr>
      <dsp:spPr>
        <a:xfrm>
          <a:off x="2877611" y="93815"/>
          <a:ext cx="8190124" cy="1269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26670" rIns="26670" bIns="26670" numCol="1" spcCol="1270" anchor="b" anchorCtr="0">
          <a:noAutofit/>
        </a:bodyPr>
        <a:lstStyle/>
        <a:p>
          <a:pPr marL="0" lvl="0" indent="0" algn="l" defTabSz="622300">
            <a:lnSpc>
              <a:spcPct val="90000"/>
            </a:lnSpc>
            <a:spcBef>
              <a:spcPct val="0"/>
            </a:spcBef>
            <a:spcAft>
              <a:spcPct val="35000"/>
            </a:spcAft>
            <a:buNone/>
          </a:pPr>
          <a:r>
            <a:rPr lang="en-US" sz="1400" kern="1200" dirty="0">
              <a:latin typeface="+mn-lt"/>
              <a:ea typeface="Calibri" panose="020F0502020204030204" pitchFamily="34" charset="0"/>
              <a:cs typeface="Calibri" panose="020F0502020204030204" pitchFamily="34" charset="0"/>
            </a:rPr>
            <a:t>PREP for Performance Test for Discover Workflows (navigation, search, invitation)- APIs only [Completed]</a:t>
          </a:r>
          <a:endParaRPr lang="en-US" sz="1400" kern="1200" dirty="0">
            <a:latin typeface="+mn-lt"/>
          </a:endParaRPr>
        </a:p>
      </dsp:txBody>
      <dsp:txXfrm>
        <a:off x="2877611" y="93815"/>
        <a:ext cx="8190124" cy="126983"/>
      </dsp:txXfrm>
    </dsp:sp>
    <dsp:sp modelId="{4225DE06-942C-44B9-A8DC-328C6DF13CEE}">
      <dsp:nvSpPr>
        <dsp:cNvPr id="0" name=""/>
        <dsp:cNvSpPr/>
      </dsp:nvSpPr>
      <dsp:spPr>
        <a:xfrm>
          <a:off x="0" y="224"/>
          <a:ext cx="2877611" cy="314164"/>
        </a:xfrm>
        <a:prstGeom prst="round2SameRect">
          <a:avLst>
            <a:gd name="adj1" fmla="val 16670"/>
            <a:gd name="adj2" fmla="val 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mj-lt"/>
              <a:ea typeface="Calibri" panose="020F0502020204030204" pitchFamily="34" charset="0"/>
              <a:cs typeface="Calibri" panose="020F0502020204030204" pitchFamily="34" charset="0"/>
            </a:rPr>
            <a:t>INSIGHT-595 – 2024Q4</a:t>
          </a:r>
          <a:endParaRPr lang="en-US" sz="1400" kern="1200" dirty="0">
            <a:latin typeface="+mj-lt"/>
          </a:endParaRPr>
        </a:p>
      </dsp:txBody>
      <dsp:txXfrm>
        <a:off x="15339" y="15563"/>
        <a:ext cx="2846933" cy="298825"/>
      </dsp:txXfrm>
    </dsp:sp>
    <dsp:sp modelId="{5167650B-D0A1-41EC-A776-05E007FDF7DF}">
      <dsp:nvSpPr>
        <dsp:cNvPr id="0" name=""/>
        <dsp:cNvSpPr/>
      </dsp:nvSpPr>
      <dsp:spPr>
        <a:xfrm>
          <a:off x="0" y="314389"/>
          <a:ext cx="11067736" cy="2540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26670" rIns="26670" bIns="26670" numCol="1" spcCol="1270" anchor="t" anchorCtr="0">
          <a:noAutofit/>
        </a:bodyPr>
        <a:lstStyle/>
        <a:p>
          <a:pPr marL="114300" lvl="1" indent="-114300" algn="l" defTabSz="622300">
            <a:lnSpc>
              <a:spcPct val="90000"/>
            </a:lnSpc>
            <a:spcBef>
              <a:spcPct val="0"/>
            </a:spcBef>
            <a:spcAft>
              <a:spcPct val="15000"/>
            </a:spcAft>
            <a:buChar char="•"/>
          </a:pPr>
          <a:endParaRPr lang="en-US" sz="1400" kern="1200" dirty="0"/>
        </a:p>
      </dsp:txBody>
      <dsp:txXfrm>
        <a:off x="0" y="314389"/>
        <a:ext cx="11067736" cy="254006"/>
      </dsp:txXfrm>
    </dsp:sp>
    <dsp:sp modelId="{1EB7789E-C6BC-440F-8DF6-7933261EB4B0}">
      <dsp:nvSpPr>
        <dsp:cNvPr id="0" name=""/>
        <dsp:cNvSpPr/>
      </dsp:nvSpPr>
      <dsp:spPr>
        <a:xfrm>
          <a:off x="2877611" y="675620"/>
          <a:ext cx="8190124" cy="1269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26670" rIns="26670" bIns="26670" numCol="1" spcCol="1270" anchor="b" anchorCtr="0">
          <a:noAutofit/>
        </a:bodyPr>
        <a:lstStyle/>
        <a:p>
          <a:pPr marL="0" lvl="0" indent="0" algn="l" defTabSz="622300">
            <a:lnSpc>
              <a:spcPct val="90000"/>
            </a:lnSpc>
            <a:spcBef>
              <a:spcPct val="0"/>
            </a:spcBef>
            <a:spcAft>
              <a:spcPct val="35000"/>
            </a:spcAft>
            <a:buNone/>
          </a:pPr>
          <a:r>
            <a:rPr lang="en-US" sz="1400" kern="1200" dirty="0">
              <a:latin typeface="+mn-lt"/>
              <a:ea typeface="Calibri" panose="020F0502020204030204" pitchFamily="34" charset="0"/>
              <a:cs typeface="Calibri" panose="020F0502020204030204" pitchFamily="34" charset="0"/>
            </a:rPr>
            <a:t>FMR Performance Test Prep: Discover Report and Insight Generation Workflows (Part 1) [Completed]</a:t>
          </a:r>
          <a:endParaRPr lang="en-US" sz="1400" kern="1200" dirty="0">
            <a:latin typeface="+mn-lt"/>
          </a:endParaRPr>
        </a:p>
      </dsp:txBody>
      <dsp:txXfrm>
        <a:off x="2877611" y="675620"/>
        <a:ext cx="8190124" cy="126983"/>
      </dsp:txXfrm>
    </dsp:sp>
    <dsp:sp modelId="{42DD2875-6019-420F-8568-E9661103B7B2}">
      <dsp:nvSpPr>
        <dsp:cNvPr id="0" name=""/>
        <dsp:cNvSpPr/>
      </dsp:nvSpPr>
      <dsp:spPr>
        <a:xfrm>
          <a:off x="0" y="574744"/>
          <a:ext cx="2877611" cy="328736"/>
        </a:xfrm>
        <a:prstGeom prst="round2SameRect">
          <a:avLst>
            <a:gd name="adj1" fmla="val 16670"/>
            <a:gd name="adj2" fmla="val 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mj-lt"/>
              <a:ea typeface="Calibri" panose="020F0502020204030204" pitchFamily="34" charset="0"/>
              <a:cs typeface="Calibri" panose="020F0502020204030204" pitchFamily="34" charset="0"/>
            </a:rPr>
            <a:t>INSIGHT-476 – 2024Q4</a:t>
          </a:r>
          <a:endParaRPr lang="en-US" sz="1400" kern="1200" dirty="0">
            <a:latin typeface="+mj-lt"/>
          </a:endParaRPr>
        </a:p>
      </dsp:txBody>
      <dsp:txXfrm>
        <a:off x="16050" y="590794"/>
        <a:ext cx="2845511" cy="312686"/>
      </dsp:txXfrm>
    </dsp:sp>
    <dsp:sp modelId="{8687F074-5C59-4F83-80DD-C4BAF4E350A1}">
      <dsp:nvSpPr>
        <dsp:cNvPr id="0" name=""/>
        <dsp:cNvSpPr/>
      </dsp:nvSpPr>
      <dsp:spPr>
        <a:xfrm>
          <a:off x="0" y="903480"/>
          <a:ext cx="11067736" cy="2540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26670" rIns="26670" bIns="26670" numCol="1" spcCol="1270" anchor="t" anchorCtr="0">
          <a:noAutofit/>
        </a:bodyPr>
        <a:lstStyle/>
        <a:p>
          <a:pPr marL="114300" lvl="1" indent="-114300" algn="l" defTabSz="622300">
            <a:lnSpc>
              <a:spcPct val="90000"/>
            </a:lnSpc>
            <a:spcBef>
              <a:spcPct val="0"/>
            </a:spcBef>
            <a:spcAft>
              <a:spcPct val="15000"/>
            </a:spcAft>
            <a:buChar char="•"/>
          </a:pPr>
          <a:endParaRPr lang="en-US" sz="1400" kern="1200" dirty="0"/>
        </a:p>
      </dsp:txBody>
      <dsp:txXfrm>
        <a:off x="0" y="903480"/>
        <a:ext cx="11067736" cy="254006"/>
      </dsp:txXfrm>
    </dsp:sp>
    <dsp:sp modelId="{37B047ED-EB6E-4134-969F-3C0EA4692671}">
      <dsp:nvSpPr>
        <dsp:cNvPr id="0" name=""/>
        <dsp:cNvSpPr/>
      </dsp:nvSpPr>
      <dsp:spPr>
        <a:xfrm>
          <a:off x="2877611" y="1251907"/>
          <a:ext cx="8190124" cy="1269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26670" rIns="26670" bIns="26670" numCol="1" spcCol="1270" anchor="b" anchorCtr="0">
          <a:noAutofit/>
        </a:bodyPr>
        <a:lstStyle/>
        <a:p>
          <a:pPr marL="0" lvl="0" indent="0" algn="l" defTabSz="622300">
            <a:lnSpc>
              <a:spcPct val="90000"/>
            </a:lnSpc>
            <a:spcBef>
              <a:spcPct val="0"/>
            </a:spcBef>
            <a:spcAft>
              <a:spcPct val="35000"/>
            </a:spcAft>
            <a:buNone/>
          </a:pPr>
          <a:r>
            <a:rPr lang="en-US" sz="1400" kern="1200" dirty="0">
              <a:latin typeface="+mn-lt"/>
              <a:ea typeface="Calibri" panose="020F0502020204030204" pitchFamily="34" charset="0"/>
              <a:cs typeface="Calibri" panose="020F0502020204030204" pitchFamily="34" charset="0"/>
            </a:rPr>
            <a:t>FMR Performance Test for Discover Report and Insight Generation Workflows (Part 2) - APIs only [To-Do]</a:t>
          </a:r>
          <a:endParaRPr lang="en-US" sz="1400" kern="1200" dirty="0">
            <a:latin typeface="+mn-lt"/>
          </a:endParaRPr>
        </a:p>
      </dsp:txBody>
      <dsp:txXfrm>
        <a:off x="2877611" y="1251907"/>
        <a:ext cx="8190124" cy="126983"/>
      </dsp:txXfrm>
    </dsp:sp>
    <dsp:sp modelId="{7A9679E6-28FF-488B-AFCE-486B277B0D29}">
      <dsp:nvSpPr>
        <dsp:cNvPr id="0" name=""/>
        <dsp:cNvSpPr/>
      </dsp:nvSpPr>
      <dsp:spPr>
        <a:xfrm>
          <a:off x="0" y="1163835"/>
          <a:ext cx="2877611" cy="303127"/>
        </a:xfrm>
        <a:prstGeom prst="round2SameRect">
          <a:avLst>
            <a:gd name="adj1" fmla="val 16670"/>
            <a:gd name="adj2" fmla="val 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mj-lt"/>
              <a:ea typeface="Calibri" panose="020F0502020204030204" pitchFamily="34" charset="0"/>
              <a:cs typeface="Calibri" panose="020F0502020204030204" pitchFamily="34" charset="0"/>
            </a:rPr>
            <a:t>INSIGHT-477</a:t>
          </a:r>
          <a:r>
            <a:rPr lang="en-US" sz="1400" kern="1200" dirty="0">
              <a:latin typeface="Aptos" panose="020B0004020202020204" pitchFamily="34" charset="0"/>
              <a:ea typeface="Calibri" panose="020F0502020204030204" pitchFamily="34" charset="0"/>
              <a:cs typeface="Calibri" panose="020F0502020204030204" pitchFamily="34" charset="0"/>
            </a:rPr>
            <a:t> – 2024Q4</a:t>
          </a:r>
          <a:endParaRPr lang="en-US" sz="1400" kern="1200" dirty="0">
            <a:latin typeface="Aptos" panose="020B0004020202020204" pitchFamily="34" charset="0"/>
          </a:endParaRPr>
        </a:p>
      </dsp:txBody>
      <dsp:txXfrm>
        <a:off x="14800" y="1178635"/>
        <a:ext cx="2848011" cy="288327"/>
      </dsp:txXfrm>
    </dsp:sp>
    <dsp:sp modelId="{CD3E9F40-2285-4197-9C48-C609BFB605B8}">
      <dsp:nvSpPr>
        <dsp:cNvPr id="0" name=""/>
        <dsp:cNvSpPr/>
      </dsp:nvSpPr>
      <dsp:spPr>
        <a:xfrm>
          <a:off x="0" y="1466963"/>
          <a:ext cx="11067736" cy="2540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26670" rIns="26670" bIns="26670" numCol="1" spcCol="1270" anchor="t" anchorCtr="0">
          <a:noAutofit/>
        </a:bodyPr>
        <a:lstStyle/>
        <a:p>
          <a:pPr marL="114300" lvl="1" indent="-114300" algn="l" defTabSz="622300">
            <a:lnSpc>
              <a:spcPct val="90000"/>
            </a:lnSpc>
            <a:spcBef>
              <a:spcPct val="0"/>
            </a:spcBef>
            <a:spcAft>
              <a:spcPct val="15000"/>
            </a:spcAft>
            <a:buChar char="•"/>
          </a:pPr>
          <a:endParaRPr lang="en-US" sz="1400" kern="1200" dirty="0"/>
        </a:p>
      </dsp:txBody>
      <dsp:txXfrm>
        <a:off x="0" y="1466963"/>
        <a:ext cx="11067736" cy="254006"/>
      </dsp:txXfrm>
    </dsp:sp>
    <dsp:sp modelId="{57D474A1-5D1E-4A46-BD44-87BCDE6E4485}">
      <dsp:nvSpPr>
        <dsp:cNvPr id="0" name=""/>
        <dsp:cNvSpPr/>
      </dsp:nvSpPr>
      <dsp:spPr>
        <a:xfrm>
          <a:off x="2877611" y="1836304"/>
          <a:ext cx="8190124" cy="1269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26670" rIns="26670" bIns="26670" numCol="1" spcCol="1270" anchor="b" anchorCtr="0">
          <a:noAutofit/>
        </a:bodyPr>
        <a:lstStyle/>
        <a:p>
          <a:pPr marL="0" lvl="0" indent="0" algn="l" defTabSz="622300">
            <a:lnSpc>
              <a:spcPct val="90000"/>
            </a:lnSpc>
            <a:spcBef>
              <a:spcPct val="0"/>
            </a:spcBef>
            <a:spcAft>
              <a:spcPct val="35000"/>
            </a:spcAft>
            <a:buNone/>
          </a:pPr>
          <a:r>
            <a:rPr lang="en-US" sz="1400" kern="1200" dirty="0">
              <a:latin typeface="+mn-lt"/>
              <a:ea typeface="Calibri" panose="020F0502020204030204" pitchFamily="34" charset="0"/>
              <a:cs typeface="Calibri" panose="020F0502020204030204" pitchFamily="34" charset="0"/>
            </a:rPr>
            <a:t>FMR Performance Test for Discover Report and Insight Generation Workflows (Part 2) - APIs only [</a:t>
          </a:r>
          <a:r>
            <a:rPr lang="en-US" sz="1400" kern="1200" dirty="0">
              <a:latin typeface="+mn-lt"/>
            </a:rPr>
            <a:t>In-Progress]</a:t>
          </a:r>
        </a:p>
      </dsp:txBody>
      <dsp:txXfrm>
        <a:off x="2877611" y="1836304"/>
        <a:ext cx="8190124" cy="126983"/>
      </dsp:txXfrm>
    </dsp:sp>
    <dsp:sp modelId="{1DDE437A-E931-46CE-A741-C6DB294345B7}">
      <dsp:nvSpPr>
        <dsp:cNvPr id="0" name=""/>
        <dsp:cNvSpPr/>
      </dsp:nvSpPr>
      <dsp:spPr>
        <a:xfrm>
          <a:off x="0" y="1727318"/>
          <a:ext cx="2877611" cy="344956"/>
        </a:xfrm>
        <a:prstGeom prst="round2SameRect">
          <a:avLst>
            <a:gd name="adj1" fmla="val 16670"/>
            <a:gd name="adj2" fmla="val 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mj-lt"/>
            </a:rPr>
            <a:t>INSIGHT-699</a:t>
          </a:r>
          <a:r>
            <a:rPr lang="en-US" sz="1400" kern="1200" dirty="0">
              <a:latin typeface="+mj-lt"/>
              <a:ea typeface="Calibri" panose="020F0502020204030204" pitchFamily="34" charset="0"/>
              <a:cs typeface="Calibri" panose="020F0502020204030204" pitchFamily="34" charset="0"/>
            </a:rPr>
            <a:t> – 2024Q4</a:t>
          </a:r>
          <a:endParaRPr lang="en-US" sz="1400" kern="1200" dirty="0">
            <a:latin typeface="+mj-lt"/>
          </a:endParaRPr>
        </a:p>
      </dsp:txBody>
      <dsp:txXfrm>
        <a:off x="16842" y="1744160"/>
        <a:ext cx="2843927" cy="328114"/>
      </dsp:txXfrm>
    </dsp:sp>
    <dsp:sp modelId="{B955B8A0-3870-49FB-9641-3042525F78BE}">
      <dsp:nvSpPr>
        <dsp:cNvPr id="0" name=""/>
        <dsp:cNvSpPr/>
      </dsp:nvSpPr>
      <dsp:spPr>
        <a:xfrm>
          <a:off x="0" y="2072275"/>
          <a:ext cx="11067736" cy="2540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26670" rIns="26670" bIns="26670" numCol="1" spcCol="1270" anchor="t" anchorCtr="0">
          <a:noAutofit/>
        </a:bodyPr>
        <a:lstStyle/>
        <a:p>
          <a:pPr marL="114300" lvl="1" indent="-114300" algn="l" defTabSz="622300">
            <a:lnSpc>
              <a:spcPct val="90000"/>
            </a:lnSpc>
            <a:spcBef>
              <a:spcPct val="0"/>
            </a:spcBef>
            <a:spcAft>
              <a:spcPct val="15000"/>
            </a:spcAft>
            <a:buChar char="•"/>
          </a:pPr>
          <a:endParaRPr lang="en-US" sz="1400" kern="1200" dirty="0"/>
        </a:p>
      </dsp:txBody>
      <dsp:txXfrm>
        <a:off x="0" y="2072275"/>
        <a:ext cx="11067736" cy="254006"/>
      </dsp:txXfrm>
    </dsp:sp>
    <dsp:sp modelId="{8D2EA61A-06CB-4423-B4E9-42FBDC4DF38E}">
      <dsp:nvSpPr>
        <dsp:cNvPr id="0" name=""/>
        <dsp:cNvSpPr/>
      </dsp:nvSpPr>
      <dsp:spPr>
        <a:xfrm>
          <a:off x="2877611" y="2437700"/>
          <a:ext cx="8190124" cy="1269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26670" rIns="26670" bIns="26670" numCol="1" spcCol="1270" anchor="b" anchorCtr="0">
          <a:noAutofit/>
        </a:bodyPr>
        <a:lstStyle/>
        <a:p>
          <a:pPr marL="0" lvl="0" indent="0" algn="l" defTabSz="622300">
            <a:lnSpc>
              <a:spcPct val="90000"/>
            </a:lnSpc>
            <a:spcBef>
              <a:spcPct val="0"/>
            </a:spcBef>
            <a:spcAft>
              <a:spcPct val="35000"/>
            </a:spcAft>
            <a:buNone/>
          </a:pPr>
          <a:r>
            <a:rPr lang="en-US" sz="1400" kern="1200" dirty="0">
              <a:latin typeface="+mn-lt"/>
              <a:ea typeface="Calibri" panose="020F0502020204030204" pitchFamily="34" charset="0"/>
              <a:cs typeface="Calibri" panose="020F0502020204030204" pitchFamily="34" charset="0"/>
            </a:rPr>
            <a:t>Architecture Benchmark - Cloud ETL - APIs only [In-Progress]</a:t>
          </a:r>
          <a:endParaRPr lang="en-US" sz="1400" kern="1200" dirty="0">
            <a:latin typeface="+mn-lt"/>
          </a:endParaRPr>
        </a:p>
      </dsp:txBody>
      <dsp:txXfrm>
        <a:off x="2877611" y="2437700"/>
        <a:ext cx="8190124" cy="126983"/>
      </dsp:txXfrm>
    </dsp:sp>
    <dsp:sp modelId="{45BAA023-09BF-47AC-BADD-72F973DE2B28}">
      <dsp:nvSpPr>
        <dsp:cNvPr id="0" name=""/>
        <dsp:cNvSpPr/>
      </dsp:nvSpPr>
      <dsp:spPr>
        <a:xfrm>
          <a:off x="0" y="2332630"/>
          <a:ext cx="2877611" cy="337123"/>
        </a:xfrm>
        <a:prstGeom prst="round2SameRect">
          <a:avLst>
            <a:gd name="adj1" fmla="val 16670"/>
            <a:gd name="adj2" fmla="val 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mj-lt"/>
              <a:ea typeface="Calibri" panose="020F0502020204030204" pitchFamily="34" charset="0"/>
              <a:cs typeface="Calibri" panose="020F0502020204030204" pitchFamily="34" charset="0"/>
            </a:rPr>
            <a:t>INSIGHT-384 – 2024Q4</a:t>
          </a:r>
          <a:endParaRPr lang="en-US" sz="1400" kern="1200" dirty="0">
            <a:latin typeface="+mj-lt"/>
          </a:endParaRPr>
        </a:p>
      </dsp:txBody>
      <dsp:txXfrm>
        <a:off x="16460" y="2349090"/>
        <a:ext cx="2844691" cy="320663"/>
      </dsp:txXfrm>
    </dsp:sp>
    <dsp:sp modelId="{28B35203-72FC-4591-AA3B-283677D10EC5}">
      <dsp:nvSpPr>
        <dsp:cNvPr id="0" name=""/>
        <dsp:cNvSpPr/>
      </dsp:nvSpPr>
      <dsp:spPr>
        <a:xfrm>
          <a:off x="0" y="2669753"/>
          <a:ext cx="11067736" cy="2540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26670" rIns="26670" bIns="26670" numCol="1" spcCol="1270" anchor="t" anchorCtr="0">
          <a:noAutofit/>
        </a:bodyPr>
        <a:lstStyle/>
        <a:p>
          <a:pPr marL="114300" lvl="1" indent="-114300" algn="l" defTabSz="622300">
            <a:lnSpc>
              <a:spcPct val="90000"/>
            </a:lnSpc>
            <a:spcBef>
              <a:spcPct val="0"/>
            </a:spcBef>
            <a:spcAft>
              <a:spcPct val="15000"/>
            </a:spcAft>
            <a:buChar char="•"/>
          </a:pPr>
          <a:endParaRPr lang="en-US" sz="1400" kern="1200" dirty="0"/>
        </a:p>
      </dsp:txBody>
      <dsp:txXfrm>
        <a:off x="0" y="2669753"/>
        <a:ext cx="11067736" cy="254006"/>
      </dsp:txXfrm>
    </dsp:sp>
    <dsp:sp modelId="{C8B6F275-21B1-4E30-AF48-333614DB135F}">
      <dsp:nvSpPr>
        <dsp:cNvPr id="0" name=""/>
        <dsp:cNvSpPr/>
      </dsp:nvSpPr>
      <dsp:spPr>
        <a:xfrm>
          <a:off x="2877611" y="3031688"/>
          <a:ext cx="8190124" cy="1269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26670" rIns="26670" bIns="26670" numCol="1" spcCol="1270" anchor="b" anchorCtr="0">
          <a:noAutofit/>
        </a:bodyPr>
        <a:lstStyle/>
        <a:p>
          <a:pPr marL="0" lvl="0" indent="0" algn="l" defTabSz="622300">
            <a:lnSpc>
              <a:spcPct val="90000"/>
            </a:lnSpc>
            <a:spcBef>
              <a:spcPct val="0"/>
            </a:spcBef>
            <a:spcAft>
              <a:spcPct val="35000"/>
            </a:spcAft>
            <a:buNone/>
          </a:pPr>
          <a:r>
            <a:rPr lang="en-US" sz="1400" kern="1200" dirty="0">
              <a:latin typeface="+mn-lt"/>
              <a:ea typeface="Calibri" panose="020F0502020204030204" pitchFamily="34" charset="0"/>
              <a:cs typeface="Calibri" panose="020F0502020204030204" pitchFamily="34" charset="0"/>
            </a:rPr>
            <a:t>Performance Testing: Preparation for GUI testing for </a:t>
          </a:r>
          <a:r>
            <a:rPr lang="en-US" sz="1400" kern="1200" dirty="0" err="1">
              <a:latin typeface="+mn-lt"/>
              <a:ea typeface="Calibri" panose="020F0502020204030204" pitchFamily="34" charset="0"/>
              <a:cs typeface="Calibri" panose="020F0502020204030204" pitchFamily="34" charset="0"/>
            </a:rPr>
            <a:t>PwD</a:t>
          </a:r>
          <a:r>
            <a:rPr lang="en-US" sz="1400" kern="1200" dirty="0">
              <a:latin typeface="+mn-lt"/>
              <a:ea typeface="Calibri" panose="020F0502020204030204" pitchFamily="34" charset="0"/>
              <a:cs typeface="Calibri" panose="020F0502020204030204" pitchFamily="34" charset="0"/>
            </a:rPr>
            <a:t> and HCP [To-Do]</a:t>
          </a:r>
          <a:endParaRPr lang="en-US" sz="1400" kern="1200" dirty="0">
            <a:latin typeface="+mn-lt"/>
          </a:endParaRPr>
        </a:p>
      </dsp:txBody>
      <dsp:txXfrm>
        <a:off x="2877611" y="3031688"/>
        <a:ext cx="8190124" cy="126983"/>
      </dsp:txXfrm>
    </dsp:sp>
    <dsp:sp modelId="{20B28BFB-B8B3-464E-B153-64709F520433}">
      <dsp:nvSpPr>
        <dsp:cNvPr id="0" name=""/>
        <dsp:cNvSpPr/>
      </dsp:nvSpPr>
      <dsp:spPr>
        <a:xfrm>
          <a:off x="0" y="2930109"/>
          <a:ext cx="2877611" cy="330141"/>
        </a:xfrm>
        <a:prstGeom prst="round2SameRect">
          <a:avLst>
            <a:gd name="adj1" fmla="val 16670"/>
            <a:gd name="adj2" fmla="val 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mj-lt"/>
              <a:ea typeface="Calibri" panose="020F0502020204030204" pitchFamily="34" charset="0"/>
              <a:cs typeface="Calibri" panose="020F0502020204030204" pitchFamily="34" charset="0"/>
            </a:rPr>
            <a:t>INSIGHT-723 – 2025Q1</a:t>
          </a:r>
          <a:endParaRPr lang="en-US" sz="1400" kern="1200" dirty="0">
            <a:latin typeface="+mj-lt"/>
          </a:endParaRPr>
        </a:p>
      </dsp:txBody>
      <dsp:txXfrm>
        <a:off x="16119" y="2946228"/>
        <a:ext cx="2845373" cy="314022"/>
      </dsp:txXfrm>
    </dsp:sp>
    <dsp:sp modelId="{80F29FA9-2C09-4AC3-99AD-EEBD447A4FAF}">
      <dsp:nvSpPr>
        <dsp:cNvPr id="0" name=""/>
        <dsp:cNvSpPr/>
      </dsp:nvSpPr>
      <dsp:spPr>
        <a:xfrm>
          <a:off x="0" y="3260250"/>
          <a:ext cx="11067736" cy="2540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26670" rIns="26670" bIns="26670" numCol="1" spcCol="1270" anchor="t" anchorCtr="0">
          <a:noAutofit/>
        </a:bodyPr>
        <a:lstStyle/>
        <a:p>
          <a:pPr marL="114300" lvl="1" indent="-114300" algn="l" defTabSz="622300">
            <a:lnSpc>
              <a:spcPct val="90000"/>
            </a:lnSpc>
            <a:spcBef>
              <a:spcPct val="0"/>
            </a:spcBef>
            <a:spcAft>
              <a:spcPct val="15000"/>
            </a:spcAft>
            <a:buChar char="•"/>
          </a:pPr>
          <a:endParaRPr lang="en-US" sz="1400" kern="1200" dirty="0"/>
        </a:p>
      </dsp:txBody>
      <dsp:txXfrm>
        <a:off x="0" y="3260250"/>
        <a:ext cx="11067736" cy="254006"/>
      </dsp:txXfrm>
    </dsp:sp>
    <dsp:sp modelId="{79DFE278-DA0D-4B1C-971A-44D9B0A51445}">
      <dsp:nvSpPr>
        <dsp:cNvPr id="0" name=""/>
        <dsp:cNvSpPr/>
      </dsp:nvSpPr>
      <dsp:spPr>
        <a:xfrm>
          <a:off x="2877611" y="3601642"/>
          <a:ext cx="8190124" cy="1269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26670" rIns="26670" bIns="26670" numCol="1" spcCol="1270" anchor="b" anchorCtr="0">
          <a:noAutofit/>
        </a:bodyPr>
        <a:lstStyle/>
        <a:p>
          <a:pPr marL="0" lvl="0" indent="0" algn="l" defTabSz="622300">
            <a:lnSpc>
              <a:spcPct val="90000"/>
            </a:lnSpc>
            <a:spcBef>
              <a:spcPct val="0"/>
            </a:spcBef>
            <a:spcAft>
              <a:spcPct val="35000"/>
            </a:spcAft>
            <a:buNone/>
          </a:pPr>
          <a:r>
            <a:rPr lang="en-US" sz="1400" kern="1200" dirty="0">
              <a:latin typeface="+mn-lt"/>
              <a:ea typeface="Calibri" panose="020F0502020204030204" pitchFamily="34" charset="0"/>
              <a:cs typeface="Calibri" panose="020F0502020204030204" pitchFamily="34" charset="0"/>
            </a:rPr>
            <a:t>GUI scenarios Performance Testing for HCP and </a:t>
          </a:r>
          <a:r>
            <a:rPr lang="en-US" sz="1400" kern="1200" dirty="0" err="1">
              <a:latin typeface="+mn-lt"/>
              <a:ea typeface="Calibri" panose="020F0502020204030204" pitchFamily="34" charset="0"/>
              <a:cs typeface="Calibri" panose="020F0502020204030204" pitchFamily="34" charset="0"/>
            </a:rPr>
            <a:t>PwD</a:t>
          </a:r>
          <a:r>
            <a:rPr lang="en-US" sz="1400" kern="1200" dirty="0">
              <a:latin typeface="+mn-lt"/>
              <a:ea typeface="Calibri" panose="020F0502020204030204" pitchFamily="34" charset="0"/>
              <a:cs typeface="Calibri" panose="020F0502020204030204" pitchFamily="34" charset="0"/>
            </a:rPr>
            <a:t> applications [In-progress]</a:t>
          </a:r>
          <a:endParaRPr lang="en-US" sz="1400" kern="1200" dirty="0">
            <a:latin typeface="+mn-lt"/>
          </a:endParaRPr>
        </a:p>
      </dsp:txBody>
      <dsp:txXfrm>
        <a:off x="2877611" y="3601642"/>
        <a:ext cx="8190124" cy="126983"/>
      </dsp:txXfrm>
    </dsp:sp>
    <dsp:sp modelId="{E8B4AD9E-24E5-45B8-947F-DA75A538526B}">
      <dsp:nvSpPr>
        <dsp:cNvPr id="0" name=""/>
        <dsp:cNvSpPr/>
      </dsp:nvSpPr>
      <dsp:spPr>
        <a:xfrm>
          <a:off x="0" y="3520606"/>
          <a:ext cx="2877611" cy="289056"/>
        </a:xfrm>
        <a:prstGeom prst="round2SameRect">
          <a:avLst>
            <a:gd name="adj1" fmla="val 16670"/>
            <a:gd name="adj2" fmla="val 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mj-lt"/>
              <a:ea typeface="Calibri" panose="020F0502020204030204" pitchFamily="34" charset="0"/>
              <a:cs typeface="Calibri" panose="020F0502020204030204" pitchFamily="34" charset="0"/>
            </a:rPr>
            <a:t>INSIGHT-715 – 2025Q1</a:t>
          </a:r>
          <a:endParaRPr lang="en-US" sz="1400" kern="1200" dirty="0">
            <a:latin typeface="+mj-lt"/>
          </a:endParaRPr>
        </a:p>
      </dsp:txBody>
      <dsp:txXfrm>
        <a:off x="14113" y="3534719"/>
        <a:ext cx="2849385" cy="274943"/>
      </dsp:txXfrm>
    </dsp:sp>
    <dsp:sp modelId="{DDDDDF5B-BE8F-4EB3-9185-75F5243A7CB7}">
      <dsp:nvSpPr>
        <dsp:cNvPr id="0" name=""/>
        <dsp:cNvSpPr/>
      </dsp:nvSpPr>
      <dsp:spPr>
        <a:xfrm>
          <a:off x="0" y="3809662"/>
          <a:ext cx="11067736" cy="2540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26670" rIns="26670" bIns="26670" numCol="1" spcCol="1270" anchor="t" anchorCtr="0">
          <a:noAutofit/>
        </a:bodyPr>
        <a:lstStyle/>
        <a:p>
          <a:pPr marL="114300" lvl="1" indent="-114300" algn="l" defTabSz="622300">
            <a:lnSpc>
              <a:spcPct val="90000"/>
            </a:lnSpc>
            <a:spcBef>
              <a:spcPct val="0"/>
            </a:spcBef>
            <a:spcAft>
              <a:spcPct val="15000"/>
            </a:spcAft>
            <a:buChar char="•"/>
          </a:pPr>
          <a:endParaRPr lang="en-US" sz="1400" kern="1200" dirty="0"/>
        </a:p>
      </dsp:txBody>
      <dsp:txXfrm>
        <a:off x="0" y="3809662"/>
        <a:ext cx="11067736" cy="254006"/>
      </dsp:txXfrm>
    </dsp:sp>
  </dsp:spTree>
</dsp:drawing>
</file>

<file path=ppt/diagrams/layout1.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CA6F97-EB31-4730-904A-57D855EF8FA0}" type="datetimeFigureOut">
              <a:rPr lang="en-US" smtClean="0"/>
              <a:t>11/19/2024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391F53-68AA-4D6B-9F13-AE62D414B6C2}" type="slidenum">
              <a:rPr lang="en-US" smtClean="0"/>
              <a:t>‹#›</a:t>
            </a:fld>
            <a:endParaRPr lang="en-US"/>
          </a:p>
        </p:txBody>
      </p:sp>
    </p:spTree>
    <p:extLst>
      <p:ext uri="{BB962C8B-B14F-4D97-AF65-F5344CB8AC3E}">
        <p14:creationId xmlns:p14="http://schemas.microsoft.com/office/powerpoint/2010/main" val="39530750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0391F53-68AA-4D6B-9F13-AE62D414B6C2}" type="slidenum">
              <a:rPr lang="en-US" smtClean="0"/>
              <a:t>2</a:t>
            </a:fld>
            <a:endParaRPr lang="en-US"/>
          </a:p>
        </p:txBody>
      </p:sp>
    </p:spTree>
    <p:extLst>
      <p:ext uri="{BB962C8B-B14F-4D97-AF65-F5344CB8AC3E}">
        <p14:creationId xmlns:p14="http://schemas.microsoft.com/office/powerpoint/2010/main" val="32409326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0391F53-68AA-4D6B-9F13-AE62D414B6C2}" type="slidenum">
              <a:rPr lang="en-US" smtClean="0"/>
              <a:t>3</a:t>
            </a:fld>
            <a:endParaRPr lang="en-US"/>
          </a:p>
        </p:txBody>
      </p:sp>
    </p:spTree>
    <p:extLst>
      <p:ext uri="{BB962C8B-B14F-4D97-AF65-F5344CB8AC3E}">
        <p14:creationId xmlns:p14="http://schemas.microsoft.com/office/powerpoint/2010/main" val="1038126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0391F53-68AA-4D6B-9F13-AE62D414B6C2}" type="slidenum">
              <a:rPr lang="en-US" smtClean="0"/>
              <a:t>4</a:t>
            </a:fld>
            <a:endParaRPr lang="en-US"/>
          </a:p>
        </p:txBody>
      </p:sp>
    </p:spTree>
    <p:extLst>
      <p:ext uri="{BB962C8B-B14F-4D97-AF65-F5344CB8AC3E}">
        <p14:creationId xmlns:p14="http://schemas.microsoft.com/office/powerpoint/2010/main" val="13877495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0391F53-68AA-4D6B-9F13-AE62D414B6C2}" type="slidenum">
              <a:rPr lang="en-US" smtClean="0"/>
              <a:t>5</a:t>
            </a:fld>
            <a:endParaRPr lang="en-US"/>
          </a:p>
        </p:txBody>
      </p:sp>
    </p:spTree>
    <p:extLst>
      <p:ext uri="{BB962C8B-B14F-4D97-AF65-F5344CB8AC3E}">
        <p14:creationId xmlns:p14="http://schemas.microsoft.com/office/powerpoint/2010/main" val="25667902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0391F53-68AA-4D6B-9F13-AE62D414B6C2}" type="slidenum">
              <a:rPr lang="en-US" smtClean="0"/>
              <a:t>7</a:t>
            </a:fld>
            <a:endParaRPr lang="en-US"/>
          </a:p>
        </p:txBody>
      </p:sp>
    </p:spTree>
    <p:extLst>
      <p:ext uri="{BB962C8B-B14F-4D97-AF65-F5344CB8AC3E}">
        <p14:creationId xmlns:p14="http://schemas.microsoft.com/office/powerpoint/2010/main" val="1934915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0391F53-68AA-4D6B-9F13-AE62D414B6C2}" type="slidenum">
              <a:rPr lang="en-US" smtClean="0"/>
              <a:t>8</a:t>
            </a:fld>
            <a:endParaRPr lang="en-US"/>
          </a:p>
        </p:txBody>
      </p:sp>
    </p:spTree>
    <p:extLst>
      <p:ext uri="{BB962C8B-B14F-4D97-AF65-F5344CB8AC3E}">
        <p14:creationId xmlns:p14="http://schemas.microsoft.com/office/powerpoint/2010/main" val="2562883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0391F53-68AA-4D6B-9F13-AE62D414B6C2}" type="slidenum">
              <a:rPr lang="en-US" smtClean="0"/>
              <a:t>9</a:t>
            </a:fld>
            <a:endParaRPr lang="en-US"/>
          </a:p>
        </p:txBody>
      </p:sp>
    </p:spTree>
    <p:extLst>
      <p:ext uri="{BB962C8B-B14F-4D97-AF65-F5344CB8AC3E}">
        <p14:creationId xmlns:p14="http://schemas.microsoft.com/office/powerpoint/2010/main" val="33231528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F12B2-FC8F-CBFA-4873-6D7F2FAE76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CFF531-BCE8-3024-10A0-F98AE92C0D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8A77D5-3D3F-918C-8BFC-C21DBFD23AA8}"/>
              </a:ext>
            </a:extLst>
          </p:cNvPr>
          <p:cNvSpPr>
            <a:spLocks noGrp="1"/>
          </p:cNvSpPr>
          <p:nvPr>
            <p:ph type="body" idx="1"/>
          </p:nvPr>
        </p:nvSpPr>
        <p:spPr/>
        <p:txBody>
          <a:bodyPr/>
          <a:lstStyle/>
          <a:p>
            <a:r>
              <a:rPr lang="en-US"/>
              <a:t>Ok but Remove sheet and add new slide with all list of scenarios, move to appendix</a:t>
            </a:r>
          </a:p>
        </p:txBody>
      </p:sp>
      <p:sp>
        <p:nvSpPr>
          <p:cNvPr id="4" name="Slide Number Placeholder 3">
            <a:extLst>
              <a:ext uri="{FF2B5EF4-FFF2-40B4-BE49-F238E27FC236}">
                <a16:creationId xmlns:a16="http://schemas.microsoft.com/office/drawing/2014/main" id="{21111A97-495C-B85F-6C15-34C23B433CDF}"/>
              </a:ext>
            </a:extLst>
          </p:cNvPr>
          <p:cNvSpPr>
            <a:spLocks noGrp="1"/>
          </p:cNvSpPr>
          <p:nvPr>
            <p:ph type="sldNum" sz="quarter" idx="5"/>
          </p:nvPr>
        </p:nvSpPr>
        <p:spPr/>
        <p:txBody>
          <a:bodyPr/>
          <a:lstStyle/>
          <a:p>
            <a:fld id="{40391F53-68AA-4D6B-9F13-AE62D414B6C2}" type="slidenum">
              <a:rPr lang="en-US" smtClean="0"/>
              <a:t>10</a:t>
            </a:fld>
            <a:endParaRPr lang="en-US"/>
          </a:p>
        </p:txBody>
      </p:sp>
    </p:spTree>
    <p:extLst>
      <p:ext uri="{BB962C8B-B14F-4D97-AF65-F5344CB8AC3E}">
        <p14:creationId xmlns:p14="http://schemas.microsoft.com/office/powerpoint/2010/main" val="39067214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0391F53-68AA-4D6B-9F13-AE62D414B6C2}" type="slidenum">
              <a:rPr lang="en-US" smtClean="0"/>
              <a:t>11</a:t>
            </a:fld>
            <a:endParaRPr lang="en-US"/>
          </a:p>
        </p:txBody>
      </p:sp>
    </p:spTree>
    <p:extLst>
      <p:ext uri="{BB962C8B-B14F-4D97-AF65-F5344CB8AC3E}">
        <p14:creationId xmlns:p14="http://schemas.microsoft.com/office/powerpoint/2010/main" val="20082545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0B8C6-F403-1CED-8CD5-3C18331610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AA92A-EF9D-E3FF-EB53-732B897C9A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710932-7F6E-E240-EEA3-09EF967652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1ABDF53-3E70-724F-26D7-23A1663C526D}"/>
              </a:ext>
            </a:extLst>
          </p:cNvPr>
          <p:cNvSpPr>
            <a:spLocks noGrp="1"/>
          </p:cNvSpPr>
          <p:nvPr>
            <p:ph type="sldNum" sz="quarter" idx="5"/>
          </p:nvPr>
        </p:nvSpPr>
        <p:spPr/>
        <p:txBody>
          <a:bodyPr/>
          <a:lstStyle/>
          <a:p>
            <a:fld id="{40391F53-68AA-4D6B-9F13-AE62D414B6C2}" type="slidenum">
              <a:rPr lang="en-US" smtClean="0"/>
              <a:t>12</a:t>
            </a:fld>
            <a:endParaRPr lang="en-US"/>
          </a:p>
        </p:txBody>
      </p:sp>
    </p:spTree>
    <p:extLst>
      <p:ext uri="{BB962C8B-B14F-4D97-AF65-F5344CB8AC3E}">
        <p14:creationId xmlns:p14="http://schemas.microsoft.com/office/powerpoint/2010/main" val="20402219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 but Remove sheet and add new slide with all list of scenarios, move to appendix</a:t>
            </a:r>
          </a:p>
        </p:txBody>
      </p:sp>
      <p:sp>
        <p:nvSpPr>
          <p:cNvPr id="4" name="Slide Number Placeholder 3"/>
          <p:cNvSpPr>
            <a:spLocks noGrp="1"/>
          </p:cNvSpPr>
          <p:nvPr>
            <p:ph type="sldNum" sz="quarter" idx="5"/>
          </p:nvPr>
        </p:nvSpPr>
        <p:spPr/>
        <p:txBody>
          <a:bodyPr/>
          <a:lstStyle/>
          <a:p>
            <a:fld id="{40391F53-68AA-4D6B-9F13-AE62D414B6C2}" type="slidenum">
              <a:rPr lang="en-US" smtClean="0"/>
              <a:t>13</a:t>
            </a:fld>
            <a:endParaRPr lang="en-US"/>
          </a:p>
        </p:txBody>
      </p:sp>
    </p:spTree>
    <p:extLst>
      <p:ext uri="{BB962C8B-B14F-4D97-AF65-F5344CB8AC3E}">
        <p14:creationId xmlns:p14="http://schemas.microsoft.com/office/powerpoint/2010/main" val="41568835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0391F53-68AA-4D6B-9F13-AE62D414B6C2}" type="slidenum">
              <a:rPr lang="en-US" smtClean="0"/>
              <a:t>15</a:t>
            </a:fld>
            <a:endParaRPr lang="en-US"/>
          </a:p>
        </p:txBody>
      </p:sp>
    </p:spTree>
    <p:extLst>
      <p:ext uri="{BB962C8B-B14F-4D97-AF65-F5344CB8AC3E}">
        <p14:creationId xmlns:p14="http://schemas.microsoft.com/office/powerpoint/2010/main" val="17737941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0391F53-68AA-4D6B-9F13-AE62D414B6C2}" type="slidenum">
              <a:rPr lang="en-US" smtClean="0"/>
              <a:t>16</a:t>
            </a:fld>
            <a:endParaRPr lang="en-US"/>
          </a:p>
        </p:txBody>
      </p:sp>
    </p:spTree>
    <p:extLst>
      <p:ext uri="{BB962C8B-B14F-4D97-AF65-F5344CB8AC3E}">
        <p14:creationId xmlns:p14="http://schemas.microsoft.com/office/powerpoint/2010/main" val="17948987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C1238-B7D5-F443-9C9C-A042A1A50C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749D19-7BF6-2761-77B0-FCC919E89A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EA0729-3002-7524-9FDC-E96A37B36F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23019C1-4B2A-3020-D6DB-23397CB18509}"/>
              </a:ext>
            </a:extLst>
          </p:cNvPr>
          <p:cNvSpPr>
            <a:spLocks noGrp="1"/>
          </p:cNvSpPr>
          <p:nvPr>
            <p:ph type="sldNum" sz="quarter" idx="5"/>
          </p:nvPr>
        </p:nvSpPr>
        <p:spPr/>
        <p:txBody>
          <a:bodyPr/>
          <a:lstStyle/>
          <a:p>
            <a:fld id="{40391F53-68AA-4D6B-9F13-AE62D414B6C2}" type="slidenum">
              <a:rPr lang="en-US" smtClean="0"/>
              <a:t>20</a:t>
            </a:fld>
            <a:endParaRPr lang="en-US"/>
          </a:p>
        </p:txBody>
      </p:sp>
    </p:spTree>
    <p:extLst>
      <p:ext uri="{BB962C8B-B14F-4D97-AF65-F5344CB8AC3E}">
        <p14:creationId xmlns:p14="http://schemas.microsoft.com/office/powerpoint/2010/main" val="237668149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5.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5.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5.emf"/></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5.emf"/></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5.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5.emf"/></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5.emf"/></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5.emf"/></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5.emf"/></Relationships>
</file>

<file path=ppt/slideLayouts/_rels/slideLayout3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5.emf"/></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5.emf"/></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5.emf"/></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5.emf"/></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5.emf"/></Relationships>
</file>

<file path=ppt/slideLayouts/_rels/slideLayout3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5.emf"/></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5.emf"/></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5.emf"/></Relationships>
</file>

<file path=ppt/slideLayouts/_rels/slideLayout4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8.xml"/><Relationship Id="rId4" Type="http://schemas.openxmlformats.org/officeDocument/2006/relationships/image" Target="../media/image5.emf"/></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19.xml"/><Relationship Id="rId4" Type="http://schemas.openxmlformats.org/officeDocument/2006/relationships/image" Target="../media/image5.emf"/></Relationships>
</file>

<file path=ppt/slideLayouts/_rels/slideLayout5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20.xml"/><Relationship Id="rId4" Type="http://schemas.openxmlformats.org/officeDocument/2006/relationships/image" Target="../media/image5.emf"/></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21.xml"/><Relationship Id="rId4" Type="http://schemas.openxmlformats.org/officeDocument/2006/relationships/image" Target="../media/image5.emf"/></Relationships>
</file>

<file path=ppt/slideLayouts/_rels/slideLayout54.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22.xml"/><Relationship Id="rId4" Type="http://schemas.openxmlformats.org/officeDocument/2006/relationships/image" Target="../media/image10.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emplate Fonts">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C518C4C-09F9-6EEF-47FE-825CD6CABBFB}"/>
              </a:ext>
            </a:extLst>
          </p:cNvPr>
          <p:cNvPicPr>
            <a:picLocks noChangeAspect="1"/>
          </p:cNvPicPr>
          <p:nvPr userDrawn="1"/>
        </p:nvPicPr>
        <p:blipFill>
          <a:blip r:embed="rId2"/>
          <a:stretch>
            <a:fillRect/>
          </a:stretch>
        </p:blipFill>
        <p:spPr>
          <a:xfrm>
            <a:off x="7267647" y="1543305"/>
            <a:ext cx="3834716" cy="1963082"/>
          </a:xfrm>
          <a:prstGeom prst="rect">
            <a:avLst/>
          </a:prstGeom>
        </p:spPr>
      </p:pic>
      <p:sp>
        <p:nvSpPr>
          <p:cNvPr id="16" name="TextBox 15">
            <a:extLst>
              <a:ext uri="{FF2B5EF4-FFF2-40B4-BE49-F238E27FC236}">
                <a16:creationId xmlns:a16="http://schemas.microsoft.com/office/drawing/2014/main" id="{2E8E886F-3E53-4F8D-9117-4C02C360033D}"/>
              </a:ext>
            </a:extLst>
          </p:cNvPr>
          <p:cNvSpPr txBox="1"/>
          <p:nvPr userDrawn="1"/>
        </p:nvSpPr>
        <p:spPr>
          <a:xfrm>
            <a:off x="457200" y="232760"/>
            <a:ext cx="11273991" cy="1188720"/>
          </a:xfrm>
          <a:prstGeom prst="rect">
            <a:avLst/>
          </a:prstGeom>
        </p:spPr>
        <p:txBody>
          <a:bodyPr vert="horz" lIns="0" tIns="0" rIns="0" bIns="0" rtlCol="0" anchor="ctr">
            <a:noAutofit/>
          </a:bodyPr>
          <a:lstStyle>
            <a:lvl1pPr>
              <a:lnSpc>
                <a:spcPct val="90000"/>
              </a:lnSpc>
              <a:spcBef>
                <a:spcPct val="0"/>
              </a:spcBef>
              <a:buNone/>
              <a:defRPr sz="4000" b="1" cap="none" baseline="0">
                <a:solidFill>
                  <a:schemeClr val="accent1">
                    <a:lumMod val="50000"/>
                  </a:schemeClr>
                </a:solidFill>
                <a:ea typeface="+mj-ea"/>
                <a:cs typeface="+mj-cs"/>
              </a:defRPr>
            </a:lvl1pPr>
          </a:lstStyle>
          <a:p>
            <a:pPr lvl="0"/>
            <a:r>
              <a:rPr lang="en-US" noProof="0"/>
              <a:t>Fonts Used in This Template</a:t>
            </a:r>
            <a:endParaRPr lang="en-US"/>
          </a:p>
        </p:txBody>
      </p:sp>
      <p:sp>
        <p:nvSpPr>
          <p:cNvPr id="14" name="Rectangle 13">
            <a:extLst>
              <a:ext uri="{FF2B5EF4-FFF2-40B4-BE49-F238E27FC236}">
                <a16:creationId xmlns:a16="http://schemas.microsoft.com/office/drawing/2014/main" id="{33C54567-E714-4E46-93BB-50E897FC5F16}"/>
              </a:ext>
            </a:extLst>
          </p:cNvPr>
          <p:cNvSpPr/>
          <p:nvPr userDrawn="1"/>
        </p:nvSpPr>
        <p:spPr>
          <a:xfrm>
            <a:off x="6391109" y="3933427"/>
            <a:ext cx="5520753" cy="1517513"/>
          </a:xfrm>
          <a:prstGeom prst="rect">
            <a:avLst/>
          </a:prstGeom>
          <a:solidFill>
            <a:schemeClr val="bg1">
              <a:lumMod val="85000"/>
            </a:schemeClr>
          </a:solidFill>
          <a:ln/>
        </p:spPr>
        <p:style>
          <a:lnRef idx="1">
            <a:schemeClr val="dk1"/>
          </a:lnRef>
          <a:fillRef idx="2">
            <a:schemeClr val="dk1"/>
          </a:fillRef>
          <a:effectRef idx="1">
            <a:schemeClr val="dk1"/>
          </a:effectRef>
          <a:fontRef idx="minor">
            <a:schemeClr val="dk1"/>
          </a:fontRef>
        </p:style>
        <p:txBody>
          <a:bodyPr lIns="91440" tIns="0" rIns="91440" bIns="0" rtlCol="0" anchor="ctr"/>
          <a:lstStyle/>
          <a:p>
            <a:pPr marL="114300" marR="0" lvl="0" indent="-114300" defTabSz="914400" rtl="0" eaLnBrk="1" fontAlgn="auto" latinLnBrk="0" hangingPunct="1">
              <a:lnSpc>
                <a:spcPct val="85000"/>
              </a:lnSpc>
              <a:spcBef>
                <a:spcPts val="300"/>
              </a:spcBef>
              <a:spcAft>
                <a:spcPts val="0"/>
              </a:spcAft>
              <a:buClrTx/>
              <a:buSzTx/>
              <a:buFont typeface="IBM Plex Sans" panose="020B0503050203000203" pitchFamily="34" charset="0"/>
              <a:buChar char="•"/>
              <a:tabLst/>
              <a:defRPr/>
            </a:pPr>
            <a:r>
              <a:rPr kumimoji="0" lang="en-US" sz="1200" b="0"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rPr>
              <a:t>Custom fonts are any non-Microsoft font. </a:t>
            </a:r>
          </a:p>
          <a:p>
            <a:pPr marL="114300" marR="0" lvl="0" indent="-114300" defTabSz="914400" rtl="0" eaLnBrk="1" fontAlgn="auto" latinLnBrk="0" hangingPunct="1">
              <a:lnSpc>
                <a:spcPct val="85000"/>
              </a:lnSpc>
              <a:spcBef>
                <a:spcPts val="300"/>
              </a:spcBef>
              <a:spcAft>
                <a:spcPts val="0"/>
              </a:spcAft>
              <a:buClrTx/>
              <a:buSzTx/>
              <a:buFont typeface="IBM Plex Sans" panose="020B0503050203000203" pitchFamily="34" charset="0"/>
              <a:buChar char="•"/>
              <a:tabLst/>
              <a:defRPr/>
            </a:pPr>
            <a:r>
              <a:rPr kumimoji="0" lang="en-US" sz="1200" b="0"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rPr>
              <a:t>Custom fonts need to be installed on each computer. </a:t>
            </a:r>
          </a:p>
          <a:p>
            <a:pPr marL="114300" marR="0" lvl="0" indent="-114300" defTabSz="914400" rtl="0" eaLnBrk="1" fontAlgn="auto" latinLnBrk="0" hangingPunct="1">
              <a:lnSpc>
                <a:spcPct val="85000"/>
              </a:lnSpc>
              <a:spcBef>
                <a:spcPts val="300"/>
              </a:spcBef>
              <a:spcAft>
                <a:spcPts val="0"/>
              </a:spcAft>
              <a:buClrTx/>
              <a:buSzTx/>
              <a:buFont typeface="IBM Plex Sans" panose="020B0503050203000203" pitchFamily="34" charset="0"/>
              <a:buChar char="•"/>
              <a:tabLst/>
              <a:defRPr/>
            </a:pPr>
            <a:r>
              <a:rPr lang="en-US" sz="1200">
                <a:solidFill>
                  <a:srgbClr val="000000"/>
                </a:solidFill>
                <a:latin typeface="IBM Plex Sans" panose="020B0503050203000203" pitchFamily="34" charset="0"/>
                <a:cs typeface="IBM Plex Sans" panose="020B0503050203000203" pitchFamily="34" charset="0"/>
              </a:rPr>
              <a:t>Font files must be available to install on computer.</a:t>
            </a:r>
            <a:endParaRPr kumimoji="0" lang="en-US" sz="1200" b="0"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endParaRPr>
          </a:p>
          <a:p>
            <a:pPr marL="114300" marR="0" lvl="0" indent="-114300" defTabSz="914400" rtl="0" eaLnBrk="1" fontAlgn="auto" latinLnBrk="0" hangingPunct="1">
              <a:lnSpc>
                <a:spcPct val="85000"/>
              </a:lnSpc>
              <a:spcBef>
                <a:spcPts val="300"/>
              </a:spcBef>
              <a:spcAft>
                <a:spcPts val="0"/>
              </a:spcAft>
              <a:buClrTx/>
              <a:buSzTx/>
              <a:buFont typeface="IBM Plex Sans" panose="020B0503050203000203" pitchFamily="34" charset="0"/>
              <a:buChar char="•"/>
              <a:tabLst/>
              <a:defRPr/>
            </a:pPr>
            <a:r>
              <a:rPr lang="en-US" sz="1200">
                <a:solidFill>
                  <a:srgbClr val="000000"/>
                </a:solidFill>
                <a:latin typeface="IBM Plex Sans" panose="020B0503050203000203" pitchFamily="34" charset="0"/>
                <a:cs typeface="IBM Plex Sans" panose="020B0503050203000203" pitchFamily="34" charset="0"/>
              </a:rPr>
              <a:t>Custom fonts cannot be installed on mobile or tablet devices. </a:t>
            </a:r>
          </a:p>
          <a:p>
            <a:pPr marL="114300" marR="0" lvl="0" indent="-114300" defTabSz="914400" rtl="0" eaLnBrk="1" fontAlgn="auto" latinLnBrk="0" hangingPunct="1">
              <a:lnSpc>
                <a:spcPct val="85000"/>
              </a:lnSpc>
              <a:spcBef>
                <a:spcPts val="300"/>
              </a:spcBef>
              <a:spcAft>
                <a:spcPts val="0"/>
              </a:spcAft>
              <a:buClrTx/>
              <a:buSzTx/>
              <a:buFont typeface="IBM Plex Sans" panose="020B0503050203000203" pitchFamily="34" charset="0"/>
              <a:buChar char="•"/>
              <a:tabLst/>
              <a:defRPr/>
            </a:pPr>
            <a:r>
              <a:rPr kumimoji="0" lang="en-US" sz="1200" b="0"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rPr>
              <a:t>If a custom font is not installed, PowerPoint will randomly select a substitute font each time file is opened.</a:t>
            </a:r>
          </a:p>
        </p:txBody>
      </p:sp>
      <p:sp>
        <p:nvSpPr>
          <p:cNvPr id="15" name="Rectangle 14">
            <a:extLst>
              <a:ext uri="{FF2B5EF4-FFF2-40B4-BE49-F238E27FC236}">
                <a16:creationId xmlns:a16="http://schemas.microsoft.com/office/drawing/2014/main" id="{E72ABD27-75F6-43FC-B217-870364863AB4}"/>
              </a:ext>
            </a:extLst>
          </p:cNvPr>
          <p:cNvSpPr/>
          <p:nvPr userDrawn="1"/>
        </p:nvSpPr>
        <p:spPr>
          <a:xfrm>
            <a:off x="279918" y="3560386"/>
            <a:ext cx="11631944" cy="329393"/>
          </a:xfrm>
          <a:prstGeom prst="rect">
            <a:avLst/>
          </a:prstGeom>
          <a:solidFill>
            <a:schemeClr val="accent1"/>
          </a:solidFill>
          <a:ln/>
        </p:spPr>
        <p:style>
          <a:lnRef idx="1">
            <a:schemeClr val="dk1"/>
          </a:lnRef>
          <a:fillRef idx="2">
            <a:schemeClr val="dk1"/>
          </a:fillRef>
          <a:effectRef idx="1">
            <a:schemeClr val="dk1"/>
          </a:effectRef>
          <a:fontRef idx="minor">
            <a:schemeClr val="dk1"/>
          </a:fontRef>
        </p:style>
        <p:txBody>
          <a:bodyPr lIns="274320" tIns="45720" rIns="274320" bIns="0" rtlCol="0" anchor="ctr"/>
          <a:lstStyle/>
          <a:p>
            <a:pPr marL="0" marR="0" lvl="0" indent="0" algn="ctr" defTabSz="914400" rtl="0" eaLnBrk="1" fontAlgn="auto" latinLnBrk="0" hangingPunct="1">
              <a:lnSpc>
                <a:spcPct val="85000"/>
              </a:lnSpc>
              <a:spcBef>
                <a:spcPts val="0"/>
              </a:spcBef>
              <a:spcAft>
                <a:spcPts val="0"/>
              </a:spcAft>
              <a:buClrTx/>
              <a:buSzTx/>
              <a:buFontTx/>
              <a:buNone/>
              <a:tabLst/>
              <a:defRPr/>
            </a:pPr>
            <a:r>
              <a:rPr lang="en-US" sz="1600">
                <a:solidFill>
                  <a:schemeClr val="bg1"/>
                </a:solidFill>
                <a:latin typeface="IBM Plex Sans" panose="020B0503050203000203" pitchFamily="34" charset="0"/>
                <a:cs typeface="IBM Plex Sans" panose="020B0503050203000203" pitchFamily="34" charset="0"/>
              </a:rPr>
              <a:t>If the text on the </a:t>
            </a:r>
            <a:r>
              <a:rPr lang="en-US" sz="1600" b="1">
                <a:solidFill>
                  <a:schemeClr val="bg1"/>
                </a:solidFill>
                <a:latin typeface="IBM Plex Sans" panose="020B0503050203000203" pitchFamily="34" charset="0"/>
                <a:cs typeface="IBM Plex Sans" panose="020B0503050203000203" pitchFamily="34" charset="0"/>
              </a:rPr>
              <a:t>left</a:t>
            </a:r>
            <a:r>
              <a:rPr lang="en-US" sz="1600">
                <a:solidFill>
                  <a:schemeClr val="bg1"/>
                </a:solidFill>
                <a:latin typeface="IBM Plex Sans" panose="020B0503050203000203" pitchFamily="34" charset="0"/>
                <a:cs typeface="IBM Plex Sans" panose="020B0503050203000203" pitchFamily="34" charset="0"/>
              </a:rPr>
              <a:t> </a:t>
            </a:r>
            <a:r>
              <a:rPr lang="en-US" sz="1600" b="1">
                <a:solidFill>
                  <a:schemeClr val="bg1"/>
                </a:solidFill>
                <a:latin typeface="IBM Plex Sans" panose="020B0503050203000203" pitchFamily="34" charset="0"/>
                <a:cs typeface="IBM Plex Sans" panose="020B0503050203000203" pitchFamily="34" charset="0"/>
              </a:rPr>
              <a:t>does not match </a:t>
            </a:r>
            <a:r>
              <a:rPr lang="en-US" sz="1600">
                <a:solidFill>
                  <a:schemeClr val="bg1"/>
                </a:solidFill>
                <a:latin typeface="IBM Plex Sans" panose="020B0503050203000203" pitchFamily="34" charset="0"/>
                <a:cs typeface="IBM Plex Sans" panose="020B0503050203000203" pitchFamily="34" charset="0"/>
              </a:rPr>
              <a:t>the text on the right, the </a:t>
            </a:r>
            <a:r>
              <a:rPr lang="en-US" sz="1600" b="1">
                <a:solidFill>
                  <a:schemeClr val="bg1"/>
                </a:solidFill>
                <a:latin typeface="IBM Plex Sans" panose="020B0503050203000203" pitchFamily="34" charset="0"/>
                <a:cs typeface="IBM Plex Sans" panose="020B0503050203000203" pitchFamily="34" charset="0"/>
              </a:rPr>
              <a:t>computer/device is missing that font</a:t>
            </a:r>
            <a:r>
              <a:rPr lang="en-US" sz="1600">
                <a:solidFill>
                  <a:schemeClr val="bg1"/>
                </a:solidFill>
                <a:latin typeface="IBM Plex Sans" panose="020B0503050203000203" pitchFamily="34" charset="0"/>
                <a:cs typeface="IBM Plex Sans" panose="020B0503050203000203" pitchFamily="34" charset="0"/>
              </a:rPr>
              <a:t>.</a:t>
            </a:r>
            <a:endParaRPr kumimoji="0" lang="en-US" sz="1600" b="0" i="0" u="none" strike="noStrike" kern="1200" cap="none" spc="0" normalizeH="0" baseline="0" noProof="0">
              <a:ln>
                <a:noFill/>
              </a:ln>
              <a:solidFill>
                <a:schemeClr val="bg1"/>
              </a:solidFill>
              <a:effectLst/>
              <a:uLnTx/>
              <a:uFillTx/>
              <a:latin typeface="IBM Plex Sans" panose="020B0503050203000203" pitchFamily="34" charset="0"/>
              <a:ea typeface="+mn-ea"/>
              <a:cs typeface="IBM Plex Sans" panose="020B0503050203000203" pitchFamily="34" charset="0"/>
            </a:endParaRPr>
          </a:p>
        </p:txBody>
      </p:sp>
      <p:sp>
        <p:nvSpPr>
          <p:cNvPr id="17" name="Rectangle 16">
            <a:extLst>
              <a:ext uri="{FF2B5EF4-FFF2-40B4-BE49-F238E27FC236}">
                <a16:creationId xmlns:a16="http://schemas.microsoft.com/office/drawing/2014/main" id="{920B4FC5-0AE0-4931-9294-C1DE57E7FD8E}"/>
              </a:ext>
            </a:extLst>
          </p:cNvPr>
          <p:cNvSpPr/>
          <p:nvPr userDrawn="1"/>
        </p:nvSpPr>
        <p:spPr>
          <a:xfrm>
            <a:off x="279918" y="5488117"/>
            <a:ext cx="11631944" cy="858561"/>
          </a:xfrm>
          <a:prstGeom prst="rect">
            <a:avLst/>
          </a:prstGeom>
          <a:solidFill>
            <a:schemeClr val="bg1">
              <a:lumMod val="85000"/>
            </a:schemeClr>
          </a:solidFill>
          <a:ln/>
        </p:spPr>
        <p:style>
          <a:lnRef idx="1">
            <a:schemeClr val="dk1"/>
          </a:lnRef>
          <a:fillRef idx="2">
            <a:schemeClr val="dk1"/>
          </a:fillRef>
          <a:effectRef idx="1">
            <a:schemeClr val="dk1"/>
          </a:effectRef>
          <a:fontRef idx="minor">
            <a:schemeClr val="dk1"/>
          </a:fontRef>
        </p:style>
        <p:txBody>
          <a:bodyPr lIns="91440" tIns="0" rIns="274320" bIns="0" rtlCol="0" anchor="ctr"/>
          <a:lstStyle/>
          <a:p>
            <a:pPr marL="214313" marR="0" lvl="0" indent="-200025" algn="l" defTabSz="1219170" rtl="0" eaLnBrk="1" fontAlgn="auto" latinLnBrk="0" hangingPunct="1">
              <a:lnSpc>
                <a:spcPct val="100000"/>
              </a:lnSpc>
              <a:spcBef>
                <a:spcPts val="300"/>
              </a:spcBef>
              <a:spcAft>
                <a:spcPts val="0"/>
              </a:spcAft>
              <a:buClrTx/>
              <a:buSzTx/>
              <a:buFontTx/>
              <a:buNone/>
              <a:tabLst/>
              <a:defRPr/>
            </a:pPr>
            <a:r>
              <a:rPr lang="en-US" sz="1200" b="1">
                <a:solidFill>
                  <a:srgbClr val="000000"/>
                </a:solidFill>
                <a:latin typeface="IBM Plex Sans" panose="020B0503050203000203" pitchFamily="34" charset="0"/>
                <a:cs typeface="IBM Plex Sans" panose="020B0503050203000203" pitchFamily="34" charset="0"/>
              </a:rPr>
              <a:t>How To Install Custom Fonts</a:t>
            </a:r>
            <a:endParaRPr kumimoji="0" lang="en-US" sz="1200" b="1"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endParaRPr>
          </a:p>
          <a:p>
            <a:pPr marL="228600" marR="0" lvl="1" indent="-114300" algn="l" defTabSz="1219170" rtl="0" eaLnBrk="1" fontAlgn="auto" latinLnBrk="0" hangingPunct="1">
              <a:lnSpc>
                <a:spcPct val="100000"/>
              </a:lnSpc>
              <a:spcBef>
                <a:spcPts val="30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rPr>
              <a:t>Windows 7/8/10/11: right-click font file and select install</a:t>
            </a:r>
          </a:p>
          <a:p>
            <a:pPr marL="228600" marR="0" lvl="1" indent="-114300" algn="l" defTabSz="1219170" rtl="0" eaLnBrk="1" fontAlgn="auto" latinLnBrk="0" hangingPunct="1">
              <a:lnSpc>
                <a:spcPct val="100000"/>
              </a:lnSpc>
              <a:spcBef>
                <a:spcPts val="30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rPr>
              <a:t>Mac OS: Double click the font, when the font window opens click “Install Font”</a:t>
            </a:r>
          </a:p>
          <a:p>
            <a:pPr marL="228600" lvl="1" indent="-114300" defTabSz="1219170">
              <a:spcBef>
                <a:spcPts val="300"/>
              </a:spcBef>
              <a:defRPr/>
            </a:pPr>
            <a:r>
              <a:rPr lang="en-US" sz="1100">
                <a:solidFill>
                  <a:srgbClr val="000000"/>
                </a:solidFill>
                <a:latin typeface="IBM Plex Sans" panose="020B0503050203000203" pitchFamily="34" charset="0"/>
                <a:cs typeface="IBM Plex Sans" panose="020B0503050203000203" pitchFamily="34" charset="0"/>
              </a:rPr>
              <a:t>PowerPoint Online, PowerPoint through Teams, IOS, Android, iPad: custom fonts cannot be installed on mobile devices</a:t>
            </a:r>
          </a:p>
        </p:txBody>
      </p:sp>
      <p:sp>
        <p:nvSpPr>
          <p:cNvPr id="18" name="Rectangle 17">
            <a:extLst>
              <a:ext uri="{FF2B5EF4-FFF2-40B4-BE49-F238E27FC236}">
                <a16:creationId xmlns:a16="http://schemas.microsoft.com/office/drawing/2014/main" id="{3D699DBD-D765-419C-ABC4-16FC23EEF80B}"/>
              </a:ext>
            </a:extLst>
          </p:cNvPr>
          <p:cNvSpPr/>
          <p:nvPr userDrawn="1"/>
        </p:nvSpPr>
        <p:spPr>
          <a:xfrm>
            <a:off x="279918" y="3933426"/>
            <a:ext cx="6074229" cy="1517513"/>
          </a:xfrm>
          <a:prstGeom prst="rect">
            <a:avLst/>
          </a:prstGeom>
          <a:solidFill>
            <a:schemeClr val="bg1">
              <a:lumMod val="85000"/>
            </a:schemeClr>
          </a:solidFill>
          <a:ln/>
        </p:spPr>
        <p:style>
          <a:lnRef idx="1">
            <a:schemeClr val="dk1"/>
          </a:lnRef>
          <a:fillRef idx="2">
            <a:schemeClr val="dk1"/>
          </a:fillRef>
          <a:effectRef idx="1">
            <a:schemeClr val="dk1"/>
          </a:effectRef>
          <a:fontRef idx="minor">
            <a:schemeClr val="dk1"/>
          </a:fontRef>
        </p:style>
        <p:txBody>
          <a:bodyPr lIns="274320" tIns="91440" rIns="91440" bIns="0" numCol="1" spcCol="182880" rtlCol="0" anchor="t"/>
          <a:lstStyle/>
          <a:p>
            <a:pPr marL="0" marR="0" lvl="0" indent="0" defTabSz="914400" rtl="0" eaLnBrk="1" fontAlgn="auto" latinLnBrk="0" hangingPunct="1">
              <a:lnSpc>
                <a:spcPct val="85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rPr>
              <a:t>Types of Fonts:</a:t>
            </a:r>
          </a:p>
          <a:p>
            <a:pPr marL="114300" marR="0" lvl="0" defTabSz="914400" rtl="0" eaLnBrk="1" fontAlgn="auto" latinLnBrk="0" hangingPunct="1">
              <a:lnSpc>
                <a:spcPct val="85000"/>
              </a:lnSpc>
              <a:spcBef>
                <a:spcPts val="400"/>
              </a:spcBef>
              <a:spcAft>
                <a:spcPts val="0"/>
              </a:spcAft>
              <a:buClrTx/>
              <a:buSzTx/>
              <a:buFontTx/>
              <a:buNone/>
              <a:tabLst/>
              <a:defRPr/>
            </a:pPr>
            <a:r>
              <a:rPr lang="en-US" sz="1050">
                <a:solidFill>
                  <a:srgbClr val="000000"/>
                </a:solidFill>
                <a:latin typeface="IBM Plex Sans" panose="020B0503050203000203" pitchFamily="34" charset="0"/>
                <a:cs typeface="IBM Plex Sans" panose="020B0503050203000203" pitchFamily="34" charset="0"/>
              </a:rPr>
              <a:t>Microsoft Cloud/Standard </a:t>
            </a:r>
            <a:br>
              <a:rPr lang="en-US" sz="1050">
                <a:solidFill>
                  <a:srgbClr val="000000"/>
                </a:solidFill>
                <a:latin typeface="IBM Plex Sans" panose="020B0503050203000203" pitchFamily="34" charset="0"/>
                <a:cs typeface="IBM Plex Sans" panose="020B0503050203000203" pitchFamily="34" charset="0"/>
              </a:rPr>
            </a:br>
            <a:r>
              <a:rPr kumimoji="0" lang="en-US" sz="1050" b="0"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rPr>
              <a:t>(auto install if online and have Microsoft 365 account)</a:t>
            </a:r>
          </a:p>
          <a:p>
            <a:pPr marL="114300" marR="0" lvl="0" defTabSz="914400" rtl="0" eaLnBrk="1" fontAlgn="auto" latinLnBrk="0" hangingPunct="1">
              <a:lnSpc>
                <a:spcPct val="85000"/>
              </a:lnSpc>
              <a:spcBef>
                <a:spcPts val="40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rPr>
              <a:t>Google </a:t>
            </a:r>
            <a:br>
              <a:rPr kumimoji="0" lang="en-US" sz="1050" b="0"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rPr>
            </a:br>
            <a:r>
              <a:rPr kumimoji="0" lang="en-US" sz="1050" b="0"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rPr>
              <a:t>(web-based, free, download – install – then open PowerPoint)</a:t>
            </a:r>
          </a:p>
          <a:p>
            <a:pPr marL="114300" marR="0" lvl="0" defTabSz="914400" rtl="0" eaLnBrk="1" fontAlgn="auto" latinLnBrk="0" hangingPunct="1">
              <a:lnSpc>
                <a:spcPct val="85000"/>
              </a:lnSpc>
              <a:spcBef>
                <a:spcPts val="40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rPr>
              <a:t>Adobe </a:t>
            </a:r>
            <a:r>
              <a:rPr kumimoji="0" lang="en-US" sz="1050" b="0" i="0" u="none" strike="noStrike" kern="1200" cap="none" spc="0" normalizeH="0" baseline="0" noProof="0" err="1">
                <a:ln>
                  <a:noFill/>
                </a:ln>
                <a:solidFill>
                  <a:srgbClr val="000000"/>
                </a:solidFill>
                <a:effectLst/>
                <a:uLnTx/>
                <a:uFillTx/>
                <a:latin typeface="IBM Plex Sans" panose="020B0503050203000203" pitchFamily="34" charset="0"/>
                <a:ea typeface="+mn-ea"/>
                <a:cs typeface="IBM Plex Sans" panose="020B0503050203000203" pitchFamily="34" charset="0"/>
              </a:rPr>
              <a:t>Typekit</a:t>
            </a:r>
            <a:r>
              <a:rPr kumimoji="0" lang="en-US" sz="1050" b="0"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rPr>
              <a:t> </a:t>
            </a:r>
            <a:br>
              <a:rPr kumimoji="0" lang="en-US" sz="1050" b="0"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rPr>
            </a:br>
            <a:r>
              <a:rPr kumimoji="0" lang="en-US" sz="1050" b="0"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rPr>
              <a:t>(must have Adobe Creative Cloud acct, download – install – then open PowerPoint)</a:t>
            </a:r>
          </a:p>
          <a:p>
            <a:pPr marL="114300" marR="0" lvl="0" defTabSz="914400" rtl="0" eaLnBrk="1" fontAlgn="auto" latinLnBrk="0" hangingPunct="1">
              <a:lnSpc>
                <a:spcPct val="85000"/>
              </a:lnSpc>
              <a:spcBef>
                <a:spcPts val="400"/>
              </a:spcBef>
              <a:spcAft>
                <a:spcPts val="0"/>
              </a:spcAft>
              <a:buClrTx/>
              <a:buSzTx/>
              <a:buFontTx/>
              <a:buNone/>
              <a:tabLst/>
              <a:defRPr/>
            </a:pPr>
            <a:r>
              <a:rPr lang="en-US" sz="1050">
                <a:solidFill>
                  <a:srgbClr val="000000"/>
                </a:solidFill>
                <a:latin typeface="IBM Plex Sans" panose="020B0503050203000203" pitchFamily="34" charset="0"/>
                <a:cs typeface="IBM Plex Sans" panose="020B0503050203000203" pitchFamily="34" charset="0"/>
              </a:rPr>
              <a:t>Custom (must have file(s)</a:t>
            </a:r>
            <a:r>
              <a:rPr kumimoji="0" lang="en-US" sz="1050" b="0"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rPr>
              <a:t> – install – then open PowerPoint</a:t>
            </a:r>
            <a:r>
              <a:rPr lang="en-US" sz="1050">
                <a:solidFill>
                  <a:srgbClr val="000000"/>
                </a:solidFill>
                <a:latin typeface="IBM Plex Sans" panose="020B0503050203000203" pitchFamily="34" charset="0"/>
                <a:cs typeface="IBM Plex Sans" panose="020B0503050203000203" pitchFamily="34" charset="0"/>
              </a:rPr>
              <a:t>)</a:t>
            </a:r>
            <a:endParaRPr kumimoji="0" lang="en-US" sz="1050" b="0"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endParaRPr>
          </a:p>
        </p:txBody>
      </p:sp>
      <p:sp>
        <p:nvSpPr>
          <p:cNvPr id="20" name="Rectangle 19">
            <a:extLst>
              <a:ext uri="{FF2B5EF4-FFF2-40B4-BE49-F238E27FC236}">
                <a16:creationId xmlns:a16="http://schemas.microsoft.com/office/drawing/2014/main" id="{270D0F8C-19B8-4DDB-B25B-FB683ADD6ACA}"/>
              </a:ext>
            </a:extLst>
          </p:cNvPr>
          <p:cNvSpPr/>
          <p:nvPr userDrawn="1"/>
        </p:nvSpPr>
        <p:spPr>
          <a:xfrm>
            <a:off x="465268" y="4587464"/>
            <a:ext cx="144061" cy="144061"/>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8C0AB79-AB3E-4E49-96AE-41AB4A55A1B5}"/>
              </a:ext>
            </a:extLst>
          </p:cNvPr>
          <p:cNvSpPr/>
          <p:nvPr userDrawn="1"/>
        </p:nvSpPr>
        <p:spPr>
          <a:xfrm>
            <a:off x="465268" y="4901874"/>
            <a:ext cx="144061" cy="144061"/>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E5A62839-7F6B-46BB-A3DB-E62022383AFA}"/>
              </a:ext>
            </a:extLst>
          </p:cNvPr>
          <p:cNvSpPr/>
          <p:nvPr userDrawn="1"/>
        </p:nvSpPr>
        <p:spPr>
          <a:xfrm>
            <a:off x="465268" y="5216284"/>
            <a:ext cx="144061" cy="144061"/>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73126638-8EEA-4788-9BB1-030509ABF476}"/>
              </a:ext>
            </a:extLst>
          </p:cNvPr>
          <p:cNvSpPr txBox="1"/>
          <p:nvPr userDrawn="1"/>
        </p:nvSpPr>
        <p:spPr>
          <a:xfrm>
            <a:off x="1596337" y="1270815"/>
            <a:ext cx="3565624" cy="272490"/>
          </a:xfrm>
          <a:prstGeom prst="rect">
            <a:avLst/>
          </a:prstGeom>
        </p:spPr>
        <p:txBody>
          <a:bodyPr vert="horz" lIns="0" tIns="0" rIns="91440" bIns="0" rtlCol="0">
            <a:noAutofit/>
          </a:bodyPr>
          <a:lstStyle>
            <a:lvl1pPr marL="304792" indent="-304792">
              <a:lnSpc>
                <a:spcPct val="90000"/>
              </a:lnSpc>
              <a:spcBef>
                <a:spcPts val="1200"/>
              </a:spcBef>
              <a:buFont typeface="IBM Plex Sans" panose="020B0503050203000203" pitchFamily="34" charset="0"/>
              <a:buChar char="•"/>
              <a:defRPr sz="1800"/>
            </a:lvl1pPr>
            <a:lvl2pPr indent="-304792">
              <a:lnSpc>
                <a:spcPct val="90000"/>
              </a:lnSpc>
              <a:spcBef>
                <a:spcPts val="300"/>
              </a:spcBef>
              <a:buFont typeface="IBM Plex Sans" panose="020B0503050203000203" pitchFamily="34" charset="0"/>
              <a:buChar char="–"/>
              <a:defRPr sz="2400"/>
            </a:lvl2pPr>
            <a:lvl3pPr marL="914377" indent="-304792">
              <a:lnSpc>
                <a:spcPct val="90000"/>
              </a:lnSpc>
              <a:spcBef>
                <a:spcPts val="300"/>
              </a:spcBef>
              <a:buFont typeface="IBM Plex Sans" panose="020B0503050203000203" pitchFamily="34" charset="0"/>
              <a:buChar char="–"/>
              <a:defRPr sz="2000"/>
            </a:lvl3pPr>
            <a:lvl4pPr marL="1219170" indent="-304792">
              <a:lnSpc>
                <a:spcPct val="90000"/>
              </a:lnSpc>
              <a:spcBef>
                <a:spcPts val="300"/>
              </a:spcBef>
              <a:buFont typeface="IBM Plex Sans" panose="020B0503050203000203" pitchFamily="34" charset="0"/>
              <a:buChar char="–"/>
              <a:defRPr sz="1800"/>
            </a:lvl4pPr>
            <a:lvl5pPr marL="1523962" indent="-304792">
              <a:lnSpc>
                <a:spcPct val="90000"/>
              </a:lnSpc>
              <a:spcBef>
                <a:spcPts val="300"/>
              </a:spcBef>
              <a:buFont typeface="IBM Plex Sans" panose="020B0503050203000203" pitchFamily="34" charset="0"/>
              <a:buChar char="–"/>
              <a:tabLst/>
              <a:defRPr sz="1600"/>
            </a:lvl5pPr>
            <a:lvl6pPr marL="1828754" indent="-304792">
              <a:lnSpc>
                <a:spcPct val="90000"/>
              </a:lnSpc>
              <a:spcBef>
                <a:spcPts val="300"/>
              </a:spcBef>
              <a:buFont typeface="IBM Plex Sans" panose="020B0503050203000203" pitchFamily="34" charset="0"/>
              <a:buChar char="–"/>
              <a:defRPr sz="1400" baseline="0"/>
            </a:lvl6pPr>
            <a:lvl7pPr marL="2133547" indent="-304792">
              <a:lnSpc>
                <a:spcPct val="90000"/>
              </a:lnSpc>
              <a:spcBef>
                <a:spcPts val="300"/>
              </a:spcBef>
              <a:buFont typeface="IBM Plex Sans" panose="020B0503050203000203" pitchFamily="34" charset="0"/>
              <a:buChar char="–"/>
              <a:defRPr sz="1400" baseline="0"/>
            </a:lvl7pPr>
            <a:lvl8pPr marL="2438339" indent="-304792">
              <a:lnSpc>
                <a:spcPct val="90000"/>
              </a:lnSpc>
              <a:spcBef>
                <a:spcPts val="300"/>
              </a:spcBef>
              <a:buFont typeface="IBM Plex Sans" panose="020B0503050203000203" pitchFamily="34" charset="0"/>
              <a:buChar char="–"/>
              <a:defRPr sz="1400" baseline="0"/>
            </a:lvl8pPr>
            <a:lvl9pPr marL="2743131" indent="-304792">
              <a:lnSpc>
                <a:spcPct val="90000"/>
              </a:lnSpc>
              <a:spcBef>
                <a:spcPts val="300"/>
              </a:spcBef>
              <a:buFont typeface="IBM Plex Sans" panose="020B0503050203000203" pitchFamily="34" charset="0"/>
              <a:buChar char="–"/>
              <a:defRPr sz="1400" baseline="0"/>
            </a:lvl9pPr>
          </a:lstStyle>
          <a:p>
            <a:pPr marL="0" marR="0" lvl="0" indent="0" algn="ctr" defTabSz="1219170" rtl="0" eaLnBrk="1" fontAlgn="auto" latinLnBrk="0" hangingPunct="1">
              <a:lnSpc>
                <a:spcPct val="90000"/>
              </a:lnSpc>
              <a:spcBef>
                <a:spcPts val="1200"/>
              </a:spcBef>
              <a:spcAft>
                <a:spcPts val="0"/>
              </a:spcAft>
              <a:buClrTx/>
              <a:buSzTx/>
              <a:buFont typeface="IBM Plex Sans" panose="020B0503050203000203" pitchFamily="34" charset="0"/>
              <a:buNone/>
              <a:tabLst/>
              <a:defRPr/>
            </a:pPr>
            <a:r>
              <a:rPr kumimoji="0" lang="en-US" sz="1800" b="1"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rPr>
              <a:t>This is the editable (real) font</a:t>
            </a:r>
          </a:p>
        </p:txBody>
      </p:sp>
      <p:sp>
        <p:nvSpPr>
          <p:cNvPr id="26" name="TextBox 25">
            <a:extLst>
              <a:ext uri="{FF2B5EF4-FFF2-40B4-BE49-F238E27FC236}">
                <a16:creationId xmlns:a16="http://schemas.microsoft.com/office/drawing/2014/main" id="{0598A2F9-73EF-407A-9F03-77193C8C18AF}"/>
              </a:ext>
            </a:extLst>
          </p:cNvPr>
          <p:cNvSpPr txBox="1"/>
          <p:nvPr userDrawn="1"/>
        </p:nvSpPr>
        <p:spPr>
          <a:xfrm>
            <a:off x="7163121" y="1270815"/>
            <a:ext cx="3578678" cy="272491"/>
          </a:xfrm>
          <a:prstGeom prst="rect">
            <a:avLst/>
          </a:prstGeom>
        </p:spPr>
        <p:txBody>
          <a:bodyPr vert="horz" lIns="0" tIns="0" rIns="91440" bIns="0" rtlCol="0">
            <a:noAutofit/>
          </a:bodyPr>
          <a:lstStyle>
            <a:lvl1pPr marL="304792" indent="-304792">
              <a:lnSpc>
                <a:spcPct val="90000"/>
              </a:lnSpc>
              <a:spcBef>
                <a:spcPts val="1200"/>
              </a:spcBef>
              <a:buFont typeface="IBM Plex Sans" panose="020B0503050203000203" pitchFamily="34" charset="0"/>
              <a:buChar char="•"/>
              <a:defRPr sz="1800"/>
            </a:lvl1pPr>
            <a:lvl2pPr indent="-304792">
              <a:lnSpc>
                <a:spcPct val="90000"/>
              </a:lnSpc>
              <a:spcBef>
                <a:spcPts val="300"/>
              </a:spcBef>
              <a:buFont typeface="IBM Plex Sans" panose="020B0503050203000203" pitchFamily="34" charset="0"/>
              <a:buChar char="–"/>
              <a:defRPr sz="2400"/>
            </a:lvl2pPr>
            <a:lvl3pPr marL="914377" indent="-304792">
              <a:lnSpc>
                <a:spcPct val="90000"/>
              </a:lnSpc>
              <a:spcBef>
                <a:spcPts val="300"/>
              </a:spcBef>
              <a:buFont typeface="IBM Plex Sans" panose="020B0503050203000203" pitchFamily="34" charset="0"/>
              <a:buChar char="–"/>
              <a:defRPr sz="2000"/>
            </a:lvl3pPr>
            <a:lvl4pPr marL="1219170" indent="-304792">
              <a:lnSpc>
                <a:spcPct val="90000"/>
              </a:lnSpc>
              <a:spcBef>
                <a:spcPts val="300"/>
              </a:spcBef>
              <a:buFont typeface="IBM Plex Sans" panose="020B0503050203000203" pitchFamily="34" charset="0"/>
              <a:buChar char="–"/>
              <a:defRPr sz="1800"/>
            </a:lvl4pPr>
            <a:lvl5pPr marL="1523962" indent="-304792">
              <a:lnSpc>
                <a:spcPct val="90000"/>
              </a:lnSpc>
              <a:spcBef>
                <a:spcPts val="300"/>
              </a:spcBef>
              <a:buFont typeface="IBM Plex Sans" panose="020B0503050203000203" pitchFamily="34" charset="0"/>
              <a:buChar char="–"/>
              <a:tabLst/>
              <a:defRPr sz="1600"/>
            </a:lvl5pPr>
            <a:lvl6pPr marL="1828754" indent="-304792">
              <a:lnSpc>
                <a:spcPct val="90000"/>
              </a:lnSpc>
              <a:spcBef>
                <a:spcPts val="300"/>
              </a:spcBef>
              <a:buFont typeface="IBM Plex Sans" panose="020B0503050203000203" pitchFamily="34" charset="0"/>
              <a:buChar char="–"/>
              <a:defRPr sz="1400" baseline="0"/>
            </a:lvl6pPr>
            <a:lvl7pPr marL="2133547" indent="-304792">
              <a:lnSpc>
                <a:spcPct val="90000"/>
              </a:lnSpc>
              <a:spcBef>
                <a:spcPts val="300"/>
              </a:spcBef>
              <a:buFont typeface="IBM Plex Sans" panose="020B0503050203000203" pitchFamily="34" charset="0"/>
              <a:buChar char="–"/>
              <a:defRPr sz="1400" baseline="0"/>
            </a:lvl7pPr>
            <a:lvl8pPr marL="2438339" indent="-304792">
              <a:lnSpc>
                <a:spcPct val="90000"/>
              </a:lnSpc>
              <a:spcBef>
                <a:spcPts val="300"/>
              </a:spcBef>
              <a:buFont typeface="IBM Plex Sans" panose="020B0503050203000203" pitchFamily="34" charset="0"/>
              <a:buChar char="–"/>
              <a:defRPr sz="1400" baseline="0"/>
            </a:lvl8pPr>
            <a:lvl9pPr marL="2743131" indent="-304792">
              <a:lnSpc>
                <a:spcPct val="90000"/>
              </a:lnSpc>
              <a:spcBef>
                <a:spcPts val="300"/>
              </a:spcBef>
              <a:buFont typeface="IBM Plex Sans" panose="020B0503050203000203" pitchFamily="34" charset="0"/>
              <a:buChar char="–"/>
              <a:defRPr sz="1400" baseline="0"/>
            </a:lvl9pPr>
          </a:lstStyle>
          <a:p>
            <a:pPr marL="0" marR="0" lvl="0" indent="0" algn="ctr" defTabSz="1219170" rtl="0" eaLnBrk="1" fontAlgn="auto" latinLnBrk="0" hangingPunct="1">
              <a:lnSpc>
                <a:spcPct val="90000"/>
              </a:lnSpc>
              <a:spcBef>
                <a:spcPts val="1200"/>
              </a:spcBef>
              <a:spcAft>
                <a:spcPts val="0"/>
              </a:spcAft>
              <a:buClrTx/>
              <a:buSzTx/>
              <a:buFont typeface="IBM Plex Sans" panose="020B0503050203000203" pitchFamily="34" charset="0"/>
              <a:buNone/>
              <a:tabLst/>
              <a:defRPr/>
            </a:pPr>
            <a:r>
              <a:rPr lang="en-US" b="1">
                <a:solidFill>
                  <a:srgbClr val="000000"/>
                </a:solidFill>
                <a:latin typeface="IBM Plex Sans" panose="020B0503050203000203" pitchFamily="34" charset="0"/>
                <a:cs typeface="IBM Plex Sans" panose="020B0503050203000203" pitchFamily="34" charset="0"/>
              </a:rPr>
              <a:t>This is an i</a:t>
            </a:r>
            <a:r>
              <a:rPr kumimoji="0" lang="en-US" sz="1800" b="1" i="0" u="none" strike="noStrike" kern="1200" cap="none" spc="0" normalizeH="0" baseline="0" noProof="0">
                <a:ln>
                  <a:noFill/>
                </a:ln>
                <a:solidFill>
                  <a:srgbClr val="000000"/>
                </a:solidFill>
                <a:effectLst/>
                <a:uLnTx/>
                <a:uFillTx/>
                <a:latin typeface="IBM Plex Sans" panose="020B0503050203000203" pitchFamily="34" charset="0"/>
                <a:ea typeface="+mn-ea"/>
                <a:cs typeface="IBM Plex Sans" panose="020B0503050203000203" pitchFamily="34" charset="0"/>
              </a:rPr>
              <a:t>mage of the font</a:t>
            </a:r>
          </a:p>
        </p:txBody>
      </p:sp>
      <p:sp>
        <p:nvSpPr>
          <p:cNvPr id="28" name="TextBox 27">
            <a:extLst>
              <a:ext uri="{FF2B5EF4-FFF2-40B4-BE49-F238E27FC236}">
                <a16:creationId xmlns:a16="http://schemas.microsoft.com/office/drawing/2014/main" id="{C38B422F-4D64-4EC8-8430-6732BD5D0627}"/>
              </a:ext>
            </a:extLst>
          </p:cNvPr>
          <p:cNvSpPr txBox="1"/>
          <p:nvPr userDrawn="1"/>
        </p:nvSpPr>
        <p:spPr>
          <a:xfrm>
            <a:off x="2129385" y="1603326"/>
            <a:ext cx="3488134" cy="1740092"/>
          </a:xfrm>
          <a:prstGeom prst="rect">
            <a:avLst/>
          </a:prstGeom>
          <a:noFill/>
        </p:spPr>
        <p:txBody>
          <a:bodyPr wrap="none" lIns="0" tIns="0" rIns="0" bIns="0"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mn-lt"/>
                <a:ea typeface="+mn-ea"/>
                <a:cs typeface="IBM Plex Sans" panose="020B0503050203000203" pitchFamily="34" charset="0"/>
              </a:rPr>
              <a:t>IBM Plex Sans</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IBM Plex Sans Medium" panose="020B0603050203000203" pitchFamily="34" charset="0"/>
                <a:ea typeface="+mn-ea"/>
                <a:cs typeface="IBM Plex Sans" panose="020B0503050203000203" pitchFamily="34" charset="0"/>
              </a:rPr>
              <a:t>IBM Plex Sans Medium</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IBM Plex Sans SemiBold" panose="020B0703050203000203" pitchFamily="34" charset="0"/>
                <a:ea typeface="+mn-ea"/>
                <a:cs typeface="IBM Plex Sans" panose="020B0503050203000203" pitchFamily="34" charset="0"/>
              </a:rPr>
              <a:t>IBM Plex Sans </a:t>
            </a:r>
            <a:r>
              <a:rPr kumimoji="0" lang="en-US" sz="2400" b="0" i="0" u="none" strike="noStrike" kern="1200" cap="none" spc="0" normalizeH="0" baseline="0" noProof="0" err="1">
                <a:ln>
                  <a:noFill/>
                </a:ln>
                <a:solidFill>
                  <a:srgbClr val="000000"/>
                </a:solidFill>
                <a:effectLst/>
                <a:uLnTx/>
                <a:uFillTx/>
                <a:latin typeface="IBM Plex Sans SemiBold" panose="020B0703050203000203" pitchFamily="34" charset="0"/>
                <a:ea typeface="+mn-ea"/>
                <a:cs typeface="IBM Plex Sans" panose="020B0503050203000203" pitchFamily="34" charset="0"/>
              </a:rPr>
              <a:t>SemiBold</a:t>
            </a:r>
            <a:endParaRPr kumimoji="0" lang="en-US" sz="2400" b="0" i="0" u="none" strike="noStrike" kern="1200" cap="none" spc="0" normalizeH="0" baseline="0" noProof="0">
              <a:ln>
                <a:noFill/>
              </a:ln>
              <a:solidFill>
                <a:srgbClr val="000000"/>
              </a:solidFill>
              <a:effectLst/>
              <a:uLnTx/>
              <a:uFillTx/>
              <a:latin typeface="IBM Plex Sans SemiBold" panose="020B0703050203000203" pitchFamily="34" charset="0"/>
              <a:ea typeface="+mn-ea"/>
              <a:cs typeface="IBM Plex Sans" panose="020B0503050203000203" pitchFamily="34" charset="0"/>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IBM Plex Sans SemiBold" panose="020B0703050203000203" pitchFamily="34" charset="0"/>
                <a:ea typeface="+mn-ea"/>
                <a:cs typeface="IBM Plex Sans" panose="020B0503050203000203" pitchFamily="34" charset="0"/>
              </a:rPr>
              <a:t>IBM Plex Sans Bold</a:t>
            </a:r>
          </a:p>
        </p:txBody>
      </p:sp>
      <p:cxnSp>
        <p:nvCxnSpPr>
          <p:cNvPr id="30" name="Straight Connector 29">
            <a:extLst>
              <a:ext uri="{FF2B5EF4-FFF2-40B4-BE49-F238E27FC236}">
                <a16:creationId xmlns:a16="http://schemas.microsoft.com/office/drawing/2014/main" id="{F8DF45DD-DE2F-4317-AA60-5C336615BFD7}"/>
              </a:ext>
            </a:extLst>
          </p:cNvPr>
          <p:cNvCxnSpPr>
            <a:cxnSpLocks/>
          </p:cNvCxnSpPr>
          <p:nvPr userDrawn="1"/>
        </p:nvCxnSpPr>
        <p:spPr>
          <a:xfrm>
            <a:off x="6922745" y="1543306"/>
            <a:ext cx="405943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BEA684F7-C4A2-4255-BB8A-C949D3A6FA4B}"/>
              </a:ext>
            </a:extLst>
          </p:cNvPr>
          <p:cNvCxnSpPr>
            <a:cxnSpLocks/>
          </p:cNvCxnSpPr>
          <p:nvPr userDrawn="1"/>
        </p:nvCxnSpPr>
        <p:spPr>
          <a:xfrm>
            <a:off x="1349433" y="1543306"/>
            <a:ext cx="4059430" cy="0"/>
          </a:xfrm>
          <a:prstGeom prst="line">
            <a:avLst/>
          </a:prstGeom>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F985E7BE-B649-41A3-A8B3-5E3D753C4C2A}"/>
              </a:ext>
            </a:extLst>
          </p:cNvPr>
          <p:cNvSpPr/>
          <p:nvPr userDrawn="1"/>
        </p:nvSpPr>
        <p:spPr>
          <a:xfrm>
            <a:off x="1826490" y="1758937"/>
            <a:ext cx="144061" cy="13716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7A07298F-4439-4F4D-AB73-FA88B454B0FB}"/>
              </a:ext>
            </a:extLst>
          </p:cNvPr>
          <p:cNvSpPr/>
          <p:nvPr userDrawn="1"/>
        </p:nvSpPr>
        <p:spPr>
          <a:xfrm>
            <a:off x="465268" y="4270224"/>
            <a:ext cx="144061" cy="144061"/>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ate Placeholder 9">
            <a:extLst>
              <a:ext uri="{FF2B5EF4-FFF2-40B4-BE49-F238E27FC236}">
                <a16:creationId xmlns:a16="http://schemas.microsoft.com/office/drawing/2014/main" id="{3366F4ED-EB13-257E-4E03-FAD26D847971}"/>
              </a:ext>
            </a:extLst>
          </p:cNvPr>
          <p:cNvSpPr>
            <a:spLocks noGrp="1"/>
          </p:cNvSpPr>
          <p:nvPr>
            <p:ph type="dt" sz="half" idx="10"/>
          </p:nvPr>
        </p:nvSpPr>
        <p:spPr/>
        <p:txBody>
          <a:bodyPr/>
          <a:lstStyle/>
          <a:p>
            <a:fld id="{228D026D-C07B-48C8-8C2B-C561E4D51E16}" type="datetime1">
              <a:rPr lang="en-US" smtClean="0"/>
              <a:t>11/19/2024</a:t>
            </a:fld>
            <a:endParaRPr lang="en-US"/>
          </a:p>
        </p:txBody>
      </p:sp>
      <p:sp>
        <p:nvSpPr>
          <p:cNvPr id="13" name="Footer Placeholder 12">
            <a:extLst>
              <a:ext uri="{FF2B5EF4-FFF2-40B4-BE49-F238E27FC236}">
                <a16:creationId xmlns:a16="http://schemas.microsoft.com/office/drawing/2014/main" id="{5F1AF7AF-268F-C0F7-B4A8-180B3344D6E0}"/>
              </a:ext>
            </a:extLst>
          </p:cNvPr>
          <p:cNvSpPr>
            <a:spLocks noGrp="1"/>
          </p:cNvSpPr>
          <p:nvPr>
            <p:ph type="ftr" sz="quarter" idx="11"/>
          </p:nvPr>
        </p:nvSpPr>
        <p:spPr/>
        <p:txBody>
          <a:bodyPr/>
          <a:lstStyle/>
          <a:p>
            <a:r>
              <a:rPr lang="en-US"/>
              <a:t>CONFIDENTIAL</a:t>
            </a:r>
          </a:p>
        </p:txBody>
      </p:sp>
      <p:sp>
        <p:nvSpPr>
          <p:cNvPr id="19" name="Slide Number Placeholder 18">
            <a:extLst>
              <a:ext uri="{FF2B5EF4-FFF2-40B4-BE49-F238E27FC236}">
                <a16:creationId xmlns:a16="http://schemas.microsoft.com/office/drawing/2014/main" id="{2660270F-A946-D2E6-0422-2E94C4C0D98D}"/>
              </a:ext>
            </a:extLst>
          </p:cNvPr>
          <p:cNvSpPr>
            <a:spLocks noGrp="1"/>
          </p:cNvSpPr>
          <p:nvPr>
            <p:ph type="sldNum" sz="quarter" idx="12"/>
          </p:nvPr>
        </p:nvSpPr>
        <p:spPr/>
        <p:txBody>
          <a:bodyPr/>
          <a:lstStyle/>
          <a:p>
            <a:fld id="{4F90343F-D056-4E24-BE3D-A305BDC1A23E}" type="slidenum">
              <a:rPr lang="en-US" smtClean="0"/>
              <a:pPr/>
              <a:t>‹#›</a:t>
            </a:fld>
            <a:endParaRPr lang="en-US"/>
          </a:p>
        </p:txBody>
      </p:sp>
      <p:sp>
        <p:nvSpPr>
          <p:cNvPr id="3" name="Rectangle 2">
            <a:extLst>
              <a:ext uri="{FF2B5EF4-FFF2-40B4-BE49-F238E27FC236}">
                <a16:creationId xmlns:a16="http://schemas.microsoft.com/office/drawing/2014/main" id="{17BB8EB5-283F-3841-CB09-D1077136327F}"/>
              </a:ext>
            </a:extLst>
          </p:cNvPr>
          <p:cNvSpPr/>
          <p:nvPr userDrawn="1"/>
        </p:nvSpPr>
        <p:spPr>
          <a:xfrm>
            <a:off x="1826490" y="2201389"/>
            <a:ext cx="144061" cy="13716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6A37EEB1-C672-3128-838F-F611CF9CE0B6}"/>
              </a:ext>
            </a:extLst>
          </p:cNvPr>
          <p:cNvSpPr/>
          <p:nvPr userDrawn="1"/>
        </p:nvSpPr>
        <p:spPr>
          <a:xfrm>
            <a:off x="1826490" y="2634008"/>
            <a:ext cx="144061" cy="13716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4D9ACE2-96B1-6DFD-8D0D-BF527C80FFFA}"/>
              </a:ext>
            </a:extLst>
          </p:cNvPr>
          <p:cNvSpPr/>
          <p:nvPr userDrawn="1"/>
        </p:nvSpPr>
        <p:spPr>
          <a:xfrm>
            <a:off x="1826490" y="3056795"/>
            <a:ext cx="144061" cy="13716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372681"/>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hem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8EF7E7FE-161C-1621-6150-3632C1A9CE7D}"/>
              </a:ext>
            </a:extLst>
          </p:cNvPr>
          <p:cNvGrpSpPr/>
          <p:nvPr userDrawn="1"/>
        </p:nvGrpSpPr>
        <p:grpSpPr>
          <a:xfrm>
            <a:off x="3035300" y="2171699"/>
            <a:ext cx="6120841" cy="1825149"/>
            <a:chOff x="11074630" y="5946246"/>
            <a:chExt cx="911089" cy="271674"/>
          </a:xfrm>
        </p:grpSpPr>
        <p:sp>
          <p:nvSpPr>
            <p:cNvPr id="9" name="Freeform: Shape 8">
              <a:extLst>
                <a:ext uri="{FF2B5EF4-FFF2-40B4-BE49-F238E27FC236}">
                  <a16:creationId xmlns:a16="http://schemas.microsoft.com/office/drawing/2014/main" id="{9FF9BA49-6480-3B28-769B-38A4F05CEB71}"/>
                </a:ext>
              </a:extLst>
            </p:cNvPr>
            <p:cNvSpPr/>
            <p:nvPr/>
          </p:nvSpPr>
          <p:spPr>
            <a:xfrm>
              <a:off x="11074630" y="5946246"/>
              <a:ext cx="32607" cy="266264"/>
            </a:xfrm>
            <a:custGeom>
              <a:avLst/>
              <a:gdLst>
                <a:gd name="connsiteX0" fmla="*/ 0 w 212407"/>
                <a:gd name="connsiteY0" fmla="*/ 4763 h 1734502"/>
                <a:gd name="connsiteX1" fmla="*/ 60007 w 212407"/>
                <a:gd name="connsiteY1" fmla="*/ 0 h 1734502"/>
                <a:gd name="connsiteX2" fmla="*/ 172402 w 212407"/>
                <a:gd name="connsiteY2" fmla="*/ 40005 h 1734502"/>
                <a:gd name="connsiteX3" fmla="*/ 212407 w 212407"/>
                <a:gd name="connsiteY3" fmla="*/ 152400 h 1734502"/>
                <a:gd name="connsiteX4" fmla="*/ 212407 w 212407"/>
                <a:gd name="connsiteY4" fmla="*/ 1734502 h 1734502"/>
                <a:gd name="connsiteX5" fmla="*/ 0 w 212407"/>
                <a:gd name="connsiteY5" fmla="*/ 1734502 h 1734502"/>
                <a:gd name="connsiteX6" fmla="*/ 0 w 212407"/>
                <a:gd name="connsiteY6" fmla="*/ 4763 h 1734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407" h="1734502">
                  <a:moveTo>
                    <a:pt x="0" y="4763"/>
                  </a:moveTo>
                  <a:cubicBezTo>
                    <a:pt x="25717" y="1905"/>
                    <a:pt x="45720" y="0"/>
                    <a:pt x="60007" y="0"/>
                  </a:cubicBezTo>
                  <a:cubicBezTo>
                    <a:pt x="108585" y="0"/>
                    <a:pt x="145732" y="13335"/>
                    <a:pt x="172402" y="40005"/>
                  </a:cubicBezTo>
                  <a:cubicBezTo>
                    <a:pt x="199072" y="66675"/>
                    <a:pt x="212407" y="103823"/>
                    <a:pt x="212407" y="152400"/>
                  </a:cubicBezTo>
                  <a:lnTo>
                    <a:pt x="212407" y="1734502"/>
                  </a:lnTo>
                  <a:lnTo>
                    <a:pt x="0" y="1734502"/>
                  </a:lnTo>
                  <a:lnTo>
                    <a:pt x="0" y="4763"/>
                  </a:lnTo>
                  <a:close/>
                </a:path>
              </a:pathLst>
            </a:custGeom>
            <a:solidFill>
              <a:srgbClr val="743DBC"/>
            </a:solid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E7CBCA5-3183-D716-0C70-808826A7A8F5}"/>
                </a:ext>
              </a:extLst>
            </p:cNvPr>
            <p:cNvSpPr/>
            <p:nvPr/>
          </p:nvSpPr>
          <p:spPr>
            <a:xfrm>
              <a:off x="11141306" y="6033977"/>
              <a:ext cx="146657" cy="178240"/>
            </a:xfrm>
            <a:custGeom>
              <a:avLst/>
              <a:gdLst>
                <a:gd name="connsiteX0" fmla="*/ 0 w 955357"/>
                <a:gd name="connsiteY0" fmla="*/ 21908 h 1161097"/>
                <a:gd name="connsiteX1" fmla="*/ 40958 w 955357"/>
                <a:gd name="connsiteY1" fmla="*/ 19050 h 1161097"/>
                <a:gd name="connsiteX2" fmla="*/ 147638 w 955357"/>
                <a:gd name="connsiteY2" fmla="*/ 50483 h 1161097"/>
                <a:gd name="connsiteX3" fmla="*/ 196215 w 955357"/>
                <a:gd name="connsiteY3" fmla="*/ 141923 h 1161097"/>
                <a:gd name="connsiteX4" fmla="*/ 361950 w 955357"/>
                <a:gd name="connsiteY4" fmla="*/ 37148 h 1161097"/>
                <a:gd name="connsiteX5" fmla="*/ 573405 w 955357"/>
                <a:gd name="connsiteY5" fmla="*/ 0 h 1161097"/>
                <a:gd name="connsiteX6" fmla="*/ 813435 w 955357"/>
                <a:gd name="connsiteY6" fmla="*/ 64770 h 1161097"/>
                <a:gd name="connsiteX7" fmla="*/ 938213 w 955357"/>
                <a:gd name="connsiteY7" fmla="*/ 253365 h 1161097"/>
                <a:gd name="connsiteX8" fmla="*/ 955358 w 955357"/>
                <a:gd name="connsiteY8" fmla="*/ 475298 h 1161097"/>
                <a:gd name="connsiteX9" fmla="*/ 955358 w 955357"/>
                <a:gd name="connsiteY9" fmla="*/ 1161098 h 1161097"/>
                <a:gd name="connsiteX10" fmla="*/ 750570 w 955357"/>
                <a:gd name="connsiteY10" fmla="*/ 1161098 h 1161097"/>
                <a:gd name="connsiteX11" fmla="*/ 750570 w 955357"/>
                <a:gd name="connsiteY11" fmla="*/ 483870 h 1161097"/>
                <a:gd name="connsiteX12" fmla="*/ 736283 w 955357"/>
                <a:gd name="connsiteY12" fmla="*/ 317183 h 1161097"/>
                <a:gd name="connsiteX13" fmla="*/ 661035 w 955357"/>
                <a:gd name="connsiteY13" fmla="*/ 218123 h 1161097"/>
                <a:gd name="connsiteX14" fmla="*/ 508635 w 955357"/>
                <a:gd name="connsiteY14" fmla="*/ 186690 h 1161097"/>
                <a:gd name="connsiteX15" fmla="*/ 353378 w 955357"/>
                <a:gd name="connsiteY15" fmla="*/ 210503 h 1161097"/>
                <a:gd name="connsiteX16" fmla="*/ 245745 w 955357"/>
                <a:gd name="connsiteY16" fmla="*/ 274320 h 1161097"/>
                <a:gd name="connsiteX17" fmla="*/ 206692 w 955357"/>
                <a:gd name="connsiteY17" fmla="*/ 357188 h 1161097"/>
                <a:gd name="connsiteX18" fmla="*/ 206692 w 955357"/>
                <a:gd name="connsiteY18" fmla="*/ 1161098 h 1161097"/>
                <a:gd name="connsiteX19" fmla="*/ 1905 w 955357"/>
                <a:gd name="connsiteY19" fmla="*/ 1161098 h 1161097"/>
                <a:gd name="connsiteX20" fmla="*/ 1905 w 955357"/>
                <a:gd name="connsiteY20" fmla="*/ 21908 h 1161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55357" h="1161097">
                  <a:moveTo>
                    <a:pt x="0" y="21908"/>
                  </a:moveTo>
                  <a:cubicBezTo>
                    <a:pt x="14288" y="20003"/>
                    <a:pt x="28575" y="19050"/>
                    <a:pt x="40958" y="19050"/>
                  </a:cubicBezTo>
                  <a:cubicBezTo>
                    <a:pt x="84773" y="19050"/>
                    <a:pt x="120015" y="29528"/>
                    <a:pt x="147638" y="50483"/>
                  </a:cubicBezTo>
                  <a:cubicBezTo>
                    <a:pt x="175260" y="71438"/>
                    <a:pt x="191453" y="101917"/>
                    <a:pt x="196215" y="141923"/>
                  </a:cubicBezTo>
                  <a:cubicBezTo>
                    <a:pt x="240983" y="97155"/>
                    <a:pt x="296228" y="61913"/>
                    <a:pt x="361950" y="37148"/>
                  </a:cubicBezTo>
                  <a:cubicBezTo>
                    <a:pt x="426720" y="12383"/>
                    <a:pt x="497205" y="0"/>
                    <a:pt x="573405" y="0"/>
                  </a:cubicBezTo>
                  <a:cubicBezTo>
                    <a:pt x="671513" y="0"/>
                    <a:pt x="751523" y="21908"/>
                    <a:pt x="813435" y="64770"/>
                  </a:cubicBezTo>
                  <a:cubicBezTo>
                    <a:pt x="875348" y="108585"/>
                    <a:pt x="917258" y="171450"/>
                    <a:pt x="938213" y="253365"/>
                  </a:cubicBezTo>
                  <a:cubicBezTo>
                    <a:pt x="949643" y="297180"/>
                    <a:pt x="955358" y="370523"/>
                    <a:pt x="955358" y="475298"/>
                  </a:cubicBezTo>
                  <a:lnTo>
                    <a:pt x="955358" y="1161098"/>
                  </a:lnTo>
                  <a:lnTo>
                    <a:pt x="750570" y="1161098"/>
                  </a:lnTo>
                  <a:lnTo>
                    <a:pt x="750570" y="483870"/>
                  </a:lnTo>
                  <a:cubicBezTo>
                    <a:pt x="750570" y="404813"/>
                    <a:pt x="745808" y="349567"/>
                    <a:pt x="736283" y="317183"/>
                  </a:cubicBezTo>
                  <a:cubicBezTo>
                    <a:pt x="722948" y="272415"/>
                    <a:pt x="698183" y="239078"/>
                    <a:pt x="661035" y="218123"/>
                  </a:cubicBezTo>
                  <a:cubicBezTo>
                    <a:pt x="623888" y="197167"/>
                    <a:pt x="573405" y="186690"/>
                    <a:pt x="508635" y="186690"/>
                  </a:cubicBezTo>
                  <a:cubicBezTo>
                    <a:pt x="450533" y="186690"/>
                    <a:pt x="399098" y="194310"/>
                    <a:pt x="353378" y="210503"/>
                  </a:cubicBezTo>
                  <a:cubicBezTo>
                    <a:pt x="307658" y="226695"/>
                    <a:pt x="271463" y="247650"/>
                    <a:pt x="245745" y="274320"/>
                  </a:cubicBezTo>
                  <a:cubicBezTo>
                    <a:pt x="220028" y="300990"/>
                    <a:pt x="206692" y="328613"/>
                    <a:pt x="206692" y="357188"/>
                  </a:cubicBezTo>
                  <a:lnTo>
                    <a:pt x="206692" y="1161098"/>
                  </a:lnTo>
                  <a:lnTo>
                    <a:pt x="1905" y="1161098"/>
                  </a:lnTo>
                  <a:lnTo>
                    <a:pt x="1905" y="21908"/>
                  </a:lnTo>
                  <a:close/>
                </a:path>
              </a:pathLst>
            </a:custGeom>
            <a:solidFill>
              <a:srgbClr val="743DBC"/>
            </a:solid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17CC162-0CDA-B675-8D14-BCF0C26475FE}"/>
                </a:ext>
              </a:extLst>
            </p:cNvPr>
            <p:cNvSpPr/>
            <p:nvPr/>
          </p:nvSpPr>
          <p:spPr>
            <a:xfrm>
              <a:off x="11314282" y="6033831"/>
              <a:ext cx="125309" cy="183504"/>
            </a:xfrm>
            <a:custGeom>
              <a:avLst/>
              <a:gdLst>
                <a:gd name="connsiteX0" fmla="*/ 708660 w 816292"/>
                <a:gd name="connsiteY0" fmla="*/ 293370 h 1195387"/>
                <a:gd name="connsiteX1" fmla="*/ 582930 w 816292"/>
                <a:gd name="connsiteY1" fmla="*/ 202882 h 1195387"/>
                <a:gd name="connsiteX2" fmla="*/ 421005 w 816292"/>
                <a:gd name="connsiteY2" fmla="*/ 167640 h 1195387"/>
                <a:gd name="connsiteX3" fmla="*/ 263843 w 816292"/>
                <a:gd name="connsiteY3" fmla="*/ 204788 h 1195387"/>
                <a:gd name="connsiteX4" fmla="*/ 205740 w 816292"/>
                <a:gd name="connsiteY4" fmla="*/ 312420 h 1195387"/>
                <a:gd name="connsiteX5" fmla="*/ 226695 w 816292"/>
                <a:gd name="connsiteY5" fmla="*/ 381000 h 1195387"/>
                <a:gd name="connsiteX6" fmla="*/ 295275 w 816292"/>
                <a:gd name="connsiteY6" fmla="*/ 434340 h 1195387"/>
                <a:gd name="connsiteX7" fmla="*/ 444818 w 816292"/>
                <a:gd name="connsiteY7" fmla="*/ 481013 h 1195387"/>
                <a:gd name="connsiteX8" fmla="*/ 662940 w 816292"/>
                <a:gd name="connsiteY8" fmla="*/ 561022 h 1195387"/>
                <a:gd name="connsiteX9" fmla="*/ 779145 w 816292"/>
                <a:gd name="connsiteY9" fmla="*/ 675322 h 1195387"/>
                <a:gd name="connsiteX10" fmla="*/ 816293 w 816292"/>
                <a:gd name="connsiteY10" fmla="*/ 838200 h 1195387"/>
                <a:gd name="connsiteX11" fmla="*/ 693420 w 816292"/>
                <a:gd name="connsiteY11" fmla="*/ 1097280 h 1195387"/>
                <a:gd name="connsiteX12" fmla="*/ 374332 w 816292"/>
                <a:gd name="connsiteY12" fmla="*/ 1195388 h 1195387"/>
                <a:gd name="connsiteX13" fmla="*/ 108585 w 816292"/>
                <a:gd name="connsiteY13" fmla="*/ 1149667 h 1195387"/>
                <a:gd name="connsiteX14" fmla="*/ 0 w 816292"/>
                <a:gd name="connsiteY14" fmla="*/ 1048703 h 1195387"/>
                <a:gd name="connsiteX15" fmla="*/ 12382 w 816292"/>
                <a:gd name="connsiteY15" fmla="*/ 994410 h 1195387"/>
                <a:gd name="connsiteX16" fmla="*/ 60960 w 816292"/>
                <a:gd name="connsiteY16" fmla="*/ 905828 h 1195387"/>
                <a:gd name="connsiteX17" fmla="*/ 213360 w 816292"/>
                <a:gd name="connsiteY17" fmla="*/ 996315 h 1195387"/>
                <a:gd name="connsiteX18" fmla="*/ 381953 w 816292"/>
                <a:gd name="connsiteY18" fmla="*/ 1028700 h 1195387"/>
                <a:gd name="connsiteX19" fmla="*/ 553403 w 816292"/>
                <a:gd name="connsiteY19" fmla="*/ 983932 h 1195387"/>
                <a:gd name="connsiteX20" fmla="*/ 613410 w 816292"/>
                <a:gd name="connsiteY20" fmla="*/ 854392 h 1195387"/>
                <a:gd name="connsiteX21" fmla="*/ 560070 w 816292"/>
                <a:gd name="connsiteY21" fmla="*/ 735330 h 1195387"/>
                <a:gd name="connsiteX22" fmla="*/ 361950 w 816292"/>
                <a:gd name="connsiteY22" fmla="*/ 659130 h 1195387"/>
                <a:gd name="connsiteX23" fmla="*/ 87630 w 816292"/>
                <a:gd name="connsiteY23" fmla="*/ 537210 h 1195387"/>
                <a:gd name="connsiteX24" fmla="*/ 4763 w 816292"/>
                <a:gd name="connsiteY24" fmla="*/ 323850 h 1195387"/>
                <a:gd name="connsiteX25" fmla="*/ 120968 w 816292"/>
                <a:gd name="connsiteY25" fmla="*/ 88582 h 1195387"/>
                <a:gd name="connsiteX26" fmla="*/ 415290 w 816292"/>
                <a:gd name="connsiteY26" fmla="*/ 0 h 1195387"/>
                <a:gd name="connsiteX27" fmla="*/ 579120 w 816292"/>
                <a:gd name="connsiteY27" fmla="*/ 18097 h 1195387"/>
                <a:gd name="connsiteX28" fmla="*/ 704850 w 816292"/>
                <a:gd name="connsiteY28" fmla="*/ 64770 h 1195387"/>
                <a:gd name="connsiteX29" fmla="*/ 786765 w 816292"/>
                <a:gd name="connsiteY29" fmla="*/ 159067 h 1195387"/>
                <a:gd name="connsiteX30" fmla="*/ 741045 w 816292"/>
                <a:gd name="connsiteY30" fmla="*/ 289560 h 1195387"/>
                <a:gd name="connsiteX31" fmla="*/ 708660 w 816292"/>
                <a:gd name="connsiteY31" fmla="*/ 293370 h 1195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16292" h="1195387">
                  <a:moveTo>
                    <a:pt x="708660" y="293370"/>
                  </a:moveTo>
                  <a:cubicBezTo>
                    <a:pt x="678180" y="256222"/>
                    <a:pt x="636270" y="225742"/>
                    <a:pt x="582930" y="202882"/>
                  </a:cubicBezTo>
                  <a:cubicBezTo>
                    <a:pt x="529590" y="180022"/>
                    <a:pt x="476250" y="167640"/>
                    <a:pt x="421005" y="167640"/>
                  </a:cubicBezTo>
                  <a:cubicBezTo>
                    <a:pt x="355282" y="167640"/>
                    <a:pt x="302895" y="180022"/>
                    <a:pt x="263843" y="204788"/>
                  </a:cubicBezTo>
                  <a:cubicBezTo>
                    <a:pt x="224790" y="229552"/>
                    <a:pt x="205740" y="265747"/>
                    <a:pt x="205740" y="312420"/>
                  </a:cubicBezTo>
                  <a:cubicBezTo>
                    <a:pt x="205740" y="338138"/>
                    <a:pt x="212407" y="360997"/>
                    <a:pt x="226695" y="381000"/>
                  </a:cubicBezTo>
                  <a:cubicBezTo>
                    <a:pt x="240030" y="401003"/>
                    <a:pt x="262890" y="419100"/>
                    <a:pt x="295275" y="434340"/>
                  </a:cubicBezTo>
                  <a:cubicBezTo>
                    <a:pt x="327660" y="449580"/>
                    <a:pt x="377190" y="465772"/>
                    <a:pt x="444818" y="481013"/>
                  </a:cubicBezTo>
                  <a:cubicBezTo>
                    <a:pt x="538163" y="503872"/>
                    <a:pt x="610553" y="530542"/>
                    <a:pt x="662940" y="561022"/>
                  </a:cubicBezTo>
                  <a:cubicBezTo>
                    <a:pt x="715328" y="591503"/>
                    <a:pt x="753428" y="629603"/>
                    <a:pt x="779145" y="675322"/>
                  </a:cubicBezTo>
                  <a:cubicBezTo>
                    <a:pt x="803910" y="721042"/>
                    <a:pt x="816293" y="775335"/>
                    <a:pt x="816293" y="838200"/>
                  </a:cubicBezTo>
                  <a:cubicBezTo>
                    <a:pt x="816293" y="945832"/>
                    <a:pt x="775335" y="1032510"/>
                    <a:pt x="693420" y="1097280"/>
                  </a:cubicBezTo>
                  <a:cubicBezTo>
                    <a:pt x="611505" y="1162050"/>
                    <a:pt x="504825" y="1195388"/>
                    <a:pt x="374332" y="1195388"/>
                  </a:cubicBezTo>
                  <a:cubicBezTo>
                    <a:pt x="266700" y="1195388"/>
                    <a:pt x="178118" y="1180148"/>
                    <a:pt x="108585" y="1149667"/>
                  </a:cubicBezTo>
                  <a:cubicBezTo>
                    <a:pt x="36195" y="1121092"/>
                    <a:pt x="0" y="1086803"/>
                    <a:pt x="0" y="1048703"/>
                  </a:cubicBezTo>
                  <a:cubicBezTo>
                    <a:pt x="0" y="1032510"/>
                    <a:pt x="3810" y="1014413"/>
                    <a:pt x="12382" y="994410"/>
                  </a:cubicBezTo>
                  <a:cubicBezTo>
                    <a:pt x="20003" y="974407"/>
                    <a:pt x="36195" y="944880"/>
                    <a:pt x="60960" y="905828"/>
                  </a:cubicBezTo>
                  <a:cubicBezTo>
                    <a:pt x="105728" y="944880"/>
                    <a:pt x="157163" y="974407"/>
                    <a:pt x="213360" y="996315"/>
                  </a:cubicBezTo>
                  <a:cubicBezTo>
                    <a:pt x="269557" y="1018222"/>
                    <a:pt x="325755" y="1028700"/>
                    <a:pt x="381953" y="1028700"/>
                  </a:cubicBezTo>
                  <a:cubicBezTo>
                    <a:pt x="456247" y="1028700"/>
                    <a:pt x="513397" y="1013460"/>
                    <a:pt x="553403" y="983932"/>
                  </a:cubicBezTo>
                  <a:cubicBezTo>
                    <a:pt x="593407" y="954405"/>
                    <a:pt x="613410" y="911542"/>
                    <a:pt x="613410" y="854392"/>
                  </a:cubicBezTo>
                  <a:cubicBezTo>
                    <a:pt x="613410" y="804863"/>
                    <a:pt x="595313" y="764857"/>
                    <a:pt x="560070" y="735330"/>
                  </a:cubicBezTo>
                  <a:cubicBezTo>
                    <a:pt x="524828" y="705803"/>
                    <a:pt x="459105" y="680085"/>
                    <a:pt x="361950" y="659130"/>
                  </a:cubicBezTo>
                  <a:cubicBezTo>
                    <a:pt x="235268" y="631507"/>
                    <a:pt x="143828" y="591503"/>
                    <a:pt x="87630" y="537210"/>
                  </a:cubicBezTo>
                  <a:cubicBezTo>
                    <a:pt x="32385" y="482917"/>
                    <a:pt x="4763" y="412432"/>
                    <a:pt x="4763" y="323850"/>
                  </a:cubicBezTo>
                  <a:cubicBezTo>
                    <a:pt x="4763" y="225742"/>
                    <a:pt x="43815" y="147638"/>
                    <a:pt x="120968" y="88582"/>
                  </a:cubicBezTo>
                  <a:cubicBezTo>
                    <a:pt x="198120" y="29527"/>
                    <a:pt x="296228" y="0"/>
                    <a:pt x="415290" y="0"/>
                  </a:cubicBezTo>
                  <a:cubicBezTo>
                    <a:pt x="473393" y="0"/>
                    <a:pt x="527685" y="5715"/>
                    <a:pt x="579120" y="18097"/>
                  </a:cubicBezTo>
                  <a:cubicBezTo>
                    <a:pt x="630555" y="30480"/>
                    <a:pt x="672465" y="45720"/>
                    <a:pt x="704850" y="64770"/>
                  </a:cubicBezTo>
                  <a:cubicBezTo>
                    <a:pt x="759143" y="95250"/>
                    <a:pt x="786765" y="126682"/>
                    <a:pt x="786765" y="159067"/>
                  </a:cubicBezTo>
                  <a:cubicBezTo>
                    <a:pt x="786765" y="192405"/>
                    <a:pt x="771525" y="236220"/>
                    <a:pt x="741045" y="289560"/>
                  </a:cubicBezTo>
                  <a:lnTo>
                    <a:pt x="708660" y="293370"/>
                  </a:lnTo>
                  <a:close/>
                </a:path>
              </a:pathLst>
            </a:custGeom>
            <a:solidFill>
              <a:srgbClr val="743DBC"/>
            </a:solid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7F17E801-6DED-3E1B-FE8E-9E34E980B2A9}"/>
                </a:ext>
              </a:extLst>
            </p:cNvPr>
            <p:cNvSpPr/>
            <p:nvPr/>
          </p:nvSpPr>
          <p:spPr>
            <a:xfrm>
              <a:off x="11466789" y="6035878"/>
              <a:ext cx="145780" cy="182042"/>
            </a:xfrm>
            <a:custGeom>
              <a:avLst/>
              <a:gdLst>
                <a:gd name="connsiteX0" fmla="*/ 0 w 949642"/>
                <a:gd name="connsiteY0" fmla="*/ 2858 h 1185862"/>
                <a:gd name="connsiteX1" fmla="*/ 43815 w 949642"/>
                <a:gd name="connsiteY1" fmla="*/ 0 h 1185862"/>
                <a:gd name="connsiteX2" fmla="*/ 205740 w 949642"/>
                <a:gd name="connsiteY2" fmla="*/ 163830 h 1185862"/>
                <a:gd name="connsiteX3" fmla="*/ 205740 w 949642"/>
                <a:gd name="connsiteY3" fmla="*/ 726757 h 1185862"/>
                <a:gd name="connsiteX4" fmla="*/ 220028 w 949642"/>
                <a:gd name="connsiteY4" fmla="*/ 883920 h 1185862"/>
                <a:gd name="connsiteX5" fmla="*/ 273368 w 949642"/>
                <a:gd name="connsiteY5" fmla="*/ 961072 h 1185862"/>
                <a:gd name="connsiteX6" fmla="*/ 346710 w 949642"/>
                <a:gd name="connsiteY6" fmla="*/ 996315 h 1185862"/>
                <a:gd name="connsiteX7" fmla="*/ 449580 w 949642"/>
                <a:gd name="connsiteY7" fmla="*/ 1006793 h 1185862"/>
                <a:gd name="connsiteX8" fmla="*/ 595313 w 949642"/>
                <a:gd name="connsiteY8" fmla="*/ 979170 h 1185862"/>
                <a:gd name="connsiteX9" fmla="*/ 702945 w 949642"/>
                <a:gd name="connsiteY9" fmla="*/ 910590 h 1185862"/>
                <a:gd name="connsiteX10" fmla="*/ 743903 w 949642"/>
                <a:gd name="connsiteY10" fmla="*/ 833438 h 1185862"/>
                <a:gd name="connsiteX11" fmla="*/ 743903 w 949642"/>
                <a:gd name="connsiteY11" fmla="*/ 2858 h 1185862"/>
                <a:gd name="connsiteX12" fmla="*/ 787718 w 949642"/>
                <a:gd name="connsiteY12" fmla="*/ 0 h 1185862"/>
                <a:gd name="connsiteX13" fmla="*/ 949643 w 949642"/>
                <a:gd name="connsiteY13" fmla="*/ 163830 h 1185862"/>
                <a:gd name="connsiteX14" fmla="*/ 949643 w 949642"/>
                <a:gd name="connsiteY14" fmla="*/ 1148715 h 1185862"/>
                <a:gd name="connsiteX15" fmla="*/ 744855 w 949642"/>
                <a:gd name="connsiteY15" fmla="*/ 1148715 h 1185862"/>
                <a:gd name="connsiteX16" fmla="*/ 744855 w 949642"/>
                <a:gd name="connsiteY16" fmla="*/ 1042988 h 1185862"/>
                <a:gd name="connsiteX17" fmla="*/ 384810 w 949642"/>
                <a:gd name="connsiteY17" fmla="*/ 1185863 h 1185862"/>
                <a:gd name="connsiteX18" fmla="*/ 214313 w 949642"/>
                <a:gd name="connsiteY18" fmla="*/ 1162050 h 1185862"/>
                <a:gd name="connsiteX19" fmla="*/ 93345 w 949642"/>
                <a:gd name="connsiteY19" fmla="*/ 1088707 h 1185862"/>
                <a:gd name="connsiteX20" fmla="*/ 22860 w 949642"/>
                <a:gd name="connsiteY20" fmla="*/ 961072 h 1185862"/>
                <a:gd name="connsiteX21" fmla="*/ 0 w 949642"/>
                <a:gd name="connsiteY21" fmla="*/ 727710 h 1185862"/>
                <a:gd name="connsiteX22" fmla="*/ 0 w 949642"/>
                <a:gd name="connsiteY22" fmla="*/ 2858 h 1185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49642" h="1185862">
                  <a:moveTo>
                    <a:pt x="0" y="2858"/>
                  </a:moveTo>
                  <a:cubicBezTo>
                    <a:pt x="14288" y="953"/>
                    <a:pt x="28575" y="0"/>
                    <a:pt x="43815" y="0"/>
                  </a:cubicBezTo>
                  <a:cubicBezTo>
                    <a:pt x="151448" y="0"/>
                    <a:pt x="205740" y="54292"/>
                    <a:pt x="205740" y="163830"/>
                  </a:cubicBezTo>
                  <a:lnTo>
                    <a:pt x="205740" y="726757"/>
                  </a:lnTo>
                  <a:cubicBezTo>
                    <a:pt x="205740" y="797243"/>
                    <a:pt x="210503" y="849630"/>
                    <a:pt x="220028" y="883920"/>
                  </a:cubicBezTo>
                  <a:cubicBezTo>
                    <a:pt x="229553" y="917257"/>
                    <a:pt x="247650" y="943928"/>
                    <a:pt x="273368" y="961072"/>
                  </a:cubicBezTo>
                  <a:cubicBezTo>
                    <a:pt x="296228" y="977265"/>
                    <a:pt x="320040" y="988695"/>
                    <a:pt x="346710" y="996315"/>
                  </a:cubicBezTo>
                  <a:cubicBezTo>
                    <a:pt x="373380" y="1003935"/>
                    <a:pt x="407670" y="1006793"/>
                    <a:pt x="449580" y="1006793"/>
                  </a:cubicBezTo>
                  <a:cubicBezTo>
                    <a:pt x="502920" y="1006793"/>
                    <a:pt x="551498" y="997268"/>
                    <a:pt x="595313" y="979170"/>
                  </a:cubicBezTo>
                  <a:cubicBezTo>
                    <a:pt x="639128" y="961072"/>
                    <a:pt x="675323" y="937260"/>
                    <a:pt x="702945" y="910590"/>
                  </a:cubicBezTo>
                  <a:cubicBezTo>
                    <a:pt x="730568" y="882968"/>
                    <a:pt x="743903" y="857250"/>
                    <a:pt x="743903" y="833438"/>
                  </a:cubicBezTo>
                  <a:lnTo>
                    <a:pt x="743903" y="2858"/>
                  </a:lnTo>
                  <a:cubicBezTo>
                    <a:pt x="758190" y="953"/>
                    <a:pt x="772478" y="0"/>
                    <a:pt x="787718" y="0"/>
                  </a:cubicBezTo>
                  <a:cubicBezTo>
                    <a:pt x="895350" y="0"/>
                    <a:pt x="949643" y="54292"/>
                    <a:pt x="949643" y="163830"/>
                  </a:cubicBezTo>
                  <a:lnTo>
                    <a:pt x="949643" y="1148715"/>
                  </a:lnTo>
                  <a:lnTo>
                    <a:pt x="744855" y="1148715"/>
                  </a:lnTo>
                  <a:lnTo>
                    <a:pt x="744855" y="1042988"/>
                  </a:lnTo>
                  <a:cubicBezTo>
                    <a:pt x="662940" y="1138238"/>
                    <a:pt x="542925" y="1185863"/>
                    <a:pt x="384810" y="1185863"/>
                  </a:cubicBezTo>
                  <a:cubicBezTo>
                    <a:pt x="320040" y="1185863"/>
                    <a:pt x="263843" y="1178243"/>
                    <a:pt x="214313" y="1162050"/>
                  </a:cubicBezTo>
                  <a:cubicBezTo>
                    <a:pt x="164783" y="1145857"/>
                    <a:pt x="124778" y="1121093"/>
                    <a:pt x="93345" y="1088707"/>
                  </a:cubicBezTo>
                  <a:cubicBezTo>
                    <a:pt x="61913" y="1055370"/>
                    <a:pt x="39053" y="1013460"/>
                    <a:pt x="22860" y="961072"/>
                  </a:cubicBezTo>
                  <a:cubicBezTo>
                    <a:pt x="7620" y="908685"/>
                    <a:pt x="0" y="831532"/>
                    <a:pt x="0" y="727710"/>
                  </a:cubicBezTo>
                  <a:lnTo>
                    <a:pt x="0" y="2858"/>
                  </a:lnTo>
                  <a:close/>
                </a:path>
              </a:pathLst>
            </a:custGeom>
            <a:solidFill>
              <a:srgbClr val="743DBC"/>
            </a:solid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5518CEB9-5C35-B9BB-E050-764B8E1EEAD7}"/>
                </a:ext>
              </a:extLst>
            </p:cNvPr>
            <p:cNvSpPr/>
            <p:nvPr/>
          </p:nvSpPr>
          <p:spPr>
            <a:xfrm>
              <a:off x="11644737" y="5963354"/>
              <a:ext cx="49422" cy="251057"/>
            </a:xfrm>
            <a:custGeom>
              <a:avLst/>
              <a:gdLst>
                <a:gd name="connsiteX0" fmla="*/ 0 w 321944"/>
                <a:gd name="connsiteY0" fmla="*/ 2858 h 1635442"/>
                <a:gd name="connsiteX1" fmla="*/ 43815 w 321944"/>
                <a:gd name="connsiteY1" fmla="*/ 0 h 1635442"/>
                <a:gd name="connsiteX2" fmla="*/ 205740 w 321944"/>
                <a:gd name="connsiteY2" fmla="*/ 163830 h 1635442"/>
                <a:gd name="connsiteX3" fmla="*/ 205740 w 321944"/>
                <a:gd name="connsiteY3" fmla="*/ 1394460 h 1635442"/>
                <a:gd name="connsiteX4" fmla="*/ 215265 w 321944"/>
                <a:gd name="connsiteY4" fmla="*/ 1485900 h 1635442"/>
                <a:gd name="connsiteX5" fmla="*/ 249555 w 321944"/>
                <a:gd name="connsiteY5" fmla="*/ 1521143 h 1635442"/>
                <a:gd name="connsiteX6" fmla="*/ 321945 w 321944"/>
                <a:gd name="connsiteY6" fmla="*/ 1531620 h 1635442"/>
                <a:gd name="connsiteX7" fmla="*/ 321945 w 321944"/>
                <a:gd name="connsiteY7" fmla="*/ 1618298 h 1635442"/>
                <a:gd name="connsiteX8" fmla="*/ 189548 w 321944"/>
                <a:gd name="connsiteY8" fmla="*/ 1635443 h 1635442"/>
                <a:gd name="connsiteX9" fmla="*/ 82868 w 321944"/>
                <a:gd name="connsiteY9" fmla="*/ 1613535 h 1635442"/>
                <a:gd name="connsiteX10" fmla="*/ 20955 w 321944"/>
                <a:gd name="connsiteY10" fmla="*/ 1544955 h 1635442"/>
                <a:gd name="connsiteX11" fmla="*/ 0 w 321944"/>
                <a:gd name="connsiteY11" fmla="*/ 1386840 h 1635442"/>
                <a:gd name="connsiteX12" fmla="*/ 0 w 321944"/>
                <a:gd name="connsiteY12" fmla="*/ 2858 h 16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1944" h="1635442">
                  <a:moveTo>
                    <a:pt x="0" y="2858"/>
                  </a:moveTo>
                  <a:cubicBezTo>
                    <a:pt x="14288" y="953"/>
                    <a:pt x="28575" y="0"/>
                    <a:pt x="43815" y="0"/>
                  </a:cubicBezTo>
                  <a:cubicBezTo>
                    <a:pt x="151448" y="0"/>
                    <a:pt x="205740" y="54293"/>
                    <a:pt x="205740" y="163830"/>
                  </a:cubicBezTo>
                  <a:lnTo>
                    <a:pt x="205740" y="1394460"/>
                  </a:lnTo>
                  <a:cubicBezTo>
                    <a:pt x="205740" y="1439228"/>
                    <a:pt x="208598" y="1469708"/>
                    <a:pt x="215265" y="1485900"/>
                  </a:cubicBezTo>
                  <a:cubicBezTo>
                    <a:pt x="221932" y="1502093"/>
                    <a:pt x="233363" y="1513523"/>
                    <a:pt x="249555" y="1521143"/>
                  </a:cubicBezTo>
                  <a:cubicBezTo>
                    <a:pt x="265748" y="1528763"/>
                    <a:pt x="289560" y="1531620"/>
                    <a:pt x="321945" y="1531620"/>
                  </a:cubicBezTo>
                  <a:lnTo>
                    <a:pt x="321945" y="1618298"/>
                  </a:lnTo>
                  <a:cubicBezTo>
                    <a:pt x="288607" y="1629728"/>
                    <a:pt x="243840" y="1635443"/>
                    <a:pt x="189548" y="1635443"/>
                  </a:cubicBezTo>
                  <a:cubicBezTo>
                    <a:pt x="145732" y="1635443"/>
                    <a:pt x="110490" y="1627823"/>
                    <a:pt x="82868" y="1613535"/>
                  </a:cubicBezTo>
                  <a:cubicBezTo>
                    <a:pt x="55245" y="1599248"/>
                    <a:pt x="35243" y="1576388"/>
                    <a:pt x="20955" y="1544955"/>
                  </a:cubicBezTo>
                  <a:cubicBezTo>
                    <a:pt x="7620" y="1513523"/>
                    <a:pt x="0" y="1461135"/>
                    <a:pt x="0" y="1386840"/>
                  </a:cubicBezTo>
                  <a:lnTo>
                    <a:pt x="0" y="2858"/>
                  </a:lnTo>
                  <a:close/>
                </a:path>
              </a:pathLst>
            </a:custGeom>
            <a:solidFill>
              <a:srgbClr val="743DBC"/>
            </a:solid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3551EC86-42A7-0BD2-DF5F-8556C97D86A3}"/>
                </a:ext>
              </a:extLst>
            </p:cNvPr>
            <p:cNvSpPr/>
            <p:nvPr/>
          </p:nvSpPr>
          <p:spPr>
            <a:xfrm>
              <a:off x="11709950" y="6033831"/>
              <a:ext cx="150898" cy="183943"/>
            </a:xfrm>
            <a:custGeom>
              <a:avLst/>
              <a:gdLst>
                <a:gd name="connsiteX0" fmla="*/ 212408 w 982980"/>
                <a:gd name="connsiteY0" fmla="*/ 634365 h 1198244"/>
                <a:gd name="connsiteX1" fmla="*/ 310515 w 982980"/>
                <a:gd name="connsiteY1" fmla="*/ 923925 h 1198244"/>
                <a:gd name="connsiteX2" fmla="*/ 569595 w 982980"/>
                <a:gd name="connsiteY2" fmla="*/ 1024890 h 1198244"/>
                <a:gd name="connsiteX3" fmla="*/ 888683 w 982980"/>
                <a:gd name="connsiteY3" fmla="*/ 887730 h 1198244"/>
                <a:gd name="connsiteX4" fmla="*/ 937260 w 982980"/>
                <a:gd name="connsiteY4" fmla="*/ 961072 h 1198244"/>
                <a:gd name="connsiteX5" fmla="*/ 956310 w 982980"/>
                <a:gd name="connsiteY5" fmla="*/ 1020128 h 1198244"/>
                <a:gd name="connsiteX6" fmla="*/ 902970 w 982980"/>
                <a:gd name="connsiteY6" fmla="*/ 1102042 h 1198244"/>
                <a:gd name="connsiteX7" fmla="*/ 550545 w 982980"/>
                <a:gd name="connsiteY7" fmla="*/ 1198245 h 1198244"/>
                <a:gd name="connsiteX8" fmla="*/ 142875 w 982980"/>
                <a:gd name="connsiteY8" fmla="*/ 1041082 h 1198244"/>
                <a:gd name="connsiteX9" fmla="*/ 0 w 982980"/>
                <a:gd name="connsiteY9" fmla="*/ 584835 h 1198244"/>
                <a:gd name="connsiteX10" fmla="*/ 66675 w 982980"/>
                <a:gd name="connsiteY10" fmla="*/ 270510 h 1198244"/>
                <a:gd name="connsiteX11" fmla="*/ 252413 w 982980"/>
                <a:gd name="connsiteY11" fmla="*/ 70485 h 1198244"/>
                <a:gd name="connsiteX12" fmla="*/ 519113 w 982980"/>
                <a:gd name="connsiteY12" fmla="*/ 0 h 1198244"/>
                <a:gd name="connsiteX13" fmla="*/ 770573 w 982980"/>
                <a:gd name="connsiteY13" fmla="*/ 61913 h 1198244"/>
                <a:gd name="connsiteX14" fmla="*/ 928688 w 982980"/>
                <a:gd name="connsiteY14" fmla="*/ 237172 h 1198244"/>
                <a:gd name="connsiteX15" fmla="*/ 982980 w 982980"/>
                <a:gd name="connsiteY15" fmla="*/ 498157 h 1198244"/>
                <a:gd name="connsiteX16" fmla="*/ 975360 w 982980"/>
                <a:gd name="connsiteY16" fmla="*/ 633413 h 1198244"/>
                <a:gd name="connsiteX17" fmla="*/ 212408 w 982980"/>
                <a:gd name="connsiteY17" fmla="*/ 633413 h 1198244"/>
                <a:gd name="connsiteX18" fmla="*/ 777240 w 982980"/>
                <a:gd name="connsiteY18" fmla="*/ 480060 h 1198244"/>
                <a:gd name="connsiteX19" fmla="*/ 509588 w 982980"/>
                <a:gd name="connsiteY19" fmla="*/ 171450 h 1198244"/>
                <a:gd name="connsiteX20" fmla="*/ 301943 w 982980"/>
                <a:gd name="connsiteY20" fmla="*/ 254317 h 1198244"/>
                <a:gd name="connsiteX21" fmla="*/ 212408 w 982980"/>
                <a:gd name="connsiteY21" fmla="*/ 480060 h 1198244"/>
                <a:gd name="connsiteX22" fmla="*/ 777240 w 982980"/>
                <a:gd name="connsiteY22" fmla="*/ 480060 h 119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82980" h="1198244">
                  <a:moveTo>
                    <a:pt x="212408" y="634365"/>
                  </a:moveTo>
                  <a:cubicBezTo>
                    <a:pt x="217170" y="760095"/>
                    <a:pt x="249555" y="856297"/>
                    <a:pt x="310515" y="923925"/>
                  </a:cubicBezTo>
                  <a:cubicBezTo>
                    <a:pt x="370523" y="991553"/>
                    <a:pt x="457200" y="1024890"/>
                    <a:pt x="569595" y="1024890"/>
                  </a:cubicBezTo>
                  <a:cubicBezTo>
                    <a:pt x="702945" y="1024890"/>
                    <a:pt x="809625" y="979170"/>
                    <a:pt x="888683" y="887730"/>
                  </a:cubicBezTo>
                  <a:cubicBezTo>
                    <a:pt x="907733" y="911542"/>
                    <a:pt x="923925" y="936307"/>
                    <a:pt x="937260" y="961072"/>
                  </a:cubicBezTo>
                  <a:cubicBezTo>
                    <a:pt x="950595" y="985838"/>
                    <a:pt x="956310" y="1005840"/>
                    <a:pt x="956310" y="1020128"/>
                  </a:cubicBezTo>
                  <a:cubicBezTo>
                    <a:pt x="956310" y="1047750"/>
                    <a:pt x="938213" y="1074420"/>
                    <a:pt x="902970" y="1102042"/>
                  </a:cubicBezTo>
                  <a:cubicBezTo>
                    <a:pt x="816293" y="1166813"/>
                    <a:pt x="698183" y="1198245"/>
                    <a:pt x="550545" y="1198245"/>
                  </a:cubicBezTo>
                  <a:cubicBezTo>
                    <a:pt x="373380" y="1198245"/>
                    <a:pt x="237173" y="1145857"/>
                    <a:pt x="142875" y="1041082"/>
                  </a:cubicBezTo>
                  <a:cubicBezTo>
                    <a:pt x="47625" y="936307"/>
                    <a:pt x="0" y="783907"/>
                    <a:pt x="0" y="584835"/>
                  </a:cubicBezTo>
                  <a:cubicBezTo>
                    <a:pt x="0" y="462915"/>
                    <a:pt x="21908" y="358140"/>
                    <a:pt x="66675" y="270510"/>
                  </a:cubicBezTo>
                  <a:cubicBezTo>
                    <a:pt x="110490" y="183832"/>
                    <a:pt x="173355" y="117157"/>
                    <a:pt x="252413" y="70485"/>
                  </a:cubicBezTo>
                  <a:cubicBezTo>
                    <a:pt x="332423" y="23813"/>
                    <a:pt x="421005" y="0"/>
                    <a:pt x="519113" y="0"/>
                  </a:cubicBezTo>
                  <a:cubicBezTo>
                    <a:pt x="617220" y="0"/>
                    <a:pt x="701040" y="20955"/>
                    <a:pt x="770573" y="61913"/>
                  </a:cubicBezTo>
                  <a:cubicBezTo>
                    <a:pt x="840105" y="102870"/>
                    <a:pt x="892493" y="160972"/>
                    <a:pt x="928688" y="237172"/>
                  </a:cubicBezTo>
                  <a:cubicBezTo>
                    <a:pt x="964883" y="312420"/>
                    <a:pt x="982980" y="400050"/>
                    <a:pt x="982980" y="498157"/>
                  </a:cubicBezTo>
                  <a:cubicBezTo>
                    <a:pt x="982980" y="561022"/>
                    <a:pt x="980123" y="605790"/>
                    <a:pt x="975360" y="633413"/>
                  </a:cubicBezTo>
                  <a:lnTo>
                    <a:pt x="212408" y="633413"/>
                  </a:lnTo>
                  <a:close/>
                  <a:moveTo>
                    <a:pt x="777240" y="480060"/>
                  </a:moveTo>
                  <a:cubicBezTo>
                    <a:pt x="777240" y="274320"/>
                    <a:pt x="687705" y="171450"/>
                    <a:pt x="509588" y="171450"/>
                  </a:cubicBezTo>
                  <a:cubicBezTo>
                    <a:pt x="423863" y="171450"/>
                    <a:pt x="355283" y="199072"/>
                    <a:pt x="301943" y="254317"/>
                  </a:cubicBezTo>
                  <a:cubicBezTo>
                    <a:pt x="248603" y="309563"/>
                    <a:pt x="219075" y="384810"/>
                    <a:pt x="212408" y="480060"/>
                  </a:cubicBezTo>
                  <a:lnTo>
                    <a:pt x="777240" y="480060"/>
                  </a:lnTo>
                  <a:close/>
                </a:path>
              </a:pathLst>
            </a:custGeom>
            <a:solidFill>
              <a:srgbClr val="743DBC"/>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439CC110-D973-407B-160C-4C76EB949D16}"/>
                </a:ext>
              </a:extLst>
            </p:cNvPr>
            <p:cNvSpPr/>
            <p:nvPr/>
          </p:nvSpPr>
          <p:spPr>
            <a:xfrm>
              <a:off x="11888484" y="5984409"/>
              <a:ext cx="97235" cy="233218"/>
            </a:xfrm>
            <a:custGeom>
              <a:avLst/>
              <a:gdLst>
                <a:gd name="connsiteX0" fmla="*/ 0 w 633412"/>
                <a:gd name="connsiteY0" fmla="*/ 2858 h 1519237"/>
                <a:gd name="connsiteX1" fmla="*/ 43815 w 633412"/>
                <a:gd name="connsiteY1" fmla="*/ 0 h 1519237"/>
                <a:gd name="connsiteX2" fmla="*/ 205740 w 633412"/>
                <a:gd name="connsiteY2" fmla="*/ 163830 h 1519237"/>
                <a:gd name="connsiteX3" fmla="*/ 205740 w 633412"/>
                <a:gd name="connsiteY3" fmla="*/ 349567 h 1519237"/>
                <a:gd name="connsiteX4" fmla="*/ 565785 w 633412"/>
                <a:gd name="connsiteY4" fmla="*/ 349567 h 1519237"/>
                <a:gd name="connsiteX5" fmla="*/ 565785 w 633412"/>
                <a:gd name="connsiteY5" fmla="*/ 523875 h 1519237"/>
                <a:gd name="connsiteX6" fmla="*/ 205740 w 633412"/>
                <a:gd name="connsiteY6" fmla="*/ 523875 h 1519237"/>
                <a:gd name="connsiteX7" fmla="*/ 205740 w 633412"/>
                <a:gd name="connsiteY7" fmla="*/ 1146810 h 1519237"/>
                <a:gd name="connsiteX8" fmla="*/ 362902 w 633412"/>
                <a:gd name="connsiteY8" fmla="*/ 1344930 h 1519237"/>
                <a:gd name="connsiteX9" fmla="*/ 443865 w 633412"/>
                <a:gd name="connsiteY9" fmla="*/ 1327785 h 1519237"/>
                <a:gd name="connsiteX10" fmla="*/ 517207 w 633412"/>
                <a:gd name="connsiteY10" fmla="*/ 1283970 h 1519237"/>
                <a:gd name="connsiteX11" fmla="*/ 562927 w 633412"/>
                <a:gd name="connsiteY11" fmla="*/ 1240155 h 1519237"/>
                <a:gd name="connsiteX12" fmla="*/ 633413 w 633412"/>
                <a:gd name="connsiteY12" fmla="*/ 1375410 h 1519237"/>
                <a:gd name="connsiteX13" fmla="*/ 587693 w 633412"/>
                <a:gd name="connsiteY13" fmla="*/ 1444943 h 1519237"/>
                <a:gd name="connsiteX14" fmla="*/ 475297 w 633412"/>
                <a:gd name="connsiteY14" fmla="*/ 1500187 h 1519237"/>
                <a:gd name="connsiteX15" fmla="*/ 331470 w 633412"/>
                <a:gd name="connsiteY15" fmla="*/ 1519237 h 1519237"/>
                <a:gd name="connsiteX16" fmla="*/ 24765 w 633412"/>
                <a:gd name="connsiteY16" fmla="*/ 1338262 h 1519237"/>
                <a:gd name="connsiteX17" fmla="*/ 952 w 633412"/>
                <a:gd name="connsiteY17" fmla="*/ 1130618 h 1519237"/>
                <a:gd name="connsiteX18" fmla="*/ 952 w 633412"/>
                <a:gd name="connsiteY18" fmla="*/ 2858 h 1519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33412" h="1519237">
                  <a:moveTo>
                    <a:pt x="0" y="2858"/>
                  </a:moveTo>
                  <a:cubicBezTo>
                    <a:pt x="14288" y="952"/>
                    <a:pt x="28575" y="0"/>
                    <a:pt x="43815" y="0"/>
                  </a:cubicBezTo>
                  <a:cubicBezTo>
                    <a:pt x="151447" y="0"/>
                    <a:pt x="205740" y="54292"/>
                    <a:pt x="205740" y="163830"/>
                  </a:cubicBezTo>
                  <a:lnTo>
                    <a:pt x="205740" y="349567"/>
                  </a:lnTo>
                  <a:lnTo>
                    <a:pt x="565785" y="349567"/>
                  </a:lnTo>
                  <a:lnTo>
                    <a:pt x="565785" y="523875"/>
                  </a:lnTo>
                  <a:lnTo>
                    <a:pt x="205740" y="523875"/>
                  </a:lnTo>
                  <a:lnTo>
                    <a:pt x="205740" y="1146810"/>
                  </a:lnTo>
                  <a:cubicBezTo>
                    <a:pt x="205740" y="1279208"/>
                    <a:pt x="258127" y="1344930"/>
                    <a:pt x="362902" y="1344930"/>
                  </a:cubicBezTo>
                  <a:cubicBezTo>
                    <a:pt x="390525" y="1344930"/>
                    <a:pt x="417195" y="1339215"/>
                    <a:pt x="443865" y="1327785"/>
                  </a:cubicBezTo>
                  <a:cubicBezTo>
                    <a:pt x="470535" y="1316355"/>
                    <a:pt x="495300" y="1302068"/>
                    <a:pt x="517207" y="1283970"/>
                  </a:cubicBezTo>
                  <a:cubicBezTo>
                    <a:pt x="540068" y="1265873"/>
                    <a:pt x="555307" y="1251585"/>
                    <a:pt x="562927" y="1240155"/>
                  </a:cubicBezTo>
                  <a:cubicBezTo>
                    <a:pt x="609600" y="1298258"/>
                    <a:pt x="633413" y="1343025"/>
                    <a:pt x="633413" y="1375410"/>
                  </a:cubicBezTo>
                  <a:cubicBezTo>
                    <a:pt x="633413" y="1398270"/>
                    <a:pt x="618172" y="1421130"/>
                    <a:pt x="587693" y="1444943"/>
                  </a:cubicBezTo>
                  <a:cubicBezTo>
                    <a:pt x="557213" y="1468755"/>
                    <a:pt x="520065" y="1487805"/>
                    <a:pt x="475297" y="1500187"/>
                  </a:cubicBezTo>
                  <a:cubicBezTo>
                    <a:pt x="430530" y="1513523"/>
                    <a:pt x="382905" y="1519237"/>
                    <a:pt x="331470" y="1519237"/>
                  </a:cubicBezTo>
                  <a:cubicBezTo>
                    <a:pt x="170497" y="1519237"/>
                    <a:pt x="68580" y="1459230"/>
                    <a:pt x="24765" y="1338262"/>
                  </a:cubicBezTo>
                  <a:cubicBezTo>
                    <a:pt x="8572" y="1293495"/>
                    <a:pt x="952" y="1223962"/>
                    <a:pt x="952" y="1130618"/>
                  </a:cubicBezTo>
                  <a:lnTo>
                    <a:pt x="952" y="2858"/>
                  </a:lnTo>
                  <a:close/>
                </a:path>
              </a:pathLst>
            </a:custGeom>
            <a:solidFill>
              <a:srgbClr val="743DBC"/>
            </a:solidFill>
            <a:ln w="9525" cap="flat">
              <a:noFill/>
              <a:prstDash val="solid"/>
              <a:miter/>
            </a:ln>
          </p:spPr>
          <p:txBody>
            <a:bodyPr rtlCol="0" anchor="ctr"/>
            <a:lstStyle/>
            <a:p>
              <a:endParaRPr lang="en-US"/>
            </a:p>
          </p:txBody>
        </p:sp>
      </p:grpSp>
      <p:sp>
        <p:nvSpPr>
          <p:cNvPr id="5" name="Date Placeholder 4">
            <a:extLst>
              <a:ext uri="{FF2B5EF4-FFF2-40B4-BE49-F238E27FC236}">
                <a16:creationId xmlns:a16="http://schemas.microsoft.com/office/drawing/2014/main" id="{F9ABECC8-9BFF-94F7-5B1F-2F15643C9893}"/>
              </a:ext>
            </a:extLst>
          </p:cNvPr>
          <p:cNvSpPr>
            <a:spLocks noGrp="1"/>
          </p:cNvSpPr>
          <p:nvPr>
            <p:ph type="dt" sz="half" idx="10"/>
          </p:nvPr>
        </p:nvSpPr>
        <p:spPr/>
        <p:txBody>
          <a:bodyPr/>
          <a:lstStyle/>
          <a:p>
            <a:fld id="{228D026D-C07B-48C8-8C2B-C561E4D51E16}" type="datetime1">
              <a:rPr lang="en-US" smtClean="0"/>
              <a:t>11/19/2024</a:t>
            </a:fld>
            <a:endParaRPr lang="en-US"/>
          </a:p>
        </p:txBody>
      </p:sp>
      <p:sp>
        <p:nvSpPr>
          <p:cNvPr id="7" name="Footer Placeholder 6">
            <a:extLst>
              <a:ext uri="{FF2B5EF4-FFF2-40B4-BE49-F238E27FC236}">
                <a16:creationId xmlns:a16="http://schemas.microsoft.com/office/drawing/2014/main" id="{B4CF6CF7-E1E0-67DC-469D-A01272979FF4}"/>
              </a:ext>
            </a:extLst>
          </p:cNvPr>
          <p:cNvSpPr>
            <a:spLocks noGrp="1"/>
          </p:cNvSpPr>
          <p:nvPr>
            <p:ph type="ftr" sz="quarter" idx="11"/>
          </p:nvPr>
        </p:nvSpPr>
        <p:spPr/>
        <p:txBody>
          <a:bodyPr/>
          <a:lstStyle/>
          <a:p>
            <a:r>
              <a:rPr lang="en-US"/>
              <a:t>CONFIDENTIAL</a:t>
            </a:r>
          </a:p>
        </p:txBody>
      </p:sp>
      <p:sp>
        <p:nvSpPr>
          <p:cNvPr id="8" name="Slide Number Placeholder 7">
            <a:extLst>
              <a:ext uri="{FF2B5EF4-FFF2-40B4-BE49-F238E27FC236}">
                <a16:creationId xmlns:a16="http://schemas.microsoft.com/office/drawing/2014/main" id="{B71F7B46-5447-BE96-BA00-AE43C3918968}"/>
              </a:ext>
            </a:extLst>
          </p:cNvPr>
          <p:cNvSpPr>
            <a:spLocks noGrp="1"/>
          </p:cNvSpPr>
          <p:nvPr>
            <p:ph type="sldNum" sz="quarter" idx="12"/>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3310492140"/>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heme Purple">
    <p:bg bwMode="auto">
      <p:bgPr>
        <a:solidFill>
          <a:schemeClr val="accent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9D65AD-CAD6-5A52-B275-D078D33296D8}"/>
              </a:ext>
            </a:extLst>
          </p:cNvPr>
          <p:cNvSpPr>
            <a:spLocks noGrp="1"/>
          </p:cNvSpPr>
          <p:nvPr>
            <p:ph type="dt" sz="half" idx="10"/>
          </p:nvPr>
        </p:nvSpPr>
        <p:spPr/>
        <p:txBody>
          <a:bodyPr/>
          <a:lstStyle>
            <a:lvl1pPr>
              <a:defRPr>
                <a:solidFill>
                  <a:schemeClr val="bg1"/>
                </a:solidFill>
              </a:defRPr>
            </a:lvl1pPr>
          </a:lstStyle>
          <a:p>
            <a:fld id="{228D026D-C07B-48C8-8C2B-C561E4D51E16}" type="datetime1">
              <a:rPr lang="en-US" smtClean="0"/>
              <a:pPr/>
              <a:t>11/19/2024</a:t>
            </a:fld>
            <a:endParaRPr lang="en-US"/>
          </a:p>
        </p:txBody>
      </p:sp>
      <p:sp>
        <p:nvSpPr>
          <p:cNvPr id="7" name="Footer Placeholder 6">
            <a:extLst>
              <a:ext uri="{FF2B5EF4-FFF2-40B4-BE49-F238E27FC236}">
                <a16:creationId xmlns:a16="http://schemas.microsoft.com/office/drawing/2014/main" id="{EA6AAE02-3BA5-D8B7-7251-21D4DA9B282E}"/>
              </a:ext>
            </a:extLst>
          </p:cNvPr>
          <p:cNvSpPr>
            <a:spLocks noGrp="1"/>
          </p:cNvSpPr>
          <p:nvPr>
            <p:ph type="ftr" sz="quarter" idx="11"/>
          </p:nvPr>
        </p:nvSpPr>
        <p:spPr/>
        <p:txBody>
          <a:bodyPr/>
          <a:lstStyle>
            <a:lvl1pPr>
              <a:defRPr>
                <a:solidFill>
                  <a:schemeClr val="bg1"/>
                </a:solidFill>
              </a:defRPr>
            </a:lvl1pPr>
          </a:lstStyle>
          <a:p>
            <a:r>
              <a:rPr lang="en-US"/>
              <a:t>CONFIDENTIAL</a:t>
            </a:r>
          </a:p>
        </p:txBody>
      </p:sp>
      <p:sp>
        <p:nvSpPr>
          <p:cNvPr id="8" name="Slide Number Placeholder 7">
            <a:extLst>
              <a:ext uri="{FF2B5EF4-FFF2-40B4-BE49-F238E27FC236}">
                <a16:creationId xmlns:a16="http://schemas.microsoft.com/office/drawing/2014/main" id="{E8159697-EFC4-6E39-DBE9-4DDFE4973379}"/>
              </a:ext>
            </a:extLst>
          </p:cNvPr>
          <p:cNvSpPr>
            <a:spLocks noGrp="1"/>
          </p:cNvSpPr>
          <p:nvPr>
            <p:ph type="sldNum" sz="quarter" idx="12"/>
          </p:nvPr>
        </p:nvSpPr>
        <p:spPr/>
        <p:txBody>
          <a:bodyPr/>
          <a:lstStyle>
            <a:lvl1pPr>
              <a:defRPr>
                <a:solidFill>
                  <a:schemeClr val="bg1"/>
                </a:solidFill>
              </a:defRPr>
            </a:lvl1pPr>
          </a:lstStyle>
          <a:p>
            <a:fld id="{4F90343F-D056-4E24-BE3D-A305BDC1A23E}" type="slidenum">
              <a:rPr lang="en-US" smtClean="0"/>
              <a:pPr/>
              <a:t>‹#›</a:t>
            </a:fld>
            <a:endParaRPr lang="en-US"/>
          </a:p>
        </p:txBody>
      </p:sp>
      <p:grpSp>
        <p:nvGrpSpPr>
          <p:cNvPr id="3" name="Group 2">
            <a:extLst>
              <a:ext uri="{FF2B5EF4-FFF2-40B4-BE49-F238E27FC236}">
                <a16:creationId xmlns:a16="http://schemas.microsoft.com/office/drawing/2014/main" id="{B9B15462-CC88-CAEE-D663-19BBBEEBD506}"/>
              </a:ext>
            </a:extLst>
          </p:cNvPr>
          <p:cNvGrpSpPr/>
          <p:nvPr userDrawn="1"/>
        </p:nvGrpSpPr>
        <p:grpSpPr>
          <a:xfrm>
            <a:off x="3035300" y="2171699"/>
            <a:ext cx="6120841" cy="1825149"/>
            <a:chOff x="11074630" y="5946246"/>
            <a:chExt cx="911089" cy="271674"/>
          </a:xfrm>
          <a:solidFill>
            <a:schemeClr val="bg1"/>
          </a:solidFill>
        </p:grpSpPr>
        <p:sp>
          <p:nvSpPr>
            <p:cNvPr id="4" name="Freeform: Shape 3">
              <a:extLst>
                <a:ext uri="{FF2B5EF4-FFF2-40B4-BE49-F238E27FC236}">
                  <a16:creationId xmlns:a16="http://schemas.microsoft.com/office/drawing/2014/main" id="{AC046DD5-840F-3F44-44EC-D6BC41B5A888}"/>
                </a:ext>
              </a:extLst>
            </p:cNvPr>
            <p:cNvSpPr/>
            <p:nvPr/>
          </p:nvSpPr>
          <p:spPr>
            <a:xfrm>
              <a:off x="11074630" y="5946246"/>
              <a:ext cx="32607" cy="266264"/>
            </a:xfrm>
            <a:custGeom>
              <a:avLst/>
              <a:gdLst>
                <a:gd name="connsiteX0" fmla="*/ 0 w 212407"/>
                <a:gd name="connsiteY0" fmla="*/ 4763 h 1734502"/>
                <a:gd name="connsiteX1" fmla="*/ 60007 w 212407"/>
                <a:gd name="connsiteY1" fmla="*/ 0 h 1734502"/>
                <a:gd name="connsiteX2" fmla="*/ 172402 w 212407"/>
                <a:gd name="connsiteY2" fmla="*/ 40005 h 1734502"/>
                <a:gd name="connsiteX3" fmla="*/ 212407 w 212407"/>
                <a:gd name="connsiteY3" fmla="*/ 152400 h 1734502"/>
                <a:gd name="connsiteX4" fmla="*/ 212407 w 212407"/>
                <a:gd name="connsiteY4" fmla="*/ 1734502 h 1734502"/>
                <a:gd name="connsiteX5" fmla="*/ 0 w 212407"/>
                <a:gd name="connsiteY5" fmla="*/ 1734502 h 1734502"/>
                <a:gd name="connsiteX6" fmla="*/ 0 w 212407"/>
                <a:gd name="connsiteY6" fmla="*/ 4763 h 1734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407" h="1734502">
                  <a:moveTo>
                    <a:pt x="0" y="4763"/>
                  </a:moveTo>
                  <a:cubicBezTo>
                    <a:pt x="25717" y="1905"/>
                    <a:pt x="45720" y="0"/>
                    <a:pt x="60007" y="0"/>
                  </a:cubicBezTo>
                  <a:cubicBezTo>
                    <a:pt x="108585" y="0"/>
                    <a:pt x="145732" y="13335"/>
                    <a:pt x="172402" y="40005"/>
                  </a:cubicBezTo>
                  <a:cubicBezTo>
                    <a:pt x="199072" y="66675"/>
                    <a:pt x="212407" y="103823"/>
                    <a:pt x="212407" y="152400"/>
                  </a:cubicBezTo>
                  <a:lnTo>
                    <a:pt x="212407" y="1734502"/>
                  </a:lnTo>
                  <a:lnTo>
                    <a:pt x="0" y="1734502"/>
                  </a:lnTo>
                  <a:lnTo>
                    <a:pt x="0" y="4763"/>
                  </a:lnTo>
                  <a:close/>
                </a:path>
              </a:pathLst>
            </a:custGeom>
            <a:grpFill/>
            <a:ln w="9525" cap="flat">
              <a:noFill/>
              <a:prstDash val="solid"/>
              <a:miter/>
            </a:ln>
          </p:spPr>
          <p:txBody>
            <a:bodyPr rtlCol="0" anchor="ctr"/>
            <a:lstStyle/>
            <a:p>
              <a:endParaRPr lang="en-US"/>
            </a:p>
          </p:txBody>
        </p:sp>
        <p:sp>
          <p:nvSpPr>
            <p:cNvPr id="5" name="Freeform: Shape 4">
              <a:extLst>
                <a:ext uri="{FF2B5EF4-FFF2-40B4-BE49-F238E27FC236}">
                  <a16:creationId xmlns:a16="http://schemas.microsoft.com/office/drawing/2014/main" id="{17C787E7-0C29-CAC4-DE0B-0368B0D81F14}"/>
                </a:ext>
              </a:extLst>
            </p:cNvPr>
            <p:cNvSpPr/>
            <p:nvPr/>
          </p:nvSpPr>
          <p:spPr>
            <a:xfrm>
              <a:off x="11141306" y="6033977"/>
              <a:ext cx="146657" cy="178240"/>
            </a:xfrm>
            <a:custGeom>
              <a:avLst/>
              <a:gdLst>
                <a:gd name="connsiteX0" fmla="*/ 0 w 955357"/>
                <a:gd name="connsiteY0" fmla="*/ 21908 h 1161097"/>
                <a:gd name="connsiteX1" fmla="*/ 40958 w 955357"/>
                <a:gd name="connsiteY1" fmla="*/ 19050 h 1161097"/>
                <a:gd name="connsiteX2" fmla="*/ 147638 w 955357"/>
                <a:gd name="connsiteY2" fmla="*/ 50483 h 1161097"/>
                <a:gd name="connsiteX3" fmla="*/ 196215 w 955357"/>
                <a:gd name="connsiteY3" fmla="*/ 141923 h 1161097"/>
                <a:gd name="connsiteX4" fmla="*/ 361950 w 955357"/>
                <a:gd name="connsiteY4" fmla="*/ 37148 h 1161097"/>
                <a:gd name="connsiteX5" fmla="*/ 573405 w 955357"/>
                <a:gd name="connsiteY5" fmla="*/ 0 h 1161097"/>
                <a:gd name="connsiteX6" fmla="*/ 813435 w 955357"/>
                <a:gd name="connsiteY6" fmla="*/ 64770 h 1161097"/>
                <a:gd name="connsiteX7" fmla="*/ 938213 w 955357"/>
                <a:gd name="connsiteY7" fmla="*/ 253365 h 1161097"/>
                <a:gd name="connsiteX8" fmla="*/ 955358 w 955357"/>
                <a:gd name="connsiteY8" fmla="*/ 475298 h 1161097"/>
                <a:gd name="connsiteX9" fmla="*/ 955358 w 955357"/>
                <a:gd name="connsiteY9" fmla="*/ 1161098 h 1161097"/>
                <a:gd name="connsiteX10" fmla="*/ 750570 w 955357"/>
                <a:gd name="connsiteY10" fmla="*/ 1161098 h 1161097"/>
                <a:gd name="connsiteX11" fmla="*/ 750570 w 955357"/>
                <a:gd name="connsiteY11" fmla="*/ 483870 h 1161097"/>
                <a:gd name="connsiteX12" fmla="*/ 736283 w 955357"/>
                <a:gd name="connsiteY12" fmla="*/ 317183 h 1161097"/>
                <a:gd name="connsiteX13" fmla="*/ 661035 w 955357"/>
                <a:gd name="connsiteY13" fmla="*/ 218123 h 1161097"/>
                <a:gd name="connsiteX14" fmla="*/ 508635 w 955357"/>
                <a:gd name="connsiteY14" fmla="*/ 186690 h 1161097"/>
                <a:gd name="connsiteX15" fmla="*/ 353378 w 955357"/>
                <a:gd name="connsiteY15" fmla="*/ 210503 h 1161097"/>
                <a:gd name="connsiteX16" fmla="*/ 245745 w 955357"/>
                <a:gd name="connsiteY16" fmla="*/ 274320 h 1161097"/>
                <a:gd name="connsiteX17" fmla="*/ 206692 w 955357"/>
                <a:gd name="connsiteY17" fmla="*/ 357188 h 1161097"/>
                <a:gd name="connsiteX18" fmla="*/ 206692 w 955357"/>
                <a:gd name="connsiteY18" fmla="*/ 1161098 h 1161097"/>
                <a:gd name="connsiteX19" fmla="*/ 1905 w 955357"/>
                <a:gd name="connsiteY19" fmla="*/ 1161098 h 1161097"/>
                <a:gd name="connsiteX20" fmla="*/ 1905 w 955357"/>
                <a:gd name="connsiteY20" fmla="*/ 21908 h 1161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55357" h="1161097">
                  <a:moveTo>
                    <a:pt x="0" y="21908"/>
                  </a:moveTo>
                  <a:cubicBezTo>
                    <a:pt x="14288" y="20003"/>
                    <a:pt x="28575" y="19050"/>
                    <a:pt x="40958" y="19050"/>
                  </a:cubicBezTo>
                  <a:cubicBezTo>
                    <a:pt x="84773" y="19050"/>
                    <a:pt x="120015" y="29528"/>
                    <a:pt x="147638" y="50483"/>
                  </a:cubicBezTo>
                  <a:cubicBezTo>
                    <a:pt x="175260" y="71438"/>
                    <a:pt x="191453" y="101917"/>
                    <a:pt x="196215" y="141923"/>
                  </a:cubicBezTo>
                  <a:cubicBezTo>
                    <a:pt x="240983" y="97155"/>
                    <a:pt x="296228" y="61913"/>
                    <a:pt x="361950" y="37148"/>
                  </a:cubicBezTo>
                  <a:cubicBezTo>
                    <a:pt x="426720" y="12383"/>
                    <a:pt x="497205" y="0"/>
                    <a:pt x="573405" y="0"/>
                  </a:cubicBezTo>
                  <a:cubicBezTo>
                    <a:pt x="671513" y="0"/>
                    <a:pt x="751523" y="21908"/>
                    <a:pt x="813435" y="64770"/>
                  </a:cubicBezTo>
                  <a:cubicBezTo>
                    <a:pt x="875348" y="108585"/>
                    <a:pt x="917258" y="171450"/>
                    <a:pt x="938213" y="253365"/>
                  </a:cubicBezTo>
                  <a:cubicBezTo>
                    <a:pt x="949643" y="297180"/>
                    <a:pt x="955358" y="370523"/>
                    <a:pt x="955358" y="475298"/>
                  </a:cubicBezTo>
                  <a:lnTo>
                    <a:pt x="955358" y="1161098"/>
                  </a:lnTo>
                  <a:lnTo>
                    <a:pt x="750570" y="1161098"/>
                  </a:lnTo>
                  <a:lnTo>
                    <a:pt x="750570" y="483870"/>
                  </a:lnTo>
                  <a:cubicBezTo>
                    <a:pt x="750570" y="404813"/>
                    <a:pt x="745808" y="349567"/>
                    <a:pt x="736283" y="317183"/>
                  </a:cubicBezTo>
                  <a:cubicBezTo>
                    <a:pt x="722948" y="272415"/>
                    <a:pt x="698183" y="239078"/>
                    <a:pt x="661035" y="218123"/>
                  </a:cubicBezTo>
                  <a:cubicBezTo>
                    <a:pt x="623888" y="197167"/>
                    <a:pt x="573405" y="186690"/>
                    <a:pt x="508635" y="186690"/>
                  </a:cubicBezTo>
                  <a:cubicBezTo>
                    <a:pt x="450533" y="186690"/>
                    <a:pt x="399098" y="194310"/>
                    <a:pt x="353378" y="210503"/>
                  </a:cubicBezTo>
                  <a:cubicBezTo>
                    <a:pt x="307658" y="226695"/>
                    <a:pt x="271463" y="247650"/>
                    <a:pt x="245745" y="274320"/>
                  </a:cubicBezTo>
                  <a:cubicBezTo>
                    <a:pt x="220028" y="300990"/>
                    <a:pt x="206692" y="328613"/>
                    <a:pt x="206692" y="357188"/>
                  </a:cubicBezTo>
                  <a:lnTo>
                    <a:pt x="206692" y="1161098"/>
                  </a:lnTo>
                  <a:lnTo>
                    <a:pt x="1905" y="1161098"/>
                  </a:lnTo>
                  <a:lnTo>
                    <a:pt x="1905" y="21908"/>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C8494EEC-76AD-F7D6-88E5-40FE91B23FE5}"/>
                </a:ext>
              </a:extLst>
            </p:cNvPr>
            <p:cNvSpPr/>
            <p:nvPr/>
          </p:nvSpPr>
          <p:spPr>
            <a:xfrm>
              <a:off x="11314282" y="6033831"/>
              <a:ext cx="125309" cy="183504"/>
            </a:xfrm>
            <a:custGeom>
              <a:avLst/>
              <a:gdLst>
                <a:gd name="connsiteX0" fmla="*/ 708660 w 816292"/>
                <a:gd name="connsiteY0" fmla="*/ 293370 h 1195387"/>
                <a:gd name="connsiteX1" fmla="*/ 582930 w 816292"/>
                <a:gd name="connsiteY1" fmla="*/ 202882 h 1195387"/>
                <a:gd name="connsiteX2" fmla="*/ 421005 w 816292"/>
                <a:gd name="connsiteY2" fmla="*/ 167640 h 1195387"/>
                <a:gd name="connsiteX3" fmla="*/ 263843 w 816292"/>
                <a:gd name="connsiteY3" fmla="*/ 204788 h 1195387"/>
                <a:gd name="connsiteX4" fmla="*/ 205740 w 816292"/>
                <a:gd name="connsiteY4" fmla="*/ 312420 h 1195387"/>
                <a:gd name="connsiteX5" fmla="*/ 226695 w 816292"/>
                <a:gd name="connsiteY5" fmla="*/ 381000 h 1195387"/>
                <a:gd name="connsiteX6" fmla="*/ 295275 w 816292"/>
                <a:gd name="connsiteY6" fmla="*/ 434340 h 1195387"/>
                <a:gd name="connsiteX7" fmla="*/ 444818 w 816292"/>
                <a:gd name="connsiteY7" fmla="*/ 481013 h 1195387"/>
                <a:gd name="connsiteX8" fmla="*/ 662940 w 816292"/>
                <a:gd name="connsiteY8" fmla="*/ 561022 h 1195387"/>
                <a:gd name="connsiteX9" fmla="*/ 779145 w 816292"/>
                <a:gd name="connsiteY9" fmla="*/ 675322 h 1195387"/>
                <a:gd name="connsiteX10" fmla="*/ 816293 w 816292"/>
                <a:gd name="connsiteY10" fmla="*/ 838200 h 1195387"/>
                <a:gd name="connsiteX11" fmla="*/ 693420 w 816292"/>
                <a:gd name="connsiteY11" fmla="*/ 1097280 h 1195387"/>
                <a:gd name="connsiteX12" fmla="*/ 374332 w 816292"/>
                <a:gd name="connsiteY12" fmla="*/ 1195388 h 1195387"/>
                <a:gd name="connsiteX13" fmla="*/ 108585 w 816292"/>
                <a:gd name="connsiteY13" fmla="*/ 1149667 h 1195387"/>
                <a:gd name="connsiteX14" fmla="*/ 0 w 816292"/>
                <a:gd name="connsiteY14" fmla="*/ 1048703 h 1195387"/>
                <a:gd name="connsiteX15" fmla="*/ 12382 w 816292"/>
                <a:gd name="connsiteY15" fmla="*/ 994410 h 1195387"/>
                <a:gd name="connsiteX16" fmla="*/ 60960 w 816292"/>
                <a:gd name="connsiteY16" fmla="*/ 905828 h 1195387"/>
                <a:gd name="connsiteX17" fmla="*/ 213360 w 816292"/>
                <a:gd name="connsiteY17" fmla="*/ 996315 h 1195387"/>
                <a:gd name="connsiteX18" fmla="*/ 381953 w 816292"/>
                <a:gd name="connsiteY18" fmla="*/ 1028700 h 1195387"/>
                <a:gd name="connsiteX19" fmla="*/ 553403 w 816292"/>
                <a:gd name="connsiteY19" fmla="*/ 983932 h 1195387"/>
                <a:gd name="connsiteX20" fmla="*/ 613410 w 816292"/>
                <a:gd name="connsiteY20" fmla="*/ 854392 h 1195387"/>
                <a:gd name="connsiteX21" fmla="*/ 560070 w 816292"/>
                <a:gd name="connsiteY21" fmla="*/ 735330 h 1195387"/>
                <a:gd name="connsiteX22" fmla="*/ 361950 w 816292"/>
                <a:gd name="connsiteY22" fmla="*/ 659130 h 1195387"/>
                <a:gd name="connsiteX23" fmla="*/ 87630 w 816292"/>
                <a:gd name="connsiteY23" fmla="*/ 537210 h 1195387"/>
                <a:gd name="connsiteX24" fmla="*/ 4763 w 816292"/>
                <a:gd name="connsiteY24" fmla="*/ 323850 h 1195387"/>
                <a:gd name="connsiteX25" fmla="*/ 120968 w 816292"/>
                <a:gd name="connsiteY25" fmla="*/ 88582 h 1195387"/>
                <a:gd name="connsiteX26" fmla="*/ 415290 w 816292"/>
                <a:gd name="connsiteY26" fmla="*/ 0 h 1195387"/>
                <a:gd name="connsiteX27" fmla="*/ 579120 w 816292"/>
                <a:gd name="connsiteY27" fmla="*/ 18097 h 1195387"/>
                <a:gd name="connsiteX28" fmla="*/ 704850 w 816292"/>
                <a:gd name="connsiteY28" fmla="*/ 64770 h 1195387"/>
                <a:gd name="connsiteX29" fmla="*/ 786765 w 816292"/>
                <a:gd name="connsiteY29" fmla="*/ 159067 h 1195387"/>
                <a:gd name="connsiteX30" fmla="*/ 741045 w 816292"/>
                <a:gd name="connsiteY30" fmla="*/ 289560 h 1195387"/>
                <a:gd name="connsiteX31" fmla="*/ 708660 w 816292"/>
                <a:gd name="connsiteY31" fmla="*/ 293370 h 1195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16292" h="1195387">
                  <a:moveTo>
                    <a:pt x="708660" y="293370"/>
                  </a:moveTo>
                  <a:cubicBezTo>
                    <a:pt x="678180" y="256222"/>
                    <a:pt x="636270" y="225742"/>
                    <a:pt x="582930" y="202882"/>
                  </a:cubicBezTo>
                  <a:cubicBezTo>
                    <a:pt x="529590" y="180022"/>
                    <a:pt x="476250" y="167640"/>
                    <a:pt x="421005" y="167640"/>
                  </a:cubicBezTo>
                  <a:cubicBezTo>
                    <a:pt x="355282" y="167640"/>
                    <a:pt x="302895" y="180022"/>
                    <a:pt x="263843" y="204788"/>
                  </a:cubicBezTo>
                  <a:cubicBezTo>
                    <a:pt x="224790" y="229552"/>
                    <a:pt x="205740" y="265747"/>
                    <a:pt x="205740" y="312420"/>
                  </a:cubicBezTo>
                  <a:cubicBezTo>
                    <a:pt x="205740" y="338138"/>
                    <a:pt x="212407" y="360997"/>
                    <a:pt x="226695" y="381000"/>
                  </a:cubicBezTo>
                  <a:cubicBezTo>
                    <a:pt x="240030" y="401003"/>
                    <a:pt x="262890" y="419100"/>
                    <a:pt x="295275" y="434340"/>
                  </a:cubicBezTo>
                  <a:cubicBezTo>
                    <a:pt x="327660" y="449580"/>
                    <a:pt x="377190" y="465772"/>
                    <a:pt x="444818" y="481013"/>
                  </a:cubicBezTo>
                  <a:cubicBezTo>
                    <a:pt x="538163" y="503872"/>
                    <a:pt x="610553" y="530542"/>
                    <a:pt x="662940" y="561022"/>
                  </a:cubicBezTo>
                  <a:cubicBezTo>
                    <a:pt x="715328" y="591503"/>
                    <a:pt x="753428" y="629603"/>
                    <a:pt x="779145" y="675322"/>
                  </a:cubicBezTo>
                  <a:cubicBezTo>
                    <a:pt x="803910" y="721042"/>
                    <a:pt x="816293" y="775335"/>
                    <a:pt x="816293" y="838200"/>
                  </a:cubicBezTo>
                  <a:cubicBezTo>
                    <a:pt x="816293" y="945832"/>
                    <a:pt x="775335" y="1032510"/>
                    <a:pt x="693420" y="1097280"/>
                  </a:cubicBezTo>
                  <a:cubicBezTo>
                    <a:pt x="611505" y="1162050"/>
                    <a:pt x="504825" y="1195388"/>
                    <a:pt x="374332" y="1195388"/>
                  </a:cubicBezTo>
                  <a:cubicBezTo>
                    <a:pt x="266700" y="1195388"/>
                    <a:pt x="178118" y="1180148"/>
                    <a:pt x="108585" y="1149667"/>
                  </a:cubicBezTo>
                  <a:cubicBezTo>
                    <a:pt x="36195" y="1121092"/>
                    <a:pt x="0" y="1086803"/>
                    <a:pt x="0" y="1048703"/>
                  </a:cubicBezTo>
                  <a:cubicBezTo>
                    <a:pt x="0" y="1032510"/>
                    <a:pt x="3810" y="1014413"/>
                    <a:pt x="12382" y="994410"/>
                  </a:cubicBezTo>
                  <a:cubicBezTo>
                    <a:pt x="20003" y="974407"/>
                    <a:pt x="36195" y="944880"/>
                    <a:pt x="60960" y="905828"/>
                  </a:cubicBezTo>
                  <a:cubicBezTo>
                    <a:pt x="105728" y="944880"/>
                    <a:pt x="157163" y="974407"/>
                    <a:pt x="213360" y="996315"/>
                  </a:cubicBezTo>
                  <a:cubicBezTo>
                    <a:pt x="269557" y="1018222"/>
                    <a:pt x="325755" y="1028700"/>
                    <a:pt x="381953" y="1028700"/>
                  </a:cubicBezTo>
                  <a:cubicBezTo>
                    <a:pt x="456247" y="1028700"/>
                    <a:pt x="513397" y="1013460"/>
                    <a:pt x="553403" y="983932"/>
                  </a:cubicBezTo>
                  <a:cubicBezTo>
                    <a:pt x="593407" y="954405"/>
                    <a:pt x="613410" y="911542"/>
                    <a:pt x="613410" y="854392"/>
                  </a:cubicBezTo>
                  <a:cubicBezTo>
                    <a:pt x="613410" y="804863"/>
                    <a:pt x="595313" y="764857"/>
                    <a:pt x="560070" y="735330"/>
                  </a:cubicBezTo>
                  <a:cubicBezTo>
                    <a:pt x="524828" y="705803"/>
                    <a:pt x="459105" y="680085"/>
                    <a:pt x="361950" y="659130"/>
                  </a:cubicBezTo>
                  <a:cubicBezTo>
                    <a:pt x="235268" y="631507"/>
                    <a:pt x="143828" y="591503"/>
                    <a:pt x="87630" y="537210"/>
                  </a:cubicBezTo>
                  <a:cubicBezTo>
                    <a:pt x="32385" y="482917"/>
                    <a:pt x="4763" y="412432"/>
                    <a:pt x="4763" y="323850"/>
                  </a:cubicBezTo>
                  <a:cubicBezTo>
                    <a:pt x="4763" y="225742"/>
                    <a:pt x="43815" y="147638"/>
                    <a:pt x="120968" y="88582"/>
                  </a:cubicBezTo>
                  <a:cubicBezTo>
                    <a:pt x="198120" y="29527"/>
                    <a:pt x="296228" y="0"/>
                    <a:pt x="415290" y="0"/>
                  </a:cubicBezTo>
                  <a:cubicBezTo>
                    <a:pt x="473393" y="0"/>
                    <a:pt x="527685" y="5715"/>
                    <a:pt x="579120" y="18097"/>
                  </a:cubicBezTo>
                  <a:cubicBezTo>
                    <a:pt x="630555" y="30480"/>
                    <a:pt x="672465" y="45720"/>
                    <a:pt x="704850" y="64770"/>
                  </a:cubicBezTo>
                  <a:cubicBezTo>
                    <a:pt x="759143" y="95250"/>
                    <a:pt x="786765" y="126682"/>
                    <a:pt x="786765" y="159067"/>
                  </a:cubicBezTo>
                  <a:cubicBezTo>
                    <a:pt x="786765" y="192405"/>
                    <a:pt x="771525" y="236220"/>
                    <a:pt x="741045" y="289560"/>
                  </a:cubicBezTo>
                  <a:lnTo>
                    <a:pt x="708660" y="29337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EA55D20E-CC35-2045-0CC5-3928672E4663}"/>
                </a:ext>
              </a:extLst>
            </p:cNvPr>
            <p:cNvSpPr/>
            <p:nvPr/>
          </p:nvSpPr>
          <p:spPr>
            <a:xfrm>
              <a:off x="11466789" y="6035878"/>
              <a:ext cx="145780" cy="182042"/>
            </a:xfrm>
            <a:custGeom>
              <a:avLst/>
              <a:gdLst>
                <a:gd name="connsiteX0" fmla="*/ 0 w 949642"/>
                <a:gd name="connsiteY0" fmla="*/ 2858 h 1185862"/>
                <a:gd name="connsiteX1" fmla="*/ 43815 w 949642"/>
                <a:gd name="connsiteY1" fmla="*/ 0 h 1185862"/>
                <a:gd name="connsiteX2" fmla="*/ 205740 w 949642"/>
                <a:gd name="connsiteY2" fmla="*/ 163830 h 1185862"/>
                <a:gd name="connsiteX3" fmla="*/ 205740 w 949642"/>
                <a:gd name="connsiteY3" fmla="*/ 726757 h 1185862"/>
                <a:gd name="connsiteX4" fmla="*/ 220028 w 949642"/>
                <a:gd name="connsiteY4" fmla="*/ 883920 h 1185862"/>
                <a:gd name="connsiteX5" fmla="*/ 273368 w 949642"/>
                <a:gd name="connsiteY5" fmla="*/ 961072 h 1185862"/>
                <a:gd name="connsiteX6" fmla="*/ 346710 w 949642"/>
                <a:gd name="connsiteY6" fmla="*/ 996315 h 1185862"/>
                <a:gd name="connsiteX7" fmla="*/ 449580 w 949642"/>
                <a:gd name="connsiteY7" fmla="*/ 1006793 h 1185862"/>
                <a:gd name="connsiteX8" fmla="*/ 595313 w 949642"/>
                <a:gd name="connsiteY8" fmla="*/ 979170 h 1185862"/>
                <a:gd name="connsiteX9" fmla="*/ 702945 w 949642"/>
                <a:gd name="connsiteY9" fmla="*/ 910590 h 1185862"/>
                <a:gd name="connsiteX10" fmla="*/ 743903 w 949642"/>
                <a:gd name="connsiteY10" fmla="*/ 833438 h 1185862"/>
                <a:gd name="connsiteX11" fmla="*/ 743903 w 949642"/>
                <a:gd name="connsiteY11" fmla="*/ 2858 h 1185862"/>
                <a:gd name="connsiteX12" fmla="*/ 787718 w 949642"/>
                <a:gd name="connsiteY12" fmla="*/ 0 h 1185862"/>
                <a:gd name="connsiteX13" fmla="*/ 949643 w 949642"/>
                <a:gd name="connsiteY13" fmla="*/ 163830 h 1185862"/>
                <a:gd name="connsiteX14" fmla="*/ 949643 w 949642"/>
                <a:gd name="connsiteY14" fmla="*/ 1148715 h 1185862"/>
                <a:gd name="connsiteX15" fmla="*/ 744855 w 949642"/>
                <a:gd name="connsiteY15" fmla="*/ 1148715 h 1185862"/>
                <a:gd name="connsiteX16" fmla="*/ 744855 w 949642"/>
                <a:gd name="connsiteY16" fmla="*/ 1042988 h 1185862"/>
                <a:gd name="connsiteX17" fmla="*/ 384810 w 949642"/>
                <a:gd name="connsiteY17" fmla="*/ 1185863 h 1185862"/>
                <a:gd name="connsiteX18" fmla="*/ 214313 w 949642"/>
                <a:gd name="connsiteY18" fmla="*/ 1162050 h 1185862"/>
                <a:gd name="connsiteX19" fmla="*/ 93345 w 949642"/>
                <a:gd name="connsiteY19" fmla="*/ 1088707 h 1185862"/>
                <a:gd name="connsiteX20" fmla="*/ 22860 w 949642"/>
                <a:gd name="connsiteY20" fmla="*/ 961072 h 1185862"/>
                <a:gd name="connsiteX21" fmla="*/ 0 w 949642"/>
                <a:gd name="connsiteY21" fmla="*/ 727710 h 1185862"/>
                <a:gd name="connsiteX22" fmla="*/ 0 w 949642"/>
                <a:gd name="connsiteY22" fmla="*/ 2858 h 1185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49642" h="1185862">
                  <a:moveTo>
                    <a:pt x="0" y="2858"/>
                  </a:moveTo>
                  <a:cubicBezTo>
                    <a:pt x="14288" y="953"/>
                    <a:pt x="28575" y="0"/>
                    <a:pt x="43815" y="0"/>
                  </a:cubicBezTo>
                  <a:cubicBezTo>
                    <a:pt x="151448" y="0"/>
                    <a:pt x="205740" y="54292"/>
                    <a:pt x="205740" y="163830"/>
                  </a:cubicBezTo>
                  <a:lnTo>
                    <a:pt x="205740" y="726757"/>
                  </a:lnTo>
                  <a:cubicBezTo>
                    <a:pt x="205740" y="797243"/>
                    <a:pt x="210503" y="849630"/>
                    <a:pt x="220028" y="883920"/>
                  </a:cubicBezTo>
                  <a:cubicBezTo>
                    <a:pt x="229553" y="917257"/>
                    <a:pt x="247650" y="943928"/>
                    <a:pt x="273368" y="961072"/>
                  </a:cubicBezTo>
                  <a:cubicBezTo>
                    <a:pt x="296228" y="977265"/>
                    <a:pt x="320040" y="988695"/>
                    <a:pt x="346710" y="996315"/>
                  </a:cubicBezTo>
                  <a:cubicBezTo>
                    <a:pt x="373380" y="1003935"/>
                    <a:pt x="407670" y="1006793"/>
                    <a:pt x="449580" y="1006793"/>
                  </a:cubicBezTo>
                  <a:cubicBezTo>
                    <a:pt x="502920" y="1006793"/>
                    <a:pt x="551498" y="997268"/>
                    <a:pt x="595313" y="979170"/>
                  </a:cubicBezTo>
                  <a:cubicBezTo>
                    <a:pt x="639128" y="961072"/>
                    <a:pt x="675323" y="937260"/>
                    <a:pt x="702945" y="910590"/>
                  </a:cubicBezTo>
                  <a:cubicBezTo>
                    <a:pt x="730568" y="882968"/>
                    <a:pt x="743903" y="857250"/>
                    <a:pt x="743903" y="833438"/>
                  </a:cubicBezTo>
                  <a:lnTo>
                    <a:pt x="743903" y="2858"/>
                  </a:lnTo>
                  <a:cubicBezTo>
                    <a:pt x="758190" y="953"/>
                    <a:pt x="772478" y="0"/>
                    <a:pt x="787718" y="0"/>
                  </a:cubicBezTo>
                  <a:cubicBezTo>
                    <a:pt x="895350" y="0"/>
                    <a:pt x="949643" y="54292"/>
                    <a:pt x="949643" y="163830"/>
                  </a:cubicBezTo>
                  <a:lnTo>
                    <a:pt x="949643" y="1148715"/>
                  </a:lnTo>
                  <a:lnTo>
                    <a:pt x="744855" y="1148715"/>
                  </a:lnTo>
                  <a:lnTo>
                    <a:pt x="744855" y="1042988"/>
                  </a:lnTo>
                  <a:cubicBezTo>
                    <a:pt x="662940" y="1138238"/>
                    <a:pt x="542925" y="1185863"/>
                    <a:pt x="384810" y="1185863"/>
                  </a:cubicBezTo>
                  <a:cubicBezTo>
                    <a:pt x="320040" y="1185863"/>
                    <a:pt x="263843" y="1178243"/>
                    <a:pt x="214313" y="1162050"/>
                  </a:cubicBezTo>
                  <a:cubicBezTo>
                    <a:pt x="164783" y="1145857"/>
                    <a:pt x="124778" y="1121093"/>
                    <a:pt x="93345" y="1088707"/>
                  </a:cubicBezTo>
                  <a:cubicBezTo>
                    <a:pt x="61913" y="1055370"/>
                    <a:pt x="39053" y="1013460"/>
                    <a:pt x="22860" y="961072"/>
                  </a:cubicBezTo>
                  <a:cubicBezTo>
                    <a:pt x="7620" y="908685"/>
                    <a:pt x="0" y="831532"/>
                    <a:pt x="0" y="727710"/>
                  </a:cubicBezTo>
                  <a:lnTo>
                    <a:pt x="0" y="2858"/>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A6CDC61E-C84E-8A01-44A7-DE7EC4FF561C}"/>
                </a:ext>
              </a:extLst>
            </p:cNvPr>
            <p:cNvSpPr/>
            <p:nvPr/>
          </p:nvSpPr>
          <p:spPr>
            <a:xfrm>
              <a:off x="11644737" y="5963354"/>
              <a:ext cx="49422" cy="251057"/>
            </a:xfrm>
            <a:custGeom>
              <a:avLst/>
              <a:gdLst>
                <a:gd name="connsiteX0" fmla="*/ 0 w 321944"/>
                <a:gd name="connsiteY0" fmla="*/ 2858 h 1635442"/>
                <a:gd name="connsiteX1" fmla="*/ 43815 w 321944"/>
                <a:gd name="connsiteY1" fmla="*/ 0 h 1635442"/>
                <a:gd name="connsiteX2" fmla="*/ 205740 w 321944"/>
                <a:gd name="connsiteY2" fmla="*/ 163830 h 1635442"/>
                <a:gd name="connsiteX3" fmla="*/ 205740 w 321944"/>
                <a:gd name="connsiteY3" fmla="*/ 1394460 h 1635442"/>
                <a:gd name="connsiteX4" fmla="*/ 215265 w 321944"/>
                <a:gd name="connsiteY4" fmla="*/ 1485900 h 1635442"/>
                <a:gd name="connsiteX5" fmla="*/ 249555 w 321944"/>
                <a:gd name="connsiteY5" fmla="*/ 1521143 h 1635442"/>
                <a:gd name="connsiteX6" fmla="*/ 321945 w 321944"/>
                <a:gd name="connsiteY6" fmla="*/ 1531620 h 1635442"/>
                <a:gd name="connsiteX7" fmla="*/ 321945 w 321944"/>
                <a:gd name="connsiteY7" fmla="*/ 1618298 h 1635442"/>
                <a:gd name="connsiteX8" fmla="*/ 189548 w 321944"/>
                <a:gd name="connsiteY8" fmla="*/ 1635443 h 1635442"/>
                <a:gd name="connsiteX9" fmla="*/ 82868 w 321944"/>
                <a:gd name="connsiteY9" fmla="*/ 1613535 h 1635442"/>
                <a:gd name="connsiteX10" fmla="*/ 20955 w 321944"/>
                <a:gd name="connsiteY10" fmla="*/ 1544955 h 1635442"/>
                <a:gd name="connsiteX11" fmla="*/ 0 w 321944"/>
                <a:gd name="connsiteY11" fmla="*/ 1386840 h 1635442"/>
                <a:gd name="connsiteX12" fmla="*/ 0 w 321944"/>
                <a:gd name="connsiteY12" fmla="*/ 2858 h 16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1944" h="1635442">
                  <a:moveTo>
                    <a:pt x="0" y="2858"/>
                  </a:moveTo>
                  <a:cubicBezTo>
                    <a:pt x="14288" y="953"/>
                    <a:pt x="28575" y="0"/>
                    <a:pt x="43815" y="0"/>
                  </a:cubicBezTo>
                  <a:cubicBezTo>
                    <a:pt x="151448" y="0"/>
                    <a:pt x="205740" y="54293"/>
                    <a:pt x="205740" y="163830"/>
                  </a:cubicBezTo>
                  <a:lnTo>
                    <a:pt x="205740" y="1394460"/>
                  </a:lnTo>
                  <a:cubicBezTo>
                    <a:pt x="205740" y="1439228"/>
                    <a:pt x="208598" y="1469708"/>
                    <a:pt x="215265" y="1485900"/>
                  </a:cubicBezTo>
                  <a:cubicBezTo>
                    <a:pt x="221932" y="1502093"/>
                    <a:pt x="233363" y="1513523"/>
                    <a:pt x="249555" y="1521143"/>
                  </a:cubicBezTo>
                  <a:cubicBezTo>
                    <a:pt x="265748" y="1528763"/>
                    <a:pt x="289560" y="1531620"/>
                    <a:pt x="321945" y="1531620"/>
                  </a:cubicBezTo>
                  <a:lnTo>
                    <a:pt x="321945" y="1618298"/>
                  </a:lnTo>
                  <a:cubicBezTo>
                    <a:pt x="288607" y="1629728"/>
                    <a:pt x="243840" y="1635443"/>
                    <a:pt x="189548" y="1635443"/>
                  </a:cubicBezTo>
                  <a:cubicBezTo>
                    <a:pt x="145732" y="1635443"/>
                    <a:pt x="110490" y="1627823"/>
                    <a:pt x="82868" y="1613535"/>
                  </a:cubicBezTo>
                  <a:cubicBezTo>
                    <a:pt x="55245" y="1599248"/>
                    <a:pt x="35243" y="1576388"/>
                    <a:pt x="20955" y="1544955"/>
                  </a:cubicBezTo>
                  <a:cubicBezTo>
                    <a:pt x="7620" y="1513523"/>
                    <a:pt x="0" y="1461135"/>
                    <a:pt x="0" y="1386840"/>
                  </a:cubicBezTo>
                  <a:lnTo>
                    <a:pt x="0" y="2858"/>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1B3932A9-39F7-99CF-6CFB-211EBE2478C4}"/>
                </a:ext>
              </a:extLst>
            </p:cNvPr>
            <p:cNvSpPr/>
            <p:nvPr/>
          </p:nvSpPr>
          <p:spPr>
            <a:xfrm>
              <a:off x="11709950" y="6033831"/>
              <a:ext cx="150898" cy="183943"/>
            </a:xfrm>
            <a:custGeom>
              <a:avLst/>
              <a:gdLst>
                <a:gd name="connsiteX0" fmla="*/ 212408 w 982980"/>
                <a:gd name="connsiteY0" fmla="*/ 634365 h 1198244"/>
                <a:gd name="connsiteX1" fmla="*/ 310515 w 982980"/>
                <a:gd name="connsiteY1" fmla="*/ 923925 h 1198244"/>
                <a:gd name="connsiteX2" fmla="*/ 569595 w 982980"/>
                <a:gd name="connsiteY2" fmla="*/ 1024890 h 1198244"/>
                <a:gd name="connsiteX3" fmla="*/ 888683 w 982980"/>
                <a:gd name="connsiteY3" fmla="*/ 887730 h 1198244"/>
                <a:gd name="connsiteX4" fmla="*/ 937260 w 982980"/>
                <a:gd name="connsiteY4" fmla="*/ 961072 h 1198244"/>
                <a:gd name="connsiteX5" fmla="*/ 956310 w 982980"/>
                <a:gd name="connsiteY5" fmla="*/ 1020128 h 1198244"/>
                <a:gd name="connsiteX6" fmla="*/ 902970 w 982980"/>
                <a:gd name="connsiteY6" fmla="*/ 1102042 h 1198244"/>
                <a:gd name="connsiteX7" fmla="*/ 550545 w 982980"/>
                <a:gd name="connsiteY7" fmla="*/ 1198245 h 1198244"/>
                <a:gd name="connsiteX8" fmla="*/ 142875 w 982980"/>
                <a:gd name="connsiteY8" fmla="*/ 1041082 h 1198244"/>
                <a:gd name="connsiteX9" fmla="*/ 0 w 982980"/>
                <a:gd name="connsiteY9" fmla="*/ 584835 h 1198244"/>
                <a:gd name="connsiteX10" fmla="*/ 66675 w 982980"/>
                <a:gd name="connsiteY10" fmla="*/ 270510 h 1198244"/>
                <a:gd name="connsiteX11" fmla="*/ 252413 w 982980"/>
                <a:gd name="connsiteY11" fmla="*/ 70485 h 1198244"/>
                <a:gd name="connsiteX12" fmla="*/ 519113 w 982980"/>
                <a:gd name="connsiteY12" fmla="*/ 0 h 1198244"/>
                <a:gd name="connsiteX13" fmla="*/ 770573 w 982980"/>
                <a:gd name="connsiteY13" fmla="*/ 61913 h 1198244"/>
                <a:gd name="connsiteX14" fmla="*/ 928688 w 982980"/>
                <a:gd name="connsiteY14" fmla="*/ 237172 h 1198244"/>
                <a:gd name="connsiteX15" fmla="*/ 982980 w 982980"/>
                <a:gd name="connsiteY15" fmla="*/ 498157 h 1198244"/>
                <a:gd name="connsiteX16" fmla="*/ 975360 w 982980"/>
                <a:gd name="connsiteY16" fmla="*/ 633413 h 1198244"/>
                <a:gd name="connsiteX17" fmla="*/ 212408 w 982980"/>
                <a:gd name="connsiteY17" fmla="*/ 633413 h 1198244"/>
                <a:gd name="connsiteX18" fmla="*/ 777240 w 982980"/>
                <a:gd name="connsiteY18" fmla="*/ 480060 h 1198244"/>
                <a:gd name="connsiteX19" fmla="*/ 509588 w 982980"/>
                <a:gd name="connsiteY19" fmla="*/ 171450 h 1198244"/>
                <a:gd name="connsiteX20" fmla="*/ 301943 w 982980"/>
                <a:gd name="connsiteY20" fmla="*/ 254317 h 1198244"/>
                <a:gd name="connsiteX21" fmla="*/ 212408 w 982980"/>
                <a:gd name="connsiteY21" fmla="*/ 480060 h 1198244"/>
                <a:gd name="connsiteX22" fmla="*/ 777240 w 982980"/>
                <a:gd name="connsiteY22" fmla="*/ 480060 h 119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82980" h="1198244">
                  <a:moveTo>
                    <a:pt x="212408" y="634365"/>
                  </a:moveTo>
                  <a:cubicBezTo>
                    <a:pt x="217170" y="760095"/>
                    <a:pt x="249555" y="856297"/>
                    <a:pt x="310515" y="923925"/>
                  </a:cubicBezTo>
                  <a:cubicBezTo>
                    <a:pt x="370523" y="991553"/>
                    <a:pt x="457200" y="1024890"/>
                    <a:pt x="569595" y="1024890"/>
                  </a:cubicBezTo>
                  <a:cubicBezTo>
                    <a:pt x="702945" y="1024890"/>
                    <a:pt x="809625" y="979170"/>
                    <a:pt x="888683" y="887730"/>
                  </a:cubicBezTo>
                  <a:cubicBezTo>
                    <a:pt x="907733" y="911542"/>
                    <a:pt x="923925" y="936307"/>
                    <a:pt x="937260" y="961072"/>
                  </a:cubicBezTo>
                  <a:cubicBezTo>
                    <a:pt x="950595" y="985838"/>
                    <a:pt x="956310" y="1005840"/>
                    <a:pt x="956310" y="1020128"/>
                  </a:cubicBezTo>
                  <a:cubicBezTo>
                    <a:pt x="956310" y="1047750"/>
                    <a:pt x="938213" y="1074420"/>
                    <a:pt x="902970" y="1102042"/>
                  </a:cubicBezTo>
                  <a:cubicBezTo>
                    <a:pt x="816293" y="1166813"/>
                    <a:pt x="698183" y="1198245"/>
                    <a:pt x="550545" y="1198245"/>
                  </a:cubicBezTo>
                  <a:cubicBezTo>
                    <a:pt x="373380" y="1198245"/>
                    <a:pt x="237173" y="1145857"/>
                    <a:pt x="142875" y="1041082"/>
                  </a:cubicBezTo>
                  <a:cubicBezTo>
                    <a:pt x="47625" y="936307"/>
                    <a:pt x="0" y="783907"/>
                    <a:pt x="0" y="584835"/>
                  </a:cubicBezTo>
                  <a:cubicBezTo>
                    <a:pt x="0" y="462915"/>
                    <a:pt x="21908" y="358140"/>
                    <a:pt x="66675" y="270510"/>
                  </a:cubicBezTo>
                  <a:cubicBezTo>
                    <a:pt x="110490" y="183832"/>
                    <a:pt x="173355" y="117157"/>
                    <a:pt x="252413" y="70485"/>
                  </a:cubicBezTo>
                  <a:cubicBezTo>
                    <a:pt x="332423" y="23813"/>
                    <a:pt x="421005" y="0"/>
                    <a:pt x="519113" y="0"/>
                  </a:cubicBezTo>
                  <a:cubicBezTo>
                    <a:pt x="617220" y="0"/>
                    <a:pt x="701040" y="20955"/>
                    <a:pt x="770573" y="61913"/>
                  </a:cubicBezTo>
                  <a:cubicBezTo>
                    <a:pt x="840105" y="102870"/>
                    <a:pt x="892493" y="160972"/>
                    <a:pt x="928688" y="237172"/>
                  </a:cubicBezTo>
                  <a:cubicBezTo>
                    <a:pt x="964883" y="312420"/>
                    <a:pt x="982980" y="400050"/>
                    <a:pt x="982980" y="498157"/>
                  </a:cubicBezTo>
                  <a:cubicBezTo>
                    <a:pt x="982980" y="561022"/>
                    <a:pt x="980123" y="605790"/>
                    <a:pt x="975360" y="633413"/>
                  </a:cubicBezTo>
                  <a:lnTo>
                    <a:pt x="212408" y="633413"/>
                  </a:lnTo>
                  <a:close/>
                  <a:moveTo>
                    <a:pt x="777240" y="480060"/>
                  </a:moveTo>
                  <a:cubicBezTo>
                    <a:pt x="777240" y="274320"/>
                    <a:pt x="687705" y="171450"/>
                    <a:pt x="509588" y="171450"/>
                  </a:cubicBezTo>
                  <a:cubicBezTo>
                    <a:pt x="423863" y="171450"/>
                    <a:pt x="355283" y="199072"/>
                    <a:pt x="301943" y="254317"/>
                  </a:cubicBezTo>
                  <a:cubicBezTo>
                    <a:pt x="248603" y="309563"/>
                    <a:pt x="219075" y="384810"/>
                    <a:pt x="212408" y="480060"/>
                  </a:cubicBezTo>
                  <a:lnTo>
                    <a:pt x="777240" y="48006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B9E1B41A-75BA-76C6-2CD0-334F2D18F9BC}"/>
                </a:ext>
              </a:extLst>
            </p:cNvPr>
            <p:cNvSpPr/>
            <p:nvPr/>
          </p:nvSpPr>
          <p:spPr>
            <a:xfrm>
              <a:off x="11888484" y="5984409"/>
              <a:ext cx="97235" cy="233218"/>
            </a:xfrm>
            <a:custGeom>
              <a:avLst/>
              <a:gdLst>
                <a:gd name="connsiteX0" fmla="*/ 0 w 633412"/>
                <a:gd name="connsiteY0" fmla="*/ 2858 h 1519237"/>
                <a:gd name="connsiteX1" fmla="*/ 43815 w 633412"/>
                <a:gd name="connsiteY1" fmla="*/ 0 h 1519237"/>
                <a:gd name="connsiteX2" fmla="*/ 205740 w 633412"/>
                <a:gd name="connsiteY2" fmla="*/ 163830 h 1519237"/>
                <a:gd name="connsiteX3" fmla="*/ 205740 w 633412"/>
                <a:gd name="connsiteY3" fmla="*/ 349567 h 1519237"/>
                <a:gd name="connsiteX4" fmla="*/ 565785 w 633412"/>
                <a:gd name="connsiteY4" fmla="*/ 349567 h 1519237"/>
                <a:gd name="connsiteX5" fmla="*/ 565785 w 633412"/>
                <a:gd name="connsiteY5" fmla="*/ 523875 h 1519237"/>
                <a:gd name="connsiteX6" fmla="*/ 205740 w 633412"/>
                <a:gd name="connsiteY6" fmla="*/ 523875 h 1519237"/>
                <a:gd name="connsiteX7" fmla="*/ 205740 w 633412"/>
                <a:gd name="connsiteY7" fmla="*/ 1146810 h 1519237"/>
                <a:gd name="connsiteX8" fmla="*/ 362902 w 633412"/>
                <a:gd name="connsiteY8" fmla="*/ 1344930 h 1519237"/>
                <a:gd name="connsiteX9" fmla="*/ 443865 w 633412"/>
                <a:gd name="connsiteY9" fmla="*/ 1327785 h 1519237"/>
                <a:gd name="connsiteX10" fmla="*/ 517207 w 633412"/>
                <a:gd name="connsiteY10" fmla="*/ 1283970 h 1519237"/>
                <a:gd name="connsiteX11" fmla="*/ 562927 w 633412"/>
                <a:gd name="connsiteY11" fmla="*/ 1240155 h 1519237"/>
                <a:gd name="connsiteX12" fmla="*/ 633413 w 633412"/>
                <a:gd name="connsiteY12" fmla="*/ 1375410 h 1519237"/>
                <a:gd name="connsiteX13" fmla="*/ 587693 w 633412"/>
                <a:gd name="connsiteY13" fmla="*/ 1444943 h 1519237"/>
                <a:gd name="connsiteX14" fmla="*/ 475297 w 633412"/>
                <a:gd name="connsiteY14" fmla="*/ 1500187 h 1519237"/>
                <a:gd name="connsiteX15" fmla="*/ 331470 w 633412"/>
                <a:gd name="connsiteY15" fmla="*/ 1519237 h 1519237"/>
                <a:gd name="connsiteX16" fmla="*/ 24765 w 633412"/>
                <a:gd name="connsiteY16" fmla="*/ 1338262 h 1519237"/>
                <a:gd name="connsiteX17" fmla="*/ 952 w 633412"/>
                <a:gd name="connsiteY17" fmla="*/ 1130618 h 1519237"/>
                <a:gd name="connsiteX18" fmla="*/ 952 w 633412"/>
                <a:gd name="connsiteY18" fmla="*/ 2858 h 1519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33412" h="1519237">
                  <a:moveTo>
                    <a:pt x="0" y="2858"/>
                  </a:moveTo>
                  <a:cubicBezTo>
                    <a:pt x="14288" y="952"/>
                    <a:pt x="28575" y="0"/>
                    <a:pt x="43815" y="0"/>
                  </a:cubicBezTo>
                  <a:cubicBezTo>
                    <a:pt x="151447" y="0"/>
                    <a:pt x="205740" y="54292"/>
                    <a:pt x="205740" y="163830"/>
                  </a:cubicBezTo>
                  <a:lnTo>
                    <a:pt x="205740" y="349567"/>
                  </a:lnTo>
                  <a:lnTo>
                    <a:pt x="565785" y="349567"/>
                  </a:lnTo>
                  <a:lnTo>
                    <a:pt x="565785" y="523875"/>
                  </a:lnTo>
                  <a:lnTo>
                    <a:pt x="205740" y="523875"/>
                  </a:lnTo>
                  <a:lnTo>
                    <a:pt x="205740" y="1146810"/>
                  </a:lnTo>
                  <a:cubicBezTo>
                    <a:pt x="205740" y="1279208"/>
                    <a:pt x="258127" y="1344930"/>
                    <a:pt x="362902" y="1344930"/>
                  </a:cubicBezTo>
                  <a:cubicBezTo>
                    <a:pt x="390525" y="1344930"/>
                    <a:pt x="417195" y="1339215"/>
                    <a:pt x="443865" y="1327785"/>
                  </a:cubicBezTo>
                  <a:cubicBezTo>
                    <a:pt x="470535" y="1316355"/>
                    <a:pt x="495300" y="1302068"/>
                    <a:pt x="517207" y="1283970"/>
                  </a:cubicBezTo>
                  <a:cubicBezTo>
                    <a:pt x="540068" y="1265873"/>
                    <a:pt x="555307" y="1251585"/>
                    <a:pt x="562927" y="1240155"/>
                  </a:cubicBezTo>
                  <a:cubicBezTo>
                    <a:pt x="609600" y="1298258"/>
                    <a:pt x="633413" y="1343025"/>
                    <a:pt x="633413" y="1375410"/>
                  </a:cubicBezTo>
                  <a:cubicBezTo>
                    <a:pt x="633413" y="1398270"/>
                    <a:pt x="618172" y="1421130"/>
                    <a:pt x="587693" y="1444943"/>
                  </a:cubicBezTo>
                  <a:cubicBezTo>
                    <a:pt x="557213" y="1468755"/>
                    <a:pt x="520065" y="1487805"/>
                    <a:pt x="475297" y="1500187"/>
                  </a:cubicBezTo>
                  <a:cubicBezTo>
                    <a:pt x="430530" y="1513523"/>
                    <a:pt x="382905" y="1519237"/>
                    <a:pt x="331470" y="1519237"/>
                  </a:cubicBezTo>
                  <a:cubicBezTo>
                    <a:pt x="170497" y="1519237"/>
                    <a:pt x="68580" y="1459230"/>
                    <a:pt x="24765" y="1338262"/>
                  </a:cubicBezTo>
                  <a:cubicBezTo>
                    <a:pt x="8572" y="1293495"/>
                    <a:pt x="952" y="1223962"/>
                    <a:pt x="952" y="1130618"/>
                  </a:cubicBezTo>
                  <a:lnTo>
                    <a:pt x="952" y="2858"/>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802273706"/>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A3C08197-5484-277D-7AE3-A725D51F85D4}"/>
              </a:ext>
            </a:extLst>
          </p:cNvPr>
          <p:cNvGrpSpPr/>
          <p:nvPr userDrawn="1"/>
        </p:nvGrpSpPr>
        <p:grpSpPr>
          <a:xfrm>
            <a:off x="10408962" y="6131833"/>
            <a:ext cx="1549676" cy="462092"/>
            <a:chOff x="11074630" y="5946246"/>
            <a:chExt cx="911089" cy="271674"/>
          </a:xfrm>
        </p:grpSpPr>
        <p:sp>
          <p:nvSpPr>
            <p:cNvPr id="10" name="Freeform: Shape 9">
              <a:extLst>
                <a:ext uri="{FF2B5EF4-FFF2-40B4-BE49-F238E27FC236}">
                  <a16:creationId xmlns:a16="http://schemas.microsoft.com/office/drawing/2014/main" id="{127C715E-6F55-1045-DCB3-118A8CB0B74B}"/>
                </a:ext>
              </a:extLst>
            </p:cNvPr>
            <p:cNvSpPr/>
            <p:nvPr/>
          </p:nvSpPr>
          <p:spPr>
            <a:xfrm>
              <a:off x="11074630" y="5946246"/>
              <a:ext cx="32607" cy="266264"/>
            </a:xfrm>
            <a:custGeom>
              <a:avLst/>
              <a:gdLst>
                <a:gd name="connsiteX0" fmla="*/ 0 w 212407"/>
                <a:gd name="connsiteY0" fmla="*/ 4763 h 1734502"/>
                <a:gd name="connsiteX1" fmla="*/ 60007 w 212407"/>
                <a:gd name="connsiteY1" fmla="*/ 0 h 1734502"/>
                <a:gd name="connsiteX2" fmla="*/ 172402 w 212407"/>
                <a:gd name="connsiteY2" fmla="*/ 40005 h 1734502"/>
                <a:gd name="connsiteX3" fmla="*/ 212407 w 212407"/>
                <a:gd name="connsiteY3" fmla="*/ 152400 h 1734502"/>
                <a:gd name="connsiteX4" fmla="*/ 212407 w 212407"/>
                <a:gd name="connsiteY4" fmla="*/ 1734502 h 1734502"/>
                <a:gd name="connsiteX5" fmla="*/ 0 w 212407"/>
                <a:gd name="connsiteY5" fmla="*/ 1734502 h 1734502"/>
                <a:gd name="connsiteX6" fmla="*/ 0 w 212407"/>
                <a:gd name="connsiteY6" fmla="*/ 4763 h 1734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407" h="1734502">
                  <a:moveTo>
                    <a:pt x="0" y="4763"/>
                  </a:moveTo>
                  <a:cubicBezTo>
                    <a:pt x="25717" y="1905"/>
                    <a:pt x="45720" y="0"/>
                    <a:pt x="60007" y="0"/>
                  </a:cubicBezTo>
                  <a:cubicBezTo>
                    <a:pt x="108585" y="0"/>
                    <a:pt x="145732" y="13335"/>
                    <a:pt x="172402" y="40005"/>
                  </a:cubicBezTo>
                  <a:cubicBezTo>
                    <a:pt x="199072" y="66675"/>
                    <a:pt x="212407" y="103823"/>
                    <a:pt x="212407" y="152400"/>
                  </a:cubicBezTo>
                  <a:lnTo>
                    <a:pt x="212407" y="1734502"/>
                  </a:lnTo>
                  <a:lnTo>
                    <a:pt x="0" y="1734502"/>
                  </a:lnTo>
                  <a:lnTo>
                    <a:pt x="0" y="4763"/>
                  </a:lnTo>
                  <a:close/>
                </a:path>
              </a:pathLst>
            </a:custGeom>
            <a:solidFill>
              <a:srgbClr val="743DBC"/>
            </a:solid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BDD62EFA-5517-D2BE-4C4C-60514C7C22A7}"/>
                </a:ext>
              </a:extLst>
            </p:cNvPr>
            <p:cNvSpPr/>
            <p:nvPr/>
          </p:nvSpPr>
          <p:spPr>
            <a:xfrm>
              <a:off x="11141306" y="6033977"/>
              <a:ext cx="146657" cy="178240"/>
            </a:xfrm>
            <a:custGeom>
              <a:avLst/>
              <a:gdLst>
                <a:gd name="connsiteX0" fmla="*/ 0 w 955357"/>
                <a:gd name="connsiteY0" fmla="*/ 21908 h 1161097"/>
                <a:gd name="connsiteX1" fmla="*/ 40958 w 955357"/>
                <a:gd name="connsiteY1" fmla="*/ 19050 h 1161097"/>
                <a:gd name="connsiteX2" fmla="*/ 147638 w 955357"/>
                <a:gd name="connsiteY2" fmla="*/ 50483 h 1161097"/>
                <a:gd name="connsiteX3" fmla="*/ 196215 w 955357"/>
                <a:gd name="connsiteY3" fmla="*/ 141923 h 1161097"/>
                <a:gd name="connsiteX4" fmla="*/ 361950 w 955357"/>
                <a:gd name="connsiteY4" fmla="*/ 37148 h 1161097"/>
                <a:gd name="connsiteX5" fmla="*/ 573405 w 955357"/>
                <a:gd name="connsiteY5" fmla="*/ 0 h 1161097"/>
                <a:gd name="connsiteX6" fmla="*/ 813435 w 955357"/>
                <a:gd name="connsiteY6" fmla="*/ 64770 h 1161097"/>
                <a:gd name="connsiteX7" fmla="*/ 938213 w 955357"/>
                <a:gd name="connsiteY7" fmla="*/ 253365 h 1161097"/>
                <a:gd name="connsiteX8" fmla="*/ 955358 w 955357"/>
                <a:gd name="connsiteY8" fmla="*/ 475298 h 1161097"/>
                <a:gd name="connsiteX9" fmla="*/ 955358 w 955357"/>
                <a:gd name="connsiteY9" fmla="*/ 1161098 h 1161097"/>
                <a:gd name="connsiteX10" fmla="*/ 750570 w 955357"/>
                <a:gd name="connsiteY10" fmla="*/ 1161098 h 1161097"/>
                <a:gd name="connsiteX11" fmla="*/ 750570 w 955357"/>
                <a:gd name="connsiteY11" fmla="*/ 483870 h 1161097"/>
                <a:gd name="connsiteX12" fmla="*/ 736283 w 955357"/>
                <a:gd name="connsiteY12" fmla="*/ 317183 h 1161097"/>
                <a:gd name="connsiteX13" fmla="*/ 661035 w 955357"/>
                <a:gd name="connsiteY13" fmla="*/ 218123 h 1161097"/>
                <a:gd name="connsiteX14" fmla="*/ 508635 w 955357"/>
                <a:gd name="connsiteY14" fmla="*/ 186690 h 1161097"/>
                <a:gd name="connsiteX15" fmla="*/ 353378 w 955357"/>
                <a:gd name="connsiteY15" fmla="*/ 210503 h 1161097"/>
                <a:gd name="connsiteX16" fmla="*/ 245745 w 955357"/>
                <a:gd name="connsiteY16" fmla="*/ 274320 h 1161097"/>
                <a:gd name="connsiteX17" fmla="*/ 206692 w 955357"/>
                <a:gd name="connsiteY17" fmla="*/ 357188 h 1161097"/>
                <a:gd name="connsiteX18" fmla="*/ 206692 w 955357"/>
                <a:gd name="connsiteY18" fmla="*/ 1161098 h 1161097"/>
                <a:gd name="connsiteX19" fmla="*/ 1905 w 955357"/>
                <a:gd name="connsiteY19" fmla="*/ 1161098 h 1161097"/>
                <a:gd name="connsiteX20" fmla="*/ 1905 w 955357"/>
                <a:gd name="connsiteY20" fmla="*/ 21908 h 1161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55357" h="1161097">
                  <a:moveTo>
                    <a:pt x="0" y="21908"/>
                  </a:moveTo>
                  <a:cubicBezTo>
                    <a:pt x="14288" y="20003"/>
                    <a:pt x="28575" y="19050"/>
                    <a:pt x="40958" y="19050"/>
                  </a:cubicBezTo>
                  <a:cubicBezTo>
                    <a:pt x="84773" y="19050"/>
                    <a:pt x="120015" y="29528"/>
                    <a:pt x="147638" y="50483"/>
                  </a:cubicBezTo>
                  <a:cubicBezTo>
                    <a:pt x="175260" y="71438"/>
                    <a:pt x="191453" y="101917"/>
                    <a:pt x="196215" y="141923"/>
                  </a:cubicBezTo>
                  <a:cubicBezTo>
                    <a:pt x="240983" y="97155"/>
                    <a:pt x="296228" y="61913"/>
                    <a:pt x="361950" y="37148"/>
                  </a:cubicBezTo>
                  <a:cubicBezTo>
                    <a:pt x="426720" y="12383"/>
                    <a:pt x="497205" y="0"/>
                    <a:pt x="573405" y="0"/>
                  </a:cubicBezTo>
                  <a:cubicBezTo>
                    <a:pt x="671513" y="0"/>
                    <a:pt x="751523" y="21908"/>
                    <a:pt x="813435" y="64770"/>
                  </a:cubicBezTo>
                  <a:cubicBezTo>
                    <a:pt x="875348" y="108585"/>
                    <a:pt x="917258" y="171450"/>
                    <a:pt x="938213" y="253365"/>
                  </a:cubicBezTo>
                  <a:cubicBezTo>
                    <a:pt x="949643" y="297180"/>
                    <a:pt x="955358" y="370523"/>
                    <a:pt x="955358" y="475298"/>
                  </a:cubicBezTo>
                  <a:lnTo>
                    <a:pt x="955358" y="1161098"/>
                  </a:lnTo>
                  <a:lnTo>
                    <a:pt x="750570" y="1161098"/>
                  </a:lnTo>
                  <a:lnTo>
                    <a:pt x="750570" y="483870"/>
                  </a:lnTo>
                  <a:cubicBezTo>
                    <a:pt x="750570" y="404813"/>
                    <a:pt x="745808" y="349567"/>
                    <a:pt x="736283" y="317183"/>
                  </a:cubicBezTo>
                  <a:cubicBezTo>
                    <a:pt x="722948" y="272415"/>
                    <a:pt x="698183" y="239078"/>
                    <a:pt x="661035" y="218123"/>
                  </a:cubicBezTo>
                  <a:cubicBezTo>
                    <a:pt x="623888" y="197167"/>
                    <a:pt x="573405" y="186690"/>
                    <a:pt x="508635" y="186690"/>
                  </a:cubicBezTo>
                  <a:cubicBezTo>
                    <a:pt x="450533" y="186690"/>
                    <a:pt x="399098" y="194310"/>
                    <a:pt x="353378" y="210503"/>
                  </a:cubicBezTo>
                  <a:cubicBezTo>
                    <a:pt x="307658" y="226695"/>
                    <a:pt x="271463" y="247650"/>
                    <a:pt x="245745" y="274320"/>
                  </a:cubicBezTo>
                  <a:cubicBezTo>
                    <a:pt x="220028" y="300990"/>
                    <a:pt x="206692" y="328613"/>
                    <a:pt x="206692" y="357188"/>
                  </a:cubicBezTo>
                  <a:lnTo>
                    <a:pt x="206692" y="1161098"/>
                  </a:lnTo>
                  <a:lnTo>
                    <a:pt x="1905" y="1161098"/>
                  </a:lnTo>
                  <a:lnTo>
                    <a:pt x="1905" y="21908"/>
                  </a:lnTo>
                  <a:close/>
                </a:path>
              </a:pathLst>
            </a:custGeom>
            <a:solidFill>
              <a:srgbClr val="743DBC"/>
            </a:solid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6AB7D9F-9895-A614-1095-A0A933CE2CB5}"/>
                </a:ext>
              </a:extLst>
            </p:cNvPr>
            <p:cNvSpPr/>
            <p:nvPr/>
          </p:nvSpPr>
          <p:spPr>
            <a:xfrm>
              <a:off x="11314282" y="6033831"/>
              <a:ext cx="125309" cy="183504"/>
            </a:xfrm>
            <a:custGeom>
              <a:avLst/>
              <a:gdLst>
                <a:gd name="connsiteX0" fmla="*/ 708660 w 816292"/>
                <a:gd name="connsiteY0" fmla="*/ 293370 h 1195387"/>
                <a:gd name="connsiteX1" fmla="*/ 582930 w 816292"/>
                <a:gd name="connsiteY1" fmla="*/ 202882 h 1195387"/>
                <a:gd name="connsiteX2" fmla="*/ 421005 w 816292"/>
                <a:gd name="connsiteY2" fmla="*/ 167640 h 1195387"/>
                <a:gd name="connsiteX3" fmla="*/ 263843 w 816292"/>
                <a:gd name="connsiteY3" fmla="*/ 204788 h 1195387"/>
                <a:gd name="connsiteX4" fmla="*/ 205740 w 816292"/>
                <a:gd name="connsiteY4" fmla="*/ 312420 h 1195387"/>
                <a:gd name="connsiteX5" fmla="*/ 226695 w 816292"/>
                <a:gd name="connsiteY5" fmla="*/ 381000 h 1195387"/>
                <a:gd name="connsiteX6" fmla="*/ 295275 w 816292"/>
                <a:gd name="connsiteY6" fmla="*/ 434340 h 1195387"/>
                <a:gd name="connsiteX7" fmla="*/ 444818 w 816292"/>
                <a:gd name="connsiteY7" fmla="*/ 481013 h 1195387"/>
                <a:gd name="connsiteX8" fmla="*/ 662940 w 816292"/>
                <a:gd name="connsiteY8" fmla="*/ 561022 h 1195387"/>
                <a:gd name="connsiteX9" fmla="*/ 779145 w 816292"/>
                <a:gd name="connsiteY9" fmla="*/ 675322 h 1195387"/>
                <a:gd name="connsiteX10" fmla="*/ 816293 w 816292"/>
                <a:gd name="connsiteY10" fmla="*/ 838200 h 1195387"/>
                <a:gd name="connsiteX11" fmla="*/ 693420 w 816292"/>
                <a:gd name="connsiteY11" fmla="*/ 1097280 h 1195387"/>
                <a:gd name="connsiteX12" fmla="*/ 374332 w 816292"/>
                <a:gd name="connsiteY12" fmla="*/ 1195388 h 1195387"/>
                <a:gd name="connsiteX13" fmla="*/ 108585 w 816292"/>
                <a:gd name="connsiteY13" fmla="*/ 1149667 h 1195387"/>
                <a:gd name="connsiteX14" fmla="*/ 0 w 816292"/>
                <a:gd name="connsiteY14" fmla="*/ 1048703 h 1195387"/>
                <a:gd name="connsiteX15" fmla="*/ 12382 w 816292"/>
                <a:gd name="connsiteY15" fmla="*/ 994410 h 1195387"/>
                <a:gd name="connsiteX16" fmla="*/ 60960 w 816292"/>
                <a:gd name="connsiteY16" fmla="*/ 905828 h 1195387"/>
                <a:gd name="connsiteX17" fmla="*/ 213360 w 816292"/>
                <a:gd name="connsiteY17" fmla="*/ 996315 h 1195387"/>
                <a:gd name="connsiteX18" fmla="*/ 381953 w 816292"/>
                <a:gd name="connsiteY18" fmla="*/ 1028700 h 1195387"/>
                <a:gd name="connsiteX19" fmla="*/ 553403 w 816292"/>
                <a:gd name="connsiteY19" fmla="*/ 983932 h 1195387"/>
                <a:gd name="connsiteX20" fmla="*/ 613410 w 816292"/>
                <a:gd name="connsiteY20" fmla="*/ 854392 h 1195387"/>
                <a:gd name="connsiteX21" fmla="*/ 560070 w 816292"/>
                <a:gd name="connsiteY21" fmla="*/ 735330 h 1195387"/>
                <a:gd name="connsiteX22" fmla="*/ 361950 w 816292"/>
                <a:gd name="connsiteY22" fmla="*/ 659130 h 1195387"/>
                <a:gd name="connsiteX23" fmla="*/ 87630 w 816292"/>
                <a:gd name="connsiteY23" fmla="*/ 537210 h 1195387"/>
                <a:gd name="connsiteX24" fmla="*/ 4763 w 816292"/>
                <a:gd name="connsiteY24" fmla="*/ 323850 h 1195387"/>
                <a:gd name="connsiteX25" fmla="*/ 120968 w 816292"/>
                <a:gd name="connsiteY25" fmla="*/ 88582 h 1195387"/>
                <a:gd name="connsiteX26" fmla="*/ 415290 w 816292"/>
                <a:gd name="connsiteY26" fmla="*/ 0 h 1195387"/>
                <a:gd name="connsiteX27" fmla="*/ 579120 w 816292"/>
                <a:gd name="connsiteY27" fmla="*/ 18097 h 1195387"/>
                <a:gd name="connsiteX28" fmla="*/ 704850 w 816292"/>
                <a:gd name="connsiteY28" fmla="*/ 64770 h 1195387"/>
                <a:gd name="connsiteX29" fmla="*/ 786765 w 816292"/>
                <a:gd name="connsiteY29" fmla="*/ 159067 h 1195387"/>
                <a:gd name="connsiteX30" fmla="*/ 741045 w 816292"/>
                <a:gd name="connsiteY30" fmla="*/ 289560 h 1195387"/>
                <a:gd name="connsiteX31" fmla="*/ 708660 w 816292"/>
                <a:gd name="connsiteY31" fmla="*/ 293370 h 1195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16292" h="1195387">
                  <a:moveTo>
                    <a:pt x="708660" y="293370"/>
                  </a:moveTo>
                  <a:cubicBezTo>
                    <a:pt x="678180" y="256222"/>
                    <a:pt x="636270" y="225742"/>
                    <a:pt x="582930" y="202882"/>
                  </a:cubicBezTo>
                  <a:cubicBezTo>
                    <a:pt x="529590" y="180022"/>
                    <a:pt x="476250" y="167640"/>
                    <a:pt x="421005" y="167640"/>
                  </a:cubicBezTo>
                  <a:cubicBezTo>
                    <a:pt x="355282" y="167640"/>
                    <a:pt x="302895" y="180022"/>
                    <a:pt x="263843" y="204788"/>
                  </a:cubicBezTo>
                  <a:cubicBezTo>
                    <a:pt x="224790" y="229552"/>
                    <a:pt x="205740" y="265747"/>
                    <a:pt x="205740" y="312420"/>
                  </a:cubicBezTo>
                  <a:cubicBezTo>
                    <a:pt x="205740" y="338138"/>
                    <a:pt x="212407" y="360997"/>
                    <a:pt x="226695" y="381000"/>
                  </a:cubicBezTo>
                  <a:cubicBezTo>
                    <a:pt x="240030" y="401003"/>
                    <a:pt x="262890" y="419100"/>
                    <a:pt x="295275" y="434340"/>
                  </a:cubicBezTo>
                  <a:cubicBezTo>
                    <a:pt x="327660" y="449580"/>
                    <a:pt x="377190" y="465772"/>
                    <a:pt x="444818" y="481013"/>
                  </a:cubicBezTo>
                  <a:cubicBezTo>
                    <a:pt x="538163" y="503872"/>
                    <a:pt x="610553" y="530542"/>
                    <a:pt x="662940" y="561022"/>
                  </a:cubicBezTo>
                  <a:cubicBezTo>
                    <a:pt x="715328" y="591503"/>
                    <a:pt x="753428" y="629603"/>
                    <a:pt x="779145" y="675322"/>
                  </a:cubicBezTo>
                  <a:cubicBezTo>
                    <a:pt x="803910" y="721042"/>
                    <a:pt x="816293" y="775335"/>
                    <a:pt x="816293" y="838200"/>
                  </a:cubicBezTo>
                  <a:cubicBezTo>
                    <a:pt x="816293" y="945832"/>
                    <a:pt x="775335" y="1032510"/>
                    <a:pt x="693420" y="1097280"/>
                  </a:cubicBezTo>
                  <a:cubicBezTo>
                    <a:pt x="611505" y="1162050"/>
                    <a:pt x="504825" y="1195388"/>
                    <a:pt x="374332" y="1195388"/>
                  </a:cubicBezTo>
                  <a:cubicBezTo>
                    <a:pt x="266700" y="1195388"/>
                    <a:pt x="178118" y="1180148"/>
                    <a:pt x="108585" y="1149667"/>
                  </a:cubicBezTo>
                  <a:cubicBezTo>
                    <a:pt x="36195" y="1121092"/>
                    <a:pt x="0" y="1086803"/>
                    <a:pt x="0" y="1048703"/>
                  </a:cubicBezTo>
                  <a:cubicBezTo>
                    <a:pt x="0" y="1032510"/>
                    <a:pt x="3810" y="1014413"/>
                    <a:pt x="12382" y="994410"/>
                  </a:cubicBezTo>
                  <a:cubicBezTo>
                    <a:pt x="20003" y="974407"/>
                    <a:pt x="36195" y="944880"/>
                    <a:pt x="60960" y="905828"/>
                  </a:cubicBezTo>
                  <a:cubicBezTo>
                    <a:pt x="105728" y="944880"/>
                    <a:pt x="157163" y="974407"/>
                    <a:pt x="213360" y="996315"/>
                  </a:cubicBezTo>
                  <a:cubicBezTo>
                    <a:pt x="269557" y="1018222"/>
                    <a:pt x="325755" y="1028700"/>
                    <a:pt x="381953" y="1028700"/>
                  </a:cubicBezTo>
                  <a:cubicBezTo>
                    <a:pt x="456247" y="1028700"/>
                    <a:pt x="513397" y="1013460"/>
                    <a:pt x="553403" y="983932"/>
                  </a:cubicBezTo>
                  <a:cubicBezTo>
                    <a:pt x="593407" y="954405"/>
                    <a:pt x="613410" y="911542"/>
                    <a:pt x="613410" y="854392"/>
                  </a:cubicBezTo>
                  <a:cubicBezTo>
                    <a:pt x="613410" y="804863"/>
                    <a:pt x="595313" y="764857"/>
                    <a:pt x="560070" y="735330"/>
                  </a:cubicBezTo>
                  <a:cubicBezTo>
                    <a:pt x="524828" y="705803"/>
                    <a:pt x="459105" y="680085"/>
                    <a:pt x="361950" y="659130"/>
                  </a:cubicBezTo>
                  <a:cubicBezTo>
                    <a:pt x="235268" y="631507"/>
                    <a:pt x="143828" y="591503"/>
                    <a:pt x="87630" y="537210"/>
                  </a:cubicBezTo>
                  <a:cubicBezTo>
                    <a:pt x="32385" y="482917"/>
                    <a:pt x="4763" y="412432"/>
                    <a:pt x="4763" y="323850"/>
                  </a:cubicBezTo>
                  <a:cubicBezTo>
                    <a:pt x="4763" y="225742"/>
                    <a:pt x="43815" y="147638"/>
                    <a:pt x="120968" y="88582"/>
                  </a:cubicBezTo>
                  <a:cubicBezTo>
                    <a:pt x="198120" y="29527"/>
                    <a:pt x="296228" y="0"/>
                    <a:pt x="415290" y="0"/>
                  </a:cubicBezTo>
                  <a:cubicBezTo>
                    <a:pt x="473393" y="0"/>
                    <a:pt x="527685" y="5715"/>
                    <a:pt x="579120" y="18097"/>
                  </a:cubicBezTo>
                  <a:cubicBezTo>
                    <a:pt x="630555" y="30480"/>
                    <a:pt x="672465" y="45720"/>
                    <a:pt x="704850" y="64770"/>
                  </a:cubicBezTo>
                  <a:cubicBezTo>
                    <a:pt x="759143" y="95250"/>
                    <a:pt x="786765" y="126682"/>
                    <a:pt x="786765" y="159067"/>
                  </a:cubicBezTo>
                  <a:cubicBezTo>
                    <a:pt x="786765" y="192405"/>
                    <a:pt x="771525" y="236220"/>
                    <a:pt x="741045" y="289560"/>
                  </a:cubicBezTo>
                  <a:lnTo>
                    <a:pt x="708660" y="293370"/>
                  </a:lnTo>
                  <a:close/>
                </a:path>
              </a:pathLst>
            </a:custGeom>
            <a:solidFill>
              <a:srgbClr val="743DBC"/>
            </a:solid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0E4ECC3F-F6CC-28DE-A8F5-477A4A8E8160}"/>
                </a:ext>
              </a:extLst>
            </p:cNvPr>
            <p:cNvSpPr/>
            <p:nvPr/>
          </p:nvSpPr>
          <p:spPr>
            <a:xfrm>
              <a:off x="11466789" y="6035878"/>
              <a:ext cx="145780" cy="182042"/>
            </a:xfrm>
            <a:custGeom>
              <a:avLst/>
              <a:gdLst>
                <a:gd name="connsiteX0" fmla="*/ 0 w 949642"/>
                <a:gd name="connsiteY0" fmla="*/ 2858 h 1185862"/>
                <a:gd name="connsiteX1" fmla="*/ 43815 w 949642"/>
                <a:gd name="connsiteY1" fmla="*/ 0 h 1185862"/>
                <a:gd name="connsiteX2" fmla="*/ 205740 w 949642"/>
                <a:gd name="connsiteY2" fmla="*/ 163830 h 1185862"/>
                <a:gd name="connsiteX3" fmla="*/ 205740 w 949642"/>
                <a:gd name="connsiteY3" fmla="*/ 726757 h 1185862"/>
                <a:gd name="connsiteX4" fmla="*/ 220028 w 949642"/>
                <a:gd name="connsiteY4" fmla="*/ 883920 h 1185862"/>
                <a:gd name="connsiteX5" fmla="*/ 273368 w 949642"/>
                <a:gd name="connsiteY5" fmla="*/ 961072 h 1185862"/>
                <a:gd name="connsiteX6" fmla="*/ 346710 w 949642"/>
                <a:gd name="connsiteY6" fmla="*/ 996315 h 1185862"/>
                <a:gd name="connsiteX7" fmla="*/ 449580 w 949642"/>
                <a:gd name="connsiteY7" fmla="*/ 1006793 h 1185862"/>
                <a:gd name="connsiteX8" fmla="*/ 595313 w 949642"/>
                <a:gd name="connsiteY8" fmla="*/ 979170 h 1185862"/>
                <a:gd name="connsiteX9" fmla="*/ 702945 w 949642"/>
                <a:gd name="connsiteY9" fmla="*/ 910590 h 1185862"/>
                <a:gd name="connsiteX10" fmla="*/ 743903 w 949642"/>
                <a:gd name="connsiteY10" fmla="*/ 833438 h 1185862"/>
                <a:gd name="connsiteX11" fmla="*/ 743903 w 949642"/>
                <a:gd name="connsiteY11" fmla="*/ 2858 h 1185862"/>
                <a:gd name="connsiteX12" fmla="*/ 787718 w 949642"/>
                <a:gd name="connsiteY12" fmla="*/ 0 h 1185862"/>
                <a:gd name="connsiteX13" fmla="*/ 949643 w 949642"/>
                <a:gd name="connsiteY13" fmla="*/ 163830 h 1185862"/>
                <a:gd name="connsiteX14" fmla="*/ 949643 w 949642"/>
                <a:gd name="connsiteY14" fmla="*/ 1148715 h 1185862"/>
                <a:gd name="connsiteX15" fmla="*/ 744855 w 949642"/>
                <a:gd name="connsiteY15" fmla="*/ 1148715 h 1185862"/>
                <a:gd name="connsiteX16" fmla="*/ 744855 w 949642"/>
                <a:gd name="connsiteY16" fmla="*/ 1042988 h 1185862"/>
                <a:gd name="connsiteX17" fmla="*/ 384810 w 949642"/>
                <a:gd name="connsiteY17" fmla="*/ 1185863 h 1185862"/>
                <a:gd name="connsiteX18" fmla="*/ 214313 w 949642"/>
                <a:gd name="connsiteY18" fmla="*/ 1162050 h 1185862"/>
                <a:gd name="connsiteX19" fmla="*/ 93345 w 949642"/>
                <a:gd name="connsiteY19" fmla="*/ 1088707 h 1185862"/>
                <a:gd name="connsiteX20" fmla="*/ 22860 w 949642"/>
                <a:gd name="connsiteY20" fmla="*/ 961072 h 1185862"/>
                <a:gd name="connsiteX21" fmla="*/ 0 w 949642"/>
                <a:gd name="connsiteY21" fmla="*/ 727710 h 1185862"/>
                <a:gd name="connsiteX22" fmla="*/ 0 w 949642"/>
                <a:gd name="connsiteY22" fmla="*/ 2858 h 1185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49642" h="1185862">
                  <a:moveTo>
                    <a:pt x="0" y="2858"/>
                  </a:moveTo>
                  <a:cubicBezTo>
                    <a:pt x="14288" y="953"/>
                    <a:pt x="28575" y="0"/>
                    <a:pt x="43815" y="0"/>
                  </a:cubicBezTo>
                  <a:cubicBezTo>
                    <a:pt x="151448" y="0"/>
                    <a:pt x="205740" y="54292"/>
                    <a:pt x="205740" y="163830"/>
                  </a:cubicBezTo>
                  <a:lnTo>
                    <a:pt x="205740" y="726757"/>
                  </a:lnTo>
                  <a:cubicBezTo>
                    <a:pt x="205740" y="797243"/>
                    <a:pt x="210503" y="849630"/>
                    <a:pt x="220028" y="883920"/>
                  </a:cubicBezTo>
                  <a:cubicBezTo>
                    <a:pt x="229553" y="917257"/>
                    <a:pt x="247650" y="943928"/>
                    <a:pt x="273368" y="961072"/>
                  </a:cubicBezTo>
                  <a:cubicBezTo>
                    <a:pt x="296228" y="977265"/>
                    <a:pt x="320040" y="988695"/>
                    <a:pt x="346710" y="996315"/>
                  </a:cubicBezTo>
                  <a:cubicBezTo>
                    <a:pt x="373380" y="1003935"/>
                    <a:pt x="407670" y="1006793"/>
                    <a:pt x="449580" y="1006793"/>
                  </a:cubicBezTo>
                  <a:cubicBezTo>
                    <a:pt x="502920" y="1006793"/>
                    <a:pt x="551498" y="997268"/>
                    <a:pt x="595313" y="979170"/>
                  </a:cubicBezTo>
                  <a:cubicBezTo>
                    <a:pt x="639128" y="961072"/>
                    <a:pt x="675323" y="937260"/>
                    <a:pt x="702945" y="910590"/>
                  </a:cubicBezTo>
                  <a:cubicBezTo>
                    <a:pt x="730568" y="882968"/>
                    <a:pt x="743903" y="857250"/>
                    <a:pt x="743903" y="833438"/>
                  </a:cubicBezTo>
                  <a:lnTo>
                    <a:pt x="743903" y="2858"/>
                  </a:lnTo>
                  <a:cubicBezTo>
                    <a:pt x="758190" y="953"/>
                    <a:pt x="772478" y="0"/>
                    <a:pt x="787718" y="0"/>
                  </a:cubicBezTo>
                  <a:cubicBezTo>
                    <a:pt x="895350" y="0"/>
                    <a:pt x="949643" y="54292"/>
                    <a:pt x="949643" y="163830"/>
                  </a:cubicBezTo>
                  <a:lnTo>
                    <a:pt x="949643" y="1148715"/>
                  </a:lnTo>
                  <a:lnTo>
                    <a:pt x="744855" y="1148715"/>
                  </a:lnTo>
                  <a:lnTo>
                    <a:pt x="744855" y="1042988"/>
                  </a:lnTo>
                  <a:cubicBezTo>
                    <a:pt x="662940" y="1138238"/>
                    <a:pt x="542925" y="1185863"/>
                    <a:pt x="384810" y="1185863"/>
                  </a:cubicBezTo>
                  <a:cubicBezTo>
                    <a:pt x="320040" y="1185863"/>
                    <a:pt x="263843" y="1178243"/>
                    <a:pt x="214313" y="1162050"/>
                  </a:cubicBezTo>
                  <a:cubicBezTo>
                    <a:pt x="164783" y="1145857"/>
                    <a:pt x="124778" y="1121093"/>
                    <a:pt x="93345" y="1088707"/>
                  </a:cubicBezTo>
                  <a:cubicBezTo>
                    <a:pt x="61913" y="1055370"/>
                    <a:pt x="39053" y="1013460"/>
                    <a:pt x="22860" y="961072"/>
                  </a:cubicBezTo>
                  <a:cubicBezTo>
                    <a:pt x="7620" y="908685"/>
                    <a:pt x="0" y="831532"/>
                    <a:pt x="0" y="727710"/>
                  </a:cubicBezTo>
                  <a:lnTo>
                    <a:pt x="0" y="2858"/>
                  </a:lnTo>
                  <a:close/>
                </a:path>
              </a:pathLst>
            </a:custGeom>
            <a:solidFill>
              <a:srgbClr val="743DBC"/>
            </a:solid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490418F3-B9E4-CBE1-846E-781CB1B3D2FD}"/>
                </a:ext>
              </a:extLst>
            </p:cNvPr>
            <p:cNvSpPr/>
            <p:nvPr/>
          </p:nvSpPr>
          <p:spPr>
            <a:xfrm>
              <a:off x="11644737" y="5963354"/>
              <a:ext cx="49422" cy="251057"/>
            </a:xfrm>
            <a:custGeom>
              <a:avLst/>
              <a:gdLst>
                <a:gd name="connsiteX0" fmla="*/ 0 w 321944"/>
                <a:gd name="connsiteY0" fmla="*/ 2858 h 1635442"/>
                <a:gd name="connsiteX1" fmla="*/ 43815 w 321944"/>
                <a:gd name="connsiteY1" fmla="*/ 0 h 1635442"/>
                <a:gd name="connsiteX2" fmla="*/ 205740 w 321944"/>
                <a:gd name="connsiteY2" fmla="*/ 163830 h 1635442"/>
                <a:gd name="connsiteX3" fmla="*/ 205740 w 321944"/>
                <a:gd name="connsiteY3" fmla="*/ 1394460 h 1635442"/>
                <a:gd name="connsiteX4" fmla="*/ 215265 w 321944"/>
                <a:gd name="connsiteY4" fmla="*/ 1485900 h 1635442"/>
                <a:gd name="connsiteX5" fmla="*/ 249555 w 321944"/>
                <a:gd name="connsiteY5" fmla="*/ 1521143 h 1635442"/>
                <a:gd name="connsiteX6" fmla="*/ 321945 w 321944"/>
                <a:gd name="connsiteY6" fmla="*/ 1531620 h 1635442"/>
                <a:gd name="connsiteX7" fmla="*/ 321945 w 321944"/>
                <a:gd name="connsiteY7" fmla="*/ 1618298 h 1635442"/>
                <a:gd name="connsiteX8" fmla="*/ 189548 w 321944"/>
                <a:gd name="connsiteY8" fmla="*/ 1635443 h 1635442"/>
                <a:gd name="connsiteX9" fmla="*/ 82868 w 321944"/>
                <a:gd name="connsiteY9" fmla="*/ 1613535 h 1635442"/>
                <a:gd name="connsiteX10" fmla="*/ 20955 w 321944"/>
                <a:gd name="connsiteY10" fmla="*/ 1544955 h 1635442"/>
                <a:gd name="connsiteX11" fmla="*/ 0 w 321944"/>
                <a:gd name="connsiteY11" fmla="*/ 1386840 h 1635442"/>
                <a:gd name="connsiteX12" fmla="*/ 0 w 321944"/>
                <a:gd name="connsiteY12" fmla="*/ 2858 h 16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1944" h="1635442">
                  <a:moveTo>
                    <a:pt x="0" y="2858"/>
                  </a:moveTo>
                  <a:cubicBezTo>
                    <a:pt x="14288" y="953"/>
                    <a:pt x="28575" y="0"/>
                    <a:pt x="43815" y="0"/>
                  </a:cubicBezTo>
                  <a:cubicBezTo>
                    <a:pt x="151448" y="0"/>
                    <a:pt x="205740" y="54293"/>
                    <a:pt x="205740" y="163830"/>
                  </a:cubicBezTo>
                  <a:lnTo>
                    <a:pt x="205740" y="1394460"/>
                  </a:lnTo>
                  <a:cubicBezTo>
                    <a:pt x="205740" y="1439228"/>
                    <a:pt x="208598" y="1469708"/>
                    <a:pt x="215265" y="1485900"/>
                  </a:cubicBezTo>
                  <a:cubicBezTo>
                    <a:pt x="221932" y="1502093"/>
                    <a:pt x="233363" y="1513523"/>
                    <a:pt x="249555" y="1521143"/>
                  </a:cubicBezTo>
                  <a:cubicBezTo>
                    <a:pt x="265748" y="1528763"/>
                    <a:pt x="289560" y="1531620"/>
                    <a:pt x="321945" y="1531620"/>
                  </a:cubicBezTo>
                  <a:lnTo>
                    <a:pt x="321945" y="1618298"/>
                  </a:lnTo>
                  <a:cubicBezTo>
                    <a:pt x="288607" y="1629728"/>
                    <a:pt x="243840" y="1635443"/>
                    <a:pt x="189548" y="1635443"/>
                  </a:cubicBezTo>
                  <a:cubicBezTo>
                    <a:pt x="145732" y="1635443"/>
                    <a:pt x="110490" y="1627823"/>
                    <a:pt x="82868" y="1613535"/>
                  </a:cubicBezTo>
                  <a:cubicBezTo>
                    <a:pt x="55245" y="1599248"/>
                    <a:pt x="35243" y="1576388"/>
                    <a:pt x="20955" y="1544955"/>
                  </a:cubicBezTo>
                  <a:cubicBezTo>
                    <a:pt x="7620" y="1513523"/>
                    <a:pt x="0" y="1461135"/>
                    <a:pt x="0" y="1386840"/>
                  </a:cubicBezTo>
                  <a:lnTo>
                    <a:pt x="0" y="2858"/>
                  </a:lnTo>
                  <a:close/>
                </a:path>
              </a:pathLst>
            </a:custGeom>
            <a:solidFill>
              <a:srgbClr val="743DBC"/>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3DACAC5E-33A2-0ED8-46A6-26F78FA2D853}"/>
                </a:ext>
              </a:extLst>
            </p:cNvPr>
            <p:cNvSpPr/>
            <p:nvPr/>
          </p:nvSpPr>
          <p:spPr>
            <a:xfrm>
              <a:off x="11709950" y="6033831"/>
              <a:ext cx="150898" cy="183943"/>
            </a:xfrm>
            <a:custGeom>
              <a:avLst/>
              <a:gdLst>
                <a:gd name="connsiteX0" fmla="*/ 212408 w 982980"/>
                <a:gd name="connsiteY0" fmla="*/ 634365 h 1198244"/>
                <a:gd name="connsiteX1" fmla="*/ 310515 w 982980"/>
                <a:gd name="connsiteY1" fmla="*/ 923925 h 1198244"/>
                <a:gd name="connsiteX2" fmla="*/ 569595 w 982980"/>
                <a:gd name="connsiteY2" fmla="*/ 1024890 h 1198244"/>
                <a:gd name="connsiteX3" fmla="*/ 888683 w 982980"/>
                <a:gd name="connsiteY3" fmla="*/ 887730 h 1198244"/>
                <a:gd name="connsiteX4" fmla="*/ 937260 w 982980"/>
                <a:gd name="connsiteY4" fmla="*/ 961072 h 1198244"/>
                <a:gd name="connsiteX5" fmla="*/ 956310 w 982980"/>
                <a:gd name="connsiteY5" fmla="*/ 1020128 h 1198244"/>
                <a:gd name="connsiteX6" fmla="*/ 902970 w 982980"/>
                <a:gd name="connsiteY6" fmla="*/ 1102042 h 1198244"/>
                <a:gd name="connsiteX7" fmla="*/ 550545 w 982980"/>
                <a:gd name="connsiteY7" fmla="*/ 1198245 h 1198244"/>
                <a:gd name="connsiteX8" fmla="*/ 142875 w 982980"/>
                <a:gd name="connsiteY8" fmla="*/ 1041082 h 1198244"/>
                <a:gd name="connsiteX9" fmla="*/ 0 w 982980"/>
                <a:gd name="connsiteY9" fmla="*/ 584835 h 1198244"/>
                <a:gd name="connsiteX10" fmla="*/ 66675 w 982980"/>
                <a:gd name="connsiteY10" fmla="*/ 270510 h 1198244"/>
                <a:gd name="connsiteX11" fmla="*/ 252413 w 982980"/>
                <a:gd name="connsiteY11" fmla="*/ 70485 h 1198244"/>
                <a:gd name="connsiteX12" fmla="*/ 519113 w 982980"/>
                <a:gd name="connsiteY12" fmla="*/ 0 h 1198244"/>
                <a:gd name="connsiteX13" fmla="*/ 770573 w 982980"/>
                <a:gd name="connsiteY13" fmla="*/ 61913 h 1198244"/>
                <a:gd name="connsiteX14" fmla="*/ 928688 w 982980"/>
                <a:gd name="connsiteY14" fmla="*/ 237172 h 1198244"/>
                <a:gd name="connsiteX15" fmla="*/ 982980 w 982980"/>
                <a:gd name="connsiteY15" fmla="*/ 498157 h 1198244"/>
                <a:gd name="connsiteX16" fmla="*/ 975360 w 982980"/>
                <a:gd name="connsiteY16" fmla="*/ 633413 h 1198244"/>
                <a:gd name="connsiteX17" fmla="*/ 212408 w 982980"/>
                <a:gd name="connsiteY17" fmla="*/ 633413 h 1198244"/>
                <a:gd name="connsiteX18" fmla="*/ 777240 w 982980"/>
                <a:gd name="connsiteY18" fmla="*/ 480060 h 1198244"/>
                <a:gd name="connsiteX19" fmla="*/ 509588 w 982980"/>
                <a:gd name="connsiteY19" fmla="*/ 171450 h 1198244"/>
                <a:gd name="connsiteX20" fmla="*/ 301943 w 982980"/>
                <a:gd name="connsiteY20" fmla="*/ 254317 h 1198244"/>
                <a:gd name="connsiteX21" fmla="*/ 212408 w 982980"/>
                <a:gd name="connsiteY21" fmla="*/ 480060 h 1198244"/>
                <a:gd name="connsiteX22" fmla="*/ 777240 w 982980"/>
                <a:gd name="connsiteY22" fmla="*/ 480060 h 119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82980" h="1198244">
                  <a:moveTo>
                    <a:pt x="212408" y="634365"/>
                  </a:moveTo>
                  <a:cubicBezTo>
                    <a:pt x="217170" y="760095"/>
                    <a:pt x="249555" y="856297"/>
                    <a:pt x="310515" y="923925"/>
                  </a:cubicBezTo>
                  <a:cubicBezTo>
                    <a:pt x="370523" y="991553"/>
                    <a:pt x="457200" y="1024890"/>
                    <a:pt x="569595" y="1024890"/>
                  </a:cubicBezTo>
                  <a:cubicBezTo>
                    <a:pt x="702945" y="1024890"/>
                    <a:pt x="809625" y="979170"/>
                    <a:pt x="888683" y="887730"/>
                  </a:cubicBezTo>
                  <a:cubicBezTo>
                    <a:pt x="907733" y="911542"/>
                    <a:pt x="923925" y="936307"/>
                    <a:pt x="937260" y="961072"/>
                  </a:cubicBezTo>
                  <a:cubicBezTo>
                    <a:pt x="950595" y="985838"/>
                    <a:pt x="956310" y="1005840"/>
                    <a:pt x="956310" y="1020128"/>
                  </a:cubicBezTo>
                  <a:cubicBezTo>
                    <a:pt x="956310" y="1047750"/>
                    <a:pt x="938213" y="1074420"/>
                    <a:pt x="902970" y="1102042"/>
                  </a:cubicBezTo>
                  <a:cubicBezTo>
                    <a:pt x="816293" y="1166813"/>
                    <a:pt x="698183" y="1198245"/>
                    <a:pt x="550545" y="1198245"/>
                  </a:cubicBezTo>
                  <a:cubicBezTo>
                    <a:pt x="373380" y="1198245"/>
                    <a:pt x="237173" y="1145857"/>
                    <a:pt x="142875" y="1041082"/>
                  </a:cubicBezTo>
                  <a:cubicBezTo>
                    <a:pt x="47625" y="936307"/>
                    <a:pt x="0" y="783907"/>
                    <a:pt x="0" y="584835"/>
                  </a:cubicBezTo>
                  <a:cubicBezTo>
                    <a:pt x="0" y="462915"/>
                    <a:pt x="21908" y="358140"/>
                    <a:pt x="66675" y="270510"/>
                  </a:cubicBezTo>
                  <a:cubicBezTo>
                    <a:pt x="110490" y="183832"/>
                    <a:pt x="173355" y="117157"/>
                    <a:pt x="252413" y="70485"/>
                  </a:cubicBezTo>
                  <a:cubicBezTo>
                    <a:pt x="332423" y="23813"/>
                    <a:pt x="421005" y="0"/>
                    <a:pt x="519113" y="0"/>
                  </a:cubicBezTo>
                  <a:cubicBezTo>
                    <a:pt x="617220" y="0"/>
                    <a:pt x="701040" y="20955"/>
                    <a:pt x="770573" y="61913"/>
                  </a:cubicBezTo>
                  <a:cubicBezTo>
                    <a:pt x="840105" y="102870"/>
                    <a:pt x="892493" y="160972"/>
                    <a:pt x="928688" y="237172"/>
                  </a:cubicBezTo>
                  <a:cubicBezTo>
                    <a:pt x="964883" y="312420"/>
                    <a:pt x="982980" y="400050"/>
                    <a:pt x="982980" y="498157"/>
                  </a:cubicBezTo>
                  <a:cubicBezTo>
                    <a:pt x="982980" y="561022"/>
                    <a:pt x="980123" y="605790"/>
                    <a:pt x="975360" y="633413"/>
                  </a:cubicBezTo>
                  <a:lnTo>
                    <a:pt x="212408" y="633413"/>
                  </a:lnTo>
                  <a:close/>
                  <a:moveTo>
                    <a:pt x="777240" y="480060"/>
                  </a:moveTo>
                  <a:cubicBezTo>
                    <a:pt x="777240" y="274320"/>
                    <a:pt x="687705" y="171450"/>
                    <a:pt x="509588" y="171450"/>
                  </a:cubicBezTo>
                  <a:cubicBezTo>
                    <a:pt x="423863" y="171450"/>
                    <a:pt x="355283" y="199072"/>
                    <a:pt x="301943" y="254317"/>
                  </a:cubicBezTo>
                  <a:cubicBezTo>
                    <a:pt x="248603" y="309563"/>
                    <a:pt x="219075" y="384810"/>
                    <a:pt x="212408" y="480060"/>
                  </a:cubicBezTo>
                  <a:lnTo>
                    <a:pt x="777240" y="480060"/>
                  </a:lnTo>
                  <a:close/>
                </a:path>
              </a:pathLst>
            </a:custGeom>
            <a:solidFill>
              <a:srgbClr val="743DBC"/>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E0693BD0-2206-8EF2-5A36-80C66185370A}"/>
                </a:ext>
              </a:extLst>
            </p:cNvPr>
            <p:cNvSpPr/>
            <p:nvPr/>
          </p:nvSpPr>
          <p:spPr>
            <a:xfrm>
              <a:off x="11888484" y="5984409"/>
              <a:ext cx="97235" cy="233218"/>
            </a:xfrm>
            <a:custGeom>
              <a:avLst/>
              <a:gdLst>
                <a:gd name="connsiteX0" fmla="*/ 0 w 633412"/>
                <a:gd name="connsiteY0" fmla="*/ 2858 h 1519237"/>
                <a:gd name="connsiteX1" fmla="*/ 43815 w 633412"/>
                <a:gd name="connsiteY1" fmla="*/ 0 h 1519237"/>
                <a:gd name="connsiteX2" fmla="*/ 205740 w 633412"/>
                <a:gd name="connsiteY2" fmla="*/ 163830 h 1519237"/>
                <a:gd name="connsiteX3" fmla="*/ 205740 w 633412"/>
                <a:gd name="connsiteY3" fmla="*/ 349567 h 1519237"/>
                <a:gd name="connsiteX4" fmla="*/ 565785 w 633412"/>
                <a:gd name="connsiteY4" fmla="*/ 349567 h 1519237"/>
                <a:gd name="connsiteX5" fmla="*/ 565785 w 633412"/>
                <a:gd name="connsiteY5" fmla="*/ 523875 h 1519237"/>
                <a:gd name="connsiteX6" fmla="*/ 205740 w 633412"/>
                <a:gd name="connsiteY6" fmla="*/ 523875 h 1519237"/>
                <a:gd name="connsiteX7" fmla="*/ 205740 w 633412"/>
                <a:gd name="connsiteY7" fmla="*/ 1146810 h 1519237"/>
                <a:gd name="connsiteX8" fmla="*/ 362902 w 633412"/>
                <a:gd name="connsiteY8" fmla="*/ 1344930 h 1519237"/>
                <a:gd name="connsiteX9" fmla="*/ 443865 w 633412"/>
                <a:gd name="connsiteY9" fmla="*/ 1327785 h 1519237"/>
                <a:gd name="connsiteX10" fmla="*/ 517207 w 633412"/>
                <a:gd name="connsiteY10" fmla="*/ 1283970 h 1519237"/>
                <a:gd name="connsiteX11" fmla="*/ 562927 w 633412"/>
                <a:gd name="connsiteY11" fmla="*/ 1240155 h 1519237"/>
                <a:gd name="connsiteX12" fmla="*/ 633413 w 633412"/>
                <a:gd name="connsiteY12" fmla="*/ 1375410 h 1519237"/>
                <a:gd name="connsiteX13" fmla="*/ 587693 w 633412"/>
                <a:gd name="connsiteY13" fmla="*/ 1444943 h 1519237"/>
                <a:gd name="connsiteX14" fmla="*/ 475297 w 633412"/>
                <a:gd name="connsiteY14" fmla="*/ 1500187 h 1519237"/>
                <a:gd name="connsiteX15" fmla="*/ 331470 w 633412"/>
                <a:gd name="connsiteY15" fmla="*/ 1519237 h 1519237"/>
                <a:gd name="connsiteX16" fmla="*/ 24765 w 633412"/>
                <a:gd name="connsiteY16" fmla="*/ 1338262 h 1519237"/>
                <a:gd name="connsiteX17" fmla="*/ 952 w 633412"/>
                <a:gd name="connsiteY17" fmla="*/ 1130618 h 1519237"/>
                <a:gd name="connsiteX18" fmla="*/ 952 w 633412"/>
                <a:gd name="connsiteY18" fmla="*/ 2858 h 1519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33412" h="1519237">
                  <a:moveTo>
                    <a:pt x="0" y="2858"/>
                  </a:moveTo>
                  <a:cubicBezTo>
                    <a:pt x="14288" y="952"/>
                    <a:pt x="28575" y="0"/>
                    <a:pt x="43815" y="0"/>
                  </a:cubicBezTo>
                  <a:cubicBezTo>
                    <a:pt x="151447" y="0"/>
                    <a:pt x="205740" y="54292"/>
                    <a:pt x="205740" y="163830"/>
                  </a:cubicBezTo>
                  <a:lnTo>
                    <a:pt x="205740" y="349567"/>
                  </a:lnTo>
                  <a:lnTo>
                    <a:pt x="565785" y="349567"/>
                  </a:lnTo>
                  <a:lnTo>
                    <a:pt x="565785" y="523875"/>
                  </a:lnTo>
                  <a:lnTo>
                    <a:pt x="205740" y="523875"/>
                  </a:lnTo>
                  <a:lnTo>
                    <a:pt x="205740" y="1146810"/>
                  </a:lnTo>
                  <a:cubicBezTo>
                    <a:pt x="205740" y="1279208"/>
                    <a:pt x="258127" y="1344930"/>
                    <a:pt x="362902" y="1344930"/>
                  </a:cubicBezTo>
                  <a:cubicBezTo>
                    <a:pt x="390525" y="1344930"/>
                    <a:pt x="417195" y="1339215"/>
                    <a:pt x="443865" y="1327785"/>
                  </a:cubicBezTo>
                  <a:cubicBezTo>
                    <a:pt x="470535" y="1316355"/>
                    <a:pt x="495300" y="1302068"/>
                    <a:pt x="517207" y="1283970"/>
                  </a:cubicBezTo>
                  <a:cubicBezTo>
                    <a:pt x="540068" y="1265873"/>
                    <a:pt x="555307" y="1251585"/>
                    <a:pt x="562927" y="1240155"/>
                  </a:cubicBezTo>
                  <a:cubicBezTo>
                    <a:pt x="609600" y="1298258"/>
                    <a:pt x="633413" y="1343025"/>
                    <a:pt x="633413" y="1375410"/>
                  </a:cubicBezTo>
                  <a:cubicBezTo>
                    <a:pt x="633413" y="1398270"/>
                    <a:pt x="618172" y="1421130"/>
                    <a:pt x="587693" y="1444943"/>
                  </a:cubicBezTo>
                  <a:cubicBezTo>
                    <a:pt x="557213" y="1468755"/>
                    <a:pt x="520065" y="1487805"/>
                    <a:pt x="475297" y="1500187"/>
                  </a:cubicBezTo>
                  <a:cubicBezTo>
                    <a:pt x="430530" y="1513523"/>
                    <a:pt x="382905" y="1519237"/>
                    <a:pt x="331470" y="1519237"/>
                  </a:cubicBezTo>
                  <a:cubicBezTo>
                    <a:pt x="170497" y="1519237"/>
                    <a:pt x="68580" y="1459230"/>
                    <a:pt x="24765" y="1338262"/>
                  </a:cubicBezTo>
                  <a:cubicBezTo>
                    <a:pt x="8572" y="1293495"/>
                    <a:pt x="952" y="1223962"/>
                    <a:pt x="952" y="1130618"/>
                  </a:cubicBezTo>
                  <a:lnTo>
                    <a:pt x="952" y="2858"/>
                  </a:lnTo>
                  <a:close/>
                </a:path>
              </a:pathLst>
            </a:custGeom>
            <a:solidFill>
              <a:srgbClr val="743DBC"/>
            </a:solidFill>
            <a:ln w="9525" cap="flat">
              <a:noFill/>
              <a:prstDash val="solid"/>
              <a:miter/>
            </a:ln>
          </p:spPr>
          <p:txBody>
            <a:bodyPr rtlCol="0" anchor="ctr"/>
            <a:lstStyle/>
            <a:p>
              <a:endParaRPr lang="en-US"/>
            </a:p>
          </p:txBody>
        </p:sp>
      </p:grpSp>
      <p:sp>
        <p:nvSpPr>
          <p:cNvPr id="5" name="Freeform: Shape 4">
            <a:extLst>
              <a:ext uri="{FF2B5EF4-FFF2-40B4-BE49-F238E27FC236}">
                <a16:creationId xmlns:a16="http://schemas.microsoft.com/office/drawing/2014/main" id="{962E6D14-C103-CDC1-F78C-13EBBB4F25B8}"/>
              </a:ext>
            </a:extLst>
          </p:cNvPr>
          <p:cNvSpPr/>
          <p:nvPr userDrawn="1"/>
        </p:nvSpPr>
        <p:spPr>
          <a:xfrm>
            <a:off x="-3609" y="6244633"/>
            <a:ext cx="5419092" cy="613367"/>
          </a:xfrm>
          <a:custGeom>
            <a:avLst/>
            <a:gdLst>
              <a:gd name="connsiteX0" fmla="*/ 0 w 5419092"/>
              <a:gd name="connsiteY0" fmla="*/ 0 h 613367"/>
              <a:gd name="connsiteX1" fmla="*/ 4805725 w 5419092"/>
              <a:gd name="connsiteY1" fmla="*/ 0 h 613367"/>
              <a:gd name="connsiteX2" fmla="*/ 5419092 w 5419092"/>
              <a:gd name="connsiteY2" fmla="*/ 613367 h 613367"/>
              <a:gd name="connsiteX3" fmla="*/ 0 w 5419092"/>
              <a:gd name="connsiteY3" fmla="*/ 613367 h 613367"/>
            </a:gdLst>
            <a:ahLst/>
            <a:cxnLst>
              <a:cxn ang="0">
                <a:pos x="connsiteX0" y="connsiteY0"/>
              </a:cxn>
              <a:cxn ang="0">
                <a:pos x="connsiteX1" y="connsiteY1"/>
              </a:cxn>
              <a:cxn ang="0">
                <a:pos x="connsiteX2" y="connsiteY2"/>
              </a:cxn>
              <a:cxn ang="0">
                <a:pos x="connsiteX3" y="connsiteY3"/>
              </a:cxn>
            </a:cxnLst>
            <a:rect l="l" t="t" r="r" b="b"/>
            <a:pathLst>
              <a:path w="5419092" h="613367">
                <a:moveTo>
                  <a:pt x="0" y="0"/>
                </a:moveTo>
                <a:lnTo>
                  <a:pt x="4805725" y="0"/>
                </a:lnTo>
                <a:cubicBezTo>
                  <a:pt x="5144432" y="0"/>
                  <a:pt x="5419092" y="274662"/>
                  <a:pt x="5419092" y="613367"/>
                </a:cubicBezTo>
                <a:lnTo>
                  <a:pt x="0" y="613367"/>
                </a:lnTo>
                <a:close/>
              </a:path>
            </a:pathLst>
          </a:custGeom>
          <a:solidFill>
            <a:schemeClr val="accent1"/>
          </a:solidFill>
          <a:ln w="9525" cap="flat">
            <a:noFill/>
            <a:prstDash val="solid"/>
            <a:miter/>
          </a:ln>
        </p:spPr>
        <p:txBody>
          <a:bodyPr rtlCol="0" anchor="ctr"/>
          <a:lstStyle/>
          <a:p>
            <a:endParaRPr lang="en-US"/>
          </a:p>
        </p:txBody>
      </p:sp>
      <p:sp>
        <p:nvSpPr>
          <p:cNvPr id="17" name="Title 1">
            <a:extLst>
              <a:ext uri="{FF2B5EF4-FFF2-40B4-BE49-F238E27FC236}">
                <a16:creationId xmlns:a16="http://schemas.microsoft.com/office/drawing/2014/main" id="{EFCC516B-E122-4FD1-BCFB-950A404368F3}"/>
              </a:ext>
            </a:extLst>
          </p:cNvPr>
          <p:cNvSpPr>
            <a:spLocks noGrp="1"/>
          </p:cNvSpPr>
          <p:nvPr>
            <p:ph type="ctrTitle" hasCustomPrompt="1"/>
          </p:nvPr>
        </p:nvSpPr>
        <p:spPr>
          <a:xfrm>
            <a:off x="685014" y="2103120"/>
            <a:ext cx="10812544" cy="1681544"/>
          </a:xfrm>
        </p:spPr>
        <p:txBody>
          <a:bodyPr vert="horz" lIns="91440" rIns="91440" anchor="b">
            <a:noAutofit/>
          </a:bodyPr>
          <a:lstStyle>
            <a:lvl1pPr algn="ctr">
              <a:defRPr sz="6000" b="1">
                <a:solidFill>
                  <a:schemeClr val="accent1">
                    <a:lumMod val="50000"/>
                  </a:schemeClr>
                </a:solidFill>
                <a:latin typeface="+mj-lt"/>
                <a:ea typeface="+mj-ea"/>
                <a:cs typeface="+mj-cs"/>
              </a:defRPr>
            </a:lvl1pPr>
          </a:lstStyle>
          <a:p>
            <a:r>
              <a:rPr lang="en-US"/>
              <a:t>Title Layout</a:t>
            </a:r>
            <a:br>
              <a:rPr lang="en-US"/>
            </a:br>
            <a:r>
              <a:rPr lang="en-US"/>
              <a:t>Title Goes Here</a:t>
            </a:r>
          </a:p>
        </p:txBody>
      </p:sp>
      <p:sp>
        <p:nvSpPr>
          <p:cNvPr id="9" name="Subtitle 2">
            <a:extLst>
              <a:ext uri="{FF2B5EF4-FFF2-40B4-BE49-F238E27FC236}">
                <a16:creationId xmlns:a16="http://schemas.microsoft.com/office/drawing/2014/main" id="{75617103-2C8B-16AA-D9C4-99FC08F54C28}"/>
              </a:ext>
            </a:extLst>
          </p:cNvPr>
          <p:cNvSpPr>
            <a:spLocks noGrp="1"/>
          </p:cNvSpPr>
          <p:nvPr>
            <p:ph type="subTitle" idx="1" hasCustomPrompt="1"/>
          </p:nvPr>
        </p:nvSpPr>
        <p:spPr>
          <a:xfrm>
            <a:off x="685014" y="3840480"/>
            <a:ext cx="10812544" cy="1067765"/>
          </a:xfrm>
        </p:spPr>
        <p:txBody>
          <a:bodyPr lIns="91440" rIns="91440"/>
          <a:lstStyle>
            <a:lvl1pPr marL="0" indent="0" algn="ctr">
              <a:buNone/>
              <a:defRPr sz="2800">
                <a:solidFill>
                  <a:schemeClr val="accent1">
                    <a:lumMod val="50000"/>
                  </a:schemeClr>
                </a:solidFill>
                <a:latin typeface="IBM Plex Sans Medium" panose="020B0603050203000203" pitchFamily="34"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Add Subtitle Here</a:t>
            </a:r>
          </a:p>
        </p:txBody>
      </p:sp>
      <p:sp>
        <p:nvSpPr>
          <p:cNvPr id="3" name="Date Placeholder 2">
            <a:extLst>
              <a:ext uri="{FF2B5EF4-FFF2-40B4-BE49-F238E27FC236}">
                <a16:creationId xmlns:a16="http://schemas.microsoft.com/office/drawing/2014/main" id="{CE4B4162-F823-B088-69DA-C55BDB929BAE}"/>
              </a:ext>
            </a:extLst>
          </p:cNvPr>
          <p:cNvSpPr>
            <a:spLocks noGrp="1"/>
          </p:cNvSpPr>
          <p:nvPr>
            <p:ph type="dt" sz="half" idx="10"/>
          </p:nvPr>
        </p:nvSpPr>
        <p:spPr/>
        <p:txBody>
          <a:bodyPr/>
          <a:lstStyle/>
          <a:p>
            <a:fld id="{228D026D-C07B-48C8-8C2B-C561E4D51E16}" type="datetime1">
              <a:rPr lang="en-US" smtClean="0"/>
              <a:t>11/19/2024</a:t>
            </a:fld>
            <a:endParaRPr lang="en-US"/>
          </a:p>
        </p:txBody>
      </p:sp>
      <p:sp>
        <p:nvSpPr>
          <p:cNvPr id="4" name="Footer Placeholder 3">
            <a:extLst>
              <a:ext uri="{FF2B5EF4-FFF2-40B4-BE49-F238E27FC236}">
                <a16:creationId xmlns:a16="http://schemas.microsoft.com/office/drawing/2014/main" id="{547FC45A-96C2-AA8C-6236-FF429BB8F50D}"/>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FBBD3472-9A5D-760A-9970-4D4536DFC233}"/>
              </a:ext>
            </a:extLst>
          </p:cNvPr>
          <p:cNvSpPr>
            <a:spLocks noGrp="1"/>
          </p:cNvSpPr>
          <p:nvPr>
            <p:ph type="sldNum" sz="quarter" idx="12"/>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361473722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Purple">
    <p:bg bwMode="auto">
      <p:bgPr>
        <a:solidFill>
          <a:schemeClr val="accent1"/>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EFCC516B-E122-4FD1-BCFB-950A404368F3}"/>
              </a:ext>
            </a:extLst>
          </p:cNvPr>
          <p:cNvSpPr>
            <a:spLocks noGrp="1"/>
          </p:cNvSpPr>
          <p:nvPr>
            <p:ph type="ctrTitle" hasCustomPrompt="1"/>
          </p:nvPr>
        </p:nvSpPr>
        <p:spPr bwMode="white">
          <a:xfrm>
            <a:off x="684229" y="2103120"/>
            <a:ext cx="10812544" cy="1681544"/>
          </a:xfrm>
        </p:spPr>
        <p:txBody>
          <a:bodyPr vert="horz" lIns="91440" rIns="91440" anchor="b">
            <a:noAutofit/>
          </a:bodyPr>
          <a:lstStyle>
            <a:lvl1pPr algn="ctr">
              <a:defRPr sz="6000" b="1">
                <a:solidFill>
                  <a:schemeClr val="bg1"/>
                </a:solidFill>
                <a:latin typeface="+mn-lt"/>
                <a:ea typeface="+mj-ea"/>
                <a:cs typeface="+mj-cs"/>
              </a:defRPr>
            </a:lvl1pPr>
          </a:lstStyle>
          <a:p>
            <a:r>
              <a:rPr lang="en-US"/>
              <a:t>Title Layout</a:t>
            </a:r>
            <a:br>
              <a:rPr lang="en-US"/>
            </a:br>
            <a:r>
              <a:rPr lang="en-US"/>
              <a:t>Title Goes Here</a:t>
            </a:r>
          </a:p>
        </p:txBody>
      </p:sp>
      <p:sp>
        <p:nvSpPr>
          <p:cNvPr id="19" name="Subtitle 2">
            <a:extLst>
              <a:ext uri="{FF2B5EF4-FFF2-40B4-BE49-F238E27FC236}">
                <a16:creationId xmlns:a16="http://schemas.microsoft.com/office/drawing/2014/main" id="{263C3898-E2D2-4879-8325-10F61C0CB84E}"/>
              </a:ext>
            </a:extLst>
          </p:cNvPr>
          <p:cNvSpPr>
            <a:spLocks noGrp="1"/>
          </p:cNvSpPr>
          <p:nvPr>
            <p:ph type="subTitle" idx="1" hasCustomPrompt="1"/>
          </p:nvPr>
        </p:nvSpPr>
        <p:spPr bwMode="white">
          <a:xfrm>
            <a:off x="684229" y="3840480"/>
            <a:ext cx="10812544" cy="1067765"/>
          </a:xfrm>
        </p:spPr>
        <p:txBody>
          <a:bodyPr lIns="91440" rIns="91440"/>
          <a:lstStyle>
            <a:lvl1pPr marL="0" indent="0" algn="ctr">
              <a:buNone/>
              <a:defRPr sz="2800">
                <a:solidFill>
                  <a:schemeClr val="bg1"/>
                </a:solidFill>
                <a:latin typeface="IBM Plex Sans Medium" panose="020B0603050203000203" pitchFamily="34"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Add Subtitle Here</a:t>
            </a:r>
          </a:p>
        </p:txBody>
      </p:sp>
      <p:sp>
        <p:nvSpPr>
          <p:cNvPr id="2" name="Date Placeholder 1">
            <a:extLst>
              <a:ext uri="{FF2B5EF4-FFF2-40B4-BE49-F238E27FC236}">
                <a16:creationId xmlns:a16="http://schemas.microsoft.com/office/drawing/2014/main" id="{25FA2D38-2396-419B-D1E8-2593971D8468}"/>
              </a:ext>
            </a:extLst>
          </p:cNvPr>
          <p:cNvSpPr>
            <a:spLocks noGrp="1"/>
          </p:cNvSpPr>
          <p:nvPr>
            <p:ph type="dt" sz="half" idx="10"/>
          </p:nvPr>
        </p:nvSpPr>
        <p:spPr/>
        <p:txBody>
          <a:bodyPr/>
          <a:lstStyle>
            <a:lvl1pPr>
              <a:defRPr>
                <a:solidFill>
                  <a:schemeClr val="bg1"/>
                </a:solidFill>
              </a:defRPr>
            </a:lvl1pPr>
          </a:lstStyle>
          <a:p>
            <a:fld id="{228D026D-C07B-48C8-8C2B-C561E4D51E16}" type="datetime1">
              <a:rPr lang="en-US" smtClean="0"/>
              <a:pPr/>
              <a:t>11/19/2024</a:t>
            </a:fld>
            <a:endParaRPr lang="en-US"/>
          </a:p>
        </p:txBody>
      </p:sp>
      <p:sp>
        <p:nvSpPr>
          <p:cNvPr id="3" name="Footer Placeholder 2">
            <a:extLst>
              <a:ext uri="{FF2B5EF4-FFF2-40B4-BE49-F238E27FC236}">
                <a16:creationId xmlns:a16="http://schemas.microsoft.com/office/drawing/2014/main" id="{978A53C6-46FF-2529-EC31-2AC94CF00610}"/>
              </a:ext>
            </a:extLst>
          </p:cNvPr>
          <p:cNvSpPr>
            <a:spLocks noGrp="1"/>
          </p:cNvSpPr>
          <p:nvPr>
            <p:ph type="ftr" sz="quarter" idx="11"/>
          </p:nvPr>
        </p:nvSpPr>
        <p:spPr/>
        <p:txBody>
          <a:bodyPr/>
          <a:lstStyle>
            <a:lvl1pPr>
              <a:defRPr>
                <a:solidFill>
                  <a:schemeClr val="bg1"/>
                </a:solidFill>
              </a:defRPr>
            </a:lvl1pPr>
          </a:lstStyle>
          <a:p>
            <a:r>
              <a:rPr lang="en-US"/>
              <a:t>CONFIDENTIAL</a:t>
            </a:r>
          </a:p>
        </p:txBody>
      </p:sp>
      <p:sp>
        <p:nvSpPr>
          <p:cNvPr id="4" name="Slide Number Placeholder 3">
            <a:extLst>
              <a:ext uri="{FF2B5EF4-FFF2-40B4-BE49-F238E27FC236}">
                <a16:creationId xmlns:a16="http://schemas.microsoft.com/office/drawing/2014/main" id="{99CE166E-0F1C-14ED-250D-1AC7A22337A0}"/>
              </a:ext>
            </a:extLst>
          </p:cNvPr>
          <p:cNvSpPr>
            <a:spLocks noGrp="1"/>
          </p:cNvSpPr>
          <p:nvPr>
            <p:ph type="sldNum" sz="quarter" idx="12"/>
          </p:nvPr>
        </p:nvSpPr>
        <p:spPr/>
        <p:txBody>
          <a:bodyPr/>
          <a:lstStyle>
            <a:lvl1pPr>
              <a:defRPr>
                <a:solidFill>
                  <a:schemeClr val="bg1"/>
                </a:solidFill>
              </a:defRPr>
            </a:lvl1pPr>
          </a:lstStyle>
          <a:p>
            <a:fld id="{4F90343F-D056-4E24-BE3D-A305BDC1A23E}" type="slidenum">
              <a:rPr lang="en-US" smtClean="0"/>
              <a:pPr/>
              <a:t>‹#›</a:t>
            </a:fld>
            <a:endParaRPr lang="en-US"/>
          </a:p>
        </p:txBody>
      </p:sp>
      <p:grpSp>
        <p:nvGrpSpPr>
          <p:cNvPr id="5" name="Group 4">
            <a:extLst>
              <a:ext uri="{FF2B5EF4-FFF2-40B4-BE49-F238E27FC236}">
                <a16:creationId xmlns:a16="http://schemas.microsoft.com/office/drawing/2014/main" id="{5BC6ADC3-0EFB-4894-5F6E-732FFF649A73}"/>
              </a:ext>
            </a:extLst>
          </p:cNvPr>
          <p:cNvGrpSpPr/>
          <p:nvPr userDrawn="1"/>
        </p:nvGrpSpPr>
        <p:grpSpPr>
          <a:xfrm>
            <a:off x="10408962" y="6131833"/>
            <a:ext cx="1549676" cy="462092"/>
            <a:chOff x="11074630" y="5946246"/>
            <a:chExt cx="911089" cy="271674"/>
          </a:xfrm>
          <a:solidFill>
            <a:schemeClr val="bg1"/>
          </a:solidFill>
        </p:grpSpPr>
        <p:sp>
          <p:nvSpPr>
            <p:cNvPr id="6" name="Freeform: Shape 5">
              <a:extLst>
                <a:ext uri="{FF2B5EF4-FFF2-40B4-BE49-F238E27FC236}">
                  <a16:creationId xmlns:a16="http://schemas.microsoft.com/office/drawing/2014/main" id="{474962E9-0216-5EA4-EE45-01FF30622C2C}"/>
                </a:ext>
              </a:extLst>
            </p:cNvPr>
            <p:cNvSpPr/>
            <p:nvPr/>
          </p:nvSpPr>
          <p:spPr>
            <a:xfrm>
              <a:off x="11074630" y="5946246"/>
              <a:ext cx="32607" cy="266264"/>
            </a:xfrm>
            <a:custGeom>
              <a:avLst/>
              <a:gdLst>
                <a:gd name="connsiteX0" fmla="*/ 0 w 212407"/>
                <a:gd name="connsiteY0" fmla="*/ 4763 h 1734502"/>
                <a:gd name="connsiteX1" fmla="*/ 60007 w 212407"/>
                <a:gd name="connsiteY1" fmla="*/ 0 h 1734502"/>
                <a:gd name="connsiteX2" fmla="*/ 172402 w 212407"/>
                <a:gd name="connsiteY2" fmla="*/ 40005 h 1734502"/>
                <a:gd name="connsiteX3" fmla="*/ 212407 w 212407"/>
                <a:gd name="connsiteY3" fmla="*/ 152400 h 1734502"/>
                <a:gd name="connsiteX4" fmla="*/ 212407 w 212407"/>
                <a:gd name="connsiteY4" fmla="*/ 1734502 h 1734502"/>
                <a:gd name="connsiteX5" fmla="*/ 0 w 212407"/>
                <a:gd name="connsiteY5" fmla="*/ 1734502 h 1734502"/>
                <a:gd name="connsiteX6" fmla="*/ 0 w 212407"/>
                <a:gd name="connsiteY6" fmla="*/ 4763 h 1734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407" h="1734502">
                  <a:moveTo>
                    <a:pt x="0" y="4763"/>
                  </a:moveTo>
                  <a:cubicBezTo>
                    <a:pt x="25717" y="1905"/>
                    <a:pt x="45720" y="0"/>
                    <a:pt x="60007" y="0"/>
                  </a:cubicBezTo>
                  <a:cubicBezTo>
                    <a:pt x="108585" y="0"/>
                    <a:pt x="145732" y="13335"/>
                    <a:pt x="172402" y="40005"/>
                  </a:cubicBezTo>
                  <a:cubicBezTo>
                    <a:pt x="199072" y="66675"/>
                    <a:pt x="212407" y="103823"/>
                    <a:pt x="212407" y="152400"/>
                  </a:cubicBezTo>
                  <a:lnTo>
                    <a:pt x="212407" y="1734502"/>
                  </a:lnTo>
                  <a:lnTo>
                    <a:pt x="0" y="1734502"/>
                  </a:lnTo>
                  <a:lnTo>
                    <a:pt x="0" y="4763"/>
                  </a:lnTo>
                  <a:close/>
                </a:path>
              </a:pathLst>
            </a:custGeom>
            <a:grp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6456954D-5FDE-A9E0-8674-4259ABA1BC98}"/>
                </a:ext>
              </a:extLst>
            </p:cNvPr>
            <p:cNvSpPr/>
            <p:nvPr/>
          </p:nvSpPr>
          <p:spPr>
            <a:xfrm>
              <a:off x="11141306" y="6033977"/>
              <a:ext cx="146657" cy="178240"/>
            </a:xfrm>
            <a:custGeom>
              <a:avLst/>
              <a:gdLst>
                <a:gd name="connsiteX0" fmla="*/ 0 w 955357"/>
                <a:gd name="connsiteY0" fmla="*/ 21908 h 1161097"/>
                <a:gd name="connsiteX1" fmla="*/ 40958 w 955357"/>
                <a:gd name="connsiteY1" fmla="*/ 19050 h 1161097"/>
                <a:gd name="connsiteX2" fmla="*/ 147638 w 955357"/>
                <a:gd name="connsiteY2" fmla="*/ 50483 h 1161097"/>
                <a:gd name="connsiteX3" fmla="*/ 196215 w 955357"/>
                <a:gd name="connsiteY3" fmla="*/ 141923 h 1161097"/>
                <a:gd name="connsiteX4" fmla="*/ 361950 w 955357"/>
                <a:gd name="connsiteY4" fmla="*/ 37148 h 1161097"/>
                <a:gd name="connsiteX5" fmla="*/ 573405 w 955357"/>
                <a:gd name="connsiteY5" fmla="*/ 0 h 1161097"/>
                <a:gd name="connsiteX6" fmla="*/ 813435 w 955357"/>
                <a:gd name="connsiteY6" fmla="*/ 64770 h 1161097"/>
                <a:gd name="connsiteX7" fmla="*/ 938213 w 955357"/>
                <a:gd name="connsiteY7" fmla="*/ 253365 h 1161097"/>
                <a:gd name="connsiteX8" fmla="*/ 955358 w 955357"/>
                <a:gd name="connsiteY8" fmla="*/ 475298 h 1161097"/>
                <a:gd name="connsiteX9" fmla="*/ 955358 w 955357"/>
                <a:gd name="connsiteY9" fmla="*/ 1161098 h 1161097"/>
                <a:gd name="connsiteX10" fmla="*/ 750570 w 955357"/>
                <a:gd name="connsiteY10" fmla="*/ 1161098 h 1161097"/>
                <a:gd name="connsiteX11" fmla="*/ 750570 w 955357"/>
                <a:gd name="connsiteY11" fmla="*/ 483870 h 1161097"/>
                <a:gd name="connsiteX12" fmla="*/ 736283 w 955357"/>
                <a:gd name="connsiteY12" fmla="*/ 317183 h 1161097"/>
                <a:gd name="connsiteX13" fmla="*/ 661035 w 955357"/>
                <a:gd name="connsiteY13" fmla="*/ 218123 h 1161097"/>
                <a:gd name="connsiteX14" fmla="*/ 508635 w 955357"/>
                <a:gd name="connsiteY14" fmla="*/ 186690 h 1161097"/>
                <a:gd name="connsiteX15" fmla="*/ 353378 w 955357"/>
                <a:gd name="connsiteY15" fmla="*/ 210503 h 1161097"/>
                <a:gd name="connsiteX16" fmla="*/ 245745 w 955357"/>
                <a:gd name="connsiteY16" fmla="*/ 274320 h 1161097"/>
                <a:gd name="connsiteX17" fmla="*/ 206692 w 955357"/>
                <a:gd name="connsiteY17" fmla="*/ 357188 h 1161097"/>
                <a:gd name="connsiteX18" fmla="*/ 206692 w 955357"/>
                <a:gd name="connsiteY18" fmla="*/ 1161098 h 1161097"/>
                <a:gd name="connsiteX19" fmla="*/ 1905 w 955357"/>
                <a:gd name="connsiteY19" fmla="*/ 1161098 h 1161097"/>
                <a:gd name="connsiteX20" fmla="*/ 1905 w 955357"/>
                <a:gd name="connsiteY20" fmla="*/ 21908 h 1161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55357" h="1161097">
                  <a:moveTo>
                    <a:pt x="0" y="21908"/>
                  </a:moveTo>
                  <a:cubicBezTo>
                    <a:pt x="14288" y="20003"/>
                    <a:pt x="28575" y="19050"/>
                    <a:pt x="40958" y="19050"/>
                  </a:cubicBezTo>
                  <a:cubicBezTo>
                    <a:pt x="84773" y="19050"/>
                    <a:pt x="120015" y="29528"/>
                    <a:pt x="147638" y="50483"/>
                  </a:cubicBezTo>
                  <a:cubicBezTo>
                    <a:pt x="175260" y="71438"/>
                    <a:pt x="191453" y="101917"/>
                    <a:pt x="196215" y="141923"/>
                  </a:cubicBezTo>
                  <a:cubicBezTo>
                    <a:pt x="240983" y="97155"/>
                    <a:pt x="296228" y="61913"/>
                    <a:pt x="361950" y="37148"/>
                  </a:cubicBezTo>
                  <a:cubicBezTo>
                    <a:pt x="426720" y="12383"/>
                    <a:pt x="497205" y="0"/>
                    <a:pt x="573405" y="0"/>
                  </a:cubicBezTo>
                  <a:cubicBezTo>
                    <a:pt x="671513" y="0"/>
                    <a:pt x="751523" y="21908"/>
                    <a:pt x="813435" y="64770"/>
                  </a:cubicBezTo>
                  <a:cubicBezTo>
                    <a:pt x="875348" y="108585"/>
                    <a:pt x="917258" y="171450"/>
                    <a:pt x="938213" y="253365"/>
                  </a:cubicBezTo>
                  <a:cubicBezTo>
                    <a:pt x="949643" y="297180"/>
                    <a:pt x="955358" y="370523"/>
                    <a:pt x="955358" y="475298"/>
                  </a:cubicBezTo>
                  <a:lnTo>
                    <a:pt x="955358" y="1161098"/>
                  </a:lnTo>
                  <a:lnTo>
                    <a:pt x="750570" y="1161098"/>
                  </a:lnTo>
                  <a:lnTo>
                    <a:pt x="750570" y="483870"/>
                  </a:lnTo>
                  <a:cubicBezTo>
                    <a:pt x="750570" y="404813"/>
                    <a:pt x="745808" y="349567"/>
                    <a:pt x="736283" y="317183"/>
                  </a:cubicBezTo>
                  <a:cubicBezTo>
                    <a:pt x="722948" y="272415"/>
                    <a:pt x="698183" y="239078"/>
                    <a:pt x="661035" y="218123"/>
                  </a:cubicBezTo>
                  <a:cubicBezTo>
                    <a:pt x="623888" y="197167"/>
                    <a:pt x="573405" y="186690"/>
                    <a:pt x="508635" y="186690"/>
                  </a:cubicBezTo>
                  <a:cubicBezTo>
                    <a:pt x="450533" y="186690"/>
                    <a:pt x="399098" y="194310"/>
                    <a:pt x="353378" y="210503"/>
                  </a:cubicBezTo>
                  <a:cubicBezTo>
                    <a:pt x="307658" y="226695"/>
                    <a:pt x="271463" y="247650"/>
                    <a:pt x="245745" y="274320"/>
                  </a:cubicBezTo>
                  <a:cubicBezTo>
                    <a:pt x="220028" y="300990"/>
                    <a:pt x="206692" y="328613"/>
                    <a:pt x="206692" y="357188"/>
                  </a:cubicBezTo>
                  <a:lnTo>
                    <a:pt x="206692" y="1161098"/>
                  </a:lnTo>
                  <a:lnTo>
                    <a:pt x="1905" y="1161098"/>
                  </a:lnTo>
                  <a:lnTo>
                    <a:pt x="1905" y="21908"/>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59284F22-C4FD-E199-C133-CC955BFE74F3}"/>
                </a:ext>
              </a:extLst>
            </p:cNvPr>
            <p:cNvSpPr/>
            <p:nvPr/>
          </p:nvSpPr>
          <p:spPr>
            <a:xfrm>
              <a:off x="11314282" y="6033831"/>
              <a:ext cx="125309" cy="183504"/>
            </a:xfrm>
            <a:custGeom>
              <a:avLst/>
              <a:gdLst>
                <a:gd name="connsiteX0" fmla="*/ 708660 w 816292"/>
                <a:gd name="connsiteY0" fmla="*/ 293370 h 1195387"/>
                <a:gd name="connsiteX1" fmla="*/ 582930 w 816292"/>
                <a:gd name="connsiteY1" fmla="*/ 202882 h 1195387"/>
                <a:gd name="connsiteX2" fmla="*/ 421005 w 816292"/>
                <a:gd name="connsiteY2" fmla="*/ 167640 h 1195387"/>
                <a:gd name="connsiteX3" fmla="*/ 263843 w 816292"/>
                <a:gd name="connsiteY3" fmla="*/ 204788 h 1195387"/>
                <a:gd name="connsiteX4" fmla="*/ 205740 w 816292"/>
                <a:gd name="connsiteY4" fmla="*/ 312420 h 1195387"/>
                <a:gd name="connsiteX5" fmla="*/ 226695 w 816292"/>
                <a:gd name="connsiteY5" fmla="*/ 381000 h 1195387"/>
                <a:gd name="connsiteX6" fmla="*/ 295275 w 816292"/>
                <a:gd name="connsiteY6" fmla="*/ 434340 h 1195387"/>
                <a:gd name="connsiteX7" fmla="*/ 444818 w 816292"/>
                <a:gd name="connsiteY7" fmla="*/ 481013 h 1195387"/>
                <a:gd name="connsiteX8" fmla="*/ 662940 w 816292"/>
                <a:gd name="connsiteY8" fmla="*/ 561022 h 1195387"/>
                <a:gd name="connsiteX9" fmla="*/ 779145 w 816292"/>
                <a:gd name="connsiteY9" fmla="*/ 675322 h 1195387"/>
                <a:gd name="connsiteX10" fmla="*/ 816293 w 816292"/>
                <a:gd name="connsiteY10" fmla="*/ 838200 h 1195387"/>
                <a:gd name="connsiteX11" fmla="*/ 693420 w 816292"/>
                <a:gd name="connsiteY11" fmla="*/ 1097280 h 1195387"/>
                <a:gd name="connsiteX12" fmla="*/ 374332 w 816292"/>
                <a:gd name="connsiteY12" fmla="*/ 1195388 h 1195387"/>
                <a:gd name="connsiteX13" fmla="*/ 108585 w 816292"/>
                <a:gd name="connsiteY13" fmla="*/ 1149667 h 1195387"/>
                <a:gd name="connsiteX14" fmla="*/ 0 w 816292"/>
                <a:gd name="connsiteY14" fmla="*/ 1048703 h 1195387"/>
                <a:gd name="connsiteX15" fmla="*/ 12382 w 816292"/>
                <a:gd name="connsiteY15" fmla="*/ 994410 h 1195387"/>
                <a:gd name="connsiteX16" fmla="*/ 60960 w 816292"/>
                <a:gd name="connsiteY16" fmla="*/ 905828 h 1195387"/>
                <a:gd name="connsiteX17" fmla="*/ 213360 w 816292"/>
                <a:gd name="connsiteY17" fmla="*/ 996315 h 1195387"/>
                <a:gd name="connsiteX18" fmla="*/ 381953 w 816292"/>
                <a:gd name="connsiteY18" fmla="*/ 1028700 h 1195387"/>
                <a:gd name="connsiteX19" fmla="*/ 553403 w 816292"/>
                <a:gd name="connsiteY19" fmla="*/ 983932 h 1195387"/>
                <a:gd name="connsiteX20" fmla="*/ 613410 w 816292"/>
                <a:gd name="connsiteY20" fmla="*/ 854392 h 1195387"/>
                <a:gd name="connsiteX21" fmla="*/ 560070 w 816292"/>
                <a:gd name="connsiteY21" fmla="*/ 735330 h 1195387"/>
                <a:gd name="connsiteX22" fmla="*/ 361950 w 816292"/>
                <a:gd name="connsiteY22" fmla="*/ 659130 h 1195387"/>
                <a:gd name="connsiteX23" fmla="*/ 87630 w 816292"/>
                <a:gd name="connsiteY23" fmla="*/ 537210 h 1195387"/>
                <a:gd name="connsiteX24" fmla="*/ 4763 w 816292"/>
                <a:gd name="connsiteY24" fmla="*/ 323850 h 1195387"/>
                <a:gd name="connsiteX25" fmla="*/ 120968 w 816292"/>
                <a:gd name="connsiteY25" fmla="*/ 88582 h 1195387"/>
                <a:gd name="connsiteX26" fmla="*/ 415290 w 816292"/>
                <a:gd name="connsiteY26" fmla="*/ 0 h 1195387"/>
                <a:gd name="connsiteX27" fmla="*/ 579120 w 816292"/>
                <a:gd name="connsiteY27" fmla="*/ 18097 h 1195387"/>
                <a:gd name="connsiteX28" fmla="*/ 704850 w 816292"/>
                <a:gd name="connsiteY28" fmla="*/ 64770 h 1195387"/>
                <a:gd name="connsiteX29" fmla="*/ 786765 w 816292"/>
                <a:gd name="connsiteY29" fmla="*/ 159067 h 1195387"/>
                <a:gd name="connsiteX30" fmla="*/ 741045 w 816292"/>
                <a:gd name="connsiteY30" fmla="*/ 289560 h 1195387"/>
                <a:gd name="connsiteX31" fmla="*/ 708660 w 816292"/>
                <a:gd name="connsiteY31" fmla="*/ 293370 h 1195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16292" h="1195387">
                  <a:moveTo>
                    <a:pt x="708660" y="293370"/>
                  </a:moveTo>
                  <a:cubicBezTo>
                    <a:pt x="678180" y="256222"/>
                    <a:pt x="636270" y="225742"/>
                    <a:pt x="582930" y="202882"/>
                  </a:cubicBezTo>
                  <a:cubicBezTo>
                    <a:pt x="529590" y="180022"/>
                    <a:pt x="476250" y="167640"/>
                    <a:pt x="421005" y="167640"/>
                  </a:cubicBezTo>
                  <a:cubicBezTo>
                    <a:pt x="355282" y="167640"/>
                    <a:pt x="302895" y="180022"/>
                    <a:pt x="263843" y="204788"/>
                  </a:cubicBezTo>
                  <a:cubicBezTo>
                    <a:pt x="224790" y="229552"/>
                    <a:pt x="205740" y="265747"/>
                    <a:pt x="205740" y="312420"/>
                  </a:cubicBezTo>
                  <a:cubicBezTo>
                    <a:pt x="205740" y="338138"/>
                    <a:pt x="212407" y="360997"/>
                    <a:pt x="226695" y="381000"/>
                  </a:cubicBezTo>
                  <a:cubicBezTo>
                    <a:pt x="240030" y="401003"/>
                    <a:pt x="262890" y="419100"/>
                    <a:pt x="295275" y="434340"/>
                  </a:cubicBezTo>
                  <a:cubicBezTo>
                    <a:pt x="327660" y="449580"/>
                    <a:pt x="377190" y="465772"/>
                    <a:pt x="444818" y="481013"/>
                  </a:cubicBezTo>
                  <a:cubicBezTo>
                    <a:pt x="538163" y="503872"/>
                    <a:pt x="610553" y="530542"/>
                    <a:pt x="662940" y="561022"/>
                  </a:cubicBezTo>
                  <a:cubicBezTo>
                    <a:pt x="715328" y="591503"/>
                    <a:pt x="753428" y="629603"/>
                    <a:pt x="779145" y="675322"/>
                  </a:cubicBezTo>
                  <a:cubicBezTo>
                    <a:pt x="803910" y="721042"/>
                    <a:pt x="816293" y="775335"/>
                    <a:pt x="816293" y="838200"/>
                  </a:cubicBezTo>
                  <a:cubicBezTo>
                    <a:pt x="816293" y="945832"/>
                    <a:pt x="775335" y="1032510"/>
                    <a:pt x="693420" y="1097280"/>
                  </a:cubicBezTo>
                  <a:cubicBezTo>
                    <a:pt x="611505" y="1162050"/>
                    <a:pt x="504825" y="1195388"/>
                    <a:pt x="374332" y="1195388"/>
                  </a:cubicBezTo>
                  <a:cubicBezTo>
                    <a:pt x="266700" y="1195388"/>
                    <a:pt x="178118" y="1180148"/>
                    <a:pt x="108585" y="1149667"/>
                  </a:cubicBezTo>
                  <a:cubicBezTo>
                    <a:pt x="36195" y="1121092"/>
                    <a:pt x="0" y="1086803"/>
                    <a:pt x="0" y="1048703"/>
                  </a:cubicBezTo>
                  <a:cubicBezTo>
                    <a:pt x="0" y="1032510"/>
                    <a:pt x="3810" y="1014413"/>
                    <a:pt x="12382" y="994410"/>
                  </a:cubicBezTo>
                  <a:cubicBezTo>
                    <a:pt x="20003" y="974407"/>
                    <a:pt x="36195" y="944880"/>
                    <a:pt x="60960" y="905828"/>
                  </a:cubicBezTo>
                  <a:cubicBezTo>
                    <a:pt x="105728" y="944880"/>
                    <a:pt x="157163" y="974407"/>
                    <a:pt x="213360" y="996315"/>
                  </a:cubicBezTo>
                  <a:cubicBezTo>
                    <a:pt x="269557" y="1018222"/>
                    <a:pt x="325755" y="1028700"/>
                    <a:pt x="381953" y="1028700"/>
                  </a:cubicBezTo>
                  <a:cubicBezTo>
                    <a:pt x="456247" y="1028700"/>
                    <a:pt x="513397" y="1013460"/>
                    <a:pt x="553403" y="983932"/>
                  </a:cubicBezTo>
                  <a:cubicBezTo>
                    <a:pt x="593407" y="954405"/>
                    <a:pt x="613410" y="911542"/>
                    <a:pt x="613410" y="854392"/>
                  </a:cubicBezTo>
                  <a:cubicBezTo>
                    <a:pt x="613410" y="804863"/>
                    <a:pt x="595313" y="764857"/>
                    <a:pt x="560070" y="735330"/>
                  </a:cubicBezTo>
                  <a:cubicBezTo>
                    <a:pt x="524828" y="705803"/>
                    <a:pt x="459105" y="680085"/>
                    <a:pt x="361950" y="659130"/>
                  </a:cubicBezTo>
                  <a:cubicBezTo>
                    <a:pt x="235268" y="631507"/>
                    <a:pt x="143828" y="591503"/>
                    <a:pt x="87630" y="537210"/>
                  </a:cubicBezTo>
                  <a:cubicBezTo>
                    <a:pt x="32385" y="482917"/>
                    <a:pt x="4763" y="412432"/>
                    <a:pt x="4763" y="323850"/>
                  </a:cubicBezTo>
                  <a:cubicBezTo>
                    <a:pt x="4763" y="225742"/>
                    <a:pt x="43815" y="147638"/>
                    <a:pt x="120968" y="88582"/>
                  </a:cubicBezTo>
                  <a:cubicBezTo>
                    <a:pt x="198120" y="29527"/>
                    <a:pt x="296228" y="0"/>
                    <a:pt x="415290" y="0"/>
                  </a:cubicBezTo>
                  <a:cubicBezTo>
                    <a:pt x="473393" y="0"/>
                    <a:pt x="527685" y="5715"/>
                    <a:pt x="579120" y="18097"/>
                  </a:cubicBezTo>
                  <a:cubicBezTo>
                    <a:pt x="630555" y="30480"/>
                    <a:pt x="672465" y="45720"/>
                    <a:pt x="704850" y="64770"/>
                  </a:cubicBezTo>
                  <a:cubicBezTo>
                    <a:pt x="759143" y="95250"/>
                    <a:pt x="786765" y="126682"/>
                    <a:pt x="786765" y="159067"/>
                  </a:cubicBezTo>
                  <a:cubicBezTo>
                    <a:pt x="786765" y="192405"/>
                    <a:pt x="771525" y="236220"/>
                    <a:pt x="741045" y="289560"/>
                  </a:cubicBezTo>
                  <a:lnTo>
                    <a:pt x="708660" y="29337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A35389F-6F1B-2561-0738-640DA9F4348F}"/>
                </a:ext>
              </a:extLst>
            </p:cNvPr>
            <p:cNvSpPr/>
            <p:nvPr/>
          </p:nvSpPr>
          <p:spPr>
            <a:xfrm>
              <a:off x="11466789" y="6035878"/>
              <a:ext cx="145780" cy="182042"/>
            </a:xfrm>
            <a:custGeom>
              <a:avLst/>
              <a:gdLst>
                <a:gd name="connsiteX0" fmla="*/ 0 w 949642"/>
                <a:gd name="connsiteY0" fmla="*/ 2858 h 1185862"/>
                <a:gd name="connsiteX1" fmla="*/ 43815 w 949642"/>
                <a:gd name="connsiteY1" fmla="*/ 0 h 1185862"/>
                <a:gd name="connsiteX2" fmla="*/ 205740 w 949642"/>
                <a:gd name="connsiteY2" fmla="*/ 163830 h 1185862"/>
                <a:gd name="connsiteX3" fmla="*/ 205740 w 949642"/>
                <a:gd name="connsiteY3" fmla="*/ 726757 h 1185862"/>
                <a:gd name="connsiteX4" fmla="*/ 220028 w 949642"/>
                <a:gd name="connsiteY4" fmla="*/ 883920 h 1185862"/>
                <a:gd name="connsiteX5" fmla="*/ 273368 w 949642"/>
                <a:gd name="connsiteY5" fmla="*/ 961072 h 1185862"/>
                <a:gd name="connsiteX6" fmla="*/ 346710 w 949642"/>
                <a:gd name="connsiteY6" fmla="*/ 996315 h 1185862"/>
                <a:gd name="connsiteX7" fmla="*/ 449580 w 949642"/>
                <a:gd name="connsiteY7" fmla="*/ 1006793 h 1185862"/>
                <a:gd name="connsiteX8" fmla="*/ 595313 w 949642"/>
                <a:gd name="connsiteY8" fmla="*/ 979170 h 1185862"/>
                <a:gd name="connsiteX9" fmla="*/ 702945 w 949642"/>
                <a:gd name="connsiteY9" fmla="*/ 910590 h 1185862"/>
                <a:gd name="connsiteX10" fmla="*/ 743903 w 949642"/>
                <a:gd name="connsiteY10" fmla="*/ 833438 h 1185862"/>
                <a:gd name="connsiteX11" fmla="*/ 743903 w 949642"/>
                <a:gd name="connsiteY11" fmla="*/ 2858 h 1185862"/>
                <a:gd name="connsiteX12" fmla="*/ 787718 w 949642"/>
                <a:gd name="connsiteY12" fmla="*/ 0 h 1185862"/>
                <a:gd name="connsiteX13" fmla="*/ 949643 w 949642"/>
                <a:gd name="connsiteY13" fmla="*/ 163830 h 1185862"/>
                <a:gd name="connsiteX14" fmla="*/ 949643 w 949642"/>
                <a:gd name="connsiteY14" fmla="*/ 1148715 h 1185862"/>
                <a:gd name="connsiteX15" fmla="*/ 744855 w 949642"/>
                <a:gd name="connsiteY15" fmla="*/ 1148715 h 1185862"/>
                <a:gd name="connsiteX16" fmla="*/ 744855 w 949642"/>
                <a:gd name="connsiteY16" fmla="*/ 1042988 h 1185862"/>
                <a:gd name="connsiteX17" fmla="*/ 384810 w 949642"/>
                <a:gd name="connsiteY17" fmla="*/ 1185863 h 1185862"/>
                <a:gd name="connsiteX18" fmla="*/ 214313 w 949642"/>
                <a:gd name="connsiteY18" fmla="*/ 1162050 h 1185862"/>
                <a:gd name="connsiteX19" fmla="*/ 93345 w 949642"/>
                <a:gd name="connsiteY19" fmla="*/ 1088707 h 1185862"/>
                <a:gd name="connsiteX20" fmla="*/ 22860 w 949642"/>
                <a:gd name="connsiteY20" fmla="*/ 961072 h 1185862"/>
                <a:gd name="connsiteX21" fmla="*/ 0 w 949642"/>
                <a:gd name="connsiteY21" fmla="*/ 727710 h 1185862"/>
                <a:gd name="connsiteX22" fmla="*/ 0 w 949642"/>
                <a:gd name="connsiteY22" fmla="*/ 2858 h 1185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49642" h="1185862">
                  <a:moveTo>
                    <a:pt x="0" y="2858"/>
                  </a:moveTo>
                  <a:cubicBezTo>
                    <a:pt x="14288" y="953"/>
                    <a:pt x="28575" y="0"/>
                    <a:pt x="43815" y="0"/>
                  </a:cubicBezTo>
                  <a:cubicBezTo>
                    <a:pt x="151448" y="0"/>
                    <a:pt x="205740" y="54292"/>
                    <a:pt x="205740" y="163830"/>
                  </a:cubicBezTo>
                  <a:lnTo>
                    <a:pt x="205740" y="726757"/>
                  </a:lnTo>
                  <a:cubicBezTo>
                    <a:pt x="205740" y="797243"/>
                    <a:pt x="210503" y="849630"/>
                    <a:pt x="220028" y="883920"/>
                  </a:cubicBezTo>
                  <a:cubicBezTo>
                    <a:pt x="229553" y="917257"/>
                    <a:pt x="247650" y="943928"/>
                    <a:pt x="273368" y="961072"/>
                  </a:cubicBezTo>
                  <a:cubicBezTo>
                    <a:pt x="296228" y="977265"/>
                    <a:pt x="320040" y="988695"/>
                    <a:pt x="346710" y="996315"/>
                  </a:cubicBezTo>
                  <a:cubicBezTo>
                    <a:pt x="373380" y="1003935"/>
                    <a:pt x="407670" y="1006793"/>
                    <a:pt x="449580" y="1006793"/>
                  </a:cubicBezTo>
                  <a:cubicBezTo>
                    <a:pt x="502920" y="1006793"/>
                    <a:pt x="551498" y="997268"/>
                    <a:pt x="595313" y="979170"/>
                  </a:cubicBezTo>
                  <a:cubicBezTo>
                    <a:pt x="639128" y="961072"/>
                    <a:pt x="675323" y="937260"/>
                    <a:pt x="702945" y="910590"/>
                  </a:cubicBezTo>
                  <a:cubicBezTo>
                    <a:pt x="730568" y="882968"/>
                    <a:pt x="743903" y="857250"/>
                    <a:pt x="743903" y="833438"/>
                  </a:cubicBezTo>
                  <a:lnTo>
                    <a:pt x="743903" y="2858"/>
                  </a:lnTo>
                  <a:cubicBezTo>
                    <a:pt x="758190" y="953"/>
                    <a:pt x="772478" y="0"/>
                    <a:pt x="787718" y="0"/>
                  </a:cubicBezTo>
                  <a:cubicBezTo>
                    <a:pt x="895350" y="0"/>
                    <a:pt x="949643" y="54292"/>
                    <a:pt x="949643" y="163830"/>
                  </a:cubicBezTo>
                  <a:lnTo>
                    <a:pt x="949643" y="1148715"/>
                  </a:lnTo>
                  <a:lnTo>
                    <a:pt x="744855" y="1148715"/>
                  </a:lnTo>
                  <a:lnTo>
                    <a:pt x="744855" y="1042988"/>
                  </a:lnTo>
                  <a:cubicBezTo>
                    <a:pt x="662940" y="1138238"/>
                    <a:pt x="542925" y="1185863"/>
                    <a:pt x="384810" y="1185863"/>
                  </a:cubicBezTo>
                  <a:cubicBezTo>
                    <a:pt x="320040" y="1185863"/>
                    <a:pt x="263843" y="1178243"/>
                    <a:pt x="214313" y="1162050"/>
                  </a:cubicBezTo>
                  <a:cubicBezTo>
                    <a:pt x="164783" y="1145857"/>
                    <a:pt x="124778" y="1121093"/>
                    <a:pt x="93345" y="1088707"/>
                  </a:cubicBezTo>
                  <a:cubicBezTo>
                    <a:pt x="61913" y="1055370"/>
                    <a:pt x="39053" y="1013460"/>
                    <a:pt x="22860" y="961072"/>
                  </a:cubicBezTo>
                  <a:cubicBezTo>
                    <a:pt x="7620" y="908685"/>
                    <a:pt x="0" y="831532"/>
                    <a:pt x="0" y="727710"/>
                  </a:cubicBezTo>
                  <a:lnTo>
                    <a:pt x="0" y="2858"/>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99EA730F-29AD-8FA0-27C8-254ECF5935AB}"/>
                </a:ext>
              </a:extLst>
            </p:cNvPr>
            <p:cNvSpPr/>
            <p:nvPr/>
          </p:nvSpPr>
          <p:spPr>
            <a:xfrm>
              <a:off x="11644737" y="5963354"/>
              <a:ext cx="49422" cy="251057"/>
            </a:xfrm>
            <a:custGeom>
              <a:avLst/>
              <a:gdLst>
                <a:gd name="connsiteX0" fmla="*/ 0 w 321944"/>
                <a:gd name="connsiteY0" fmla="*/ 2858 h 1635442"/>
                <a:gd name="connsiteX1" fmla="*/ 43815 w 321944"/>
                <a:gd name="connsiteY1" fmla="*/ 0 h 1635442"/>
                <a:gd name="connsiteX2" fmla="*/ 205740 w 321944"/>
                <a:gd name="connsiteY2" fmla="*/ 163830 h 1635442"/>
                <a:gd name="connsiteX3" fmla="*/ 205740 w 321944"/>
                <a:gd name="connsiteY3" fmla="*/ 1394460 h 1635442"/>
                <a:gd name="connsiteX4" fmla="*/ 215265 w 321944"/>
                <a:gd name="connsiteY4" fmla="*/ 1485900 h 1635442"/>
                <a:gd name="connsiteX5" fmla="*/ 249555 w 321944"/>
                <a:gd name="connsiteY5" fmla="*/ 1521143 h 1635442"/>
                <a:gd name="connsiteX6" fmla="*/ 321945 w 321944"/>
                <a:gd name="connsiteY6" fmla="*/ 1531620 h 1635442"/>
                <a:gd name="connsiteX7" fmla="*/ 321945 w 321944"/>
                <a:gd name="connsiteY7" fmla="*/ 1618298 h 1635442"/>
                <a:gd name="connsiteX8" fmla="*/ 189548 w 321944"/>
                <a:gd name="connsiteY8" fmla="*/ 1635443 h 1635442"/>
                <a:gd name="connsiteX9" fmla="*/ 82868 w 321944"/>
                <a:gd name="connsiteY9" fmla="*/ 1613535 h 1635442"/>
                <a:gd name="connsiteX10" fmla="*/ 20955 w 321944"/>
                <a:gd name="connsiteY10" fmla="*/ 1544955 h 1635442"/>
                <a:gd name="connsiteX11" fmla="*/ 0 w 321944"/>
                <a:gd name="connsiteY11" fmla="*/ 1386840 h 1635442"/>
                <a:gd name="connsiteX12" fmla="*/ 0 w 321944"/>
                <a:gd name="connsiteY12" fmla="*/ 2858 h 16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1944" h="1635442">
                  <a:moveTo>
                    <a:pt x="0" y="2858"/>
                  </a:moveTo>
                  <a:cubicBezTo>
                    <a:pt x="14288" y="953"/>
                    <a:pt x="28575" y="0"/>
                    <a:pt x="43815" y="0"/>
                  </a:cubicBezTo>
                  <a:cubicBezTo>
                    <a:pt x="151448" y="0"/>
                    <a:pt x="205740" y="54293"/>
                    <a:pt x="205740" y="163830"/>
                  </a:cubicBezTo>
                  <a:lnTo>
                    <a:pt x="205740" y="1394460"/>
                  </a:lnTo>
                  <a:cubicBezTo>
                    <a:pt x="205740" y="1439228"/>
                    <a:pt x="208598" y="1469708"/>
                    <a:pt x="215265" y="1485900"/>
                  </a:cubicBezTo>
                  <a:cubicBezTo>
                    <a:pt x="221932" y="1502093"/>
                    <a:pt x="233363" y="1513523"/>
                    <a:pt x="249555" y="1521143"/>
                  </a:cubicBezTo>
                  <a:cubicBezTo>
                    <a:pt x="265748" y="1528763"/>
                    <a:pt x="289560" y="1531620"/>
                    <a:pt x="321945" y="1531620"/>
                  </a:cubicBezTo>
                  <a:lnTo>
                    <a:pt x="321945" y="1618298"/>
                  </a:lnTo>
                  <a:cubicBezTo>
                    <a:pt x="288607" y="1629728"/>
                    <a:pt x="243840" y="1635443"/>
                    <a:pt x="189548" y="1635443"/>
                  </a:cubicBezTo>
                  <a:cubicBezTo>
                    <a:pt x="145732" y="1635443"/>
                    <a:pt x="110490" y="1627823"/>
                    <a:pt x="82868" y="1613535"/>
                  </a:cubicBezTo>
                  <a:cubicBezTo>
                    <a:pt x="55245" y="1599248"/>
                    <a:pt x="35243" y="1576388"/>
                    <a:pt x="20955" y="1544955"/>
                  </a:cubicBezTo>
                  <a:cubicBezTo>
                    <a:pt x="7620" y="1513523"/>
                    <a:pt x="0" y="1461135"/>
                    <a:pt x="0" y="1386840"/>
                  </a:cubicBezTo>
                  <a:lnTo>
                    <a:pt x="0" y="2858"/>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2BBA7867-792E-8613-2566-D8E8150B1382}"/>
                </a:ext>
              </a:extLst>
            </p:cNvPr>
            <p:cNvSpPr/>
            <p:nvPr/>
          </p:nvSpPr>
          <p:spPr>
            <a:xfrm>
              <a:off x="11709950" y="6033831"/>
              <a:ext cx="150898" cy="183943"/>
            </a:xfrm>
            <a:custGeom>
              <a:avLst/>
              <a:gdLst>
                <a:gd name="connsiteX0" fmla="*/ 212408 w 982980"/>
                <a:gd name="connsiteY0" fmla="*/ 634365 h 1198244"/>
                <a:gd name="connsiteX1" fmla="*/ 310515 w 982980"/>
                <a:gd name="connsiteY1" fmla="*/ 923925 h 1198244"/>
                <a:gd name="connsiteX2" fmla="*/ 569595 w 982980"/>
                <a:gd name="connsiteY2" fmla="*/ 1024890 h 1198244"/>
                <a:gd name="connsiteX3" fmla="*/ 888683 w 982980"/>
                <a:gd name="connsiteY3" fmla="*/ 887730 h 1198244"/>
                <a:gd name="connsiteX4" fmla="*/ 937260 w 982980"/>
                <a:gd name="connsiteY4" fmla="*/ 961072 h 1198244"/>
                <a:gd name="connsiteX5" fmla="*/ 956310 w 982980"/>
                <a:gd name="connsiteY5" fmla="*/ 1020128 h 1198244"/>
                <a:gd name="connsiteX6" fmla="*/ 902970 w 982980"/>
                <a:gd name="connsiteY6" fmla="*/ 1102042 h 1198244"/>
                <a:gd name="connsiteX7" fmla="*/ 550545 w 982980"/>
                <a:gd name="connsiteY7" fmla="*/ 1198245 h 1198244"/>
                <a:gd name="connsiteX8" fmla="*/ 142875 w 982980"/>
                <a:gd name="connsiteY8" fmla="*/ 1041082 h 1198244"/>
                <a:gd name="connsiteX9" fmla="*/ 0 w 982980"/>
                <a:gd name="connsiteY9" fmla="*/ 584835 h 1198244"/>
                <a:gd name="connsiteX10" fmla="*/ 66675 w 982980"/>
                <a:gd name="connsiteY10" fmla="*/ 270510 h 1198244"/>
                <a:gd name="connsiteX11" fmla="*/ 252413 w 982980"/>
                <a:gd name="connsiteY11" fmla="*/ 70485 h 1198244"/>
                <a:gd name="connsiteX12" fmla="*/ 519113 w 982980"/>
                <a:gd name="connsiteY12" fmla="*/ 0 h 1198244"/>
                <a:gd name="connsiteX13" fmla="*/ 770573 w 982980"/>
                <a:gd name="connsiteY13" fmla="*/ 61913 h 1198244"/>
                <a:gd name="connsiteX14" fmla="*/ 928688 w 982980"/>
                <a:gd name="connsiteY14" fmla="*/ 237172 h 1198244"/>
                <a:gd name="connsiteX15" fmla="*/ 982980 w 982980"/>
                <a:gd name="connsiteY15" fmla="*/ 498157 h 1198244"/>
                <a:gd name="connsiteX16" fmla="*/ 975360 w 982980"/>
                <a:gd name="connsiteY16" fmla="*/ 633413 h 1198244"/>
                <a:gd name="connsiteX17" fmla="*/ 212408 w 982980"/>
                <a:gd name="connsiteY17" fmla="*/ 633413 h 1198244"/>
                <a:gd name="connsiteX18" fmla="*/ 777240 w 982980"/>
                <a:gd name="connsiteY18" fmla="*/ 480060 h 1198244"/>
                <a:gd name="connsiteX19" fmla="*/ 509588 w 982980"/>
                <a:gd name="connsiteY19" fmla="*/ 171450 h 1198244"/>
                <a:gd name="connsiteX20" fmla="*/ 301943 w 982980"/>
                <a:gd name="connsiteY20" fmla="*/ 254317 h 1198244"/>
                <a:gd name="connsiteX21" fmla="*/ 212408 w 982980"/>
                <a:gd name="connsiteY21" fmla="*/ 480060 h 1198244"/>
                <a:gd name="connsiteX22" fmla="*/ 777240 w 982980"/>
                <a:gd name="connsiteY22" fmla="*/ 480060 h 119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82980" h="1198244">
                  <a:moveTo>
                    <a:pt x="212408" y="634365"/>
                  </a:moveTo>
                  <a:cubicBezTo>
                    <a:pt x="217170" y="760095"/>
                    <a:pt x="249555" y="856297"/>
                    <a:pt x="310515" y="923925"/>
                  </a:cubicBezTo>
                  <a:cubicBezTo>
                    <a:pt x="370523" y="991553"/>
                    <a:pt x="457200" y="1024890"/>
                    <a:pt x="569595" y="1024890"/>
                  </a:cubicBezTo>
                  <a:cubicBezTo>
                    <a:pt x="702945" y="1024890"/>
                    <a:pt x="809625" y="979170"/>
                    <a:pt x="888683" y="887730"/>
                  </a:cubicBezTo>
                  <a:cubicBezTo>
                    <a:pt x="907733" y="911542"/>
                    <a:pt x="923925" y="936307"/>
                    <a:pt x="937260" y="961072"/>
                  </a:cubicBezTo>
                  <a:cubicBezTo>
                    <a:pt x="950595" y="985838"/>
                    <a:pt x="956310" y="1005840"/>
                    <a:pt x="956310" y="1020128"/>
                  </a:cubicBezTo>
                  <a:cubicBezTo>
                    <a:pt x="956310" y="1047750"/>
                    <a:pt x="938213" y="1074420"/>
                    <a:pt x="902970" y="1102042"/>
                  </a:cubicBezTo>
                  <a:cubicBezTo>
                    <a:pt x="816293" y="1166813"/>
                    <a:pt x="698183" y="1198245"/>
                    <a:pt x="550545" y="1198245"/>
                  </a:cubicBezTo>
                  <a:cubicBezTo>
                    <a:pt x="373380" y="1198245"/>
                    <a:pt x="237173" y="1145857"/>
                    <a:pt x="142875" y="1041082"/>
                  </a:cubicBezTo>
                  <a:cubicBezTo>
                    <a:pt x="47625" y="936307"/>
                    <a:pt x="0" y="783907"/>
                    <a:pt x="0" y="584835"/>
                  </a:cubicBezTo>
                  <a:cubicBezTo>
                    <a:pt x="0" y="462915"/>
                    <a:pt x="21908" y="358140"/>
                    <a:pt x="66675" y="270510"/>
                  </a:cubicBezTo>
                  <a:cubicBezTo>
                    <a:pt x="110490" y="183832"/>
                    <a:pt x="173355" y="117157"/>
                    <a:pt x="252413" y="70485"/>
                  </a:cubicBezTo>
                  <a:cubicBezTo>
                    <a:pt x="332423" y="23813"/>
                    <a:pt x="421005" y="0"/>
                    <a:pt x="519113" y="0"/>
                  </a:cubicBezTo>
                  <a:cubicBezTo>
                    <a:pt x="617220" y="0"/>
                    <a:pt x="701040" y="20955"/>
                    <a:pt x="770573" y="61913"/>
                  </a:cubicBezTo>
                  <a:cubicBezTo>
                    <a:pt x="840105" y="102870"/>
                    <a:pt x="892493" y="160972"/>
                    <a:pt x="928688" y="237172"/>
                  </a:cubicBezTo>
                  <a:cubicBezTo>
                    <a:pt x="964883" y="312420"/>
                    <a:pt x="982980" y="400050"/>
                    <a:pt x="982980" y="498157"/>
                  </a:cubicBezTo>
                  <a:cubicBezTo>
                    <a:pt x="982980" y="561022"/>
                    <a:pt x="980123" y="605790"/>
                    <a:pt x="975360" y="633413"/>
                  </a:cubicBezTo>
                  <a:lnTo>
                    <a:pt x="212408" y="633413"/>
                  </a:lnTo>
                  <a:close/>
                  <a:moveTo>
                    <a:pt x="777240" y="480060"/>
                  </a:moveTo>
                  <a:cubicBezTo>
                    <a:pt x="777240" y="274320"/>
                    <a:pt x="687705" y="171450"/>
                    <a:pt x="509588" y="171450"/>
                  </a:cubicBezTo>
                  <a:cubicBezTo>
                    <a:pt x="423863" y="171450"/>
                    <a:pt x="355283" y="199072"/>
                    <a:pt x="301943" y="254317"/>
                  </a:cubicBezTo>
                  <a:cubicBezTo>
                    <a:pt x="248603" y="309563"/>
                    <a:pt x="219075" y="384810"/>
                    <a:pt x="212408" y="480060"/>
                  </a:cubicBezTo>
                  <a:lnTo>
                    <a:pt x="777240" y="48006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82C28627-33C0-ACB9-6E20-418B06CA411D}"/>
                </a:ext>
              </a:extLst>
            </p:cNvPr>
            <p:cNvSpPr/>
            <p:nvPr/>
          </p:nvSpPr>
          <p:spPr>
            <a:xfrm>
              <a:off x="11888484" y="5984409"/>
              <a:ext cx="97235" cy="233218"/>
            </a:xfrm>
            <a:custGeom>
              <a:avLst/>
              <a:gdLst>
                <a:gd name="connsiteX0" fmla="*/ 0 w 633412"/>
                <a:gd name="connsiteY0" fmla="*/ 2858 h 1519237"/>
                <a:gd name="connsiteX1" fmla="*/ 43815 w 633412"/>
                <a:gd name="connsiteY1" fmla="*/ 0 h 1519237"/>
                <a:gd name="connsiteX2" fmla="*/ 205740 w 633412"/>
                <a:gd name="connsiteY2" fmla="*/ 163830 h 1519237"/>
                <a:gd name="connsiteX3" fmla="*/ 205740 w 633412"/>
                <a:gd name="connsiteY3" fmla="*/ 349567 h 1519237"/>
                <a:gd name="connsiteX4" fmla="*/ 565785 w 633412"/>
                <a:gd name="connsiteY4" fmla="*/ 349567 h 1519237"/>
                <a:gd name="connsiteX5" fmla="*/ 565785 w 633412"/>
                <a:gd name="connsiteY5" fmla="*/ 523875 h 1519237"/>
                <a:gd name="connsiteX6" fmla="*/ 205740 w 633412"/>
                <a:gd name="connsiteY6" fmla="*/ 523875 h 1519237"/>
                <a:gd name="connsiteX7" fmla="*/ 205740 w 633412"/>
                <a:gd name="connsiteY7" fmla="*/ 1146810 h 1519237"/>
                <a:gd name="connsiteX8" fmla="*/ 362902 w 633412"/>
                <a:gd name="connsiteY8" fmla="*/ 1344930 h 1519237"/>
                <a:gd name="connsiteX9" fmla="*/ 443865 w 633412"/>
                <a:gd name="connsiteY9" fmla="*/ 1327785 h 1519237"/>
                <a:gd name="connsiteX10" fmla="*/ 517207 w 633412"/>
                <a:gd name="connsiteY10" fmla="*/ 1283970 h 1519237"/>
                <a:gd name="connsiteX11" fmla="*/ 562927 w 633412"/>
                <a:gd name="connsiteY11" fmla="*/ 1240155 h 1519237"/>
                <a:gd name="connsiteX12" fmla="*/ 633413 w 633412"/>
                <a:gd name="connsiteY12" fmla="*/ 1375410 h 1519237"/>
                <a:gd name="connsiteX13" fmla="*/ 587693 w 633412"/>
                <a:gd name="connsiteY13" fmla="*/ 1444943 h 1519237"/>
                <a:gd name="connsiteX14" fmla="*/ 475297 w 633412"/>
                <a:gd name="connsiteY14" fmla="*/ 1500187 h 1519237"/>
                <a:gd name="connsiteX15" fmla="*/ 331470 w 633412"/>
                <a:gd name="connsiteY15" fmla="*/ 1519237 h 1519237"/>
                <a:gd name="connsiteX16" fmla="*/ 24765 w 633412"/>
                <a:gd name="connsiteY16" fmla="*/ 1338262 h 1519237"/>
                <a:gd name="connsiteX17" fmla="*/ 952 w 633412"/>
                <a:gd name="connsiteY17" fmla="*/ 1130618 h 1519237"/>
                <a:gd name="connsiteX18" fmla="*/ 952 w 633412"/>
                <a:gd name="connsiteY18" fmla="*/ 2858 h 1519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33412" h="1519237">
                  <a:moveTo>
                    <a:pt x="0" y="2858"/>
                  </a:moveTo>
                  <a:cubicBezTo>
                    <a:pt x="14288" y="952"/>
                    <a:pt x="28575" y="0"/>
                    <a:pt x="43815" y="0"/>
                  </a:cubicBezTo>
                  <a:cubicBezTo>
                    <a:pt x="151447" y="0"/>
                    <a:pt x="205740" y="54292"/>
                    <a:pt x="205740" y="163830"/>
                  </a:cubicBezTo>
                  <a:lnTo>
                    <a:pt x="205740" y="349567"/>
                  </a:lnTo>
                  <a:lnTo>
                    <a:pt x="565785" y="349567"/>
                  </a:lnTo>
                  <a:lnTo>
                    <a:pt x="565785" y="523875"/>
                  </a:lnTo>
                  <a:lnTo>
                    <a:pt x="205740" y="523875"/>
                  </a:lnTo>
                  <a:lnTo>
                    <a:pt x="205740" y="1146810"/>
                  </a:lnTo>
                  <a:cubicBezTo>
                    <a:pt x="205740" y="1279208"/>
                    <a:pt x="258127" y="1344930"/>
                    <a:pt x="362902" y="1344930"/>
                  </a:cubicBezTo>
                  <a:cubicBezTo>
                    <a:pt x="390525" y="1344930"/>
                    <a:pt x="417195" y="1339215"/>
                    <a:pt x="443865" y="1327785"/>
                  </a:cubicBezTo>
                  <a:cubicBezTo>
                    <a:pt x="470535" y="1316355"/>
                    <a:pt x="495300" y="1302068"/>
                    <a:pt x="517207" y="1283970"/>
                  </a:cubicBezTo>
                  <a:cubicBezTo>
                    <a:pt x="540068" y="1265873"/>
                    <a:pt x="555307" y="1251585"/>
                    <a:pt x="562927" y="1240155"/>
                  </a:cubicBezTo>
                  <a:cubicBezTo>
                    <a:pt x="609600" y="1298258"/>
                    <a:pt x="633413" y="1343025"/>
                    <a:pt x="633413" y="1375410"/>
                  </a:cubicBezTo>
                  <a:cubicBezTo>
                    <a:pt x="633413" y="1398270"/>
                    <a:pt x="618172" y="1421130"/>
                    <a:pt x="587693" y="1444943"/>
                  </a:cubicBezTo>
                  <a:cubicBezTo>
                    <a:pt x="557213" y="1468755"/>
                    <a:pt x="520065" y="1487805"/>
                    <a:pt x="475297" y="1500187"/>
                  </a:cubicBezTo>
                  <a:cubicBezTo>
                    <a:pt x="430530" y="1513523"/>
                    <a:pt x="382905" y="1519237"/>
                    <a:pt x="331470" y="1519237"/>
                  </a:cubicBezTo>
                  <a:cubicBezTo>
                    <a:pt x="170497" y="1519237"/>
                    <a:pt x="68580" y="1459230"/>
                    <a:pt x="24765" y="1338262"/>
                  </a:cubicBezTo>
                  <a:cubicBezTo>
                    <a:pt x="8572" y="1293495"/>
                    <a:pt x="952" y="1223962"/>
                    <a:pt x="952" y="1130618"/>
                  </a:cubicBezTo>
                  <a:lnTo>
                    <a:pt x="952" y="2858"/>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2524827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Agenda Purple">
    <p:bg bwMode="auto">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AADDB-2DD6-77EB-DC6F-884F589BD72C}"/>
              </a:ext>
            </a:extLst>
          </p:cNvPr>
          <p:cNvSpPr>
            <a:spLocks noGrp="1"/>
          </p:cNvSpPr>
          <p:nvPr>
            <p:ph type="title" hasCustomPrompt="1"/>
          </p:nvPr>
        </p:nvSpPr>
        <p:spPr bwMode="white">
          <a:xfrm>
            <a:off x="459044" y="457200"/>
            <a:ext cx="4984826" cy="5760720"/>
          </a:xfrm>
        </p:spPr>
        <p:txBody>
          <a:bodyPr lIns="274320" tIns="0" anchor="ctr"/>
          <a:lstStyle>
            <a:lvl1pPr algn="l">
              <a:defRPr sz="6000" b="1">
                <a:solidFill>
                  <a:schemeClr val="bg1"/>
                </a:solidFill>
                <a:latin typeface="+mj-lt"/>
              </a:defRPr>
            </a:lvl1pPr>
          </a:lstStyle>
          <a:p>
            <a:r>
              <a:rPr lang="en-US"/>
              <a:t>Title Goes Here</a:t>
            </a:r>
          </a:p>
        </p:txBody>
      </p:sp>
      <p:sp>
        <p:nvSpPr>
          <p:cNvPr id="5" name="Text Placeholder 4">
            <a:extLst>
              <a:ext uri="{FF2B5EF4-FFF2-40B4-BE49-F238E27FC236}">
                <a16:creationId xmlns:a16="http://schemas.microsoft.com/office/drawing/2014/main" id="{944C4276-62D1-005C-8224-E7EE981B4E4D}"/>
              </a:ext>
            </a:extLst>
          </p:cNvPr>
          <p:cNvSpPr>
            <a:spLocks noGrp="1"/>
          </p:cNvSpPr>
          <p:nvPr>
            <p:ph type="body" sz="quarter" idx="10" hasCustomPrompt="1"/>
          </p:nvPr>
        </p:nvSpPr>
        <p:spPr bwMode="white">
          <a:xfrm>
            <a:off x="5730950" y="457200"/>
            <a:ext cx="6002006" cy="5760720"/>
          </a:xfrm>
        </p:spPr>
        <p:txBody>
          <a:bodyPr tIns="91440" rIns="0" bIns="91440" anchor="ctr"/>
          <a:lstStyle>
            <a:lvl1pPr marL="344488" indent="-344488">
              <a:spcBef>
                <a:spcPts val="1800"/>
              </a:spcBef>
              <a:buClr>
                <a:schemeClr val="accent3"/>
              </a:buClr>
              <a:buFont typeface="IBM Plex Sans" panose="020B0503050203000203" pitchFamily="34" charset="0"/>
              <a:buChar char="•"/>
              <a:defRPr sz="3600" b="0">
                <a:solidFill>
                  <a:schemeClr val="bg1"/>
                </a:solidFill>
                <a:latin typeface="IBM Plex Sans Medium" panose="020B0604020202020204" pitchFamily="34" charset="0"/>
              </a:defRPr>
            </a:lvl1pPr>
          </a:lstStyle>
          <a:p>
            <a:pPr lvl="0"/>
            <a:r>
              <a:rPr lang="en-US"/>
              <a:t>Lorem Ipsum</a:t>
            </a:r>
          </a:p>
          <a:p>
            <a:pPr lvl="0"/>
            <a:r>
              <a:rPr lang="en-US"/>
              <a:t>Lorem Ipsum</a:t>
            </a:r>
          </a:p>
          <a:p>
            <a:pPr lvl="0"/>
            <a:r>
              <a:rPr lang="en-US"/>
              <a:t>Lorem Ipsum</a:t>
            </a:r>
          </a:p>
          <a:p>
            <a:pPr lvl="0"/>
            <a:r>
              <a:rPr lang="en-US"/>
              <a:t>Lorem Ipsum</a:t>
            </a:r>
          </a:p>
          <a:p>
            <a:pPr lvl="0"/>
            <a:r>
              <a:rPr lang="en-US"/>
              <a:t>Lorem Ipsum</a:t>
            </a:r>
          </a:p>
        </p:txBody>
      </p:sp>
      <p:pic>
        <p:nvPicPr>
          <p:cNvPr id="3" name="Graphic 2">
            <a:extLst>
              <a:ext uri="{FF2B5EF4-FFF2-40B4-BE49-F238E27FC236}">
                <a16:creationId xmlns:a16="http://schemas.microsoft.com/office/drawing/2014/main" id="{BFBDEA33-B167-730C-A140-CA976ADB4EA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white">
          <a:xfrm>
            <a:off x="11119839" y="6309360"/>
            <a:ext cx="865880" cy="274320"/>
          </a:xfrm>
          <a:prstGeom prst="rect">
            <a:avLst/>
          </a:prstGeom>
        </p:spPr>
      </p:pic>
      <p:sp>
        <p:nvSpPr>
          <p:cNvPr id="4" name="Date Placeholder 3">
            <a:extLst>
              <a:ext uri="{FF2B5EF4-FFF2-40B4-BE49-F238E27FC236}">
                <a16:creationId xmlns:a16="http://schemas.microsoft.com/office/drawing/2014/main" id="{4FA58D54-60F2-F779-E430-BBC914C12D01}"/>
              </a:ext>
            </a:extLst>
          </p:cNvPr>
          <p:cNvSpPr>
            <a:spLocks noGrp="1"/>
          </p:cNvSpPr>
          <p:nvPr>
            <p:ph type="dt" sz="half" idx="11"/>
          </p:nvPr>
        </p:nvSpPr>
        <p:spPr/>
        <p:txBody>
          <a:bodyPr/>
          <a:lstStyle>
            <a:lvl1pPr>
              <a:defRPr>
                <a:solidFill>
                  <a:schemeClr val="bg1"/>
                </a:solidFill>
              </a:defRPr>
            </a:lvl1pPr>
          </a:lstStyle>
          <a:p>
            <a:fld id="{228D026D-C07B-48C8-8C2B-C561E4D51E16}" type="datetime1">
              <a:rPr lang="en-US" smtClean="0"/>
              <a:pPr/>
              <a:t>11/19/2024</a:t>
            </a:fld>
            <a:endParaRPr lang="en-US"/>
          </a:p>
        </p:txBody>
      </p:sp>
      <p:sp>
        <p:nvSpPr>
          <p:cNvPr id="6" name="Footer Placeholder 5">
            <a:extLst>
              <a:ext uri="{FF2B5EF4-FFF2-40B4-BE49-F238E27FC236}">
                <a16:creationId xmlns:a16="http://schemas.microsoft.com/office/drawing/2014/main" id="{976A1762-A3F8-FADE-CB22-D28336B32313}"/>
              </a:ext>
            </a:extLst>
          </p:cNvPr>
          <p:cNvSpPr>
            <a:spLocks noGrp="1"/>
          </p:cNvSpPr>
          <p:nvPr>
            <p:ph type="ftr" sz="quarter" idx="12"/>
          </p:nvPr>
        </p:nvSpPr>
        <p:spPr/>
        <p:txBody>
          <a:bodyPr/>
          <a:lstStyle>
            <a:lvl1pPr>
              <a:defRPr>
                <a:solidFill>
                  <a:schemeClr val="bg1"/>
                </a:solidFill>
              </a:defRPr>
            </a:lvl1pPr>
          </a:lstStyle>
          <a:p>
            <a:r>
              <a:rPr lang="en-US"/>
              <a:t>CONFIDENTIAL</a:t>
            </a:r>
          </a:p>
        </p:txBody>
      </p:sp>
      <p:sp>
        <p:nvSpPr>
          <p:cNvPr id="7" name="Slide Number Placeholder 6">
            <a:extLst>
              <a:ext uri="{FF2B5EF4-FFF2-40B4-BE49-F238E27FC236}">
                <a16:creationId xmlns:a16="http://schemas.microsoft.com/office/drawing/2014/main" id="{F02B8BB8-0F00-6492-B6AB-CFA570DE3A85}"/>
              </a:ext>
            </a:extLst>
          </p:cNvPr>
          <p:cNvSpPr>
            <a:spLocks noGrp="1"/>
          </p:cNvSpPr>
          <p:nvPr>
            <p:ph type="sldNum" sz="quarter" idx="13"/>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3631940816"/>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AADDB-2DD6-77EB-DC6F-884F589BD72C}"/>
              </a:ext>
            </a:extLst>
          </p:cNvPr>
          <p:cNvSpPr>
            <a:spLocks noGrp="1"/>
          </p:cNvSpPr>
          <p:nvPr>
            <p:ph type="title" hasCustomPrompt="1"/>
          </p:nvPr>
        </p:nvSpPr>
        <p:spPr>
          <a:xfrm>
            <a:off x="457200" y="232760"/>
            <a:ext cx="11273991" cy="1188720"/>
          </a:xfrm>
        </p:spPr>
        <p:txBody>
          <a:bodyPr lIns="0" tIns="0" anchor="b"/>
          <a:lstStyle>
            <a:lvl1pPr algn="l">
              <a:defRPr sz="4800" b="1">
                <a:solidFill>
                  <a:schemeClr val="accent1">
                    <a:lumMod val="50000"/>
                  </a:schemeClr>
                </a:solidFill>
                <a:latin typeface="+mj-lt"/>
              </a:defRPr>
            </a:lvl1pPr>
          </a:lstStyle>
          <a:p>
            <a:r>
              <a:rPr lang="en-US"/>
              <a:t>Title Goes Here</a:t>
            </a:r>
          </a:p>
        </p:txBody>
      </p:sp>
      <p:sp>
        <p:nvSpPr>
          <p:cNvPr id="5" name="Text Placeholder 4">
            <a:extLst>
              <a:ext uri="{FF2B5EF4-FFF2-40B4-BE49-F238E27FC236}">
                <a16:creationId xmlns:a16="http://schemas.microsoft.com/office/drawing/2014/main" id="{944C4276-62D1-005C-8224-E7EE981B4E4D}"/>
              </a:ext>
            </a:extLst>
          </p:cNvPr>
          <p:cNvSpPr>
            <a:spLocks noGrp="1"/>
          </p:cNvSpPr>
          <p:nvPr>
            <p:ph type="body" sz="quarter" idx="10" hasCustomPrompt="1"/>
          </p:nvPr>
        </p:nvSpPr>
        <p:spPr>
          <a:xfrm>
            <a:off x="457200" y="1617298"/>
            <a:ext cx="7206792" cy="4600622"/>
          </a:xfrm>
        </p:spPr>
        <p:txBody>
          <a:bodyPr lIns="274320" tIns="91440" rIns="0" bIns="91440" anchor="t"/>
          <a:lstStyle>
            <a:lvl1pPr marL="457200" indent="-457200">
              <a:spcBef>
                <a:spcPts val="1800"/>
              </a:spcBef>
              <a:buClr>
                <a:schemeClr val="accent1"/>
              </a:buClr>
              <a:buFont typeface="IBM Plex Sans" panose="020B0503050203000203" pitchFamily="34" charset="0"/>
              <a:buChar char="•"/>
              <a:defRPr sz="3600" b="0">
                <a:solidFill>
                  <a:schemeClr val="tx1">
                    <a:lumMod val="95000"/>
                    <a:lumOff val="5000"/>
                  </a:schemeClr>
                </a:solidFill>
                <a:latin typeface="IBM Plex Sans Medium" panose="020B0604020202020204" pitchFamily="34" charset="0"/>
              </a:defRPr>
            </a:lvl1pPr>
          </a:lstStyle>
          <a:p>
            <a:pPr lvl="0"/>
            <a:r>
              <a:rPr lang="en-US"/>
              <a:t>Lorem Ipsum</a:t>
            </a:r>
          </a:p>
          <a:p>
            <a:pPr lvl="0"/>
            <a:r>
              <a:rPr lang="en-US"/>
              <a:t>Lorem Ipsum</a:t>
            </a:r>
          </a:p>
          <a:p>
            <a:pPr lvl="0"/>
            <a:r>
              <a:rPr lang="en-US"/>
              <a:t>Lorem Ipsum</a:t>
            </a:r>
          </a:p>
          <a:p>
            <a:pPr lvl="0"/>
            <a:r>
              <a:rPr lang="en-US"/>
              <a:t>Lorem Ipsum</a:t>
            </a:r>
          </a:p>
          <a:p>
            <a:pPr lvl="0"/>
            <a:r>
              <a:rPr lang="en-US"/>
              <a:t>Lorem Ipsum</a:t>
            </a:r>
          </a:p>
        </p:txBody>
      </p:sp>
      <p:sp>
        <p:nvSpPr>
          <p:cNvPr id="12" name="Graphic 10">
            <a:extLst>
              <a:ext uri="{FF2B5EF4-FFF2-40B4-BE49-F238E27FC236}">
                <a16:creationId xmlns:a16="http://schemas.microsoft.com/office/drawing/2014/main" id="{064B9F26-42B5-F75C-CAF3-D12D2DE3403E}"/>
              </a:ext>
            </a:extLst>
          </p:cNvPr>
          <p:cNvSpPr/>
          <p:nvPr/>
        </p:nvSpPr>
        <p:spPr>
          <a:xfrm>
            <a:off x="7794417" y="1617298"/>
            <a:ext cx="3502325" cy="4510786"/>
          </a:xfrm>
          <a:prstGeom prst="roundRect">
            <a:avLst>
              <a:gd name="adj" fmla="val 9677"/>
            </a:avLst>
          </a:prstGeom>
          <a:blipFill>
            <a:blip r:embed="rId2"/>
            <a:stretch>
              <a:fillRect/>
            </a:stretch>
          </a:blipFill>
          <a:ln w="9525" cap="flat">
            <a:noFill/>
            <a:prstDash val="solid"/>
            <a:miter/>
          </a:ln>
        </p:spPr>
        <p:txBody>
          <a:bodyPr rtlCol="0" anchor="ctr"/>
          <a:lstStyle/>
          <a:p>
            <a:endParaRPr lang="en-US"/>
          </a:p>
        </p:txBody>
      </p:sp>
      <p:sp>
        <p:nvSpPr>
          <p:cNvPr id="3" name="Date Placeholder 2">
            <a:extLst>
              <a:ext uri="{FF2B5EF4-FFF2-40B4-BE49-F238E27FC236}">
                <a16:creationId xmlns:a16="http://schemas.microsoft.com/office/drawing/2014/main" id="{57D00F08-0287-B7DA-15A0-6E1CB46A4878}"/>
              </a:ext>
            </a:extLst>
          </p:cNvPr>
          <p:cNvSpPr>
            <a:spLocks noGrp="1"/>
          </p:cNvSpPr>
          <p:nvPr>
            <p:ph type="dt" sz="half" idx="11"/>
          </p:nvPr>
        </p:nvSpPr>
        <p:spPr/>
        <p:txBody>
          <a:bodyPr/>
          <a:lstStyle/>
          <a:p>
            <a:fld id="{228D026D-C07B-48C8-8C2B-C561E4D51E16}" type="datetime1">
              <a:rPr lang="en-US" smtClean="0"/>
              <a:t>11/19/2024</a:t>
            </a:fld>
            <a:endParaRPr lang="en-US"/>
          </a:p>
        </p:txBody>
      </p:sp>
      <p:sp>
        <p:nvSpPr>
          <p:cNvPr id="4" name="Footer Placeholder 3">
            <a:extLst>
              <a:ext uri="{FF2B5EF4-FFF2-40B4-BE49-F238E27FC236}">
                <a16:creationId xmlns:a16="http://schemas.microsoft.com/office/drawing/2014/main" id="{11949BE9-FBF2-C788-0DBF-3DF329B4EB7D}"/>
              </a:ext>
            </a:extLst>
          </p:cNvPr>
          <p:cNvSpPr>
            <a:spLocks noGrp="1"/>
          </p:cNvSpPr>
          <p:nvPr>
            <p:ph type="ftr" sz="quarter" idx="12"/>
          </p:nvPr>
        </p:nvSpPr>
        <p:spPr/>
        <p:txBody>
          <a:bodyPr/>
          <a:lstStyle/>
          <a:p>
            <a:r>
              <a:rPr lang="en-US"/>
              <a:t>CONFIDENTIAL</a:t>
            </a:r>
          </a:p>
        </p:txBody>
      </p:sp>
      <p:sp>
        <p:nvSpPr>
          <p:cNvPr id="6" name="Slide Number Placeholder 5">
            <a:extLst>
              <a:ext uri="{FF2B5EF4-FFF2-40B4-BE49-F238E27FC236}">
                <a16:creationId xmlns:a16="http://schemas.microsoft.com/office/drawing/2014/main" id="{E8655BC9-6D36-BE34-EFBD-89A489D85390}"/>
              </a:ext>
            </a:extLst>
          </p:cNvPr>
          <p:cNvSpPr>
            <a:spLocks noGrp="1"/>
          </p:cNvSpPr>
          <p:nvPr>
            <p:ph type="sldNum" sz="quarter" idx="13"/>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392072900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peaker 2">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DAA4FDC-493F-2A7B-22E1-50874AA3727D}"/>
              </a:ext>
            </a:extLst>
          </p:cNvPr>
          <p:cNvSpPr/>
          <p:nvPr userDrawn="1"/>
        </p:nvSpPr>
        <p:spPr bwMode="ltGray">
          <a:xfrm>
            <a:off x="6749510" y="0"/>
            <a:ext cx="5442489" cy="6858000"/>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gn="ctr">
              <a:lnSpc>
                <a:spcPct val="85000"/>
              </a:lnSpc>
            </a:pPr>
            <a:endParaRPr lang="en-US" sz="2400">
              <a:solidFill>
                <a:schemeClr val="bg1"/>
              </a:solidFill>
            </a:endParaRPr>
          </a:p>
        </p:txBody>
      </p:sp>
      <p:sp>
        <p:nvSpPr>
          <p:cNvPr id="2" name="Title 1">
            <a:extLst>
              <a:ext uri="{FF2B5EF4-FFF2-40B4-BE49-F238E27FC236}">
                <a16:creationId xmlns:a16="http://schemas.microsoft.com/office/drawing/2014/main" id="{5BE916E3-3937-7124-44A4-C921511EB91F}"/>
              </a:ext>
            </a:extLst>
          </p:cNvPr>
          <p:cNvSpPr>
            <a:spLocks noGrp="1"/>
          </p:cNvSpPr>
          <p:nvPr>
            <p:ph type="title" hasCustomPrompt="1"/>
          </p:nvPr>
        </p:nvSpPr>
        <p:spPr>
          <a:xfrm>
            <a:off x="7194884" y="464020"/>
            <a:ext cx="4532904" cy="1698461"/>
          </a:xfrm>
        </p:spPr>
        <p:txBody>
          <a:bodyPr lIns="0" tIns="0" rIns="0"/>
          <a:lstStyle>
            <a:lvl1pPr>
              <a:defRPr sz="4000" b="1">
                <a:solidFill>
                  <a:schemeClr val="bg1"/>
                </a:solidFill>
              </a:defRPr>
            </a:lvl1pPr>
          </a:lstStyle>
          <a:p>
            <a:r>
              <a:rPr lang="en-US"/>
              <a:t>Title Goes Here</a:t>
            </a:r>
          </a:p>
        </p:txBody>
      </p:sp>
      <p:sp>
        <p:nvSpPr>
          <p:cNvPr id="5" name="Text Placeholder 4">
            <a:extLst>
              <a:ext uri="{FF2B5EF4-FFF2-40B4-BE49-F238E27FC236}">
                <a16:creationId xmlns:a16="http://schemas.microsoft.com/office/drawing/2014/main" id="{2E4A6AB8-A9CE-F77B-1EF4-246C09F32DC0}"/>
              </a:ext>
            </a:extLst>
          </p:cNvPr>
          <p:cNvSpPr>
            <a:spLocks noGrp="1"/>
          </p:cNvSpPr>
          <p:nvPr>
            <p:ph type="body" sz="quarter" idx="10" hasCustomPrompt="1"/>
          </p:nvPr>
        </p:nvSpPr>
        <p:spPr>
          <a:xfrm>
            <a:off x="7194525" y="2482522"/>
            <a:ext cx="4532904" cy="3663136"/>
          </a:xfrm>
        </p:spPr>
        <p:txBody>
          <a:bodyPr lIns="0" tIns="0" rIns="0" bIns="0"/>
          <a:lstStyle>
            <a:lvl1pPr marL="0" indent="0">
              <a:lnSpc>
                <a:spcPct val="120000"/>
              </a:lnSpc>
              <a:buNone/>
              <a:defRPr sz="1800">
                <a:solidFill>
                  <a:schemeClr val="bg1"/>
                </a:solidFill>
                <a:latin typeface="IBM Plex Sans Medium" panose="020B0603050203000203" pitchFamily="34" charset="0"/>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Add text here</a:t>
            </a:r>
          </a:p>
        </p:txBody>
      </p:sp>
      <p:pic>
        <p:nvPicPr>
          <p:cNvPr id="3" name="Graphic 2">
            <a:extLst>
              <a:ext uri="{FF2B5EF4-FFF2-40B4-BE49-F238E27FC236}">
                <a16:creationId xmlns:a16="http://schemas.microsoft.com/office/drawing/2014/main" id="{3BE738F7-CFC3-2816-4EEC-12E34A974DE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19839" y="6309360"/>
            <a:ext cx="865880" cy="274320"/>
          </a:xfrm>
          <a:prstGeom prst="rect">
            <a:avLst/>
          </a:prstGeom>
        </p:spPr>
      </p:pic>
      <p:sp>
        <p:nvSpPr>
          <p:cNvPr id="27" name="Picture Placeholder 6">
            <a:extLst>
              <a:ext uri="{FF2B5EF4-FFF2-40B4-BE49-F238E27FC236}">
                <a16:creationId xmlns:a16="http://schemas.microsoft.com/office/drawing/2014/main" id="{552D9574-4BA4-5A70-D47A-05C12D736006}"/>
              </a:ext>
            </a:extLst>
          </p:cNvPr>
          <p:cNvSpPr>
            <a:spLocks noGrp="1"/>
          </p:cNvSpPr>
          <p:nvPr>
            <p:ph type="pic" sz="quarter" idx="11" hasCustomPrompt="1"/>
          </p:nvPr>
        </p:nvSpPr>
        <p:spPr>
          <a:xfrm>
            <a:off x="960120" y="1355726"/>
            <a:ext cx="1737360" cy="1737360"/>
          </a:xfrm>
          <a:prstGeom prst="ellipse">
            <a:avLst/>
          </a:prstGeom>
          <a:solidFill>
            <a:schemeClr val="bg1">
              <a:lumMod val="75000"/>
            </a:schemeClr>
          </a:solidFill>
        </p:spPr>
        <p:txBody>
          <a:bodyPr anchor="ctr"/>
          <a:lstStyle>
            <a:lvl1pPr marL="0" indent="0" algn="ctr">
              <a:buNone/>
              <a:defRPr sz="1600"/>
            </a:lvl1pPr>
          </a:lstStyle>
          <a:p>
            <a:r>
              <a:rPr lang="en-US"/>
              <a:t>Click to add Speaker photo</a:t>
            </a:r>
          </a:p>
        </p:txBody>
      </p:sp>
      <p:sp>
        <p:nvSpPr>
          <p:cNvPr id="29" name="Text Placeholder 10">
            <a:extLst>
              <a:ext uri="{FF2B5EF4-FFF2-40B4-BE49-F238E27FC236}">
                <a16:creationId xmlns:a16="http://schemas.microsoft.com/office/drawing/2014/main" id="{D0D81E9D-4A45-8287-84D6-B1BB42ED9A38}"/>
              </a:ext>
            </a:extLst>
          </p:cNvPr>
          <p:cNvSpPr>
            <a:spLocks noGrp="1"/>
          </p:cNvSpPr>
          <p:nvPr>
            <p:ph type="body" sz="quarter" idx="14" hasCustomPrompt="1"/>
          </p:nvPr>
        </p:nvSpPr>
        <p:spPr>
          <a:xfrm>
            <a:off x="685800" y="3409471"/>
            <a:ext cx="2286000" cy="320040"/>
          </a:xfrm>
        </p:spPr>
        <p:txBody>
          <a:bodyPr lIns="0" tIns="0" rIns="0" bIns="0" anchor="t"/>
          <a:lstStyle>
            <a:lvl1pPr marL="0" indent="0">
              <a:buNone/>
              <a:defRPr sz="2000" b="0">
                <a:solidFill>
                  <a:schemeClr val="accent1">
                    <a:lumMod val="50000"/>
                  </a:schemeClr>
                </a:solidFill>
                <a:latin typeface="IBM Plex Sans Medium" panose="020B0603050203000203" pitchFamily="34" charset="0"/>
              </a:defRPr>
            </a:lvl1pPr>
          </a:lstStyle>
          <a:p>
            <a:pPr lvl="0"/>
            <a:r>
              <a:rPr lang="en-US"/>
              <a:t>Speaker Name</a:t>
            </a:r>
          </a:p>
        </p:txBody>
      </p:sp>
      <p:sp>
        <p:nvSpPr>
          <p:cNvPr id="30" name="Text Placeholder 10">
            <a:extLst>
              <a:ext uri="{FF2B5EF4-FFF2-40B4-BE49-F238E27FC236}">
                <a16:creationId xmlns:a16="http://schemas.microsoft.com/office/drawing/2014/main" id="{DC97216F-711F-1E58-551E-A3B7A1D9BBE2}"/>
              </a:ext>
            </a:extLst>
          </p:cNvPr>
          <p:cNvSpPr>
            <a:spLocks noGrp="1"/>
          </p:cNvSpPr>
          <p:nvPr>
            <p:ph type="body" sz="quarter" idx="15" hasCustomPrompt="1"/>
          </p:nvPr>
        </p:nvSpPr>
        <p:spPr>
          <a:xfrm>
            <a:off x="685800" y="3749040"/>
            <a:ext cx="2286000" cy="215035"/>
          </a:xfrm>
        </p:spPr>
        <p:txBody>
          <a:bodyPr lIns="0" tIns="0" rIns="0" bIns="0" anchor="ctr"/>
          <a:lstStyle>
            <a:lvl1pPr marL="0" indent="0">
              <a:buNone/>
              <a:defRPr sz="1600" cap="all" baseline="0">
                <a:solidFill>
                  <a:schemeClr val="accent1">
                    <a:lumMod val="50000"/>
                  </a:schemeClr>
                </a:solidFill>
                <a:latin typeface="+mn-lt"/>
              </a:defRPr>
            </a:lvl1pPr>
          </a:lstStyle>
          <a:p>
            <a:pPr lvl="0"/>
            <a:r>
              <a:rPr lang="en-US"/>
              <a:t>TITLE</a:t>
            </a:r>
          </a:p>
        </p:txBody>
      </p:sp>
      <p:sp>
        <p:nvSpPr>
          <p:cNvPr id="31" name="Text Placeholder 14">
            <a:extLst>
              <a:ext uri="{FF2B5EF4-FFF2-40B4-BE49-F238E27FC236}">
                <a16:creationId xmlns:a16="http://schemas.microsoft.com/office/drawing/2014/main" id="{EA194BFB-5464-15F8-D1EE-AF9719944507}"/>
              </a:ext>
            </a:extLst>
          </p:cNvPr>
          <p:cNvSpPr>
            <a:spLocks noGrp="1"/>
          </p:cNvSpPr>
          <p:nvPr>
            <p:ph type="body" sz="quarter" idx="16" hasCustomPrompt="1"/>
          </p:nvPr>
        </p:nvSpPr>
        <p:spPr>
          <a:xfrm>
            <a:off x="685800" y="4114800"/>
            <a:ext cx="2286000" cy="2015408"/>
          </a:xfrm>
        </p:spPr>
        <p:txBody>
          <a:bodyPr lIns="0" tIns="0" rIns="0" bIns="0"/>
          <a:lstStyle>
            <a:lvl1pPr marL="0" indent="0">
              <a:lnSpc>
                <a:spcPct val="95000"/>
              </a:lnSpc>
              <a:spcBef>
                <a:spcPts val="600"/>
              </a:spcBef>
              <a:buNone/>
              <a:defRPr sz="1200"/>
            </a:lvl1pPr>
          </a:lstStyle>
          <a:p>
            <a:pPr lvl="0"/>
            <a:r>
              <a:rPr lang="en-US"/>
              <a:t>Click to add text</a:t>
            </a:r>
          </a:p>
        </p:txBody>
      </p:sp>
      <p:sp>
        <p:nvSpPr>
          <p:cNvPr id="4" name="Picture Placeholder 6">
            <a:extLst>
              <a:ext uri="{FF2B5EF4-FFF2-40B4-BE49-F238E27FC236}">
                <a16:creationId xmlns:a16="http://schemas.microsoft.com/office/drawing/2014/main" id="{9BB86202-6FE6-32C3-EEF7-2A3CF3E700B8}"/>
              </a:ext>
            </a:extLst>
          </p:cNvPr>
          <p:cNvSpPr>
            <a:spLocks noGrp="1"/>
          </p:cNvSpPr>
          <p:nvPr>
            <p:ph type="pic" sz="quarter" idx="17" hasCustomPrompt="1"/>
          </p:nvPr>
        </p:nvSpPr>
        <p:spPr>
          <a:xfrm>
            <a:off x="3809095" y="1366359"/>
            <a:ext cx="1737360" cy="1737360"/>
          </a:xfrm>
          <a:prstGeom prst="ellipse">
            <a:avLst/>
          </a:prstGeom>
          <a:solidFill>
            <a:schemeClr val="bg1">
              <a:lumMod val="75000"/>
            </a:schemeClr>
          </a:solidFill>
        </p:spPr>
        <p:txBody>
          <a:bodyPr anchor="ctr"/>
          <a:lstStyle>
            <a:lvl1pPr marL="0" indent="0" algn="ctr">
              <a:buNone/>
              <a:defRPr sz="1600"/>
            </a:lvl1pPr>
          </a:lstStyle>
          <a:p>
            <a:r>
              <a:rPr lang="en-US"/>
              <a:t>Click to add Speaker photo</a:t>
            </a:r>
          </a:p>
        </p:txBody>
      </p:sp>
      <p:sp>
        <p:nvSpPr>
          <p:cNvPr id="7" name="Text Placeholder 10">
            <a:extLst>
              <a:ext uri="{FF2B5EF4-FFF2-40B4-BE49-F238E27FC236}">
                <a16:creationId xmlns:a16="http://schemas.microsoft.com/office/drawing/2014/main" id="{C99BC7E6-E4D4-D614-ED39-B63A82F9434C}"/>
              </a:ext>
            </a:extLst>
          </p:cNvPr>
          <p:cNvSpPr>
            <a:spLocks noGrp="1"/>
          </p:cNvSpPr>
          <p:nvPr>
            <p:ph type="body" sz="quarter" idx="19" hasCustomPrompt="1"/>
          </p:nvPr>
        </p:nvSpPr>
        <p:spPr>
          <a:xfrm>
            <a:off x="3534775" y="3420104"/>
            <a:ext cx="2286000" cy="320040"/>
          </a:xfrm>
        </p:spPr>
        <p:txBody>
          <a:bodyPr lIns="0" tIns="0" rIns="0" bIns="0" anchor="t"/>
          <a:lstStyle>
            <a:lvl1pPr marL="0" indent="0">
              <a:buNone/>
              <a:defRPr sz="2000" b="0">
                <a:solidFill>
                  <a:schemeClr val="accent1">
                    <a:lumMod val="50000"/>
                  </a:schemeClr>
                </a:solidFill>
                <a:latin typeface="IBM Plex Sans Medium" panose="020B0603050203000203" pitchFamily="34" charset="0"/>
              </a:defRPr>
            </a:lvl1pPr>
          </a:lstStyle>
          <a:p>
            <a:pPr lvl="0"/>
            <a:r>
              <a:rPr lang="en-US"/>
              <a:t>Speaker Name</a:t>
            </a:r>
          </a:p>
        </p:txBody>
      </p:sp>
      <p:sp>
        <p:nvSpPr>
          <p:cNvPr id="8" name="Text Placeholder 10">
            <a:extLst>
              <a:ext uri="{FF2B5EF4-FFF2-40B4-BE49-F238E27FC236}">
                <a16:creationId xmlns:a16="http://schemas.microsoft.com/office/drawing/2014/main" id="{70922F1E-2FDB-1465-9BF6-22505A170B5C}"/>
              </a:ext>
            </a:extLst>
          </p:cNvPr>
          <p:cNvSpPr>
            <a:spLocks noGrp="1"/>
          </p:cNvSpPr>
          <p:nvPr>
            <p:ph type="body" sz="quarter" idx="20" hasCustomPrompt="1"/>
          </p:nvPr>
        </p:nvSpPr>
        <p:spPr>
          <a:xfrm>
            <a:off x="3534775" y="3749040"/>
            <a:ext cx="2286000" cy="215035"/>
          </a:xfrm>
        </p:spPr>
        <p:txBody>
          <a:bodyPr lIns="0" tIns="0" rIns="0" bIns="0" anchor="ctr"/>
          <a:lstStyle>
            <a:lvl1pPr marL="0" indent="0">
              <a:buNone/>
              <a:defRPr sz="1600" cap="all" baseline="0">
                <a:solidFill>
                  <a:schemeClr val="accent1">
                    <a:lumMod val="50000"/>
                  </a:schemeClr>
                </a:solidFill>
                <a:latin typeface="+mn-lt"/>
              </a:defRPr>
            </a:lvl1pPr>
          </a:lstStyle>
          <a:p>
            <a:pPr lvl="0"/>
            <a:r>
              <a:rPr lang="en-US"/>
              <a:t>TITLE</a:t>
            </a:r>
          </a:p>
        </p:txBody>
      </p:sp>
      <p:sp>
        <p:nvSpPr>
          <p:cNvPr id="11" name="Text Placeholder 14">
            <a:extLst>
              <a:ext uri="{FF2B5EF4-FFF2-40B4-BE49-F238E27FC236}">
                <a16:creationId xmlns:a16="http://schemas.microsoft.com/office/drawing/2014/main" id="{320CDEDF-90CE-0A90-5F0D-64B3124821EF}"/>
              </a:ext>
            </a:extLst>
          </p:cNvPr>
          <p:cNvSpPr>
            <a:spLocks noGrp="1"/>
          </p:cNvSpPr>
          <p:nvPr>
            <p:ph type="body" sz="quarter" idx="21" hasCustomPrompt="1"/>
          </p:nvPr>
        </p:nvSpPr>
        <p:spPr>
          <a:xfrm>
            <a:off x="3534775" y="4114800"/>
            <a:ext cx="2286000" cy="2015408"/>
          </a:xfrm>
        </p:spPr>
        <p:txBody>
          <a:bodyPr lIns="0" tIns="0" rIns="0" bIns="0"/>
          <a:lstStyle>
            <a:lvl1pPr marL="0" indent="0">
              <a:lnSpc>
                <a:spcPct val="95000"/>
              </a:lnSpc>
              <a:spcBef>
                <a:spcPts val="600"/>
              </a:spcBef>
              <a:buNone/>
              <a:defRPr sz="1200"/>
            </a:lvl1pPr>
          </a:lstStyle>
          <a:p>
            <a:pPr lvl="0"/>
            <a:r>
              <a:rPr lang="en-US"/>
              <a:t>Click to add text</a:t>
            </a:r>
          </a:p>
        </p:txBody>
      </p:sp>
      <p:sp>
        <p:nvSpPr>
          <p:cNvPr id="6" name="Date Placeholder 5">
            <a:extLst>
              <a:ext uri="{FF2B5EF4-FFF2-40B4-BE49-F238E27FC236}">
                <a16:creationId xmlns:a16="http://schemas.microsoft.com/office/drawing/2014/main" id="{91116581-C54D-252A-CEA2-4FB9368F87CA}"/>
              </a:ext>
            </a:extLst>
          </p:cNvPr>
          <p:cNvSpPr>
            <a:spLocks noGrp="1"/>
          </p:cNvSpPr>
          <p:nvPr>
            <p:ph type="dt" sz="half" idx="22"/>
          </p:nvPr>
        </p:nvSpPr>
        <p:spPr/>
        <p:txBody>
          <a:bodyPr/>
          <a:lstStyle>
            <a:lvl1pPr>
              <a:defRPr>
                <a:solidFill>
                  <a:schemeClr val="bg1"/>
                </a:solidFill>
              </a:defRPr>
            </a:lvl1pPr>
          </a:lstStyle>
          <a:p>
            <a:fld id="{228D026D-C07B-48C8-8C2B-C561E4D51E16}" type="datetime1">
              <a:rPr lang="en-US" smtClean="0"/>
              <a:pPr/>
              <a:t>11/19/2024</a:t>
            </a:fld>
            <a:endParaRPr lang="en-US"/>
          </a:p>
        </p:txBody>
      </p:sp>
      <p:sp>
        <p:nvSpPr>
          <p:cNvPr id="9" name="Footer Placeholder 8">
            <a:extLst>
              <a:ext uri="{FF2B5EF4-FFF2-40B4-BE49-F238E27FC236}">
                <a16:creationId xmlns:a16="http://schemas.microsoft.com/office/drawing/2014/main" id="{23DB0470-3496-C348-3F8D-3F3355B0E961}"/>
              </a:ext>
            </a:extLst>
          </p:cNvPr>
          <p:cNvSpPr>
            <a:spLocks noGrp="1"/>
          </p:cNvSpPr>
          <p:nvPr>
            <p:ph type="ftr" sz="quarter" idx="23"/>
          </p:nvPr>
        </p:nvSpPr>
        <p:spPr/>
        <p:txBody>
          <a:bodyPr/>
          <a:lstStyle/>
          <a:p>
            <a:r>
              <a:rPr lang="en-US"/>
              <a:t>CONFIDENTIAL</a:t>
            </a:r>
          </a:p>
        </p:txBody>
      </p:sp>
      <p:sp>
        <p:nvSpPr>
          <p:cNvPr id="10" name="Slide Number Placeholder 9">
            <a:extLst>
              <a:ext uri="{FF2B5EF4-FFF2-40B4-BE49-F238E27FC236}">
                <a16:creationId xmlns:a16="http://schemas.microsoft.com/office/drawing/2014/main" id="{3129D73C-02C1-0F4D-28EE-CEAB791D95D4}"/>
              </a:ext>
            </a:extLst>
          </p:cNvPr>
          <p:cNvSpPr>
            <a:spLocks noGrp="1"/>
          </p:cNvSpPr>
          <p:nvPr>
            <p:ph type="sldNum" sz="quarter" idx="24"/>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3199324440"/>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peaker 3">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8C61B166-0348-80B7-2E4D-6CC30957F529}"/>
              </a:ext>
            </a:extLst>
          </p:cNvPr>
          <p:cNvSpPr/>
          <p:nvPr userDrawn="1"/>
        </p:nvSpPr>
        <p:spPr>
          <a:xfrm>
            <a:off x="-3609" y="6244633"/>
            <a:ext cx="5419092" cy="613367"/>
          </a:xfrm>
          <a:custGeom>
            <a:avLst/>
            <a:gdLst>
              <a:gd name="connsiteX0" fmla="*/ 0 w 5419092"/>
              <a:gd name="connsiteY0" fmla="*/ 0 h 613367"/>
              <a:gd name="connsiteX1" fmla="*/ 4805725 w 5419092"/>
              <a:gd name="connsiteY1" fmla="*/ 0 h 613367"/>
              <a:gd name="connsiteX2" fmla="*/ 5419092 w 5419092"/>
              <a:gd name="connsiteY2" fmla="*/ 613367 h 613367"/>
              <a:gd name="connsiteX3" fmla="*/ 0 w 5419092"/>
              <a:gd name="connsiteY3" fmla="*/ 613367 h 613367"/>
            </a:gdLst>
            <a:ahLst/>
            <a:cxnLst>
              <a:cxn ang="0">
                <a:pos x="connsiteX0" y="connsiteY0"/>
              </a:cxn>
              <a:cxn ang="0">
                <a:pos x="connsiteX1" y="connsiteY1"/>
              </a:cxn>
              <a:cxn ang="0">
                <a:pos x="connsiteX2" y="connsiteY2"/>
              </a:cxn>
              <a:cxn ang="0">
                <a:pos x="connsiteX3" y="connsiteY3"/>
              </a:cxn>
            </a:cxnLst>
            <a:rect l="l" t="t" r="r" b="b"/>
            <a:pathLst>
              <a:path w="5419092" h="613367">
                <a:moveTo>
                  <a:pt x="0" y="0"/>
                </a:moveTo>
                <a:lnTo>
                  <a:pt x="4805725" y="0"/>
                </a:lnTo>
                <a:cubicBezTo>
                  <a:pt x="5144432" y="0"/>
                  <a:pt x="5419092" y="274662"/>
                  <a:pt x="5419092" y="613367"/>
                </a:cubicBezTo>
                <a:lnTo>
                  <a:pt x="0" y="613367"/>
                </a:lnTo>
                <a:close/>
              </a:path>
            </a:pathLst>
          </a:custGeom>
          <a:solidFill>
            <a:schemeClr val="accent1"/>
          </a:solidFill>
          <a:ln w="9525" cap="flat">
            <a:noFill/>
            <a:prstDash val="solid"/>
            <a:miter/>
          </a:ln>
        </p:spPr>
        <p:txBody>
          <a:bodyPr rtlCol="0" anchor="ctr"/>
          <a:lstStyle/>
          <a:p>
            <a:endParaRPr lang="en-US"/>
          </a:p>
        </p:txBody>
      </p:sp>
      <p:sp>
        <p:nvSpPr>
          <p:cNvPr id="7" name="Picture Placeholder 6">
            <a:extLst>
              <a:ext uri="{FF2B5EF4-FFF2-40B4-BE49-F238E27FC236}">
                <a16:creationId xmlns:a16="http://schemas.microsoft.com/office/drawing/2014/main" id="{CB437B49-CCC4-0273-92F2-B84A084097D3}"/>
              </a:ext>
            </a:extLst>
          </p:cNvPr>
          <p:cNvSpPr>
            <a:spLocks noGrp="1"/>
          </p:cNvSpPr>
          <p:nvPr>
            <p:ph type="pic" sz="quarter" idx="11" hasCustomPrompt="1"/>
          </p:nvPr>
        </p:nvSpPr>
        <p:spPr>
          <a:xfrm>
            <a:off x="960120" y="1355726"/>
            <a:ext cx="1737360" cy="1737360"/>
          </a:xfrm>
          <a:prstGeom prst="ellipse">
            <a:avLst/>
          </a:prstGeom>
          <a:solidFill>
            <a:schemeClr val="bg1">
              <a:lumMod val="75000"/>
            </a:schemeClr>
          </a:solidFill>
        </p:spPr>
        <p:txBody>
          <a:bodyPr anchor="ctr"/>
          <a:lstStyle>
            <a:lvl1pPr marL="0" indent="0" algn="ctr">
              <a:buNone/>
              <a:defRPr sz="1600"/>
            </a:lvl1pPr>
          </a:lstStyle>
          <a:p>
            <a:r>
              <a:rPr lang="en-US"/>
              <a:t>Click to add Speaker photo</a:t>
            </a:r>
          </a:p>
        </p:txBody>
      </p:sp>
      <p:sp>
        <p:nvSpPr>
          <p:cNvPr id="40" name="Picture Placeholder 6">
            <a:extLst>
              <a:ext uri="{FF2B5EF4-FFF2-40B4-BE49-F238E27FC236}">
                <a16:creationId xmlns:a16="http://schemas.microsoft.com/office/drawing/2014/main" id="{3CF61813-70BF-50E5-CA71-0021731707FB}"/>
              </a:ext>
            </a:extLst>
          </p:cNvPr>
          <p:cNvSpPr>
            <a:spLocks noGrp="1"/>
          </p:cNvSpPr>
          <p:nvPr>
            <p:ph type="pic" sz="quarter" idx="17" hasCustomPrompt="1"/>
          </p:nvPr>
        </p:nvSpPr>
        <p:spPr>
          <a:xfrm>
            <a:off x="9343242" y="1355726"/>
            <a:ext cx="1737360" cy="1737360"/>
          </a:xfrm>
          <a:prstGeom prst="ellipse">
            <a:avLst/>
          </a:prstGeom>
          <a:solidFill>
            <a:schemeClr val="bg1">
              <a:lumMod val="75000"/>
            </a:schemeClr>
          </a:solidFill>
        </p:spPr>
        <p:txBody>
          <a:bodyPr anchor="ctr"/>
          <a:lstStyle>
            <a:lvl1pPr marL="0" indent="0" algn="ctr">
              <a:buNone/>
              <a:defRPr sz="1600"/>
            </a:lvl1pPr>
          </a:lstStyle>
          <a:p>
            <a:r>
              <a:rPr lang="en-US"/>
              <a:t>Click to add Speaker photo</a:t>
            </a:r>
          </a:p>
        </p:txBody>
      </p:sp>
      <p:sp>
        <p:nvSpPr>
          <p:cNvPr id="45" name="Picture Placeholder 6">
            <a:extLst>
              <a:ext uri="{FF2B5EF4-FFF2-40B4-BE49-F238E27FC236}">
                <a16:creationId xmlns:a16="http://schemas.microsoft.com/office/drawing/2014/main" id="{49F3E726-4E6F-0609-ED68-FA29C6997B1D}"/>
              </a:ext>
            </a:extLst>
          </p:cNvPr>
          <p:cNvSpPr>
            <a:spLocks noGrp="1"/>
          </p:cNvSpPr>
          <p:nvPr>
            <p:ph type="pic" sz="quarter" idx="22" hasCustomPrompt="1"/>
          </p:nvPr>
        </p:nvSpPr>
        <p:spPr>
          <a:xfrm>
            <a:off x="5227320" y="1355726"/>
            <a:ext cx="1737360" cy="1737360"/>
          </a:xfrm>
          <a:prstGeom prst="ellipse">
            <a:avLst/>
          </a:prstGeom>
          <a:solidFill>
            <a:schemeClr val="bg1">
              <a:lumMod val="75000"/>
            </a:schemeClr>
          </a:solidFill>
        </p:spPr>
        <p:txBody>
          <a:bodyPr anchor="ctr"/>
          <a:lstStyle>
            <a:lvl1pPr marL="0" indent="0" algn="ctr">
              <a:buNone/>
              <a:defRPr sz="1600"/>
            </a:lvl1pPr>
          </a:lstStyle>
          <a:p>
            <a:r>
              <a:rPr lang="en-US"/>
              <a:t>Click to add Speaker photo</a:t>
            </a:r>
          </a:p>
        </p:txBody>
      </p:sp>
      <p:sp>
        <p:nvSpPr>
          <p:cNvPr id="8" name="Text Placeholder 10">
            <a:extLst>
              <a:ext uri="{FF2B5EF4-FFF2-40B4-BE49-F238E27FC236}">
                <a16:creationId xmlns:a16="http://schemas.microsoft.com/office/drawing/2014/main" id="{AB600111-F272-1919-7E8C-D1E6895BBCC2}"/>
              </a:ext>
            </a:extLst>
          </p:cNvPr>
          <p:cNvSpPr>
            <a:spLocks noGrp="1"/>
          </p:cNvSpPr>
          <p:nvPr>
            <p:ph type="body" sz="quarter" idx="14" hasCustomPrompt="1"/>
          </p:nvPr>
        </p:nvSpPr>
        <p:spPr>
          <a:xfrm>
            <a:off x="685799" y="3409471"/>
            <a:ext cx="2560319" cy="320040"/>
          </a:xfrm>
        </p:spPr>
        <p:txBody>
          <a:bodyPr lIns="0" tIns="0" rIns="0" bIns="0" anchor="t"/>
          <a:lstStyle>
            <a:lvl1pPr marL="0" indent="0">
              <a:buFont typeface="IBM Plex Sans" panose="020B0503050203000203" pitchFamily="34" charset="0"/>
              <a:buNone/>
              <a:defRPr sz="2000" b="0">
                <a:solidFill>
                  <a:schemeClr val="accent1">
                    <a:lumMod val="50000"/>
                  </a:schemeClr>
                </a:solidFill>
                <a:latin typeface="IBM Plex Sans Medium" panose="020B0603050203000203" pitchFamily="34" charset="0"/>
              </a:defRPr>
            </a:lvl1pPr>
          </a:lstStyle>
          <a:p>
            <a:pPr lvl="0"/>
            <a:r>
              <a:rPr lang="en-US"/>
              <a:t>Speaker Name</a:t>
            </a:r>
          </a:p>
        </p:txBody>
      </p:sp>
      <p:sp>
        <p:nvSpPr>
          <p:cNvPr id="9" name="Text Placeholder 10">
            <a:extLst>
              <a:ext uri="{FF2B5EF4-FFF2-40B4-BE49-F238E27FC236}">
                <a16:creationId xmlns:a16="http://schemas.microsoft.com/office/drawing/2014/main" id="{019B0F65-B19F-37C7-DA6F-87BC2757E237}"/>
              </a:ext>
            </a:extLst>
          </p:cNvPr>
          <p:cNvSpPr>
            <a:spLocks noGrp="1"/>
          </p:cNvSpPr>
          <p:nvPr>
            <p:ph type="body" sz="quarter" idx="15" hasCustomPrompt="1"/>
          </p:nvPr>
        </p:nvSpPr>
        <p:spPr>
          <a:xfrm>
            <a:off x="685800" y="3749040"/>
            <a:ext cx="2560319" cy="215035"/>
          </a:xfrm>
        </p:spPr>
        <p:txBody>
          <a:bodyPr lIns="0" tIns="0" rIns="0" bIns="0" anchor="ctr"/>
          <a:lstStyle>
            <a:lvl1pPr marL="0" indent="0">
              <a:buFont typeface="IBM Plex Sans" panose="020B0503050203000203" pitchFamily="34" charset="0"/>
              <a:buNone/>
              <a:defRPr sz="1600" cap="all" baseline="0">
                <a:solidFill>
                  <a:schemeClr val="accent1">
                    <a:lumMod val="50000"/>
                  </a:schemeClr>
                </a:solidFill>
                <a:latin typeface="+mn-lt"/>
              </a:defRPr>
            </a:lvl1pPr>
          </a:lstStyle>
          <a:p>
            <a:pPr lvl="0"/>
            <a:r>
              <a:rPr lang="en-US"/>
              <a:t>Title</a:t>
            </a:r>
          </a:p>
        </p:txBody>
      </p:sp>
      <p:sp>
        <p:nvSpPr>
          <p:cNvPr id="10" name="Text Placeholder 14">
            <a:extLst>
              <a:ext uri="{FF2B5EF4-FFF2-40B4-BE49-F238E27FC236}">
                <a16:creationId xmlns:a16="http://schemas.microsoft.com/office/drawing/2014/main" id="{98AED877-372B-9610-0C89-5C48EAB6ABA3}"/>
              </a:ext>
            </a:extLst>
          </p:cNvPr>
          <p:cNvSpPr>
            <a:spLocks noGrp="1"/>
          </p:cNvSpPr>
          <p:nvPr>
            <p:ph type="body" sz="quarter" idx="16" hasCustomPrompt="1"/>
          </p:nvPr>
        </p:nvSpPr>
        <p:spPr>
          <a:xfrm>
            <a:off x="685797" y="4114800"/>
            <a:ext cx="2560317" cy="2011680"/>
          </a:xfrm>
        </p:spPr>
        <p:txBody>
          <a:bodyPr lIns="0" tIns="0" rIns="0" bIns="0"/>
          <a:lstStyle>
            <a:lvl1pPr marL="0" indent="0">
              <a:lnSpc>
                <a:spcPct val="95000"/>
              </a:lnSpc>
              <a:spcBef>
                <a:spcPts val="600"/>
              </a:spcBef>
              <a:buFont typeface="IBM Plex Sans" panose="020B0503050203000203" pitchFamily="34" charset="0"/>
              <a:buNone/>
              <a:defRPr sz="1200"/>
            </a:lvl1pPr>
          </a:lstStyle>
          <a:p>
            <a:pPr lvl="0"/>
            <a:r>
              <a:rPr lang="en-US"/>
              <a:t>Click to add text</a:t>
            </a:r>
          </a:p>
        </p:txBody>
      </p:sp>
      <p:sp>
        <p:nvSpPr>
          <p:cNvPr id="12" name="Text Placeholder 10">
            <a:extLst>
              <a:ext uri="{FF2B5EF4-FFF2-40B4-BE49-F238E27FC236}">
                <a16:creationId xmlns:a16="http://schemas.microsoft.com/office/drawing/2014/main" id="{DB3C79C5-252D-2FE7-3761-1685A72139C8}"/>
              </a:ext>
            </a:extLst>
          </p:cNvPr>
          <p:cNvSpPr>
            <a:spLocks noGrp="1"/>
          </p:cNvSpPr>
          <p:nvPr>
            <p:ph type="body" sz="quarter" idx="24" hasCustomPrompt="1"/>
          </p:nvPr>
        </p:nvSpPr>
        <p:spPr>
          <a:xfrm>
            <a:off x="4815840" y="3410712"/>
            <a:ext cx="2560320" cy="320040"/>
          </a:xfrm>
        </p:spPr>
        <p:txBody>
          <a:bodyPr lIns="0" tIns="0" rIns="0" bIns="0" anchor="t"/>
          <a:lstStyle>
            <a:lvl1pPr marL="0" indent="0">
              <a:buNone/>
              <a:defRPr sz="2000" b="0">
                <a:solidFill>
                  <a:schemeClr val="accent1">
                    <a:lumMod val="50000"/>
                  </a:schemeClr>
                </a:solidFill>
                <a:latin typeface="IBM Plex Sans Medium" panose="020B0603050203000203" pitchFamily="34" charset="0"/>
              </a:defRPr>
            </a:lvl1pPr>
          </a:lstStyle>
          <a:p>
            <a:pPr lvl="0"/>
            <a:r>
              <a:rPr lang="en-US"/>
              <a:t>Speaker Name</a:t>
            </a:r>
          </a:p>
        </p:txBody>
      </p:sp>
      <p:sp>
        <p:nvSpPr>
          <p:cNvPr id="20" name="Text Placeholder 10">
            <a:extLst>
              <a:ext uri="{FF2B5EF4-FFF2-40B4-BE49-F238E27FC236}">
                <a16:creationId xmlns:a16="http://schemas.microsoft.com/office/drawing/2014/main" id="{AC0D7343-A5FA-0559-8EA0-FE0814756BFB}"/>
              </a:ext>
            </a:extLst>
          </p:cNvPr>
          <p:cNvSpPr>
            <a:spLocks noGrp="1"/>
          </p:cNvSpPr>
          <p:nvPr>
            <p:ph type="body" sz="quarter" idx="25" hasCustomPrompt="1"/>
          </p:nvPr>
        </p:nvSpPr>
        <p:spPr>
          <a:xfrm>
            <a:off x="4815840" y="3749040"/>
            <a:ext cx="2560320" cy="219456"/>
          </a:xfrm>
        </p:spPr>
        <p:txBody>
          <a:bodyPr lIns="0" tIns="0" rIns="0" bIns="0" anchor="ctr"/>
          <a:lstStyle>
            <a:lvl1pPr marL="0" indent="0">
              <a:buNone/>
              <a:defRPr sz="1600" cap="all" baseline="0">
                <a:solidFill>
                  <a:schemeClr val="accent1">
                    <a:lumMod val="50000"/>
                  </a:schemeClr>
                </a:solidFill>
                <a:latin typeface="+mn-lt"/>
              </a:defRPr>
            </a:lvl1pPr>
          </a:lstStyle>
          <a:p>
            <a:pPr lvl="0"/>
            <a:r>
              <a:rPr lang="en-US"/>
              <a:t>Title</a:t>
            </a:r>
          </a:p>
        </p:txBody>
      </p:sp>
      <p:sp>
        <p:nvSpPr>
          <p:cNvPr id="21" name="Text Placeholder 14">
            <a:extLst>
              <a:ext uri="{FF2B5EF4-FFF2-40B4-BE49-F238E27FC236}">
                <a16:creationId xmlns:a16="http://schemas.microsoft.com/office/drawing/2014/main" id="{6670A8DF-0083-8158-459C-D698CADFE3A1}"/>
              </a:ext>
            </a:extLst>
          </p:cNvPr>
          <p:cNvSpPr>
            <a:spLocks noGrp="1"/>
          </p:cNvSpPr>
          <p:nvPr>
            <p:ph type="body" sz="quarter" idx="26" hasCustomPrompt="1"/>
          </p:nvPr>
        </p:nvSpPr>
        <p:spPr>
          <a:xfrm>
            <a:off x="4815840" y="4114800"/>
            <a:ext cx="2560320" cy="2011680"/>
          </a:xfrm>
        </p:spPr>
        <p:txBody>
          <a:bodyPr lIns="0" tIns="0" rIns="0" bIns="0"/>
          <a:lstStyle>
            <a:lvl1pPr marL="0" indent="0">
              <a:lnSpc>
                <a:spcPct val="95000"/>
              </a:lnSpc>
              <a:spcBef>
                <a:spcPts val="600"/>
              </a:spcBef>
              <a:buNone/>
              <a:defRPr sz="1200"/>
            </a:lvl1pPr>
          </a:lstStyle>
          <a:p>
            <a:pPr lvl="0"/>
            <a:r>
              <a:rPr lang="en-US"/>
              <a:t>Click to add text</a:t>
            </a:r>
          </a:p>
        </p:txBody>
      </p:sp>
      <p:sp>
        <p:nvSpPr>
          <p:cNvPr id="23" name="Text Placeholder 10">
            <a:extLst>
              <a:ext uri="{FF2B5EF4-FFF2-40B4-BE49-F238E27FC236}">
                <a16:creationId xmlns:a16="http://schemas.microsoft.com/office/drawing/2014/main" id="{6749AB0B-20E1-E678-1D57-1239635A939B}"/>
              </a:ext>
            </a:extLst>
          </p:cNvPr>
          <p:cNvSpPr>
            <a:spLocks noGrp="1"/>
          </p:cNvSpPr>
          <p:nvPr>
            <p:ph type="body" sz="quarter" idx="28" hasCustomPrompt="1"/>
          </p:nvPr>
        </p:nvSpPr>
        <p:spPr>
          <a:xfrm>
            <a:off x="8931762" y="3410712"/>
            <a:ext cx="2560320" cy="320040"/>
          </a:xfrm>
        </p:spPr>
        <p:txBody>
          <a:bodyPr lIns="0" tIns="0" rIns="0" bIns="0" anchor="t"/>
          <a:lstStyle>
            <a:lvl1pPr marL="0" indent="0">
              <a:buNone/>
              <a:defRPr sz="2000" b="0">
                <a:solidFill>
                  <a:schemeClr val="accent1">
                    <a:lumMod val="50000"/>
                  </a:schemeClr>
                </a:solidFill>
                <a:latin typeface="IBM Plex Sans Medium" panose="020B0603050203000203" pitchFamily="34" charset="0"/>
              </a:defRPr>
            </a:lvl1pPr>
          </a:lstStyle>
          <a:p>
            <a:pPr lvl="0"/>
            <a:r>
              <a:rPr lang="en-US"/>
              <a:t>Speaker Name</a:t>
            </a:r>
          </a:p>
        </p:txBody>
      </p:sp>
      <p:sp>
        <p:nvSpPr>
          <p:cNvPr id="24" name="Text Placeholder 10">
            <a:extLst>
              <a:ext uri="{FF2B5EF4-FFF2-40B4-BE49-F238E27FC236}">
                <a16:creationId xmlns:a16="http://schemas.microsoft.com/office/drawing/2014/main" id="{B950AC57-A236-AF1C-7FF5-C4C419874E47}"/>
              </a:ext>
            </a:extLst>
          </p:cNvPr>
          <p:cNvSpPr>
            <a:spLocks noGrp="1"/>
          </p:cNvSpPr>
          <p:nvPr>
            <p:ph type="body" sz="quarter" idx="29" hasCustomPrompt="1"/>
          </p:nvPr>
        </p:nvSpPr>
        <p:spPr>
          <a:xfrm>
            <a:off x="8931762" y="3749040"/>
            <a:ext cx="2560320" cy="219456"/>
          </a:xfrm>
        </p:spPr>
        <p:txBody>
          <a:bodyPr lIns="0" tIns="0" rIns="0" bIns="0" anchor="ctr"/>
          <a:lstStyle>
            <a:lvl1pPr marL="0" indent="0">
              <a:buNone/>
              <a:defRPr sz="1600" cap="all" baseline="0">
                <a:solidFill>
                  <a:schemeClr val="accent1">
                    <a:lumMod val="50000"/>
                  </a:schemeClr>
                </a:solidFill>
                <a:latin typeface="+mn-lt"/>
              </a:defRPr>
            </a:lvl1pPr>
          </a:lstStyle>
          <a:p>
            <a:pPr lvl="0"/>
            <a:r>
              <a:rPr lang="en-US"/>
              <a:t>Title</a:t>
            </a:r>
          </a:p>
        </p:txBody>
      </p:sp>
      <p:sp>
        <p:nvSpPr>
          <p:cNvPr id="25" name="Text Placeholder 14">
            <a:extLst>
              <a:ext uri="{FF2B5EF4-FFF2-40B4-BE49-F238E27FC236}">
                <a16:creationId xmlns:a16="http://schemas.microsoft.com/office/drawing/2014/main" id="{E2C3BEC5-21AD-3C89-9DC7-5C3392426056}"/>
              </a:ext>
            </a:extLst>
          </p:cNvPr>
          <p:cNvSpPr>
            <a:spLocks noGrp="1"/>
          </p:cNvSpPr>
          <p:nvPr>
            <p:ph type="body" sz="quarter" idx="30" hasCustomPrompt="1"/>
          </p:nvPr>
        </p:nvSpPr>
        <p:spPr>
          <a:xfrm>
            <a:off x="8931762" y="4114800"/>
            <a:ext cx="2560320" cy="2011680"/>
          </a:xfrm>
        </p:spPr>
        <p:txBody>
          <a:bodyPr lIns="0" tIns="0" rIns="0" bIns="0"/>
          <a:lstStyle>
            <a:lvl1pPr marL="0" indent="0">
              <a:lnSpc>
                <a:spcPct val="95000"/>
              </a:lnSpc>
              <a:spcBef>
                <a:spcPts val="600"/>
              </a:spcBef>
              <a:buNone/>
              <a:defRPr sz="1200"/>
            </a:lvl1pPr>
          </a:lstStyle>
          <a:p>
            <a:pPr lvl="0"/>
            <a:r>
              <a:rPr lang="en-US"/>
              <a:t>Click to add text</a:t>
            </a:r>
          </a:p>
        </p:txBody>
      </p:sp>
      <p:sp>
        <p:nvSpPr>
          <p:cNvPr id="2" name="Date Placeholder 1">
            <a:extLst>
              <a:ext uri="{FF2B5EF4-FFF2-40B4-BE49-F238E27FC236}">
                <a16:creationId xmlns:a16="http://schemas.microsoft.com/office/drawing/2014/main" id="{0ADFA342-5F1C-94AA-343B-D9E770B15A4B}"/>
              </a:ext>
            </a:extLst>
          </p:cNvPr>
          <p:cNvSpPr>
            <a:spLocks noGrp="1"/>
          </p:cNvSpPr>
          <p:nvPr>
            <p:ph type="dt" sz="half" idx="31"/>
          </p:nvPr>
        </p:nvSpPr>
        <p:spPr/>
        <p:txBody>
          <a:bodyPr/>
          <a:lstStyle/>
          <a:p>
            <a:fld id="{228D026D-C07B-48C8-8C2B-C561E4D51E16}" type="datetime1">
              <a:rPr lang="en-US" smtClean="0"/>
              <a:t>11/19/2024</a:t>
            </a:fld>
            <a:endParaRPr lang="en-US"/>
          </a:p>
        </p:txBody>
      </p:sp>
      <p:sp>
        <p:nvSpPr>
          <p:cNvPr id="3" name="Footer Placeholder 2">
            <a:extLst>
              <a:ext uri="{FF2B5EF4-FFF2-40B4-BE49-F238E27FC236}">
                <a16:creationId xmlns:a16="http://schemas.microsoft.com/office/drawing/2014/main" id="{CD3FD479-BD73-9AD3-7BC5-D47F0925639E}"/>
              </a:ext>
            </a:extLst>
          </p:cNvPr>
          <p:cNvSpPr>
            <a:spLocks noGrp="1"/>
          </p:cNvSpPr>
          <p:nvPr>
            <p:ph type="ftr" sz="quarter" idx="32"/>
          </p:nvPr>
        </p:nvSpPr>
        <p:spPr/>
        <p:txBody>
          <a:bodyPr/>
          <a:lstStyle/>
          <a:p>
            <a:r>
              <a:rPr lang="en-US"/>
              <a:t>CONFIDENTIAL</a:t>
            </a:r>
          </a:p>
        </p:txBody>
      </p:sp>
      <p:sp>
        <p:nvSpPr>
          <p:cNvPr id="4" name="Slide Number Placeholder 3">
            <a:extLst>
              <a:ext uri="{FF2B5EF4-FFF2-40B4-BE49-F238E27FC236}">
                <a16:creationId xmlns:a16="http://schemas.microsoft.com/office/drawing/2014/main" id="{D972AD83-D075-FCA4-C72C-3450FB3B59A5}"/>
              </a:ext>
            </a:extLst>
          </p:cNvPr>
          <p:cNvSpPr>
            <a:spLocks noGrp="1"/>
          </p:cNvSpPr>
          <p:nvPr>
            <p:ph type="sldNum" sz="quarter" idx="33"/>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3330876055"/>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peaker 4">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42CFF29E-49F2-063B-88AD-2850C36742ED}"/>
              </a:ext>
            </a:extLst>
          </p:cNvPr>
          <p:cNvSpPr/>
          <p:nvPr userDrawn="1"/>
        </p:nvSpPr>
        <p:spPr>
          <a:xfrm>
            <a:off x="-3609" y="6244633"/>
            <a:ext cx="5419092" cy="613367"/>
          </a:xfrm>
          <a:custGeom>
            <a:avLst/>
            <a:gdLst>
              <a:gd name="connsiteX0" fmla="*/ 0 w 5419092"/>
              <a:gd name="connsiteY0" fmla="*/ 0 h 613367"/>
              <a:gd name="connsiteX1" fmla="*/ 4805725 w 5419092"/>
              <a:gd name="connsiteY1" fmla="*/ 0 h 613367"/>
              <a:gd name="connsiteX2" fmla="*/ 5419092 w 5419092"/>
              <a:gd name="connsiteY2" fmla="*/ 613367 h 613367"/>
              <a:gd name="connsiteX3" fmla="*/ 0 w 5419092"/>
              <a:gd name="connsiteY3" fmla="*/ 613367 h 613367"/>
            </a:gdLst>
            <a:ahLst/>
            <a:cxnLst>
              <a:cxn ang="0">
                <a:pos x="connsiteX0" y="connsiteY0"/>
              </a:cxn>
              <a:cxn ang="0">
                <a:pos x="connsiteX1" y="connsiteY1"/>
              </a:cxn>
              <a:cxn ang="0">
                <a:pos x="connsiteX2" y="connsiteY2"/>
              </a:cxn>
              <a:cxn ang="0">
                <a:pos x="connsiteX3" y="connsiteY3"/>
              </a:cxn>
            </a:cxnLst>
            <a:rect l="l" t="t" r="r" b="b"/>
            <a:pathLst>
              <a:path w="5419092" h="613367">
                <a:moveTo>
                  <a:pt x="0" y="0"/>
                </a:moveTo>
                <a:lnTo>
                  <a:pt x="4805725" y="0"/>
                </a:lnTo>
                <a:cubicBezTo>
                  <a:pt x="5144432" y="0"/>
                  <a:pt x="5419092" y="274662"/>
                  <a:pt x="5419092" y="613367"/>
                </a:cubicBezTo>
                <a:lnTo>
                  <a:pt x="0" y="613367"/>
                </a:lnTo>
                <a:close/>
              </a:path>
            </a:pathLst>
          </a:custGeom>
          <a:solidFill>
            <a:schemeClr val="accent1"/>
          </a:solidFill>
          <a:ln w="9525" cap="flat">
            <a:noFill/>
            <a:prstDash val="solid"/>
            <a:miter/>
          </a:ln>
        </p:spPr>
        <p:txBody>
          <a:bodyPr rtlCol="0" anchor="ctr"/>
          <a:lstStyle/>
          <a:p>
            <a:endParaRPr lang="en-US"/>
          </a:p>
        </p:txBody>
      </p:sp>
      <p:sp>
        <p:nvSpPr>
          <p:cNvPr id="38" name="Picture Placeholder 6">
            <a:extLst>
              <a:ext uri="{FF2B5EF4-FFF2-40B4-BE49-F238E27FC236}">
                <a16:creationId xmlns:a16="http://schemas.microsoft.com/office/drawing/2014/main" id="{CE7C895A-C069-C65F-DAA4-B386A31D422A}"/>
              </a:ext>
            </a:extLst>
          </p:cNvPr>
          <p:cNvSpPr>
            <a:spLocks noGrp="1"/>
          </p:cNvSpPr>
          <p:nvPr>
            <p:ph type="pic" sz="quarter" idx="11" hasCustomPrompt="1"/>
          </p:nvPr>
        </p:nvSpPr>
        <p:spPr>
          <a:xfrm>
            <a:off x="960120" y="1355726"/>
            <a:ext cx="1737360" cy="1737360"/>
          </a:xfrm>
          <a:prstGeom prst="ellipse">
            <a:avLst/>
          </a:prstGeom>
          <a:solidFill>
            <a:schemeClr val="bg1">
              <a:lumMod val="75000"/>
            </a:schemeClr>
          </a:solidFill>
        </p:spPr>
        <p:txBody>
          <a:bodyPr anchor="ctr"/>
          <a:lstStyle>
            <a:lvl1pPr marL="0" indent="0" algn="ctr">
              <a:buNone/>
              <a:defRPr sz="1600"/>
            </a:lvl1pPr>
          </a:lstStyle>
          <a:p>
            <a:r>
              <a:rPr lang="en-US"/>
              <a:t>Click to add Speaker photo</a:t>
            </a:r>
          </a:p>
        </p:txBody>
      </p:sp>
      <p:sp>
        <p:nvSpPr>
          <p:cNvPr id="55" name="Text Placeholder 10">
            <a:extLst>
              <a:ext uri="{FF2B5EF4-FFF2-40B4-BE49-F238E27FC236}">
                <a16:creationId xmlns:a16="http://schemas.microsoft.com/office/drawing/2014/main" id="{02C55858-D3F5-ED8D-ED12-3E9CD63AA752}"/>
              </a:ext>
            </a:extLst>
          </p:cNvPr>
          <p:cNvSpPr>
            <a:spLocks noGrp="1"/>
          </p:cNvSpPr>
          <p:nvPr>
            <p:ph type="body" sz="quarter" idx="14" hasCustomPrompt="1"/>
          </p:nvPr>
        </p:nvSpPr>
        <p:spPr>
          <a:xfrm>
            <a:off x="685800" y="3409471"/>
            <a:ext cx="2286000" cy="320040"/>
          </a:xfrm>
        </p:spPr>
        <p:txBody>
          <a:bodyPr lIns="0" tIns="0" rIns="0" bIns="0" anchor="t"/>
          <a:lstStyle>
            <a:lvl1pPr marL="0" indent="0">
              <a:buNone/>
              <a:defRPr sz="2000" b="0">
                <a:solidFill>
                  <a:schemeClr val="accent1">
                    <a:lumMod val="50000"/>
                  </a:schemeClr>
                </a:solidFill>
                <a:latin typeface="IBM Plex Sans Medium" panose="020B0603050203000203" pitchFamily="34" charset="0"/>
              </a:defRPr>
            </a:lvl1pPr>
          </a:lstStyle>
          <a:p>
            <a:pPr lvl="0"/>
            <a:r>
              <a:rPr lang="en-US"/>
              <a:t>Speaker Name</a:t>
            </a:r>
          </a:p>
        </p:txBody>
      </p:sp>
      <p:sp>
        <p:nvSpPr>
          <p:cNvPr id="56" name="Text Placeholder 10">
            <a:extLst>
              <a:ext uri="{FF2B5EF4-FFF2-40B4-BE49-F238E27FC236}">
                <a16:creationId xmlns:a16="http://schemas.microsoft.com/office/drawing/2014/main" id="{A8A6EBC9-CED9-FA25-CE27-BC2D7B21B270}"/>
              </a:ext>
            </a:extLst>
          </p:cNvPr>
          <p:cNvSpPr>
            <a:spLocks noGrp="1"/>
          </p:cNvSpPr>
          <p:nvPr>
            <p:ph type="body" sz="quarter" idx="15" hasCustomPrompt="1"/>
          </p:nvPr>
        </p:nvSpPr>
        <p:spPr>
          <a:xfrm>
            <a:off x="685800" y="3749040"/>
            <a:ext cx="2286000" cy="219456"/>
          </a:xfrm>
        </p:spPr>
        <p:txBody>
          <a:bodyPr lIns="0" tIns="0" rIns="0" bIns="0" anchor="ctr"/>
          <a:lstStyle>
            <a:lvl1pPr marL="0" indent="0">
              <a:buNone/>
              <a:defRPr sz="1600" cap="all" baseline="0">
                <a:solidFill>
                  <a:schemeClr val="accent1">
                    <a:lumMod val="50000"/>
                  </a:schemeClr>
                </a:solidFill>
                <a:latin typeface="+mn-lt"/>
              </a:defRPr>
            </a:lvl1pPr>
          </a:lstStyle>
          <a:p>
            <a:pPr lvl="0"/>
            <a:r>
              <a:rPr lang="en-US"/>
              <a:t>Title</a:t>
            </a:r>
          </a:p>
        </p:txBody>
      </p:sp>
      <p:sp>
        <p:nvSpPr>
          <p:cNvPr id="57" name="Text Placeholder 14">
            <a:extLst>
              <a:ext uri="{FF2B5EF4-FFF2-40B4-BE49-F238E27FC236}">
                <a16:creationId xmlns:a16="http://schemas.microsoft.com/office/drawing/2014/main" id="{9706D2DA-62F8-9BAC-EB55-27D1624A394E}"/>
              </a:ext>
            </a:extLst>
          </p:cNvPr>
          <p:cNvSpPr>
            <a:spLocks noGrp="1"/>
          </p:cNvSpPr>
          <p:nvPr>
            <p:ph type="body" sz="quarter" idx="16" hasCustomPrompt="1"/>
          </p:nvPr>
        </p:nvSpPr>
        <p:spPr>
          <a:xfrm>
            <a:off x="685798" y="4114800"/>
            <a:ext cx="2286000" cy="2011680"/>
          </a:xfrm>
        </p:spPr>
        <p:txBody>
          <a:bodyPr lIns="0" tIns="0" rIns="0" bIns="0"/>
          <a:lstStyle>
            <a:lvl1pPr marL="0" indent="0">
              <a:lnSpc>
                <a:spcPct val="95000"/>
              </a:lnSpc>
              <a:spcBef>
                <a:spcPts val="600"/>
              </a:spcBef>
              <a:buNone/>
              <a:defRPr sz="1200"/>
            </a:lvl1pPr>
          </a:lstStyle>
          <a:p>
            <a:pPr lvl="0"/>
            <a:r>
              <a:rPr lang="en-US"/>
              <a:t>Click to add text</a:t>
            </a:r>
          </a:p>
        </p:txBody>
      </p:sp>
      <p:sp>
        <p:nvSpPr>
          <p:cNvPr id="58" name="Picture Placeholder 6">
            <a:extLst>
              <a:ext uri="{FF2B5EF4-FFF2-40B4-BE49-F238E27FC236}">
                <a16:creationId xmlns:a16="http://schemas.microsoft.com/office/drawing/2014/main" id="{6778A4DE-20B0-EDD0-98D2-2ACDAF712D67}"/>
              </a:ext>
            </a:extLst>
          </p:cNvPr>
          <p:cNvSpPr>
            <a:spLocks noGrp="1"/>
          </p:cNvSpPr>
          <p:nvPr>
            <p:ph type="pic" sz="quarter" idx="22" hasCustomPrompt="1"/>
          </p:nvPr>
        </p:nvSpPr>
        <p:spPr>
          <a:xfrm>
            <a:off x="3796571" y="1355726"/>
            <a:ext cx="1737360" cy="1737360"/>
          </a:xfrm>
          <a:prstGeom prst="ellipse">
            <a:avLst/>
          </a:prstGeom>
          <a:solidFill>
            <a:schemeClr val="bg1">
              <a:lumMod val="75000"/>
            </a:schemeClr>
          </a:solidFill>
        </p:spPr>
        <p:txBody>
          <a:bodyPr anchor="ctr"/>
          <a:lstStyle>
            <a:lvl1pPr marL="0" indent="0" algn="ctr">
              <a:buNone/>
              <a:defRPr sz="1600"/>
            </a:lvl1pPr>
          </a:lstStyle>
          <a:p>
            <a:r>
              <a:rPr lang="en-US"/>
              <a:t>Click to add Speaker photo</a:t>
            </a:r>
          </a:p>
        </p:txBody>
      </p:sp>
      <p:sp>
        <p:nvSpPr>
          <p:cNvPr id="73" name="Picture Placeholder 6">
            <a:extLst>
              <a:ext uri="{FF2B5EF4-FFF2-40B4-BE49-F238E27FC236}">
                <a16:creationId xmlns:a16="http://schemas.microsoft.com/office/drawing/2014/main" id="{2CC623CD-B739-37E4-40BA-41B3068D5442}"/>
              </a:ext>
            </a:extLst>
          </p:cNvPr>
          <p:cNvSpPr>
            <a:spLocks noGrp="1"/>
          </p:cNvSpPr>
          <p:nvPr>
            <p:ph type="pic" sz="quarter" idx="27" hasCustomPrompt="1"/>
          </p:nvPr>
        </p:nvSpPr>
        <p:spPr>
          <a:xfrm>
            <a:off x="6658071" y="1355726"/>
            <a:ext cx="1737360" cy="1737360"/>
          </a:xfrm>
          <a:prstGeom prst="ellipse">
            <a:avLst/>
          </a:prstGeom>
          <a:solidFill>
            <a:schemeClr val="bg1">
              <a:lumMod val="75000"/>
            </a:schemeClr>
          </a:solidFill>
        </p:spPr>
        <p:txBody>
          <a:bodyPr anchor="ctr"/>
          <a:lstStyle>
            <a:lvl1pPr marL="0" indent="0" algn="ctr">
              <a:buNone/>
              <a:defRPr sz="1600"/>
            </a:lvl1pPr>
          </a:lstStyle>
          <a:p>
            <a:r>
              <a:rPr lang="en-US"/>
              <a:t>Click to add Speaker photo</a:t>
            </a:r>
          </a:p>
        </p:txBody>
      </p:sp>
      <p:sp>
        <p:nvSpPr>
          <p:cNvPr id="75" name="Text Placeholder 10">
            <a:extLst>
              <a:ext uri="{FF2B5EF4-FFF2-40B4-BE49-F238E27FC236}">
                <a16:creationId xmlns:a16="http://schemas.microsoft.com/office/drawing/2014/main" id="{FE430061-CC5A-AEE5-2F54-B7EB02B2E3C8}"/>
              </a:ext>
            </a:extLst>
          </p:cNvPr>
          <p:cNvSpPr>
            <a:spLocks noGrp="1"/>
          </p:cNvSpPr>
          <p:nvPr>
            <p:ph type="body" sz="quarter" idx="29" hasCustomPrompt="1"/>
          </p:nvPr>
        </p:nvSpPr>
        <p:spPr>
          <a:xfrm>
            <a:off x="6383751" y="3409471"/>
            <a:ext cx="2286000" cy="320040"/>
          </a:xfrm>
        </p:spPr>
        <p:txBody>
          <a:bodyPr lIns="0" tIns="0" rIns="0" bIns="0" anchor="t"/>
          <a:lstStyle>
            <a:lvl1pPr marL="0" indent="0">
              <a:buNone/>
              <a:defRPr sz="2000" b="0">
                <a:solidFill>
                  <a:schemeClr val="accent1">
                    <a:lumMod val="50000"/>
                  </a:schemeClr>
                </a:solidFill>
                <a:latin typeface="IBM Plex Sans Medium" panose="020B0603050203000203" pitchFamily="34" charset="0"/>
              </a:defRPr>
            </a:lvl1pPr>
          </a:lstStyle>
          <a:p>
            <a:pPr lvl="0"/>
            <a:r>
              <a:rPr lang="en-US"/>
              <a:t>Speaker Name</a:t>
            </a:r>
          </a:p>
        </p:txBody>
      </p:sp>
      <p:sp>
        <p:nvSpPr>
          <p:cNvPr id="76" name="Text Placeholder 10">
            <a:extLst>
              <a:ext uri="{FF2B5EF4-FFF2-40B4-BE49-F238E27FC236}">
                <a16:creationId xmlns:a16="http://schemas.microsoft.com/office/drawing/2014/main" id="{9E04285A-304D-8602-7DB6-48D532EFFAA3}"/>
              </a:ext>
            </a:extLst>
          </p:cNvPr>
          <p:cNvSpPr>
            <a:spLocks noGrp="1"/>
          </p:cNvSpPr>
          <p:nvPr>
            <p:ph type="body" sz="quarter" idx="30" hasCustomPrompt="1"/>
          </p:nvPr>
        </p:nvSpPr>
        <p:spPr>
          <a:xfrm>
            <a:off x="6383751" y="3749040"/>
            <a:ext cx="2286000" cy="219456"/>
          </a:xfrm>
        </p:spPr>
        <p:txBody>
          <a:bodyPr lIns="0" tIns="0" rIns="0" bIns="0" anchor="ctr"/>
          <a:lstStyle>
            <a:lvl1pPr marL="0" indent="0">
              <a:buNone/>
              <a:defRPr sz="1600" cap="all" baseline="0">
                <a:solidFill>
                  <a:schemeClr val="accent1">
                    <a:lumMod val="50000"/>
                  </a:schemeClr>
                </a:solidFill>
                <a:latin typeface="+mn-lt"/>
              </a:defRPr>
            </a:lvl1pPr>
          </a:lstStyle>
          <a:p>
            <a:pPr lvl="0"/>
            <a:r>
              <a:rPr lang="en-US"/>
              <a:t>Title</a:t>
            </a:r>
          </a:p>
        </p:txBody>
      </p:sp>
      <p:sp>
        <p:nvSpPr>
          <p:cNvPr id="77" name="Text Placeholder 14">
            <a:extLst>
              <a:ext uri="{FF2B5EF4-FFF2-40B4-BE49-F238E27FC236}">
                <a16:creationId xmlns:a16="http://schemas.microsoft.com/office/drawing/2014/main" id="{63902B63-3F07-9C65-80C6-EF5781DAC587}"/>
              </a:ext>
            </a:extLst>
          </p:cNvPr>
          <p:cNvSpPr>
            <a:spLocks noGrp="1"/>
          </p:cNvSpPr>
          <p:nvPr>
            <p:ph type="body" sz="quarter" idx="31" hasCustomPrompt="1"/>
          </p:nvPr>
        </p:nvSpPr>
        <p:spPr>
          <a:xfrm>
            <a:off x="6383751" y="4114800"/>
            <a:ext cx="2286000" cy="2011680"/>
          </a:xfrm>
        </p:spPr>
        <p:txBody>
          <a:bodyPr lIns="0" tIns="0" rIns="0" bIns="0"/>
          <a:lstStyle>
            <a:lvl1pPr marL="0" indent="0">
              <a:lnSpc>
                <a:spcPct val="95000"/>
              </a:lnSpc>
              <a:spcBef>
                <a:spcPts val="600"/>
              </a:spcBef>
              <a:buNone/>
              <a:defRPr sz="1200"/>
            </a:lvl1pPr>
          </a:lstStyle>
          <a:p>
            <a:pPr lvl="0"/>
            <a:r>
              <a:rPr lang="en-US"/>
              <a:t>Click to add text</a:t>
            </a:r>
          </a:p>
        </p:txBody>
      </p:sp>
      <p:sp>
        <p:nvSpPr>
          <p:cNvPr id="78" name="Picture Placeholder 6">
            <a:extLst>
              <a:ext uri="{FF2B5EF4-FFF2-40B4-BE49-F238E27FC236}">
                <a16:creationId xmlns:a16="http://schemas.microsoft.com/office/drawing/2014/main" id="{341FFC11-E1B6-ADF9-7639-053E71F594F6}"/>
              </a:ext>
            </a:extLst>
          </p:cNvPr>
          <p:cNvSpPr>
            <a:spLocks noGrp="1"/>
          </p:cNvSpPr>
          <p:nvPr>
            <p:ph type="pic" sz="quarter" idx="32" hasCustomPrompt="1"/>
          </p:nvPr>
        </p:nvSpPr>
        <p:spPr>
          <a:xfrm>
            <a:off x="9480872" y="1355726"/>
            <a:ext cx="1737360" cy="1737360"/>
          </a:xfrm>
          <a:prstGeom prst="ellipse">
            <a:avLst/>
          </a:prstGeom>
          <a:solidFill>
            <a:schemeClr val="bg1">
              <a:lumMod val="75000"/>
            </a:schemeClr>
          </a:solidFill>
        </p:spPr>
        <p:txBody>
          <a:bodyPr anchor="ctr"/>
          <a:lstStyle>
            <a:lvl1pPr marL="0" indent="0" algn="ctr">
              <a:buNone/>
              <a:defRPr sz="1600"/>
            </a:lvl1pPr>
          </a:lstStyle>
          <a:p>
            <a:r>
              <a:rPr lang="en-US"/>
              <a:t>Click to add Speaker photo</a:t>
            </a:r>
          </a:p>
        </p:txBody>
      </p:sp>
      <p:sp>
        <p:nvSpPr>
          <p:cNvPr id="3" name="Text Placeholder 10">
            <a:extLst>
              <a:ext uri="{FF2B5EF4-FFF2-40B4-BE49-F238E27FC236}">
                <a16:creationId xmlns:a16="http://schemas.microsoft.com/office/drawing/2014/main" id="{9BAE298D-6848-284B-05FD-6DCA2EE0E956}"/>
              </a:ext>
            </a:extLst>
          </p:cNvPr>
          <p:cNvSpPr>
            <a:spLocks noGrp="1"/>
          </p:cNvSpPr>
          <p:nvPr>
            <p:ph type="body" sz="quarter" idx="34" hasCustomPrompt="1"/>
          </p:nvPr>
        </p:nvSpPr>
        <p:spPr>
          <a:xfrm>
            <a:off x="3522251" y="3425975"/>
            <a:ext cx="2286000" cy="320040"/>
          </a:xfrm>
        </p:spPr>
        <p:txBody>
          <a:bodyPr lIns="0" tIns="0" rIns="0" bIns="0" anchor="t"/>
          <a:lstStyle>
            <a:lvl1pPr marL="0" indent="0">
              <a:buNone/>
              <a:defRPr sz="2000" b="0">
                <a:solidFill>
                  <a:schemeClr val="accent1">
                    <a:lumMod val="50000"/>
                  </a:schemeClr>
                </a:solidFill>
                <a:latin typeface="IBM Plex Sans Medium" panose="020B0603050203000203" pitchFamily="34" charset="0"/>
              </a:defRPr>
            </a:lvl1pPr>
          </a:lstStyle>
          <a:p>
            <a:pPr lvl="0"/>
            <a:r>
              <a:rPr lang="en-US"/>
              <a:t>Speaker Name</a:t>
            </a:r>
          </a:p>
        </p:txBody>
      </p:sp>
      <p:sp>
        <p:nvSpPr>
          <p:cNvPr id="4" name="Text Placeholder 10">
            <a:extLst>
              <a:ext uri="{FF2B5EF4-FFF2-40B4-BE49-F238E27FC236}">
                <a16:creationId xmlns:a16="http://schemas.microsoft.com/office/drawing/2014/main" id="{D239A76F-18AA-B0A0-EC46-1EEE51614262}"/>
              </a:ext>
            </a:extLst>
          </p:cNvPr>
          <p:cNvSpPr>
            <a:spLocks noGrp="1"/>
          </p:cNvSpPr>
          <p:nvPr>
            <p:ph type="body" sz="quarter" idx="35" hasCustomPrompt="1"/>
          </p:nvPr>
        </p:nvSpPr>
        <p:spPr>
          <a:xfrm>
            <a:off x="3522251" y="3749040"/>
            <a:ext cx="2286000" cy="219456"/>
          </a:xfrm>
        </p:spPr>
        <p:txBody>
          <a:bodyPr lIns="0" tIns="0" rIns="0" bIns="0" anchor="ctr"/>
          <a:lstStyle>
            <a:lvl1pPr marL="0" indent="0">
              <a:buNone/>
              <a:defRPr sz="1600" cap="all" baseline="0">
                <a:solidFill>
                  <a:schemeClr val="accent1">
                    <a:lumMod val="50000"/>
                  </a:schemeClr>
                </a:solidFill>
                <a:latin typeface="+mn-lt"/>
              </a:defRPr>
            </a:lvl1pPr>
          </a:lstStyle>
          <a:p>
            <a:pPr lvl="0"/>
            <a:r>
              <a:rPr lang="en-US"/>
              <a:t>Title</a:t>
            </a:r>
          </a:p>
        </p:txBody>
      </p:sp>
      <p:sp>
        <p:nvSpPr>
          <p:cNvPr id="5" name="Text Placeholder 14">
            <a:extLst>
              <a:ext uri="{FF2B5EF4-FFF2-40B4-BE49-F238E27FC236}">
                <a16:creationId xmlns:a16="http://schemas.microsoft.com/office/drawing/2014/main" id="{7D2CC887-0D97-F60C-CCE8-5759C7BD6B15}"/>
              </a:ext>
            </a:extLst>
          </p:cNvPr>
          <p:cNvSpPr>
            <a:spLocks noGrp="1"/>
          </p:cNvSpPr>
          <p:nvPr>
            <p:ph type="body" sz="quarter" idx="36" hasCustomPrompt="1"/>
          </p:nvPr>
        </p:nvSpPr>
        <p:spPr>
          <a:xfrm>
            <a:off x="3522251" y="4114800"/>
            <a:ext cx="2286000" cy="2011680"/>
          </a:xfrm>
        </p:spPr>
        <p:txBody>
          <a:bodyPr lIns="0" tIns="0" rIns="0" bIns="0"/>
          <a:lstStyle>
            <a:lvl1pPr marL="0" indent="0">
              <a:lnSpc>
                <a:spcPct val="95000"/>
              </a:lnSpc>
              <a:spcBef>
                <a:spcPts val="600"/>
              </a:spcBef>
              <a:buNone/>
              <a:defRPr sz="1200"/>
            </a:lvl1pPr>
          </a:lstStyle>
          <a:p>
            <a:pPr lvl="0"/>
            <a:r>
              <a:rPr lang="en-US"/>
              <a:t>Click to add text</a:t>
            </a:r>
          </a:p>
        </p:txBody>
      </p:sp>
      <p:sp>
        <p:nvSpPr>
          <p:cNvPr id="7" name="Text Placeholder 10">
            <a:extLst>
              <a:ext uri="{FF2B5EF4-FFF2-40B4-BE49-F238E27FC236}">
                <a16:creationId xmlns:a16="http://schemas.microsoft.com/office/drawing/2014/main" id="{267A3EBE-B781-7C84-B687-5A6A791EAB4B}"/>
              </a:ext>
            </a:extLst>
          </p:cNvPr>
          <p:cNvSpPr>
            <a:spLocks noGrp="1"/>
          </p:cNvSpPr>
          <p:nvPr>
            <p:ph type="body" sz="quarter" idx="38" hasCustomPrompt="1"/>
          </p:nvPr>
        </p:nvSpPr>
        <p:spPr>
          <a:xfrm>
            <a:off x="9206554" y="3409471"/>
            <a:ext cx="2286000" cy="320040"/>
          </a:xfrm>
        </p:spPr>
        <p:txBody>
          <a:bodyPr lIns="0" tIns="0" rIns="0" bIns="0" anchor="t"/>
          <a:lstStyle>
            <a:lvl1pPr marL="0" indent="0">
              <a:buNone/>
              <a:defRPr sz="2000" b="0">
                <a:solidFill>
                  <a:schemeClr val="accent1">
                    <a:lumMod val="50000"/>
                  </a:schemeClr>
                </a:solidFill>
                <a:latin typeface="IBM Plex Sans Medium" panose="020B0603050203000203" pitchFamily="34" charset="0"/>
              </a:defRPr>
            </a:lvl1pPr>
          </a:lstStyle>
          <a:p>
            <a:pPr lvl="0"/>
            <a:r>
              <a:rPr lang="en-US"/>
              <a:t>Speaker Name</a:t>
            </a:r>
          </a:p>
        </p:txBody>
      </p:sp>
      <p:sp>
        <p:nvSpPr>
          <p:cNvPr id="8" name="Text Placeholder 10">
            <a:extLst>
              <a:ext uri="{FF2B5EF4-FFF2-40B4-BE49-F238E27FC236}">
                <a16:creationId xmlns:a16="http://schemas.microsoft.com/office/drawing/2014/main" id="{5881EAFE-34B9-BE0C-E562-DDC69D832123}"/>
              </a:ext>
            </a:extLst>
          </p:cNvPr>
          <p:cNvSpPr>
            <a:spLocks noGrp="1"/>
          </p:cNvSpPr>
          <p:nvPr>
            <p:ph type="body" sz="quarter" idx="39" hasCustomPrompt="1"/>
          </p:nvPr>
        </p:nvSpPr>
        <p:spPr>
          <a:xfrm>
            <a:off x="9206554" y="3749040"/>
            <a:ext cx="2286000" cy="219456"/>
          </a:xfrm>
        </p:spPr>
        <p:txBody>
          <a:bodyPr lIns="0" tIns="0" rIns="0" bIns="0" anchor="ctr"/>
          <a:lstStyle>
            <a:lvl1pPr marL="0" indent="0">
              <a:buNone/>
              <a:defRPr sz="1600" cap="all" baseline="0">
                <a:solidFill>
                  <a:schemeClr val="accent1">
                    <a:lumMod val="50000"/>
                  </a:schemeClr>
                </a:solidFill>
                <a:latin typeface="+mn-lt"/>
              </a:defRPr>
            </a:lvl1pPr>
          </a:lstStyle>
          <a:p>
            <a:pPr lvl="0"/>
            <a:r>
              <a:rPr lang="en-US"/>
              <a:t>Title</a:t>
            </a:r>
          </a:p>
        </p:txBody>
      </p:sp>
      <p:sp>
        <p:nvSpPr>
          <p:cNvPr id="9" name="Text Placeholder 14">
            <a:extLst>
              <a:ext uri="{FF2B5EF4-FFF2-40B4-BE49-F238E27FC236}">
                <a16:creationId xmlns:a16="http://schemas.microsoft.com/office/drawing/2014/main" id="{F2D16D6C-B923-58E2-9316-0D7888E8F6CC}"/>
              </a:ext>
            </a:extLst>
          </p:cNvPr>
          <p:cNvSpPr>
            <a:spLocks noGrp="1"/>
          </p:cNvSpPr>
          <p:nvPr>
            <p:ph type="body" sz="quarter" idx="40" hasCustomPrompt="1"/>
          </p:nvPr>
        </p:nvSpPr>
        <p:spPr>
          <a:xfrm>
            <a:off x="9206554" y="4114800"/>
            <a:ext cx="2286000" cy="2011680"/>
          </a:xfrm>
        </p:spPr>
        <p:txBody>
          <a:bodyPr lIns="0" tIns="0" rIns="0" bIns="0"/>
          <a:lstStyle>
            <a:lvl1pPr marL="0" indent="0">
              <a:lnSpc>
                <a:spcPct val="95000"/>
              </a:lnSpc>
              <a:spcBef>
                <a:spcPts val="600"/>
              </a:spcBef>
              <a:buNone/>
              <a:defRPr sz="1200"/>
            </a:lvl1pPr>
          </a:lstStyle>
          <a:p>
            <a:pPr lvl="0"/>
            <a:r>
              <a:rPr lang="en-US"/>
              <a:t>Click to add text</a:t>
            </a:r>
          </a:p>
        </p:txBody>
      </p:sp>
      <p:sp>
        <p:nvSpPr>
          <p:cNvPr id="10" name="Date Placeholder 9">
            <a:extLst>
              <a:ext uri="{FF2B5EF4-FFF2-40B4-BE49-F238E27FC236}">
                <a16:creationId xmlns:a16="http://schemas.microsoft.com/office/drawing/2014/main" id="{649594A0-CCBE-0417-C460-EC2B6B0E9B61}"/>
              </a:ext>
            </a:extLst>
          </p:cNvPr>
          <p:cNvSpPr>
            <a:spLocks noGrp="1"/>
          </p:cNvSpPr>
          <p:nvPr>
            <p:ph type="dt" sz="half" idx="41"/>
          </p:nvPr>
        </p:nvSpPr>
        <p:spPr/>
        <p:txBody>
          <a:bodyPr/>
          <a:lstStyle/>
          <a:p>
            <a:fld id="{228D026D-C07B-48C8-8C2B-C561E4D51E16}" type="datetime1">
              <a:rPr lang="en-US" smtClean="0"/>
              <a:t>11/19/2024</a:t>
            </a:fld>
            <a:endParaRPr lang="en-US"/>
          </a:p>
        </p:txBody>
      </p:sp>
      <p:sp>
        <p:nvSpPr>
          <p:cNvPr id="11" name="Footer Placeholder 10">
            <a:extLst>
              <a:ext uri="{FF2B5EF4-FFF2-40B4-BE49-F238E27FC236}">
                <a16:creationId xmlns:a16="http://schemas.microsoft.com/office/drawing/2014/main" id="{97587AB9-66A3-D655-68E6-7FCE6B530458}"/>
              </a:ext>
            </a:extLst>
          </p:cNvPr>
          <p:cNvSpPr>
            <a:spLocks noGrp="1"/>
          </p:cNvSpPr>
          <p:nvPr>
            <p:ph type="ftr" sz="quarter" idx="42"/>
          </p:nvPr>
        </p:nvSpPr>
        <p:spPr/>
        <p:txBody>
          <a:bodyPr/>
          <a:lstStyle/>
          <a:p>
            <a:r>
              <a:rPr lang="en-US"/>
              <a:t>CONFIDENTIAL</a:t>
            </a:r>
          </a:p>
        </p:txBody>
      </p:sp>
      <p:sp>
        <p:nvSpPr>
          <p:cNvPr id="12" name="Slide Number Placeholder 11">
            <a:extLst>
              <a:ext uri="{FF2B5EF4-FFF2-40B4-BE49-F238E27FC236}">
                <a16:creationId xmlns:a16="http://schemas.microsoft.com/office/drawing/2014/main" id="{15668790-CE05-A027-A096-264D5F9D0A39}"/>
              </a:ext>
            </a:extLst>
          </p:cNvPr>
          <p:cNvSpPr>
            <a:spLocks noGrp="1"/>
          </p:cNvSpPr>
          <p:nvPr>
            <p:ph type="sldNum" sz="quarter" idx="43"/>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3887618208"/>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peaker 5">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764D6C8B-EF3B-07F1-B5D9-923D25789876}"/>
              </a:ext>
            </a:extLst>
          </p:cNvPr>
          <p:cNvSpPr/>
          <p:nvPr userDrawn="1"/>
        </p:nvSpPr>
        <p:spPr>
          <a:xfrm>
            <a:off x="-3609" y="6244633"/>
            <a:ext cx="5419092" cy="613367"/>
          </a:xfrm>
          <a:custGeom>
            <a:avLst/>
            <a:gdLst>
              <a:gd name="connsiteX0" fmla="*/ 0 w 5419092"/>
              <a:gd name="connsiteY0" fmla="*/ 0 h 613367"/>
              <a:gd name="connsiteX1" fmla="*/ 4805725 w 5419092"/>
              <a:gd name="connsiteY1" fmla="*/ 0 h 613367"/>
              <a:gd name="connsiteX2" fmla="*/ 5419092 w 5419092"/>
              <a:gd name="connsiteY2" fmla="*/ 613367 h 613367"/>
              <a:gd name="connsiteX3" fmla="*/ 0 w 5419092"/>
              <a:gd name="connsiteY3" fmla="*/ 613367 h 613367"/>
            </a:gdLst>
            <a:ahLst/>
            <a:cxnLst>
              <a:cxn ang="0">
                <a:pos x="connsiteX0" y="connsiteY0"/>
              </a:cxn>
              <a:cxn ang="0">
                <a:pos x="connsiteX1" y="connsiteY1"/>
              </a:cxn>
              <a:cxn ang="0">
                <a:pos x="connsiteX2" y="connsiteY2"/>
              </a:cxn>
              <a:cxn ang="0">
                <a:pos x="connsiteX3" y="connsiteY3"/>
              </a:cxn>
            </a:cxnLst>
            <a:rect l="l" t="t" r="r" b="b"/>
            <a:pathLst>
              <a:path w="5419092" h="613367">
                <a:moveTo>
                  <a:pt x="0" y="0"/>
                </a:moveTo>
                <a:lnTo>
                  <a:pt x="4805725" y="0"/>
                </a:lnTo>
                <a:cubicBezTo>
                  <a:pt x="5144432" y="0"/>
                  <a:pt x="5419092" y="274662"/>
                  <a:pt x="5419092" y="613367"/>
                </a:cubicBezTo>
                <a:lnTo>
                  <a:pt x="0" y="613367"/>
                </a:lnTo>
                <a:close/>
              </a:path>
            </a:pathLst>
          </a:custGeom>
          <a:solidFill>
            <a:schemeClr val="accent1"/>
          </a:solidFill>
          <a:ln w="9525" cap="flat">
            <a:noFill/>
            <a:prstDash val="solid"/>
            <a:miter/>
          </a:ln>
        </p:spPr>
        <p:txBody>
          <a:bodyPr rtlCol="0" anchor="ctr"/>
          <a:lstStyle/>
          <a:p>
            <a:endParaRPr lang="en-US"/>
          </a:p>
        </p:txBody>
      </p:sp>
      <p:sp>
        <p:nvSpPr>
          <p:cNvPr id="12" name="Graphic 16">
            <a:extLst>
              <a:ext uri="{FF2B5EF4-FFF2-40B4-BE49-F238E27FC236}">
                <a16:creationId xmlns:a16="http://schemas.microsoft.com/office/drawing/2014/main" id="{63F74011-543F-3A88-9CD9-AA82275B88AA}"/>
              </a:ext>
            </a:extLst>
          </p:cNvPr>
          <p:cNvSpPr/>
          <p:nvPr userDrawn="1"/>
        </p:nvSpPr>
        <p:spPr>
          <a:xfrm>
            <a:off x="9275002" y="0"/>
            <a:ext cx="2916998" cy="620722"/>
          </a:xfrm>
          <a:custGeom>
            <a:avLst/>
            <a:gdLst>
              <a:gd name="connsiteX0" fmla="*/ 2916998 w 2916998"/>
              <a:gd name="connsiteY0" fmla="*/ 0 h 620722"/>
              <a:gd name="connsiteX1" fmla="*/ 2916998 w 2916998"/>
              <a:gd name="connsiteY1" fmla="*/ 620723 h 620722"/>
              <a:gd name="connsiteX2" fmla="*/ 620723 w 2916998"/>
              <a:gd name="connsiteY2" fmla="*/ 620723 h 620722"/>
              <a:gd name="connsiteX3" fmla="*/ 0 w 2916998"/>
              <a:gd name="connsiteY3" fmla="*/ 0 h 620722"/>
              <a:gd name="connsiteX4" fmla="*/ 2916998 w 2916998"/>
              <a:gd name="connsiteY4" fmla="*/ 0 h 620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6998" h="620722">
                <a:moveTo>
                  <a:pt x="2916998" y="0"/>
                </a:moveTo>
                <a:lnTo>
                  <a:pt x="2916998" y="620723"/>
                </a:lnTo>
                <a:lnTo>
                  <a:pt x="620723" y="620723"/>
                </a:lnTo>
                <a:cubicBezTo>
                  <a:pt x="277930" y="620723"/>
                  <a:pt x="0" y="342793"/>
                  <a:pt x="0" y="0"/>
                </a:cubicBezTo>
                <a:lnTo>
                  <a:pt x="2916998" y="0"/>
                </a:lnTo>
                <a:close/>
              </a:path>
            </a:pathLst>
          </a:custGeom>
          <a:solidFill>
            <a:schemeClr val="accent1"/>
          </a:solidFill>
          <a:ln w="18103" cap="flat">
            <a:noFill/>
            <a:prstDash val="solid"/>
            <a:miter/>
          </a:ln>
        </p:spPr>
        <p:txBody>
          <a:bodyPr rtlCol="0" anchor="ctr"/>
          <a:lstStyle/>
          <a:p>
            <a:endParaRPr lang="en-US"/>
          </a:p>
        </p:txBody>
      </p:sp>
      <p:sp>
        <p:nvSpPr>
          <p:cNvPr id="7" name="Picture Placeholder 6">
            <a:extLst>
              <a:ext uri="{FF2B5EF4-FFF2-40B4-BE49-F238E27FC236}">
                <a16:creationId xmlns:a16="http://schemas.microsoft.com/office/drawing/2014/main" id="{CB437B49-CCC4-0273-92F2-B84A084097D3}"/>
              </a:ext>
            </a:extLst>
          </p:cNvPr>
          <p:cNvSpPr>
            <a:spLocks noGrp="1"/>
          </p:cNvSpPr>
          <p:nvPr>
            <p:ph type="pic" sz="quarter" idx="11" hasCustomPrompt="1"/>
          </p:nvPr>
        </p:nvSpPr>
        <p:spPr>
          <a:xfrm>
            <a:off x="777240" y="1355726"/>
            <a:ext cx="1645920" cy="1645920"/>
          </a:xfrm>
          <a:prstGeom prst="ellipse">
            <a:avLst/>
          </a:prstGeom>
          <a:solidFill>
            <a:schemeClr val="bg1">
              <a:lumMod val="75000"/>
            </a:schemeClr>
          </a:solidFill>
        </p:spPr>
        <p:txBody>
          <a:bodyPr anchor="ctr"/>
          <a:lstStyle>
            <a:lvl1pPr marL="0" indent="0" algn="ctr">
              <a:buNone/>
              <a:defRPr sz="1600"/>
            </a:lvl1pPr>
          </a:lstStyle>
          <a:p>
            <a:r>
              <a:rPr lang="en-US"/>
              <a:t>Click to add Speaker photo</a:t>
            </a:r>
          </a:p>
        </p:txBody>
      </p:sp>
      <p:sp>
        <p:nvSpPr>
          <p:cNvPr id="17" name="Text Placeholder 10">
            <a:extLst>
              <a:ext uri="{FF2B5EF4-FFF2-40B4-BE49-F238E27FC236}">
                <a16:creationId xmlns:a16="http://schemas.microsoft.com/office/drawing/2014/main" id="{2F84C608-3D22-44F8-E6CC-BF1324C26877}"/>
              </a:ext>
            </a:extLst>
          </p:cNvPr>
          <p:cNvSpPr>
            <a:spLocks noGrp="1"/>
          </p:cNvSpPr>
          <p:nvPr>
            <p:ph type="body" sz="quarter" idx="14" hasCustomPrompt="1"/>
          </p:nvPr>
        </p:nvSpPr>
        <p:spPr>
          <a:xfrm>
            <a:off x="685800" y="3410712"/>
            <a:ext cx="1828800" cy="320040"/>
          </a:xfrm>
        </p:spPr>
        <p:txBody>
          <a:bodyPr lIns="0" tIns="0" rIns="0" bIns="0" anchor="t"/>
          <a:lstStyle>
            <a:lvl1pPr marL="0" indent="0">
              <a:buNone/>
              <a:defRPr sz="2000" b="0">
                <a:solidFill>
                  <a:schemeClr val="accent1">
                    <a:lumMod val="50000"/>
                  </a:schemeClr>
                </a:solidFill>
                <a:latin typeface="IBM Plex Sans Medium" panose="020B0603050203000203" pitchFamily="34" charset="0"/>
              </a:defRPr>
            </a:lvl1pPr>
          </a:lstStyle>
          <a:p>
            <a:pPr lvl="0"/>
            <a:r>
              <a:rPr lang="en-US"/>
              <a:t>Speaker Name</a:t>
            </a:r>
          </a:p>
        </p:txBody>
      </p:sp>
      <p:sp>
        <p:nvSpPr>
          <p:cNvPr id="18" name="Text Placeholder 10">
            <a:extLst>
              <a:ext uri="{FF2B5EF4-FFF2-40B4-BE49-F238E27FC236}">
                <a16:creationId xmlns:a16="http://schemas.microsoft.com/office/drawing/2014/main" id="{45AEF695-8514-315F-ED17-76E84BAFA225}"/>
              </a:ext>
            </a:extLst>
          </p:cNvPr>
          <p:cNvSpPr>
            <a:spLocks noGrp="1"/>
          </p:cNvSpPr>
          <p:nvPr>
            <p:ph type="body" sz="quarter" idx="15" hasCustomPrompt="1"/>
          </p:nvPr>
        </p:nvSpPr>
        <p:spPr>
          <a:xfrm>
            <a:off x="685800" y="3749040"/>
            <a:ext cx="1828800" cy="219456"/>
          </a:xfrm>
        </p:spPr>
        <p:txBody>
          <a:bodyPr lIns="0" tIns="0" rIns="0" bIns="0" anchor="ctr"/>
          <a:lstStyle>
            <a:lvl1pPr marL="0" indent="0">
              <a:buNone/>
              <a:defRPr sz="1600">
                <a:solidFill>
                  <a:schemeClr val="accent1">
                    <a:lumMod val="50000"/>
                  </a:schemeClr>
                </a:solidFill>
                <a:latin typeface="+mn-lt"/>
              </a:defRPr>
            </a:lvl1pPr>
          </a:lstStyle>
          <a:p>
            <a:pPr lvl="0"/>
            <a:r>
              <a:rPr lang="en-US"/>
              <a:t>TITLE</a:t>
            </a:r>
          </a:p>
        </p:txBody>
      </p:sp>
      <p:sp>
        <p:nvSpPr>
          <p:cNvPr id="19" name="Text Placeholder 14">
            <a:extLst>
              <a:ext uri="{FF2B5EF4-FFF2-40B4-BE49-F238E27FC236}">
                <a16:creationId xmlns:a16="http://schemas.microsoft.com/office/drawing/2014/main" id="{CEBF5EB6-C07B-3C4B-02BE-A9D51E75EAEE}"/>
              </a:ext>
            </a:extLst>
          </p:cNvPr>
          <p:cNvSpPr>
            <a:spLocks noGrp="1"/>
          </p:cNvSpPr>
          <p:nvPr>
            <p:ph type="body" sz="quarter" idx="16" hasCustomPrompt="1"/>
          </p:nvPr>
        </p:nvSpPr>
        <p:spPr>
          <a:xfrm>
            <a:off x="685800" y="4114800"/>
            <a:ext cx="1828800" cy="2014891"/>
          </a:xfrm>
        </p:spPr>
        <p:txBody>
          <a:bodyPr lIns="0" tIns="0" rIns="0" bIns="0"/>
          <a:lstStyle>
            <a:lvl1pPr marL="0" indent="0">
              <a:lnSpc>
                <a:spcPct val="95000"/>
              </a:lnSpc>
              <a:spcBef>
                <a:spcPts val="600"/>
              </a:spcBef>
              <a:buNone/>
              <a:defRPr sz="1200"/>
            </a:lvl1pPr>
          </a:lstStyle>
          <a:p>
            <a:pPr lvl="0"/>
            <a:r>
              <a:rPr lang="en-US"/>
              <a:t>Click to add text</a:t>
            </a:r>
          </a:p>
        </p:txBody>
      </p:sp>
      <p:sp>
        <p:nvSpPr>
          <p:cNvPr id="40" name="Picture Placeholder 6">
            <a:extLst>
              <a:ext uri="{FF2B5EF4-FFF2-40B4-BE49-F238E27FC236}">
                <a16:creationId xmlns:a16="http://schemas.microsoft.com/office/drawing/2014/main" id="{3CF61813-70BF-50E5-CA71-0021731707FB}"/>
              </a:ext>
            </a:extLst>
          </p:cNvPr>
          <p:cNvSpPr>
            <a:spLocks noGrp="1"/>
          </p:cNvSpPr>
          <p:nvPr>
            <p:ph type="pic" sz="quarter" idx="17" hasCustomPrompt="1"/>
          </p:nvPr>
        </p:nvSpPr>
        <p:spPr>
          <a:xfrm>
            <a:off x="7514907" y="1355726"/>
            <a:ext cx="1645920" cy="1645920"/>
          </a:xfrm>
          <a:prstGeom prst="ellipse">
            <a:avLst/>
          </a:prstGeom>
          <a:solidFill>
            <a:schemeClr val="bg1">
              <a:lumMod val="75000"/>
            </a:schemeClr>
          </a:solidFill>
        </p:spPr>
        <p:txBody>
          <a:bodyPr anchor="ctr"/>
          <a:lstStyle>
            <a:lvl1pPr marL="0" indent="0" algn="ctr">
              <a:buNone/>
              <a:defRPr sz="1600"/>
            </a:lvl1pPr>
          </a:lstStyle>
          <a:p>
            <a:r>
              <a:rPr lang="en-US"/>
              <a:t>Click to add Speaker photo</a:t>
            </a:r>
          </a:p>
        </p:txBody>
      </p:sp>
      <p:sp>
        <p:nvSpPr>
          <p:cNvPr id="42" name="Text Placeholder 10">
            <a:extLst>
              <a:ext uri="{FF2B5EF4-FFF2-40B4-BE49-F238E27FC236}">
                <a16:creationId xmlns:a16="http://schemas.microsoft.com/office/drawing/2014/main" id="{9A161206-FEEF-989B-3727-70C39D6A91F1}"/>
              </a:ext>
            </a:extLst>
          </p:cNvPr>
          <p:cNvSpPr>
            <a:spLocks noGrp="1"/>
          </p:cNvSpPr>
          <p:nvPr>
            <p:ph type="body" sz="quarter" idx="19" hasCustomPrompt="1"/>
          </p:nvPr>
        </p:nvSpPr>
        <p:spPr>
          <a:xfrm>
            <a:off x="7423467" y="3410712"/>
            <a:ext cx="1828800" cy="320040"/>
          </a:xfrm>
        </p:spPr>
        <p:txBody>
          <a:bodyPr lIns="0" tIns="0" rIns="0" bIns="0" anchor="t"/>
          <a:lstStyle>
            <a:lvl1pPr marL="0" indent="0">
              <a:buNone/>
              <a:defRPr sz="2000" b="0">
                <a:solidFill>
                  <a:schemeClr val="accent1">
                    <a:lumMod val="50000"/>
                  </a:schemeClr>
                </a:solidFill>
                <a:latin typeface="IBM Plex Sans Medium" panose="020B0603050203000203" pitchFamily="34" charset="0"/>
              </a:defRPr>
            </a:lvl1pPr>
          </a:lstStyle>
          <a:p>
            <a:pPr lvl="0"/>
            <a:r>
              <a:rPr lang="en-US"/>
              <a:t>Speaker Name</a:t>
            </a:r>
          </a:p>
        </p:txBody>
      </p:sp>
      <p:sp>
        <p:nvSpPr>
          <p:cNvPr id="43" name="Text Placeholder 10">
            <a:extLst>
              <a:ext uri="{FF2B5EF4-FFF2-40B4-BE49-F238E27FC236}">
                <a16:creationId xmlns:a16="http://schemas.microsoft.com/office/drawing/2014/main" id="{9DF06F8E-355E-EA8B-CFCD-B759FD89BE15}"/>
              </a:ext>
            </a:extLst>
          </p:cNvPr>
          <p:cNvSpPr>
            <a:spLocks noGrp="1"/>
          </p:cNvSpPr>
          <p:nvPr>
            <p:ph type="body" sz="quarter" idx="20" hasCustomPrompt="1"/>
          </p:nvPr>
        </p:nvSpPr>
        <p:spPr>
          <a:xfrm>
            <a:off x="7423467" y="3749040"/>
            <a:ext cx="1828800" cy="219456"/>
          </a:xfrm>
        </p:spPr>
        <p:txBody>
          <a:bodyPr lIns="0" tIns="0" rIns="0" bIns="0" anchor="ctr"/>
          <a:lstStyle>
            <a:lvl1pPr marL="0" indent="0">
              <a:buNone/>
              <a:defRPr sz="1600">
                <a:solidFill>
                  <a:schemeClr val="accent1">
                    <a:lumMod val="50000"/>
                  </a:schemeClr>
                </a:solidFill>
                <a:latin typeface="+mn-lt"/>
              </a:defRPr>
            </a:lvl1pPr>
          </a:lstStyle>
          <a:p>
            <a:pPr lvl="0"/>
            <a:r>
              <a:rPr lang="en-US"/>
              <a:t>TITLE</a:t>
            </a:r>
          </a:p>
        </p:txBody>
      </p:sp>
      <p:sp>
        <p:nvSpPr>
          <p:cNvPr id="44" name="Text Placeholder 14">
            <a:extLst>
              <a:ext uri="{FF2B5EF4-FFF2-40B4-BE49-F238E27FC236}">
                <a16:creationId xmlns:a16="http://schemas.microsoft.com/office/drawing/2014/main" id="{F3C810F5-1C7B-9664-15D8-30CC2189541D}"/>
              </a:ext>
            </a:extLst>
          </p:cNvPr>
          <p:cNvSpPr>
            <a:spLocks noGrp="1"/>
          </p:cNvSpPr>
          <p:nvPr>
            <p:ph type="body" sz="quarter" idx="21" hasCustomPrompt="1"/>
          </p:nvPr>
        </p:nvSpPr>
        <p:spPr>
          <a:xfrm>
            <a:off x="7423467" y="4114800"/>
            <a:ext cx="1828800" cy="2014891"/>
          </a:xfrm>
        </p:spPr>
        <p:txBody>
          <a:bodyPr lIns="0" tIns="0" rIns="0" bIns="0"/>
          <a:lstStyle>
            <a:lvl1pPr marL="0" indent="0">
              <a:lnSpc>
                <a:spcPct val="95000"/>
              </a:lnSpc>
              <a:spcBef>
                <a:spcPts val="600"/>
              </a:spcBef>
              <a:buNone/>
              <a:defRPr sz="1200"/>
            </a:lvl1pPr>
          </a:lstStyle>
          <a:p>
            <a:pPr lvl="0"/>
            <a:r>
              <a:rPr lang="en-US"/>
              <a:t>Click to add text</a:t>
            </a:r>
          </a:p>
        </p:txBody>
      </p:sp>
      <p:sp>
        <p:nvSpPr>
          <p:cNvPr id="45" name="Picture Placeholder 6">
            <a:extLst>
              <a:ext uri="{FF2B5EF4-FFF2-40B4-BE49-F238E27FC236}">
                <a16:creationId xmlns:a16="http://schemas.microsoft.com/office/drawing/2014/main" id="{49F3E726-4E6F-0609-ED68-FA29C6997B1D}"/>
              </a:ext>
            </a:extLst>
          </p:cNvPr>
          <p:cNvSpPr>
            <a:spLocks noGrp="1"/>
          </p:cNvSpPr>
          <p:nvPr>
            <p:ph type="pic" sz="quarter" idx="22" hasCustomPrompt="1"/>
          </p:nvPr>
        </p:nvSpPr>
        <p:spPr>
          <a:xfrm>
            <a:off x="3023129" y="1355726"/>
            <a:ext cx="1645920" cy="1645920"/>
          </a:xfrm>
          <a:prstGeom prst="ellipse">
            <a:avLst/>
          </a:prstGeom>
          <a:solidFill>
            <a:schemeClr val="bg1">
              <a:lumMod val="75000"/>
            </a:schemeClr>
          </a:solidFill>
        </p:spPr>
        <p:txBody>
          <a:bodyPr anchor="ctr"/>
          <a:lstStyle>
            <a:lvl1pPr marL="0" indent="0" algn="ctr">
              <a:buNone/>
              <a:defRPr sz="1600"/>
            </a:lvl1pPr>
          </a:lstStyle>
          <a:p>
            <a:r>
              <a:rPr lang="en-US"/>
              <a:t>Click to add Speaker photo</a:t>
            </a:r>
          </a:p>
        </p:txBody>
      </p:sp>
      <p:sp>
        <p:nvSpPr>
          <p:cNvPr id="47" name="Text Placeholder 10">
            <a:extLst>
              <a:ext uri="{FF2B5EF4-FFF2-40B4-BE49-F238E27FC236}">
                <a16:creationId xmlns:a16="http://schemas.microsoft.com/office/drawing/2014/main" id="{E8EB2F5F-DB5E-0886-826F-2345A3651A47}"/>
              </a:ext>
            </a:extLst>
          </p:cNvPr>
          <p:cNvSpPr>
            <a:spLocks noGrp="1"/>
          </p:cNvSpPr>
          <p:nvPr>
            <p:ph type="body" sz="quarter" idx="24" hasCustomPrompt="1"/>
          </p:nvPr>
        </p:nvSpPr>
        <p:spPr>
          <a:xfrm>
            <a:off x="2931689" y="3410712"/>
            <a:ext cx="1828800" cy="320040"/>
          </a:xfrm>
        </p:spPr>
        <p:txBody>
          <a:bodyPr lIns="0" tIns="0" rIns="0" bIns="0" anchor="t"/>
          <a:lstStyle>
            <a:lvl1pPr marL="0" indent="0">
              <a:buNone/>
              <a:defRPr sz="2000" b="0">
                <a:solidFill>
                  <a:schemeClr val="accent1">
                    <a:lumMod val="50000"/>
                  </a:schemeClr>
                </a:solidFill>
                <a:latin typeface="IBM Plex Sans Medium" panose="020B0603050203000203" pitchFamily="34" charset="0"/>
              </a:defRPr>
            </a:lvl1pPr>
          </a:lstStyle>
          <a:p>
            <a:pPr lvl="0"/>
            <a:r>
              <a:rPr lang="en-US"/>
              <a:t>Speaker Name</a:t>
            </a:r>
          </a:p>
        </p:txBody>
      </p:sp>
      <p:sp>
        <p:nvSpPr>
          <p:cNvPr id="48" name="Text Placeholder 10">
            <a:extLst>
              <a:ext uri="{FF2B5EF4-FFF2-40B4-BE49-F238E27FC236}">
                <a16:creationId xmlns:a16="http://schemas.microsoft.com/office/drawing/2014/main" id="{6DACBBD6-FE21-E4A9-8267-50870475DE90}"/>
              </a:ext>
            </a:extLst>
          </p:cNvPr>
          <p:cNvSpPr>
            <a:spLocks noGrp="1"/>
          </p:cNvSpPr>
          <p:nvPr>
            <p:ph type="body" sz="quarter" idx="25" hasCustomPrompt="1"/>
          </p:nvPr>
        </p:nvSpPr>
        <p:spPr>
          <a:xfrm>
            <a:off x="2931689" y="3749040"/>
            <a:ext cx="1828800" cy="219456"/>
          </a:xfrm>
        </p:spPr>
        <p:txBody>
          <a:bodyPr lIns="0" tIns="0" rIns="0" bIns="0" anchor="ctr"/>
          <a:lstStyle>
            <a:lvl1pPr marL="0" indent="0">
              <a:buNone/>
              <a:defRPr sz="1600">
                <a:solidFill>
                  <a:schemeClr val="accent1">
                    <a:lumMod val="50000"/>
                  </a:schemeClr>
                </a:solidFill>
                <a:latin typeface="+mn-lt"/>
              </a:defRPr>
            </a:lvl1pPr>
          </a:lstStyle>
          <a:p>
            <a:pPr lvl="0"/>
            <a:r>
              <a:rPr lang="en-US"/>
              <a:t>TITLE</a:t>
            </a:r>
          </a:p>
        </p:txBody>
      </p:sp>
      <p:sp>
        <p:nvSpPr>
          <p:cNvPr id="49" name="Text Placeholder 14">
            <a:extLst>
              <a:ext uri="{FF2B5EF4-FFF2-40B4-BE49-F238E27FC236}">
                <a16:creationId xmlns:a16="http://schemas.microsoft.com/office/drawing/2014/main" id="{8E80E0A0-24DC-6CFA-68DB-60A85010273E}"/>
              </a:ext>
            </a:extLst>
          </p:cNvPr>
          <p:cNvSpPr>
            <a:spLocks noGrp="1"/>
          </p:cNvSpPr>
          <p:nvPr>
            <p:ph type="body" sz="quarter" idx="26" hasCustomPrompt="1"/>
          </p:nvPr>
        </p:nvSpPr>
        <p:spPr>
          <a:xfrm>
            <a:off x="2931689" y="4114800"/>
            <a:ext cx="1828800" cy="2014891"/>
          </a:xfrm>
        </p:spPr>
        <p:txBody>
          <a:bodyPr lIns="0" tIns="0" rIns="0" bIns="0"/>
          <a:lstStyle>
            <a:lvl1pPr marL="0" indent="0">
              <a:lnSpc>
                <a:spcPct val="95000"/>
              </a:lnSpc>
              <a:spcBef>
                <a:spcPts val="600"/>
              </a:spcBef>
              <a:buNone/>
              <a:defRPr sz="1200"/>
            </a:lvl1pPr>
          </a:lstStyle>
          <a:p>
            <a:pPr lvl="0"/>
            <a:r>
              <a:rPr lang="en-US"/>
              <a:t>Click to add text</a:t>
            </a:r>
          </a:p>
        </p:txBody>
      </p:sp>
      <p:sp>
        <p:nvSpPr>
          <p:cNvPr id="50" name="Picture Placeholder 6">
            <a:extLst>
              <a:ext uri="{FF2B5EF4-FFF2-40B4-BE49-F238E27FC236}">
                <a16:creationId xmlns:a16="http://schemas.microsoft.com/office/drawing/2014/main" id="{D3C86BC7-97B1-01C7-ABF8-BD4B59DB1060}"/>
              </a:ext>
            </a:extLst>
          </p:cNvPr>
          <p:cNvSpPr>
            <a:spLocks noGrp="1"/>
          </p:cNvSpPr>
          <p:nvPr>
            <p:ph type="pic" sz="quarter" idx="27" hasCustomPrompt="1"/>
          </p:nvPr>
        </p:nvSpPr>
        <p:spPr>
          <a:xfrm>
            <a:off x="5269018" y="1355726"/>
            <a:ext cx="1645920" cy="1645920"/>
          </a:xfrm>
          <a:prstGeom prst="ellipse">
            <a:avLst/>
          </a:prstGeom>
          <a:solidFill>
            <a:schemeClr val="bg1">
              <a:lumMod val="75000"/>
            </a:schemeClr>
          </a:solidFill>
        </p:spPr>
        <p:txBody>
          <a:bodyPr anchor="ctr"/>
          <a:lstStyle>
            <a:lvl1pPr marL="0" indent="0" algn="ctr">
              <a:buNone/>
              <a:defRPr sz="1600"/>
            </a:lvl1pPr>
          </a:lstStyle>
          <a:p>
            <a:r>
              <a:rPr lang="en-US"/>
              <a:t>Click to add Speaker photo</a:t>
            </a:r>
          </a:p>
        </p:txBody>
      </p:sp>
      <p:sp>
        <p:nvSpPr>
          <p:cNvPr id="52" name="Text Placeholder 10">
            <a:extLst>
              <a:ext uri="{FF2B5EF4-FFF2-40B4-BE49-F238E27FC236}">
                <a16:creationId xmlns:a16="http://schemas.microsoft.com/office/drawing/2014/main" id="{EF65ADE4-7B57-222D-D507-95AF043C2BF9}"/>
              </a:ext>
            </a:extLst>
          </p:cNvPr>
          <p:cNvSpPr>
            <a:spLocks noGrp="1"/>
          </p:cNvSpPr>
          <p:nvPr>
            <p:ph type="body" sz="quarter" idx="29" hasCustomPrompt="1"/>
          </p:nvPr>
        </p:nvSpPr>
        <p:spPr>
          <a:xfrm>
            <a:off x="5177578" y="3410712"/>
            <a:ext cx="1828800" cy="320040"/>
          </a:xfrm>
        </p:spPr>
        <p:txBody>
          <a:bodyPr lIns="0" tIns="0" rIns="0" bIns="0" anchor="t"/>
          <a:lstStyle>
            <a:lvl1pPr marL="0" indent="0">
              <a:buNone/>
              <a:defRPr sz="2000" b="0">
                <a:solidFill>
                  <a:schemeClr val="accent1">
                    <a:lumMod val="50000"/>
                  </a:schemeClr>
                </a:solidFill>
                <a:latin typeface="IBM Plex Sans Medium" panose="020B0603050203000203" pitchFamily="34" charset="0"/>
              </a:defRPr>
            </a:lvl1pPr>
          </a:lstStyle>
          <a:p>
            <a:pPr lvl="0"/>
            <a:r>
              <a:rPr lang="en-US"/>
              <a:t>Speaker Name</a:t>
            </a:r>
          </a:p>
        </p:txBody>
      </p:sp>
      <p:sp>
        <p:nvSpPr>
          <p:cNvPr id="53" name="Text Placeholder 10">
            <a:extLst>
              <a:ext uri="{FF2B5EF4-FFF2-40B4-BE49-F238E27FC236}">
                <a16:creationId xmlns:a16="http://schemas.microsoft.com/office/drawing/2014/main" id="{5E616858-0C90-1820-ECA4-C957D020277C}"/>
              </a:ext>
            </a:extLst>
          </p:cNvPr>
          <p:cNvSpPr>
            <a:spLocks noGrp="1"/>
          </p:cNvSpPr>
          <p:nvPr>
            <p:ph type="body" sz="quarter" idx="30" hasCustomPrompt="1"/>
          </p:nvPr>
        </p:nvSpPr>
        <p:spPr>
          <a:xfrm>
            <a:off x="5177578" y="3749040"/>
            <a:ext cx="1828800" cy="219456"/>
          </a:xfrm>
        </p:spPr>
        <p:txBody>
          <a:bodyPr lIns="0" tIns="0" rIns="0" bIns="0" anchor="ctr"/>
          <a:lstStyle>
            <a:lvl1pPr marL="0" indent="0">
              <a:buNone/>
              <a:defRPr sz="1600">
                <a:solidFill>
                  <a:schemeClr val="accent1">
                    <a:lumMod val="50000"/>
                  </a:schemeClr>
                </a:solidFill>
                <a:latin typeface="+mn-lt"/>
              </a:defRPr>
            </a:lvl1pPr>
          </a:lstStyle>
          <a:p>
            <a:pPr lvl="0"/>
            <a:r>
              <a:rPr lang="en-US"/>
              <a:t>TITLE</a:t>
            </a:r>
          </a:p>
        </p:txBody>
      </p:sp>
      <p:sp>
        <p:nvSpPr>
          <p:cNvPr id="54" name="Text Placeholder 14">
            <a:extLst>
              <a:ext uri="{FF2B5EF4-FFF2-40B4-BE49-F238E27FC236}">
                <a16:creationId xmlns:a16="http://schemas.microsoft.com/office/drawing/2014/main" id="{B2B2254A-2843-39C4-FAC5-4995D1CC3D57}"/>
              </a:ext>
            </a:extLst>
          </p:cNvPr>
          <p:cNvSpPr>
            <a:spLocks noGrp="1"/>
          </p:cNvSpPr>
          <p:nvPr>
            <p:ph type="body" sz="quarter" idx="31" hasCustomPrompt="1"/>
          </p:nvPr>
        </p:nvSpPr>
        <p:spPr>
          <a:xfrm>
            <a:off x="5177578" y="4114800"/>
            <a:ext cx="1828800" cy="2014891"/>
          </a:xfrm>
        </p:spPr>
        <p:txBody>
          <a:bodyPr lIns="0" tIns="0" rIns="0" bIns="0"/>
          <a:lstStyle>
            <a:lvl1pPr marL="0" indent="0">
              <a:lnSpc>
                <a:spcPct val="95000"/>
              </a:lnSpc>
              <a:spcBef>
                <a:spcPts val="600"/>
              </a:spcBef>
              <a:buNone/>
              <a:defRPr sz="1200"/>
            </a:lvl1pPr>
          </a:lstStyle>
          <a:p>
            <a:pPr lvl="0"/>
            <a:r>
              <a:rPr lang="en-US"/>
              <a:t>Click to add text</a:t>
            </a:r>
          </a:p>
        </p:txBody>
      </p:sp>
      <p:sp>
        <p:nvSpPr>
          <p:cNvPr id="2" name="Picture Placeholder 6">
            <a:extLst>
              <a:ext uri="{FF2B5EF4-FFF2-40B4-BE49-F238E27FC236}">
                <a16:creationId xmlns:a16="http://schemas.microsoft.com/office/drawing/2014/main" id="{7F4EB3F7-B2A7-847D-8098-DBDAE81BF31C}"/>
              </a:ext>
            </a:extLst>
          </p:cNvPr>
          <p:cNvSpPr>
            <a:spLocks noGrp="1"/>
          </p:cNvSpPr>
          <p:nvPr>
            <p:ph type="pic" sz="quarter" idx="32" hasCustomPrompt="1"/>
          </p:nvPr>
        </p:nvSpPr>
        <p:spPr>
          <a:xfrm>
            <a:off x="9760796" y="1355726"/>
            <a:ext cx="1645920" cy="1645920"/>
          </a:xfrm>
          <a:prstGeom prst="ellipse">
            <a:avLst/>
          </a:prstGeom>
          <a:solidFill>
            <a:schemeClr val="bg1">
              <a:lumMod val="75000"/>
            </a:schemeClr>
          </a:solidFill>
        </p:spPr>
        <p:txBody>
          <a:bodyPr anchor="ctr"/>
          <a:lstStyle>
            <a:lvl1pPr marL="0" indent="0" algn="ctr">
              <a:buNone/>
              <a:defRPr sz="1600"/>
            </a:lvl1pPr>
          </a:lstStyle>
          <a:p>
            <a:r>
              <a:rPr lang="en-US"/>
              <a:t>Click to add Speaker photo</a:t>
            </a:r>
          </a:p>
        </p:txBody>
      </p:sp>
      <p:sp>
        <p:nvSpPr>
          <p:cNvPr id="6" name="Text Placeholder 10">
            <a:extLst>
              <a:ext uri="{FF2B5EF4-FFF2-40B4-BE49-F238E27FC236}">
                <a16:creationId xmlns:a16="http://schemas.microsoft.com/office/drawing/2014/main" id="{3C460205-9078-4059-F008-9C5A50690ABC}"/>
              </a:ext>
            </a:extLst>
          </p:cNvPr>
          <p:cNvSpPr>
            <a:spLocks noGrp="1"/>
          </p:cNvSpPr>
          <p:nvPr>
            <p:ph type="body" sz="quarter" idx="34" hasCustomPrompt="1"/>
          </p:nvPr>
        </p:nvSpPr>
        <p:spPr>
          <a:xfrm>
            <a:off x="9669356" y="3410712"/>
            <a:ext cx="1828800" cy="320040"/>
          </a:xfrm>
        </p:spPr>
        <p:txBody>
          <a:bodyPr lIns="0" tIns="0" rIns="0" bIns="0" anchor="t"/>
          <a:lstStyle>
            <a:lvl1pPr marL="0" indent="0">
              <a:buNone/>
              <a:defRPr sz="2000" b="0">
                <a:solidFill>
                  <a:schemeClr val="accent1">
                    <a:lumMod val="50000"/>
                  </a:schemeClr>
                </a:solidFill>
                <a:latin typeface="IBM Plex Sans Medium" panose="020B0603050203000203" pitchFamily="34" charset="0"/>
              </a:defRPr>
            </a:lvl1pPr>
          </a:lstStyle>
          <a:p>
            <a:pPr lvl="0"/>
            <a:r>
              <a:rPr lang="en-US"/>
              <a:t>Speaker Name</a:t>
            </a:r>
          </a:p>
        </p:txBody>
      </p:sp>
      <p:sp>
        <p:nvSpPr>
          <p:cNvPr id="8" name="Text Placeholder 10">
            <a:extLst>
              <a:ext uri="{FF2B5EF4-FFF2-40B4-BE49-F238E27FC236}">
                <a16:creationId xmlns:a16="http://schemas.microsoft.com/office/drawing/2014/main" id="{3562F43E-7FE4-6548-8EAD-0AC2E1D3EB40}"/>
              </a:ext>
            </a:extLst>
          </p:cNvPr>
          <p:cNvSpPr>
            <a:spLocks noGrp="1"/>
          </p:cNvSpPr>
          <p:nvPr>
            <p:ph type="body" sz="quarter" idx="35" hasCustomPrompt="1"/>
          </p:nvPr>
        </p:nvSpPr>
        <p:spPr>
          <a:xfrm>
            <a:off x="9669356" y="3749040"/>
            <a:ext cx="1828800" cy="219456"/>
          </a:xfrm>
        </p:spPr>
        <p:txBody>
          <a:bodyPr lIns="0" tIns="0" rIns="0" bIns="0" anchor="ctr"/>
          <a:lstStyle>
            <a:lvl1pPr marL="0" indent="0">
              <a:buNone/>
              <a:defRPr sz="1600">
                <a:solidFill>
                  <a:schemeClr val="accent1">
                    <a:lumMod val="50000"/>
                  </a:schemeClr>
                </a:solidFill>
                <a:latin typeface="+mn-lt"/>
              </a:defRPr>
            </a:lvl1pPr>
          </a:lstStyle>
          <a:p>
            <a:pPr lvl="0"/>
            <a:r>
              <a:rPr lang="en-US"/>
              <a:t>TITLE</a:t>
            </a:r>
          </a:p>
        </p:txBody>
      </p:sp>
      <p:sp>
        <p:nvSpPr>
          <p:cNvPr id="9" name="Text Placeholder 14">
            <a:extLst>
              <a:ext uri="{FF2B5EF4-FFF2-40B4-BE49-F238E27FC236}">
                <a16:creationId xmlns:a16="http://schemas.microsoft.com/office/drawing/2014/main" id="{0DEF17D8-DF4B-49F4-EB2D-A633DD74742F}"/>
              </a:ext>
            </a:extLst>
          </p:cNvPr>
          <p:cNvSpPr>
            <a:spLocks noGrp="1"/>
          </p:cNvSpPr>
          <p:nvPr>
            <p:ph type="body" sz="quarter" idx="36" hasCustomPrompt="1"/>
          </p:nvPr>
        </p:nvSpPr>
        <p:spPr>
          <a:xfrm>
            <a:off x="9669356" y="4114800"/>
            <a:ext cx="1828800" cy="2014891"/>
          </a:xfrm>
        </p:spPr>
        <p:txBody>
          <a:bodyPr lIns="0" tIns="0" rIns="0" bIns="0"/>
          <a:lstStyle>
            <a:lvl1pPr marL="0" indent="0">
              <a:lnSpc>
                <a:spcPct val="95000"/>
              </a:lnSpc>
              <a:spcBef>
                <a:spcPts val="600"/>
              </a:spcBef>
              <a:buNone/>
              <a:defRPr sz="1200"/>
            </a:lvl1pPr>
          </a:lstStyle>
          <a:p>
            <a:pPr lvl="0"/>
            <a:r>
              <a:rPr lang="en-US"/>
              <a:t>Click to add text</a:t>
            </a:r>
          </a:p>
        </p:txBody>
      </p:sp>
      <p:sp>
        <p:nvSpPr>
          <p:cNvPr id="3" name="Date Placeholder 2">
            <a:extLst>
              <a:ext uri="{FF2B5EF4-FFF2-40B4-BE49-F238E27FC236}">
                <a16:creationId xmlns:a16="http://schemas.microsoft.com/office/drawing/2014/main" id="{431A703B-212B-DB30-FC70-C62645A40156}"/>
              </a:ext>
            </a:extLst>
          </p:cNvPr>
          <p:cNvSpPr>
            <a:spLocks noGrp="1"/>
          </p:cNvSpPr>
          <p:nvPr>
            <p:ph type="dt" sz="half" idx="37"/>
          </p:nvPr>
        </p:nvSpPr>
        <p:spPr/>
        <p:txBody>
          <a:bodyPr/>
          <a:lstStyle/>
          <a:p>
            <a:fld id="{228D026D-C07B-48C8-8C2B-C561E4D51E16}" type="datetime1">
              <a:rPr lang="en-US" smtClean="0"/>
              <a:t>11/19/2024</a:t>
            </a:fld>
            <a:endParaRPr lang="en-US"/>
          </a:p>
        </p:txBody>
      </p:sp>
      <p:sp>
        <p:nvSpPr>
          <p:cNvPr id="5" name="Footer Placeholder 4">
            <a:extLst>
              <a:ext uri="{FF2B5EF4-FFF2-40B4-BE49-F238E27FC236}">
                <a16:creationId xmlns:a16="http://schemas.microsoft.com/office/drawing/2014/main" id="{C6F4E0CC-EA4C-823F-53B1-1F26A556C58A}"/>
              </a:ext>
            </a:extLst>
          </p:cNvPr>
          <p:cNvSpPr>
            <a:spLocks noGrp="1"/>
          </p:cNvSpPr>
          <p:nvPr>
            <p:ph type="ftr" sz="quarter" idx="38"/>
          </p:nvPr>
        </p:nvSpPr>
        <p:spPr/>
        <p:txBody>
          <a:bodyPr/>
          <a:lstStyle/>
          <a:p>
            <a:r>
              <a:rPr lang="en-US"/>
              <a:t>CONFIDENTIAL</a:t>
            </a:r>
          </a:p>
        </p:txBody>
      </p:sp>
      <p:sp>
        <p:nvSpPr>
          <p:cNvPr id="10" name="Slide Number Placeholder 9">
            <a:extLst>
              <a:ext uri="{FF2B5EF4-FFF2-40B4-BE49-F238E27FC236}">
                <a16:creationId xmlns:a16="http://schemas.microsoft.com/office/drawing/2014/main" id="{018ABF8C-910D-9656-2B3C-A101EC1E6A8D}"/>
              </a:ext>
            </a:extLst>
          </p:cNvPr>
          <p:cNvSpPr>
            <a:spLocks noGrp="1"/>
          </p:cNvSpPr>
          <p:nvPr>
            <p:ph type="sldNum" sz="quarter" idx="39"/>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205493340"/>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ntro 1">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8BB39F5A-064F-F149-AE9B-B387D6357651}"/>
              </a:ext>
            </a:extLst>
          </p:cNvPr>
          <p:cNvSpPr/>
          <p:nvPr userDrawn="1"/>
        </p:nvSpPr>
        <p:spPr>
          <a:xfrm>
            <a:off x="-3609" y="6244633"/>
            <a:ext cx="5419092" cy="613367"/>
          </a:xfrm>
          <a:custGeom>
            <a:avLst/>
            <a:gdLst>
              <a:gd name="connsiteX0" fmla="*/ 0 w 5419092"/>
              <a:gd name="connsiteY0" fmla="*/ 0 h 613367"/>
              <a:gd name="connsiteX1" fmla="*/ 4805725 w 5419092"/>
              <a:gd name="connsiteY1" fmla="*/ 0 h 613367"/>
              <a:gd name="connsiteX2" fmla="*/ 5419092 w 5419092"/>
              <a:gd name="connsiteY2" fmla="*/ 613367 h 613367"/>
              <a:gd name="connsiteX3" fmla="*/ 0 w 5419092"/>
              <a:gd name="connsiteY3" fmla="*/ 613367 h 613367"/>
            </a:gdLst>
            <a:ahLst/>
            <a:cxnLst>
              <a:cxn ang="0">
                <a:pos x="connsiteX0" y="connsiteY0"/>
              </a:cxn>
              <a:cxn ang="0">
                <a:pos x="connsiteX1" y="connsiteY1"/>
              </a:cxn>
              <a:cxn ang="0">
                <a:pos x="connsiteX2" y="connsiteY2"/>
              </a:cxn>
              <a:cxn ang="0">
                <a:pos x="connsiteX3" y="connsiteY3"/>
              </a:cxn>
            </a:cxnLst>
            <a:rect l="l" t="t" r="r" b="b"/>
            <a:pathLst>
              <a:path w="5419092" h="613367">
                <a:moveTo>
                  <a:pt x="0" y="0"/>
                </a:moveTo>
                <a:lnTo>
                  <a:pt x="4805725" y="0"/>
                </a:lnTo>
                <a:cubicBezTo>
                  <a:pt x="5144432" y="0"/>
                  <a:pt x="5419092" y="274662"/>
                  <a:pt x="5419092" y="613367"/>
                </a:cubicBezTo>
                <a:lnTo>
                  <a:pt x="0" y="613367"/>
                </a:lnTo>
                <a:close/>
              </a:path>
            </a:pathLst>
          </a:custGeom>
          <a:solidFill>
            <a:schemeClr val="accent1"/>
          </a:solidFill>
          <a:ln w="9525" cap="flat">
            <a:noFill/>
            <a:prstDash val="solid"/>
            <a:miter/>
          </a:ln>
        </p:spPr>
        <p:txBody>
          <a:bodyPr rtlCol="0" anchor="ctr"/>
          <a:lstStyle/>
          <a:p>
            <a:endParaRPr lang="en-US"/>
          </a:p>
        </p:txBody>
      </p:sp>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15531849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5" name="Object 4"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FCC516B-E122-4FD1-BCFB-950A404368F3}"/>
              </a:ext>
            </a:extLst>
          </p:cNvPr>
          <p:cNvSpPr>
            <a:spLocks noGrp="1"/>
          </p:cNvSpPr>
          <p:nvPr>
            <p:ph type="ctrTitle" hasCustomPrompt="1"/>
          </p:nvPr>
        </p:nvSpPr>
        <p:spPr>
          <a:xfrm>
            <a:off x="1964470" y="1097280"/>
            <a:ext cx="4572000" cy="1463040"/>
          </a:xfrm>
        </p:spPr>
        <p:txBody>
          <a:bodyPr vert="horz" lIns="0" tIns="0" rIns="0" bIns="0" anchor="b">
            <a:noAutofit/>
          </a:bodyPr>
          <a:lstStyle>
            <a:lvl1pPr algn="l">
              <a:defRPr sz="4400" b="1">
                <a:solidFill>
                  <a:schemeClr val="accent1">
                    <a:lumMod val="50000"/>
                  </a:schemeClr>
                </a:solidFill>
                <a:latin typeface="+mj-lt"/>
                <a:ea typeface="+mj-ea"/>
                <a:cs typeface="+mj-cs"/>
              </a:defRPr>
            </a:lvl1pPr>
          </a:lstStyle>
          <a:p>
            <a:r>
              <a:rPr lang="en-US"/>
              <a:t>Title Goes Here</a:t>
            </a:r>
          </a:p>
        </p:txBody>
      </p:sp>
      <p:sp>
        <p:nvSpPr>
          <p:cNvPr id="24" name="Picture Placeholder 23">
            <a:extLst>
              <a:ext uri="{FF2B5EF4-FFF2-40B4-BE49-F238E27FC236}">
                <a16:creationId xmlns:a16="http://schemas.microsoft.com/office/drawing/2014/main" id="{1ED8E1A5-AB94-C963-7101-8EDBE4153DEA}"/>
              </a:ext>
            </a:extLst>
          </p:cNvPr>
          <p:cNvSpPr>
            <a:spLocks noGrp="1"/>
          </p:cNvSpPr>
          <p:nvPr>
            <p:ph type="pic" sz="quarter" idx="10" hasCustomPrompt="1"/>
          </p:nvPr>
        </p:nvSpPr>
        <p:spPr>
          <a:xfrm>
            <a:off x="7181942" y="1371600"/>
            <a:ext cx="4114800" cy="4114800"/>
          </a:xfrm>
          <a:prstGeom prst="roundRect">
            <a:avLst>
              <a:gd name="adj" fmla="val 9272"/>
            </a:avLst>
          </a:prstGeom>
          <a:solidFill>
            <a:schemeClr val="bg1">
              <a:lumMod val="75000"/>
            </a:schemeClr>
          </a:solidFill>
        </p:spPr>
        <p:txBody>
          <a:bodyPr anchor="ctr"/>
          <a:lstStyle>
            <a:lvl1pPr marL="0" indent="0" algn="ctr">
              <a:buNone/>
              <a:defRPr sz="2000"/>
            </a:lvl1pPr>
          </a:lstStyle>
          <a:p>
            <a:r>
              <a:rPr lang="en-US"/>
              <a:t>Click to add photo</a:t>
            </a:r>
          </a:p>
        </p:txBody>
      </p:sp>
      <p:sp>
        <p:nvSpPr>
          <p:cNvPr id="26" name="Text Placeholder 25">
            <a:extLst>
              <a:ext uri="{FF2B5EF4-FFF2-40B4-BE49-F238E27FC236}">
                <a16:creationId xmlns:a16="http://schemas.microsoft.com/office/drawing/2014/main" id="{01DEA48D-3F62-6E32-071A-7306A547358C}"/>
              </a:ext>
            </a:extLst>
          </p:cNvPr>
          <p:cNvSpPr>
            <a:spLocks noGrp="1"/>
          </p:cNvSpPr>
          <p:nvPr>
            <p:ph type="body" sz="quarter" idx="11" hasCustomPrompt="1"/>
          </p:nvPr>
        </p:nvSpPr>
        <p:spPr>
          <a:xfrm>
            <a:off x="1964470" y="2834640"/>
            <a:ext cx="4572000" cy="2926080"/>
          </a:xfrm>
        </p:spPr>
        <p:txBody>
          <a:bodyPr vert="horz" lIns="0" tIns="0" rIns="0" bIns="91440" rtlCol="0">
            <a:noAutofit/>
          </a:bodyPr>
          <a:lstStyle>
            <a:lvl1pPr marL="0" indent="0">
              <a:lnSpc>
                <a:spcPct val="90000"/>
              </a:lnSpc>
              <a:buNone/>
              <a:defRPr lang="en-US" sz="1800" dirty="0"/>
            </a:lvl1pPr>
          </a:lstStyle>
          <a:p>
            <a:pPr marL="228600" marR="0" lvl="0" indent="-228600" algn="l" defTabSz="1219170" rtl="0" eaLnBrk="1" fontAlgn="auto" latinLnBrk="0" hangingPunct="1">
              <a:lnSpc>
                <a:spcPct val="90000"/>
              </a:lnSpc>
              <a:spcBef>
                <a:spcPts val="1200"/>
              </a:spcBef>
              <a:spcAft>
                <a:spcPts val="0"/>
              </a:spcAft>
              <a:buClr>
                <a:srgbClr val="7042BE"/>
              </a:buClr>
              <a:buSzTx/>
              <a:buFont typeface="IBM Plex Sans" panose="020B0503050203000203" pitchFamily="34" charset="0"/>
              <a:buChar char="•"/>
              <a:tabLst/>
              <a:defRPr/>
            </a:pPr>
            <a:r>
              <a:rPr kumimoji="0" lang="en-US" sz="2200" b="0" i="0" u="none" strike="noStrike" kern="1200" cap="none" spc="0" normalizeH="0" baseline="0" noProof="0">
                <a:ln>
                  <a:noFill/>
                </a:ln>
                <a:solidFill>
                  <a:srgbClr val="000000"/>
                </a:solidFill>
                <a:effectLst/>
                <a:uLnTx/>
                <a:uFillTx/>
                <a:latin typeface="IBM Plex Sans"/>
                <a:ea typeface="+mn-ea"/>
                <a:cs typeface="+mn-cs"/>
              </a:rPr>
              <a:t>Click to edit master text styles</a:t>
            </a:r>
          </a:p>
          <a:p>
            <a:pPr marL="457200" marR="0" lvl="1" indent="-228600" algn="l" defTabSz="1219170" rtl="0" eaLnBrk="1" fontAlgn="auto" latinLnBrk="0" hangingPunct="1">
              <a:lnSpc>
                <a:spcPct val="90000"/>
              </a:lnSpc>
              <a:spcBef>
                <a:spcPts val="600"/>
              </a:spcBef>
              <a:spcAft>
                <a:spcPts val="0"/>
              </a:spcAft>
              <a:buClr>
                <a:srgbClr val="7042BE"/>
              </a:buClr>
              <a:buSzTx/>
              <a:buFont typeface="IBM Plex Sans" panose="020B0503050203000203" pitchFamily="34" charset="0"/>
              <a:buChar char="–"/>
              <a:tabLst/>
              <a:defRPr/>
            </a:pPr>
            <a:r>
              <a:rPr kumimoji="0" lang="en-US" sz="2000" b="0" i="0" u="none" strike="noStrike" kern="1200" cap="none" spc="0" normalizeH="0" baseline="0" noProof="0">
                <a:ln>
                  <a:noFill/>
                </a:ln>
                <a:solidFill>
                  <a:srgbClr val="000000"/>
                </a:solidFill>
                <a:effectLst/>
                <a:uLnTx/>
                <a:uFillTx/>
                <a:latin typeface="IBM Plex Sans"/>
                <a:ea typeface="+mn-ea"/>
                <a:cs typeface="+mn-cs"/>
              </a:rPr>
              <a:t>Second level</a:t>
            </a:r>
          </a:p>
          <a:p>
            <a:pPr marL="685800" marR="0" lvl="2" indent="-228600" algn="l" defTabSz="1219170" rtl="0" eaLnBrk="1" fontAlgn="auto" latinLnBrk="0" hangingPunct="1">
              <a:lnSpc>
                <a:spcPct val="90000"/>
              </a:lnSpc>
              <a:spcBef>
                <a:spcPts val="600"/>
              </a:spcBef>
              <a:spcAft>
                <a:spcPts val="0"/>
              </a:spcAft>
              <a:buClr>
                <a:srgbClr val="7042BE"/>
              </a:buClr>
              <a:buSzTx/>
              <a:buFont typeface="IBM Plex Sans" panose="020B0503050203000203" pitchFamily="34" charset="0"/>
              <a:buChar char="–"/>
              <a:tabLst/>
              <a:defRPr/>
            </a:pPr>
            <a:r>
              <a:rPr kumimoji="0" lang="en-US" sz="1800" b="0" i="0" u="none" strike="noStrike" kern="1200" cap="none" spc="0" normalizeH="0" baseline="0" noProof="0">
                <a:ln>
                  <a:noFill/>
                </a:ln>
                <a:solidFill>
                  <a:srgbClr val="000000"/>
                </a:solidFill>
                <a:effectLst/>
                <a:uLnTx/>
                <a:uFillTx/>
                <a:latin typeface="IBM Plex Sans"/>
                <a:ea typeface="+mn-ea"/>
                <a:cs typeface="+mn-cs"/>
              </a:rPr>
              <a:t>Third level</a:t>
            </a:r>
          </a:p>
          <a:p>
            <a:pPr marL="914400" marR="0" lvl="3" indent="-228600" algn="l" defTabSz="1219170" rtl="0" eaLnBrk="1" fontAlgn="auto" latinLnBrk="0" hangingPunct="1">
              <a:lnSpc>
                <a:spcPct val="90000"/>
              </a:lnSpc>
              <a:spcBef>
                <a:spcPts val="300"/>
              </a:spcBef>
              <a:spcAft>
                <a:spcPts val="0"/>
              </a:spcAft>
              <a:buClr>
                <a:srgbClr val="7042BE"/>
              </a:buClr>
              <a:buSzTx/>
              <a:buFont typeface="IBM Plex Sans" panose="020B0503050203000203" pitchFamily="34" charset="0"/>
              <a:buChar char="–"/>
              <a:tabLst/>
              <a:defRPr/>
            </a:pPr>
            <a:r>
              <a:rPr kumimoji="0" lang="en-US" sz="1600" b="0" i="0" u="none" strike="noStrike" kern="1200" cap="none" spc="0" normalizeH="0" baseline="0" noProof="0">
                <a:ln>
                  <a:noFill/>
                </a:ln>
                <a:solidFill>
                  <a:srgbClr val="000000"/>
                </a:solidFill>
                <a:effectLst/>
                <a:uLnTx/>
                <a:uFillTx/>
                <a:latin typeface="IBM Plex Sans"/>
                <a:ea typeface="+mn-ea"/>
                <a:cs typeface="+mn-cs"/>
              </a:rPr>
              <a:t>Fourth level</a:t>
            </a:r>
          </a:p>
          <a:p>
            <a:pPr marL="1143000" marR="0" lvl="4" indent="-228600" algn="l" defTabSz="1219170" rtl="0" eaLnBrk="1" fontAlgn="auto" latinLnBrk="0" hangingPunct="1">
              <a:lnSpc>
                <a:spcPct val="90000"/>
              </a:lnSpc>
              <a:spcBef>
                <a:spcPts val="300"/>
              </a:spcBef>
              <a:spcAft>
                <a:spcPts val="0"/>
              </a:spcAft>
              <a:buClr>
                <a:srgbClr val="7042BE"/>
              </a:buClr>
              <a:buSzTx/>
              <a:buFont typeface="IBM Plex Sans" panose="020B0503050203000203" pitchFamily="34" charset="0"/>
              <a:buChar char="–"/>
              <a:tabLst/>
              <a:defRPr/>
            </a:pPr>
            <a:r>
              <a:rPr kumimoji="0" lang="en-US" sz="1400" b="0" i="0" u="none" strike="noStrike" kern="1200" cap="none" spc="0" normalizeH="0" baseline="0" noProof="0">
                <a:ln>
                  <a:noFill/>
                </a:ln>
                <a:solidFill>
                  <a:srgbClr val="000000"/>
                </a:solidFill>
                <a:effectLst/>
                <a:uLnTx/>
                <a:uFillTx/>
                <a:latin typeface="IBM Plex Sans"/>
                <a:ea typeface="+mn-ea"/>
                <a:cs typeface="+mn-cs"/>
              </a:rPr>
              <a:t>Fifth level</a:t>
            </a:r>
          </a:p>
        </p:txBody>
      </p:sp>
      <p:sp>
        <p:nvSpPr>
          <p:cNvPr id="6" name="Title 1">
            <a:extLst>
              <a:ext uri="{FF2B5EF4-FFF2-40B4-BE49-F238E27FC236}">
                <a16:creationId xmlns:a16="http://schemas.microsoft.com/office/drawing/2014/main" id="{72158FD8-7012-08BF-C737-734D80684643}"/>
              </a:ext>
            </a:extLst>
          </p:cNvPr>
          <p:cNvSpPr txBox="1">
            <a:spLocks/>
          </p:cNvSpPr>
          <p:nvPr userDrawn="1"/>
        </p:nvSpPr>
        <p:spPr>
          <a:xfrm>
            <a:off x="689409" y="1050753"/>
            <a:ext cx="1032788" cy="1645920"/>
          </a:xfrm>
          <a:prstGeom prst="rect">
            <a:avLst/>
          </a:prstGeom>
        </p:spPr>
        <p:txBody>
          <a:bodyPr vert="horz" lIns="0" tIns="0" rIns="0" bIns="0" rtlCol="0" anchor="b">
            <a:noAutofit/>
          </a:bodyPr>
          <a:lstStyle>
            <a:lvl1pPr algn="l" defTabSz="1219170" rtl="0" eaLnBrk="1" latinLnBrk="0" hangingPunct="1">
              <a:lnSpc>
                <a:spcPct val="90000"/>
              </a:lnSpc>
              <a:spcBef>
                <a:spcPct val="0"/>
              </a:spcBef>
              <a:buNone/>
              <a:defRPr sz="4000" b="1" kern="1200" cap="none" baseline="0">
                <a:solidFill>
                  <a:schemeClr val="accent2"/>
                </a:solidFill>
                <a:latin typeface="+mj-lt"/>
                <a:ea typeface="+mj-ea"/>
                <a:cs typeface="+mj-cs"/>
              </a:defRPr>
            </a:lvl1pPr>
          </a:lstStyle>
          <a:p>
            <a:pPr algn="r"/>
            <a:r>
              <a:rPr lang="en-US" sz="6600">
                <a:solidFill>
                  <a:schemeClr val="accent1">
                    <a:lumMod val="50000"/>
                  </a:schemeClr>
                </a:solidFill>
              </a:rPr>
              <a:t>01</a:t>
            </a:r>
          </a:p>
        </p:txBody>
      </p:sp>
      <p:sp>
        <p:nvSpPr>
          <p:cNvPr id="3" name="Date Placeholder 2">
            <a:extLst>
              <a:ext uri="{FF2B5EF4-FFF2-40B4-BE49-F238E27FC236}">
                <a16:creationId xmlns:a16="http://schemas.microsoft.com/office/drawing/2014/main" id="{5344D05F-954D-09F1-611F-086DE6266E2F}"/>
              </a:ext>
            </a:extLst>
          </p:cNvPr>
          <p:cNvSpPr>
            <a:spLocks noGrp="1"/>
          </p:cNvSpPr>
          <p:nvPr>
            <p:ph type="dt" sz="half" idx="12"/>
          </p:nvPr>
        </p:nvSpPr>
        <p:spPr/>
        <p:txBody>
          <a:bodyPr/>
          <a:lstStyle/>
          <a:p>
            <a:fld id="{228D026D-C07B-48C8-8C2B-C561E4D51E16}" type="datetime1">
              <a:rPr lang="en-US" smtClean="0"/>
              <a:t>11/19/2024</a:t>
            </a:fld>
            <a:endParaRPr lang="en-US"/>
          </a:p>
        </p:txBody>
      </p:sp>
      <p:sp>
        <p:nvSpPr>
          <p:cNvPr id="4" name="Footer Placeholder 3">
            <a:extLst>
              <a:ext uri="{FF2B5EF4-FFF2-40B4-BE49-F238E27FC236}">
                <a16:creationId xmlns:a16="http://schemas.microsoft.com/office/drawing/2014/main" id="{511CB476-3B28-77FC-F2FA-C193AB3D8DEB}"/>
              </a:ext>
            </a:extLst>
          </p:cNvPr>
          <p:cNvSpPr>
            <a:spLocks noGrp="1"/>
          </p:cNvSpPr>
          <p:nvPr>
            <p:ph type="ftr" sz="quarter" idx="13"/>
          </p:nvPr>
        </p:nvSpPr>
        <p:spPr/>
        <p:txBody>
          <a:bodyPr/>
          <a:lstStyle/>
          <a:p>
            <a:r>
              <a:rPr lang="en-US"/>
              <a:t>CONFIDENTIAL</a:t>
            </a:r>
          </a:p>
        </p:txBody>
      </p:sp>
      <p:sp>
        <p:nvSpPr>
          <p:cNvPr id="7" name="Slide Number Placeholder 6">
            <a:extLst>
              <a:ext uri="{FF2B5EF4-FFF2-40B4-BE49-F238E27FC236}">
                <a16:creationId xmlns:a16="http://schemas.microsoft.com/office/drawing/2014/main" id="{EEF93DCD-A92B-1F38-1845-6872AD31073E}"/>
              </a:ext>
            </a:extLst>
          </p:cNvPr>
          <p:cNvSpPr>
            <a:spLocks noGrp="1"/>
          </p:cNvSpPr>
          <p:nvPr>
            <p:ph type="sldNum" sz="quarter" idx="14"/>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106663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ntro 2">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5EF4F7AF-091F-A98A-D049-939B531E1FC0}"/>
              </a:ext>
            </a:extLst>
          </p:cNvPr>
          <p:cNvSpPr/>
          <p:nvPr userDrawn="1"/>
        </p:nvSpPr>
        <p:spPr>
          <a:xfrm>
            <a:off x="-3609" y="6244633"/>
            <a:ext cx="5419092" cy="613367"/>
          </a:xfrm>
          <a:custGeom>
            <a:avLst/>
            <a:gdLst>
              <a:gd name="connsiteX0" fmla="*/ 0 w 5419092"/>
              <a:gd name="connsiteY0" fmla="*/ 0 h 613367"/>
              <a:gd name="connsiteX1" fmla="*/ 4805725 w 5419092"/>
              <a:gd name="connsiteY1" fmla="*/ 0 h 613367"/>
              <a:gd name="connsiteX2" fmla="*/ 5419092 w 5419092"/>
              <a:gd name="connsiteY2" fmla="*/ 613367 h 613367"/>
              <a:gd name="connsiteX3" fmla="*/ 0 w 5419092"/>
              <a:gd name="connsiteY3" fmla="*/ 613367 h 613367"/>
            </a:gdLst>
            <a:ahLst/>
            <a:cxnLst>
              <a:cxn ang="0">
                <a:pos x="connsiteX0" y="connsiteY0"/>
              </a:cxn>
              <a:cxn ang="0">
                <a:pos x="connsiteX1" y="connsiteY1"/>
              </a:cxn>
              <a:cxn ang="0">
                <a:pos x="connsiteX2" y="connsiteY2"/>
              </a:cxn>
              <a:cxn ang="0">
                <a:pos x="connsiteX3" y="connsiteY3"/>
              </a:cxn>
            </a:cxnLst>
            <a:rect l="l" t="t" r="r" b="b"/>
            <a:pathLst>
              <a:path w="5419092" h="613367">
                <a:moveTo>
                  <a:pt x="0" y="0"/>
                </a:moveTo>
                <a:lnTo>
                  <a:pt x="4805725" y="0"/>
                </a:lnTo>
                <a:cubicBezTo>
                  <a:pt x="5144432" y="0"/>
                  <a:pt x="5419092" y="274662"/>
                  <a:pt x="5419092" y="613367"/>
                </a:cubicBezTo>
                <a:lnTo>
                  <a:pt x="0" y="613367"/>
                </a:lnTo>
                <a:close/>
              </a:path>
            </a:pathLst>
          </a:custGeom>
          <a:solidFill>
            <a:schemeClr val="accent1"/>
          </a:solidFill>
          <a:ln w="9525" cap="flat">
            <a:noFill/>
            <a:prstDash val="solid"/>
            <a:miter/>
          </a:ln>
        </p:spPr>
        <p:txBody>
          <a:bodyPr rtlCol="0" anchor="ctr"/>
          <a:lstStyle/>
          <a:p>
            <a:endParaRPr lang="en-US"/>
          </a:p>
        </p:txBody>
      </p:sp>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1733599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Title Placeholder 1">
            <a:extLst>
              <a:ext uri="{FF2B5EF4-FFF2-40B4-BE49-F238E27FC236}">
                <a16:creationId xmlns:a16="http://schemas.microsoft.com/office/drawing/2014/main" id="{EC1ED141-BBBF-4DD5-B7BC-89C97DDCA601}"/>
              </a:ext>
            </a:extLst>
          </p:cNvPr>
          <p:cNvSpPr>
            <a:spLocks noGrp="1"/>
          </p:cNvSpPr>
          <p:nvPr>
            <p:ph type="title" hasCustomPrompt="1"/>
          </p:nvPr>
        </p:nvSpPr>
        <p:spPr>
          <a:xfrm>
            <a:off x="731520" y="1097279"/>
            <a:ext cx="5552161" cy="1463040"/>
          </a:xfrm>
          <a:prstGeom prst="rect">
            <a:avLst/>
          </a:prstGeom>
        </p:spPr>
        <p:txBody>
          <a:bodyPr vert="horz" lIns="0" tIns="0" rIns="0" bIns="0" rtlCol="0" anchor="b">
            <a:noAutofit/>
          </a:bodyPr>
          <a:lstStyle>
            <a:lvl1pPr>
              <a:defRPr sz="4400" b="1">
                <a:solidFill>
                  <a:schemeClr val="accent1">
                    <a:lumMod val="50000"/>
                  </a:schemeClr>
                </a:solidFill>
                <a:latin typeface="+mj-lt"/>
                <a:ea typeface="+mj-ea"/>
                <a:cs typeface="+mj-cs"/>
              </a:defRPr>
            </a:lvl1pPr>
          </a:lstStyle>
          <a:p>
            <a:r>
              <a:rPr lang="en-US"/>
              <a:t>Title Goes Here</a:t>
            </a:r>
          </a:p>
        </p:txBody>
      </p:sp>
      <p:sp>
        <p:nvSpPr>
          <p:cNvPr id="5" name="Picture Placeholder 6">
            <a:extLst>
              <a:ext uri="{FF2B5EF4-FFF2-40B4-BE49-F238E27FC236}">
                <a16:creationId xmlns:a16="http://schemas.microsoft.com/office/drawing/2014/main" id="{0092AB1F-CF96-52B8-1D0F-5F5CDD708C3C}"/>
              </a:ext>
            </a:extLst>
          </p:cNvPr>
          <p:cNvSpPr>
            <a:spLocks noGrp="1"/>
          </p:cNvSpPr>
          <p:nvPr>
            <p:ph type="pic" sz="quarter" idx="11" hasCustomPrompt="1"/>
          </p:nvPr>
        </p:nvSpPr>
        <p:spPr>
          <a:xfrm>
            <a:off x="7000645" y="1257300"/>
            <a:ext cx="4243766" cy="4243766"/>
          </a:xfrm>
          <a:prstGeom prst="ellipse">
            <a:avLst/>
          </a:prstGeom>
          <a:solidFill>
            <a:schemeClr val="bg1">
              <a:lumMod val="75000"/>
            </a:schemeClr>
          </a:solidFill>
        </p:spPr>
        <p:txBody>
          <a:bodyPr anchor="ctr"/>
          <a:lstStyle>
            <a:lvl1pPr marL="0" indent="0" algn="ctr">
              <a:buNone/>
              <a:defRPr sz="2000"/>
            </a:lvl1pPr>
          </a:lstStyle>
          <a:p>
            <a:r>
              <a:rPr lang="en-US"/>
              <a:t>Click to add photo</a:t>
            </a:r>
          </a:p>
        </p:txBody>
      </p:sp>
      <p:sp>
        <p:nvSpPr>
          <p:cNvPr id="4" name="Text Placeholder 25">
            <a:extLst>
              <a:ext uri="{FF2B5EF4-FFF2-40B4-BE49-F238E27FC236}">
                <a16:creationId xmlns:a16="http://schemas.microsoft.com/office/drawing/2014/main" id="{7E3B57FB-688F-0C57-1EB3-56CF3F45481F}"/>
              </a:ext>
            </a:extLst>
          </p:cNvPr>
          <p:cNvSpPr>
            <a:spLocks noGrp="1"/>
          </p:cNvSpPr>
          <p:nvPr>
            <p:ph type="body" sz="quarter" idx="15" hasCustomPrompt="1"/>
          </p:nvPr>
        </p:nvSpPr>
        <p:spPr>
          <a:xfrm>
            <a:off x="731520" y="2743200"/>
            <a:ext cx="5552161" cy="2926080"/>
          </a:xfrm>
        </p:spPr>
        <p:txBody>
          <a:bodyPr vert="horz" lIns="0" tIns="0" rIns="0" bIns="91440" rtlCol="0">
            <a:noAutofit/>
          </a:bodyPr>
          <a:lstStyle>
            <a:lvl1pPr marL="0" indent="0">
              <a:lnSpc>
                <a:spcPct val="90000"/>
              </a:lnSpc>
              <a:spcBef>
                <a:spcPts val="600"/>
              </a:spcBef>
              <a:buFont typeface="IBM Plex Sans" panose="020B0503050203000203" pitchFamily="34" charset="0"/>
              <a:buNone/>
              <a:defRPr lang="en-US" sz="1600" dirty="0"/>
            </a:lvl1pPr>
            <a:lvl2pPr>
              <a:defRPr lang="en-US" sz="1400" dirty="0"/>
            </a:lvl2pPr>
            <a:lvl3pPr>
              <a:defRPr lang="en-US" sz="1200" dirty="0"/>
            </a:lvl3pPr>
            <a:lvl4pPr>
              <a:defRPr lang="en-US" sz="1100" dirty="0"/>
            </a:lvl4pPr>
            <a:lvl5pPr>
              <a:defRPr lang="en-US" sz="1050" dirty="0"/>
            </a:lvl5pPr>
          </a:lstStyle>
          <a:p>
            <a:pPr marL="228600" marR="0" lvl="0" indent="-228600" algn="l" defTabSz="1219170" rtl="0" eaLnBrk="1" fontAlgn="auto" latinLnBrk="0" hangingPunct="1">
              <a:lnSpc>
                <a:spcPct val="90000"/>
              </a:lnSpc>
              <a:spcBef>
                <a:spcPts val="1200"/>
              </a:spcBef>
              <a:spcAft>
                <a:spcPts val="0"/>
              </a:spcAft>
              <a:buClr>
                <a:srgbClr val="7042BE"/>
              </a:buClr>
              <a:buSzTx/>
              <a:buFont typeface="IBM Plex Sans" panose="020B0503050203000203" pitchFamily="34" charset="0"/>
              <a:buChar char="•"/>
              <a:tabLst/>
              <a:defRPr/>
            </a:pPr>
            <a:r>
              <a:rPr kumimoji="0" lang="en-US" sz="2200" b="0" i="0" u="none" strike="noStrike" kern="1200" cap="none" spc="0" normalizeH="0" baseline="0" noProof="0">
                <a:ln>
                  <a:noFill/>
                </a:ln>
                <a:solidFill>
                  <a:srgbClr val="000000"/>
                </a:solidFill>
                <a:effectLst/>
                <a:uLnTx/>
                <a:uFillTx/>
                <a:latin typeface="IBM Plex Sans"/>
                <a:ea typeface="+mn-ea"/>
                <a:cs typeface="+mn-cs"/>
              </a:rPr>
              <a:t>Click to edit master text styles</a:t>
            </a:r>
          </a:p>
          <a:p>
            <a:pPr marL="457200" marR="0" lvl="1" indent="-228600" algn="l" defTabSz="1219170" rtl="0" eaLnBrk="1" fontAlgn="auto" latinLnBrk="0" hangingPunct="1">
              <a:lnSpc>
                <a:spcPct val="90000"/>
              </a:lnSpc>
              <a:spcBef>
                <a:spcPts val="600"/>
              </a:spcBef>
              <a:spcAft>
                <a:spcPts val="0"/>
              </a:spcAft>
              <a:buClr>
                <a:srgbClr val="7042BE"/>
              </a:buClr>
              <a:buSzTx/>
              <a:buFont typeface="IBM Plex Sans" panose="020B0503050203000203" pitchFamily="34" charset="0"/>
              <a:buChar char="–"/>
              <a:tabLst/>
              <a:defRPr/>
            </a:pPr>
            <a:r>
              <a:rPr kumimoji="0" lang="en-US" sz="2000" b="0" i="0" u="none" strike="noStrike" kern="1200" cap="none" spc="0" normalizeH="0" baseline="0" noProof="0">
                <a:ln>
                  <a:noFill/>
                </a:ln>
                <a:solidFill>
                  <a:srgbClr val="000000"/>
                </a:solidFill>
                <a:effectLst/>
                <a:uLnTx/>
                <a:uFillTx/>
                <a:latin typeface="IBM Plex Sans"/>
                <a:ea typeface="+mn-ea"/>
                <a:cs typeface="+mn-cs"/>
              </a:rPr>
              <a:t>Second level</a:t>
            </a:r>
          </a:p>
          <a:p>
            <a:pPr marL="685800" marR="0" lvl="2" indent="-228600" algn="l" defTabSz="1219170" rtl="0" eaLnBrk="1" fontAlgn="auto" latinLnBrk="0" hangingPunct="1">
              <a:lnSpc>
                <a:spcPct val="90000"/>
              </a:lnSpc>
              <a:spcBef>
                <a:spcPts val="600"/>
              </a:spcBef>
              <a:spcAft>
                <a:spcPts val="0"/>
              </a:spcAft>
              <a:buClr>
                <a:srgbClr val="7042BE"/>
              </a:buClr>
              <a:buSzTx/>
              <a:buFont typeface="IBM Plex Sans" panose="020B0503050203000203" pitchFamily="34" charset="0"/>
              <a:buChar char="–"/>
              <a:tabLst/>
              <a:defRPr/>
            </a:pPr>
            <a:r>
              <a:rPr kumimoji="0" lang="en-US" sz="1800" b="0" i="0" u="none" strike="noStrike" kern="1200" cap="none" spc="0" normalizeH="0" baseline="0" noProof="0">
                <a:ln>
                  <a:noFill/>
                </a:ln>
                <a:solidFill>
                  <a:srgbClr val="000000"/>
                </a:solidFill>
                <a:effectLst/>
                <a:uLnTx/>
                <a:uFillTx/>
                <a:latin typeface="IBM Plex Sans"/>
                <a:ea typeface="+mn-ea"/>
                <a:cs typeface="+mn-cs"/>
              </a:rPr>
              <a:t>Third level</a:t>
            </a:r>
          </a:p>
          <a:p>
            <a:pPr marL="914400" marR="0" lvl="3" indent="-228600" algn="l" defTabSz="1219170" rtl="0" eaLnBrk="1" fontAlgn="auto" latinLnBrk="0" hangingPunct="1">
              <a:lnSpc>
                <a:spcPct val="90000"/>
              </a:lnSpc>
              <a:spcBef>
                <a:spcPts val="300"/>
              </a:spcBef>
              <a:spcAft>
                <a:spcPts val="0"/>
              </a:spcAft>
              <a:buClr>
                <a:srgbClr val="7042BE"/>
              </a:buClr>
              <a:buSzTx/>
              <a:buFont typeface="IBM Plex Sans" panose="020B0503050203000203" pitchFamily="34" charset="0"/>
              <a:buChar char="–"/>
              <a:tabLst/>
              <a:defRPr/>
            </a:pPr>
            <a:r>
              <a:rPr kumimoji="0" lang="en-US" sz="1600" b="0" i="0" u="none" strike="noStrike" kern="1200" cap="none" spc="0" normalizeH="0" baseline="0" noProof="0">
                <a:ln>
                  <a:noFill/>
                </a:ln>
                <a:solidFill>
                  <a:srgbClr val="000000"/>
                </a:solidFill>
                <a:effectLst/>
                <a:uLnTx/>
                <a:uFillTx/>
                <a:latin typeface="IBM Plex Sans"/>
                <a:ea typeface="+mn-ea"/>
                <a:cs typeface="+mn-cs"/>
              </a:rPr>
              <a:t>Fourth level</a:t>
            </a:r>
          </a:p>
          <a:p>
            <a:pPr marL="1143000" marR="0" lvl="4" indent="-228600" algn="l" defTabSz="1219170" rtl="0" eaLnBrk="1" fontAlgn="auto" latinLnBrk="0" hangingPunct="1">
              <a:lnSpc>
                <a:spcPct val="90000"/>
              </a:lnSpc>
              <a:spcBef>
                <a:spcPts val="300"/>
              </a:spcBef>
              <a:spcAft>
                <a:spcPts val="0"/>
              </a:spcAft>
              <a:buClr>
                <a:srgbClr val="7042BE"/>
              </a:buClr>
              <a:buSzTx/>
              <a:buFont typeface="IBM Plex Sans" panose="020B0503050203000203" pitchFamily="34" charset="0"/>
              <a:buChar char="–"/>
              <a:tabLst/>
              <a:defRPr/>
            </a:pPr>
            <a:r>
              <a:rPr kumimoji="0" lang="en-US" sz="1400" b="0" i="0" u="none" strike="noStrike" kern="1200" cap="none" spc="0" normalizeH="0" baseline="0" noProof="0">
                <a:ln>
                  <a:noFill/>
                </a:ln>
                <a:solidFill>
                  <a:srgbClr val="000000"/>
                </a:solidFill>
                <a:effectLst/>
                <a:uLnTx/>
                <a:uFillTx/>
                <a:latin typeface="IBM Plex Sans"/>
                <a:ea typeface="+mn-ea"/>
                <a:cs typeface="+mn-cs"/>
              </a:rPr>
              <a:t>Fifth level</a:t>
            </a:r>
          </a:p>
        </p:txBody>
      </p:sp>
      <p:sp>
        <p:nvSpPr>
          <p:cNvPr id="2" name="Date Placeholder 1">
            <a:extLst>
              <a:ext uri="{FF2B5EF4-FFF2-40B4-BE49-F238E27FC236}">
                <a16:creationId xmlns:a16="http://schemas.microsoft.com/office/drawing/2014/main" id="{D00A28DC-4EDE-497C-F840-7C4F8AF6BC11}"/>
              </a:ext>
            </a:extLst>
          </p:cNvPr>
          <p:cNvSpPr>
            <a:spLocks noGrp="1"/>
          </p:cNvSpPr>
          <p:nvPr>
            <p:ph type="dt" sz="half" idx="16"/>
          </p:nvPr>
        </p:nvSpPr>
        <p:spPr/>
        <p:txBody>
          <a:bodyPr/>
          <a:lstStyle/>
          <a:p>
            <a:fld id="{228D026D-C07B-48C8-8C2B-C561E4D51E16}" type="datetime1">
              <a:rPr lang="en-US" smtClean="0"/>
              <a:t>11/19/2024</a:t>
            </a:fld>
            <a:endParaRPr lang="en-US"/>
          </a:p>
        </p:txBody>
      </p:sp>
      <p:sp>
        <p:nvSpPr>
          <p:cNvPr id="3" name="Footer Placeholder 2">
            <a:extLst>
              <a:ext uri="{FF2B5EF4-FFF2-40B4-BE49-F238E27FC236}">
                <a16:creationId xmlns:a16="http://schemas.microsoft.com/office/drawing/2014/main" id="{60E2C94F-0EC9-E11C-BDF6-DF02B2DEB6C7}"/>
              </a:ext>
            </a:extLst>
          </p:cNvPr>
          <p:cNvSpPr>
            <a:spLocks noGrp="1"/>
          </p:cNvSpPr>
          <p:nvPr>
            <p:ph type="ftr" sz="quarter" idx="17"/>
          </p:nvPr>
        </p:nvSpPr>
        <p:spPr/>
        <p:txBody>
          <a:bodyPr/>
          <a:lstStyle/>
          <a:p>
            <a:r>
              <a:rPr lang="en-US"/>
              <a:t>CONFIDENTIAL</a:t>
            </a:r>
          </a:p>
        </p:txBody>
      </p:sp>
      <p:sp>
        <p:nvSpPr>
          <p:cNvPr id="7" name="Slide Number Placeholder 6">
            <a:extLst>
              <a:ext uri="{FF2B5EF4-FFF2-40B4-BE49-F238E27FC236}">
                <a16:creationId xmlns:a16="http://schemas.microsoft.com/office/drawing/2014/main" id="{283F67D9-AAE2-0416-4EE0-02FAA6827961}"/>
              </a:ext>
            </a:extLst>
          </p:cNvPr>
          <p:cNvSpPr>
            <a:spLocks noGrp="1"/>
          </p:cNvSpPr>
          <p:nvPr>
            <p:ph type="sldNum" sz="quarter" idx="18"/>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2048018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ntro 3">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1733599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Title Placeholder 1">
            <a:extLst>
              <a:ext uri="{FF2B5EF4-FFF2-40B4-BE49-F238E27FC236}">
                <a16:creationId xmlns:a16="http://schemas.microsoft.com/office/drawing/2014/main" id="{EC1ED141-BBBF-4DD5-B7BC-89C97DDCA601}"/>
              </a:ext>
            </a:extLst>
          </p:cNvPr>
          <p:cNvSpPr>
            <a:spLocks noGrp="1"/>
          </p:cNvSpPr>
          <p:nvPr>
            <p:ph type="title" hasCustomPrompt="1"/>
          </p:nvPr>
        </p:nvSpPr>
        <p:spPr>
          <a:xfrm>
            <a:off x="5930751" y="1005839"/>
            <a:ext cx="5528766" cy="1503445"/>
          </a:xfrm>
          <a:prstGeom prst="rect">
            <a:avLst/>
          </a:prstGeom>
        </p:spPr>
        <p:txBody>
          <a:bodyPr vert="horz" lIns="0" tIns="45720" rIns="0" bIns="45720" rtlCol="0" anchor="b">
            <a:noAutofit/>
          </a:bodyPr>
          <a:lstStyle>
            <a:lvl1pPr>
              <a:defRPr sz="4400" b="1">
                <a:solidFill>
                  <a:schemeClr val="accent1">
                    <a:lumMod val="50000"/>
                  </a:schemeClr>
                </a:solidFill>
                <a:latin typeface="+mj-lt"/>
                <a:ea typeface="+mj-ea"/>
                <a:cs typeface="+mj-cs"/>
              </a:defRPr>
            </a:lvl1pPr>
          </a:lstStyle>
          <a:p>
            <a:r>
              <a:rPr lang="en-US"/>
              <a:t>Title Goes Here</a:t>
            </a:r>
          </a:p>
        </p:txBody>
      </p:sp>
      <p:sp>
        <p:nvSpPr>
          <p:cNvPr id="5" name="Picture Placeholder 23">
            <a:extLst>
              <a:ext uri="{FF2B5EF4-FFF2-40B4-BE49-F238E27FC236}">
                <a16:creationId xmlns:a16="http://schemas.microsoft.com/office/drawing/2014/main" id="{85722EBC-8176-2081-5A3F-1276FD28E162}"/>
              </a:ext>
            </a:extLst>
          </p:cNvPr>
          <p:cNvSpPr>
            <a:spLocks noGrp="1"/>
          </p:cNvSpPr>
          <p:nvPr>
            <p:ph type="pic" sz="quarter" idx="10" hasCustomPrompt="1"/>
          </p:nvPr>
        </p:nvSpPr>
        <p:spPr>
          <a:xfrm>
            <a:off x="731520" y="1371600"/>
            <a:ext cx="4114800" cy="4114800"/>
          </a:xfrm>
          <a:prstGeom prst="roundRect">
            <a:avLst>
              <a:gd name="adj" fmla="val 5411"/>
            </a:avLst>
          </a:prstGeom>
          <a:solidFill>
            <a:schemeClr val="bg1">
              <a:lumMod val="75000"/>
            </a:schemeClr>
          </a:solidFill>
        </p:spPr>
        <p:txBody>
          <a:bodyPr anchor="ctr"/>
          <a:lstStyle>
            <a:lvl1pPr marL="0" indent="0" algn="ctr">
              <a:buNone/>
              <a:defRPr sz="2000"/>
            </a:lvl1pPr>
          </a:lstStyle>
          <a:p>
            <a:r>
              <a:rPr lang="en-US"/>
              <a:t>Click to add photo</a:t>
            </a:r>
          </a:p>
        </p:txBody>
      </p:sp>
      <p:sp>
        <p:nvSpPr>
          <p:cNvPr id="4" name="Text Placeholder 3">
            <a:extLst>
              <a:ext uri="{FF2B5EF4-FFF2-40B4-BE49-F238E27FC236}">
                <a16:creationId xmlns:a16="http://schemas.microsoft.com/office/drawing/2014/main" id="{25267FFB-44D3-415C-09AF-BF233EDCF284}"/>
              </a:ext>
            </a:extLst>
          </p:cNvPr>
          <p:cNvSpPr>
            <a:spLocks noGrp="1"/>
          </p:cNvSpPr>
          <p:nvPr>
            <p:ph type="body" sz="quarter" idx="11" hasCustomPrompt="1"/>
          </p:nvPr>
        </p:nvSpPr>
        <p:spPr>
          <a:xfrm>
            <a:off x="5930751" y="3146299"/>
            <a:ext cx="5528765" cy="2705861"/>
          </a:xfrm>
        </p:spPr>
        <p:txBody>
          <a:bodyPr lIns="0" tIns="0" rIns="0"/>
          <a:lstStyle>
            <a:lvl1pPr marL="0" indent="0">
              <a:lnSpc>
                <a:spcPct val="120000"/>
              </a:lnSpc>
              <a:spcBef>
                <a:spcPts val="300"/>
              </a:spcBef>
              <a:buFont typeface="IBM Plex Sans" panose="020B0503050203000203" pitchFamily="34" charset="0"/>
              <a:buNone/>
              <a:defRPr sz="2000"/>
            </a:lvl1pPr>
            <a:lvl2pPr marL="514350" indent="-285750">
              <a:lnSpc>
                <a:spcPct val="120000"/>
              </a:lnSpc>
              <a:buFont typeface="IBM Plex Sans" panose="020B0503050203000203" pitchFamily="34" charset="0"/>
              <a:buChar char="–"/>
              <a:defRPr sz="1800"/>
            </a:lvl2pPr>
            <a:lvl3pPr marL="685800" indent="-228600">
              <a:lnSpc>
                <a:spcPct val="120000"/>
              </a:lnSpc>
              <a:buFont typeface="IBM Plex Sans" panose="020B0503050203000203" pitchFamily="34" charset="0"/>
              <a:buChar char="–"/>
              <a:defRPr sz="1600"/>
            </a:lvl3pPr>
            <a:lvl4pPr marL="914400" indent="-228600">
              <a:lnSpc>
                <a:spcPct val="120000"/>
              </a:lnSpc>
              <a:buFont typeface="IBM Plex Sans" panose="020B0503050203000203" pitchFamily="34" charset="0"/>
              <a:buChar char="–"/>
              <a:defRPr sz="1400"/>
            </a:lvl4pPr>
            <a:lvl5pPr marL="1085850" indent="-171450">
              <a:lnSpc>
                <a:spcPct val="120000"/>
              </a:lnSpc>
              <a:buFont typeface="IBM Plex Sans" panose="020B0503050203000203" pitchFamily="34" charset="0"/>
              <a:buChar char="–"/>
              <a:defRPr sz="1050"/>
            </a:lvl5pPr>
          </a:lstStyle>
          <a:p>
            <a:pPr marL="228600" marR="0" lvl="0" indent="-228600" algn="l" defTabSz="1219170" rtl="0" eaLnBrk="1" fontAlgn="auto" latinLnBrk="0" hangingPunct="1">
              <a:lnSpc>
                <a:spcPct val="90000"/>
              </a:lnSpc>
              <a:spcBef>
                <a:spcPts val="1200"/>
              </a:spcBef>
              <a:spcAft>
                <a:spcPts val="0"/>
              </a:spcAft>
              <a:buClr>
                <a:srgbClr val="7042BE"/>
              </a:buClr>
              <a:buSzTx/>
              <a:buFont typeface="IBM Plex Sans" panose="020B0503050203000203" pitchFamily="34" charset="0"/>
              <a:buChar char="•"/>
              <a:tabLst/>
              <a:defRPr/>
            </a:pPr>
            <a:r>
              <a:rPr kumimoji="0" lang="en-US" sz="2200" b="0" i="0" u="none" strike="noStrike" kern="1200" cap="none" spc="0" normalizeH="0" baseline="0" noProof="0">
                <a:ln>
                  <a:noFill/>
                </a:ln>
                <a:solidFill>
                  <a:srgbClr val="000000"/>
                </a:solidFill>
                <a:effectLst/>
                <a:uLnTx/>
                <a:uFillTx/>
                <a:latin typeface="IBM Plex Sans"/>
                <a:ea typeface="+mn-ea"/>
                <a:cs typeface="+mn-cs"/>
              </a:rPr>
              <a:t>Click to edit master text styles</a:t>
            </a:r>
          </a:p>
          <a:p>
            <a:pPr marL="457200" marR="0" lvl="1" indent="-228600" algn="l" defTabSz="1219170" rtl="0" eaLnBrk="1" fontAlgn="auto" latinLnBrk="0" hangingPunct="1">
              <a:lnSpc>
                <a:spcPct val="90000"/>
              </a:lnSpc>
              <a:spcBef>
                <a:spcPts val="600"/>
              </a:spcBef>
              <a:spcAft>
                <a:spcPts val="0"/>
              </a:spcAft>
              <a:buClr>
                <a:srgbClr val="7042BE"/>
              </a:buClr>
              <a:buSzTx/>
              <a:buFont typeface="IBM Plex Sans" panose="020B0503050203000203" pitchFamily="34" charset="0"/>
              <a:buChar char="–"/>
              <a:tabLst/>
              <a:defRPr/>
            </a:pPr>
            <a:r>
              <a:rPr kumimoji="0" lang="en-US" sz="2000" b="0" i="0" u="none" strike="noStrike" kern="1200" cap="none" spc="0" normalizeH="0" baseline="0" noProof="0">
                <a:ln>
                  <a:noFill/>
                </a:ln>
                <a:solidFill>
                  <a:srgbClr val="000000"/>
                </a:solidFill>
                <a:effectLst/>
                <a:uLnTx/>
                <a:uFillTx/>
                <a:latin typeface="IBM Plex Sans"/>
                <a:ea typeface="+mn-ea"/>
                <a:cs typeface="+mn-cs"/>
              </a:rPr>
              <a:t>Second level</a:t>
            </a:r>
          </a:p>
          <a:p>
            <a:pPr marL="685800" marR="0" lvl="2" indent="-228600" algn="l" defTabSz="1219170" rtl="0" eaLnBrk="1" fontAlgn="auto" latinLnBrk="0" hangingPunct="1">
              <a:lnSpc>
                <a:spcPct val="90000"/>
              </a:lnSpc>
              <a:spcBef>
                <a:spcPts val="600"/>
              </a:spcBef>
              <a:spcAft>
                <a:spcPts val="0"/>
              </a:spcAft>
              <a:buClr>
                <a:srgbClr val="7042BE"/>
              </a:buClr>
              <a:buSzTx/>
              <a:buFont typeface="IBM Plex Sans" panose="020B0503050203000203" pitchFamily="34" charset="0"/>
              <a:buChar char="–"/>
              <a:tabLst/>
              <a:defRPr/>
            </a:pPr>
            <a:r>
              <a:rPr kumimoji="0" lang="en-US" sz="1800" b="0" i="0" u="none" strike="noStrike" kern="1200" cap="none" spc="0" normalizeH="0" baseline="0" noProof="0">
                <a:ln>
                  <a:noFill/>
                </a:ln>
                <a:solidFill>
                  <a:srgbClr val="000000"/>
                </a:solidFill>
                <a:effectLst/>
                <a:uLnTx/>
                <a:uFillTx/>
                <a:latin typeface="IBM Plex Sans"/>
                <a:ea typeface="+mn-ea"/>
                <a:cs typeface="+mn-cs"/>
              </a:rPr>
              <a:t>Third level</a:t>
            </a:r>
          </a:p>
          <a:p>
            <a:pPr marL="914400" marR="0" lvl="3" indent="-228600" algn="l" defTabSz="1219170" rtl="0" eaLnBrk="1" fontAlgn="auto" latinLnBrk="0" hangingPunct="1">
              <a:lnSpc>
                <a:spcPct val="90000"/>
              </a:lnSpc>
              <a:spcBef>
                <a:spcPts val="300"/>
              </a:spcBef>
              <a:spcAft>
                <a:spcPts val="0"/>
              </a:spcAft>
              <a:buClr>
                <a:srgbClr val="7042BE"/>
              </a:buClr>
              <a:buSzTx/>
              <a:buFont typeface="IBM Plex Sans" panose="020B0503050203000203" pitchFamily="34" charset="0"/>
              <a:buChar char="–"/>
              <a:tabLst/>
              <a:defRPr/>
            </a:pPr>
            <a:r>
              <a:rPr kumimoji="0" lang="en-US" sz="1600" b="0" i="0" u="none" strike="noStrike" kern="1200" cap="none" spc="0" normalizeH="0" baseline="0" noProof="0">
                <a:ln>
                  <a:noFill/>
                </a:ln>
                <a:solidFill>
                  <a:srgbClr val="000000"/>
                </a:solidFill>
                <a:effectLst/>
                <a:uLnTx/>
                <a:uFillTx/>
                <a:latin typeface="IBM Plex Sans"/>
                <a:ea typeface="+mn-ea"/>
                <a:cs typeface="+mn-cs"/>
              </a:rPr>
              <a:t>Fourth level</a:t>
            </a:r>
          </a:p>
          <a:p>
            <a:pPr marL="1143000" marR="0" lvl="4" indent="-228600" algn="l" defTabSz="1219170" rtl="0" eaLnBrk="1" fontAlgn="auto" latinLnBrk="0" hangingPunct="1">
              <a:lnSpc>
                <a:spcPct val="90000"/>
              </a:lnSpc>
              <a:spcBef>
                <a:spcPts val="300"/>
              </a:spcBef>
              <a:spcAft>
                <a:spcPts val="0"/>
              </a:spcAft>
              <a:buClr>
                <a:srgbClr val="7042BE"/>
              </a:buClr>
              <a:buSzTx/>
              <a:buFont typeface="IBM Plex Sans" panose="020B0503050203000203" pitchFamily="34" charset="0"/>
              <a:buChar char="–"/>
              <a:tabLst/>
              <a:defRPr/>
            </a:pPr>
            <a:r>
              <a:rPr kumimoji="0" lang="en-US" sz="1400" b="0" i="0" u="none" strike="noStrike" kern="1200" cap="none" spc="0" normalizeH="0" baseline="0" noProof="0">
                <a:ln>
                  <a:noFill/>
                </a:ln>
                <a:solidFill>
                  <a:srgbClr val="000000"/>
                </a:solidFill>
                <a:effectLst/>
                <a:uLnTx/>
                <a:uFillTx/>
                <a:latin typeface="IBM Plex Sans"/>
                <a:ea typeface="+mn-ea"/>
                <a:cs typeface="+mn-cs"/>
              </a:rPr>
              <a:t>Fifth level</a:t>
            </a:r>
          </a:p>
        </p:txBody>
      </p:sp>
      <p:sp>
        <p:nvSpPr>
          <p:cNvPr id="15" name="Subtitle 2">
            <a:extLst>
              <a:ext uri="{FF2B5EF4-FFF2-40B4-BE49-F238E27FC236}">
                <a16:creationId xmlns:a16="http://schemas.microsoft.com/office/drawing/2014/main" id="{35DC146D-825C-398F-D155-8C982B54C681}"/>
              </a:ext>
            </a:extLst>
          </p:cNvPr>
          <p:cNvSpPr>
            <a:spLocks noGrp="1"/>
          </p:cNvSpPr>
          <p:nvPr>
            <p:ph type="subTitle" idx="12" hasCustomPrompt="1"/>
          </p:nvPr>
        </p:nvSpPr>
        <p:spPr>
          <a:xfrm>
            <a:off x="5930751" y="2560320"/>
            <a:ext cx="5528765" cy="293117"/>
          </a:xfrm>
        </p:spPr>
        <p:txBody>
          <a:bodyPr lIns="0" tIns="0" rIns="0" bIns="0"/>
          <a:lstStyle>
            <a:lvl1pPr marL="0" indent="0" algn="l">
              <a:buNone/>
              <a:defRPr sz="2000" b="0" cap="all" baseline="0">
                <a:solidFill>
                  <a:schemeClr val="accent1">
                    <a:lumMod val="50000"/>
                  </a:schemeClr>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Lorem ipsum dolor sit </a:t>
            </a:r>
            <a:r>
              <a:rPr lang="en-US" err="1"/>
              <a:t>amet</a:t>
            </a:r>
            <a:endParaRPr lang="en-US"/>
          </a:p>
        </p:txBody>
      </p:sp>
      <p:sp>
        <p:nvSpPr>
          <p:cNvPr id="2" name="Date Placeholder 1">
            <a:extLst>
              <a:ext uri="{FF2B5EF4-FFF2-40B4-BE49-F238E27FC236}">
                <a16:creationId xmlns:a16="http://schemas.microsoft.com/office/drawing/2014/main" id="{1E7F2DB5-D82B-A641-98F8-D377EE398C7D}"/>
              </a:ext>
            </a:extLst>
          </p:cNvPr>
          <p:cNvSpPr>
            <a:spLocks noGrp="1"/>
          </p:cNvSpPr>
          <p:nvPr>
            <p:ph type="dt" sz="half" idx="13"/>
          </p:nvPr>
        </p:nvSpPr>
        <p:spPr/>
        <p:txBody>
          <a:bodyPr/>
          <a:lstStyle/>
          <a:p>
            <a:fld id="{228D026D-C07B-48C8-8C2B-C561E4D51E16}" type="datetime1">
              <a:rPr lang="en-US" smtClean="0"/>
              <a:t>11/19/2024</a:t>
            </a:fld>
            <a:endParaRPr lang="en-US"/>
          </a:p>
        </p:txBody>
      </p:sp>
      <p:sp>
        <p:nvSpPr>
          <p:cNvPr id="3" name="Footer Placeholder 2">
            <a:extLst>
              <a:ext uri="{FF2B5EF4-FFF2-40B4-BE49-F238E27FC236}">
                <a16:creationId xmlns:a16="http://schemas.microsoft.com/office/drawing/2014/main" id="{59FF0207-3A57-E578-D04D-01D5F6039C3B}"/>
              </a:ext>
            </a:extLst>
          </p:cNvPr>
          <p:cNvSpPr>
            <a:spLocks noGrp="1"/>
          </p:cNvSpPr>
          <p:nvPr>
            <p:ph type="ftr" sz="quarter" idx="14"/>
          </p:nvPr>
        </p:nvSpPr>
        <p:spPr/>
        <p:txBody>
          <a:bodyPr/>
          <a:lstStyle/>
          <a:p>
            <a:r>
              <a:rPr lang="en-US"/>
              <a:t>CONFIDENTIAL</a:t>
            </a:r>
          </a:p>
        </p:txBody>
      </p:sp>
      <p:sp>
        <p:nvSpPr>
          <p:cNvPr id="7" name="Slide Number Placeholder 6">
            <a:extLst>
              <a:ext uri="{FF2B5EF4-FFF2-40B4-BE49-F238E27FC236}">
                <a16:creationId xmlns:a16="http://schemas.microsoft.com/office/drawing/2014/main" id="{D4B2F375-806F-5A88-6CD5-E326BE3B76A2}"/>
              </a:ext>
            </a:extLst>
          </p:cNvPr>
          <p:cNvSpPr>
            <a:spLocks noGrp="1"/>
          </p:cNvSpPr>
          <p:nvPr>
            <p:ph type="sldNum" sz="quarter" idx="15"/>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3047066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Divider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8D7F9-E9AF-86FA-9B2E-90079431B0C3}"/>
              </a:ext>
            </a:extLst>
          </p:cNvPr>
          <p:cNvSpPr>
            <a:spLocks noGrp="1"/>
          </p:cNvSpPr>
          <p:nvPr>
            <p:ph type="title" hasCustomPrompt="1"/>
          </p:nvPr>
        </p:nvSpPr>
        <p:spPr>
          <a:xfrm>
            <a:off x="1066800" y="914400"/>
            <a:ext cx="10058400" cy="2514600"/>
          </a:xfrm>
        </p:spPr>
        <p:txBody>
          <a:bodyPr lIns="0" tIns="0" rIns="0" anchor="b"/>
          <a:lstStyle>
            <a:lvl1pPr algn="l">
              <a:defRPr sz="6000" b="1">
                <a:solidFill>
                  <a:schemeClr val="accent1">
                    <a:lumMod val="50000"/>
                  </a:schemeClr>
                </a:solidFill>
                <a:latin typeface="+mj-lt"/>
              </a:defRPr>
            </a:lvl1pPr>
          </a:lstStyle>
          <a:p>
            <a:r>
              <a:rPr lang="en-US"/>
              <a:t>Title Goes Here</a:t>
            </a:r>
            <a:br>
              <a:rPr lang="en-US"/>
            </a:br>
            <a:r>
              <a:rPr lang="en-US"/>
              <a:t>Titles Are IBM Sans Plex Bold 60pt Font</a:t>
            </a:r>
          </a:p>
        </p:txBody>
      </p:sp>
      <p:sp>
        <p:nvSpPr>
          <p:cNvPr id="3" name="Text Placeholder 2">
            <a:extLst>
              <a:ext uri="{FF2B5EF4-FFF2-40B4-BE49-F238E27FC236}">
                <a16:creationId xmlns:a16="http://schemas.microsoft.com/office/drawing/2014/main" id="{18205E1F-A8E1-3693-820C-0286D091F500}"/>
              </a:ext>
            </a:extLst>
          </p:cNvPr>
          <p:cNvSpPr>
            <a:spLocks noGrp="1"/>
          </p:cNvSpPr>
          <p:nvPr>
            <p:ph type="body" idx="1" hasCustomPrompt="1"/>
          </p:nvPr>
        </p:nvSpPr>
        <p:spPr>
          <a:xfrm>
            <a:off x="1066800" y="3566160"/>
            <a:ext cx="10058400" cy="1847259"/>
          </a:xfrm>
        </p:spPr>
        <p:txBody>
          <a:bodyPr lIns="0" tIns="0" rIns="0"/>
          <a:lstStyle>
            <a:lvl1pPr marL="0" indent="0">
              <a:buNone/>
              <a:defRPr sz="2400">
                <a:solidFill>
                  <a:schemeClr val="accent1">
                    <a:lumMod val="50000"/>
                  </a:schemeClr>
                </a:solidFill>
                <a:latin typeface="IBM Plex Sans SemiBold" panose="020B070305020300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en-US"/>
              <a:t>Add Subtitle Here</a:t>
            </a:r>
          </a:p>
        </p:txBody>
      </p:sp>
      <p:sp>
        <p:nvSpPr>
          <p:cNvPr id="7" name="Date Placeholder 6">
            <a:extLst>
              <a:ext uri="{FF2B5EF4-FFF2-40B4-BE49-F238E27FC236}">
                <a16:creationId xmlns:a16="http://schemas.microsoft.com/office/drawing/2014/main" id="{DBCF6DAA-0913-05C4-215F-FFD66669C35D}"/>
              </a:ext>
            </a:extLst>
          </p:cNvPr>
          <p:cNvSpPr>
            <a:spLocks noGrp="1"/>
          </p:cNvSpPr>
          <p:nvPr>
            <p:ph type="dt" sz="half" idx="10"/>
          </p:nvPr>
        </p:nvSpPr>
        <p:spPr/>
        <p:txBody>
          <a:bodyPr/>
          <a:lstStyle/>
          <a:p>
            <a:fld id="{228D026D-C07B-48C8-8C2B-C561E4D51E16}" type="datetime1">
              <a:rPr lang="en-US" smtClean="0"/>
              <a:t>11/19/2024</a:t>
            </a:fld>
            <a:endParaRPr lang="en-US"/>
          </a:p>
        </p:txBody>
      </p:sp>
      <p:sp>
        <p:nvSpPr>
          <p:cNvPr id="11" name="Footer Placeholder 10">
            <a:extLst>
              <a:ext uri="{FF2B5EF4-FFF2-40B4-BE49-F238E27FC236}">
                <a16:creationId xmlns:a16="http://schemas.microsoft.com/office/drawing/2014/main" id="{87371A71-DD90-DF12-9972-02142C7E31C3}"/>
              </a:ext>
            </a:extLst>
          </p:cNvPr>
          <p:cNvSpPr>
            <a:spLocks noGrp="1"/>
          </p:cNvSpPr>
          <p:nvPr>
            <p:ph type="ftr" sz="quarter" idx="11"/>
          </p:nvPr>
        </p:nvSpPr>
        <p:spPr/>
        <p:txBody>
          <a:bodyPr/>
          <a:lstStyle/>
          <a:p>
            <a:r>
              <a:rPr lang="en-US"/>
              <a:t>CONFIDENTIAL</a:t>
            </a:r>
          </a:p>
        </p:txBody>
      </p:sp>
      <p:sp>
        <p:nvSpPr>
          <p:cNvPr id="12" name="Slide Number Placeholder 11">
            <a:extLst>
              <a:ext uri="{FF2B5EF4-FFF2-40B4-BE49-F238E27FC236}">
                <a16:creationId xmlns:a16="http://schemas.microsoft.com/office/drawing/2014/main" id="{DCB088B5-E0E6-78A2-35C2-A05446E1547F}"/>
              </a:ext>
            </a:extLst>
          </p:cNvPr>
          <p:cNvSpPr>
            <a:spLocks noGrp="1"/>
          </p:cNvSpPr>
          <p:nvPr>
            <p:ph type="sldNum" sz="quarter" idx="12"/>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2313334162"/>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Divider Purple">
    <p:bg bwMode="auto">
      <p:bgPr>
        <a:solidFill>
          <a:schemeClr val="accent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8205E1F-A8E1-3693-820C-0286D091F500}"/>
              </a:ext>
            </a:extLst>
          </p:cNvPr>
          <p:cNvSpPr>
            <a:spLocks noGrp="1"/>
          </p:cNvSpPr>
          <p:nvPr>
            <p:ph type="body" idx="1" hasCustomPrompt="1"/>
          </p:nvPr>
        </p:nvSpPr>
        <p:spPr bwMode="white">
          <a:xfrm>
            <a:off x="1066800" y="3566160"/>
            <a:ext cx="10058400" cy="1847260"/>
          </a:xfrm>
        </p:spPr>
        <p:txBody>
          <a:bodyPr lIns="0" tIns="0" rIns="0" bIns="0"/>
          <a:lstStyle>
            <a:lvl1pPr marL="0" indent="0" algn="l" defTabSz="1219170" rtl="0" eaLnBrk="1" latinLnBrk="0" hangingPunct="1">
              <a:lnSpc>
                <a:spcPct val="90000"/>
              </a:lnSpc>
              <a:spcBef>
                <a:spcPts val="1200"/>
              </a:spcBef>
              <a:buFont typeface="IBM Plex Sans" panose="020B0503050203000203" pitchFamily="34" charset="0"/>
              <a:buNone/>
              <a:defRPr lang="en-US" sz="2400" kern="1200" dirty="0">
                <a:solidFill>
                  <a:schemeClr val="bg1"/>
                </a:solidFill>
                <a:latin typeface="IBM Plex Sans SemiBold" panose="020B0703050203000203" pitchFamily="34" charset="0"/>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en-US"/>
              <a:t>Add Subtitle Here</a:t>
            </a:r>
          </a:p>
        </p:txBody>
      </p:sp>
      <p:sp>
        <p:nvSpPr>
          <p:cNvPr id="2" name="Title 1">
            <a:extLst>
              <a:ext uri="{FF2B5EF4-FFF2-40B4-BE49-F238E27FC236}">
                <a16:creationId xmlns:a16="http://schemas.microsoft.com/office/drawing/2014/main" id="{B7C30ED4-1A99-54DB-C482-89A6F32E9B95}"/>
              </a:ext>
            </a:extLst>
          </p:cNvPr>
          <p:cNvSpPr>
            <a:spLocks noGrp="1"/>
          </p:cNvSpPr>
          <p:nvPr>
            <p:ph type="title" hasCustomPrompt="1"/>
          </p:nvPr>
        </p:nvSpPr>
        <p:spPr bwMode="white">
          <a:xfrm>
            <a:off x="1066800" y="914400"/>
            <a:ext cx="10058400" cy="2514600"/>
          </a:xfrm>
        </p:spPr>
        <p:txBody>
          <a:bodyPr lIns="0" tIns="0" rIns="0" anchor="b"/>
          <a:lstStyle>
            <a:lvl1pPr algn="l" defTabSz="1219170" rtl="0" eaLnBrk="1" latinLnBrk="0" hangingPunct="1">
              <a:lnSpc>
                <a:spcPct val="90000"/>
              </a:lnSpc>
              <a:spcBef>
                <a:spcPct val="0"/>
              </a:spcBef>
              <a:buNone/>
              <a:defRPr lang="en-US" sz="6000" b="1" kern="1200" cap="none" baseline="0" dirty="0">
                <a:solidFill>
                  <a:schemeClr val="bg1"/>
                </a:solidFill>
                <a:latin typeface="+mj-lt"/>
                <a:ea typeface="+mj-ea"/>
                <a:cs typeface="+mj-cs"/>
              </a:defRPr>
            </a:lvl1pPr>
          </a:lstStyle>
          <a:p>
            <a:r>
              <a:rPr lang="en-US"/>
              <a:t>Title Goes Here</a:t>
            </a:r>
            <a:br>
              <a:rPr lang="en-US"/>
            </a:br>
            <a:r>
              <a:rPr lang="en-US"/>
              <a:t>Titles Are IBM Sans Plex Bold 60pt Font</a:t>
            </a:r>
          </a:p>
        </p:txBody>
      </p:sp>
      <p:pic>
        <p:nvPicPr>
          <p:cNvPr id="5" name="Graphic 4">
            <a:extLst>
              <a:ext uri="{FF2B5EF4-FFF2-40B4-BE49-F238E27FC236}">
                <a16:creationId xmlns:a16="http://schemas.microsoft.com/office/drawing/2014/main" id="{B7FDF388-46FE-89BA-0EDE-5CC9771F9E4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white">
          <a:xfrm>
            <a:off x="11119839" y="6309360"/>
            <a:ext cx="865880" cy="274320"/>
          </a:xfrm>
          <a:prstGeom prst="rect">
            <a:avLst/>
          </a:prstGeom>
        </p:spPr>
      </p:pic>
      <p:sp>
        <p:nvSpPr>
          <p:cNvPr id="11" name="Date Placeholder 10">
            <a:extLst>
              <a:ext uri="{FF2B5EF4-FFF2-40B4-BE49-F238E27FC236}">
                <a16:creationId xmlns:a16="http://schemas.microsoft.com/office/drawing/2014/main" id="{2A80C000-1905-4B64-0709-B7A0D0D61ACB}"/>
              </a:ext>
            </a:extLst>
          </p:cNvPr>
          <p:cNvSpPr>
            <a:spLocks noGrp="1"/>
          </p:cNvSpPr>
          <p:nvPr>
            <p:ph type="dt" sz="half" idx="10"/>
          </p:nvPr>
        </p:nvSpPr>
        <p:spPr/>
        <p:txBody>
          <a:bodyPr/>
          <a:lstStyle>
            <a:lvl1pPr>
              <a:defRPr>
                <a:solidFill>
                  <a:schemeClr val="bg1"/>
                </a:solidFill>
              </a:defRPr>
            </a:lvl1pPr>
          </a:lstStyle>
          <a:p>
            <a:fld id="{228D026D-C07B-48C8-8C2B-C561E4D51E16}" type="datetime1">
              <a:rPr lang="en-US" smtClean="0"/>
              <a:pPr/>
              <a:t>11/19/2024</a:t>
            </a:fld>
            <a:endParaRPr lang="en-US"/>
          </a:p>
        </p:txBody>
      </p:sp>
      <p:sp>
        <p:nvSpPr>
          <p:cNvPr id="12" name="Footer Placeholder 11">
            <a:extLst>
              <a:ext uri="{FF2B5EF4-FFF2-40B4-BE49-F238E27FC236}">
                <a16:creationId xmlns:a16="http://schemas.microsoft.com/office/drawing/2014/main" id="{489D23F9-EA28-4422-5EFE-56DAAF77521D}"/>
              </a:ext>
            </a:extLst>
          </p:cNvPr>
          <p:cNvSpPr>
            <a:spLocks noGrp="1"/>
          </p:cNvSpPr>
          <p:nvPr>
            <p:ph type="ftr" sz="quarter" idx="11"/>
          </p:nvPr>
        </p:nvSpPr>
        <p:spPr/>
        <p:txBody>
          <a:bodyPr/>
          <a:lstStyle>
            <a:lvl1pPr>
              <a:defRPr>
                <a:solidFill>
                  <a:schemeClr val="bg1"/>
                </a:solidFill>
              </a:defRPr>
            </a:lvl1pPr>
          </a:lstStyle>
          <a:p>
            <a:r>
              <a:rPr lang="en-US"/>
              <a:t>CONFIDENTIAL</a:t>
            </a:r>
          </a:p>
        </p:txBody>
      </p:sp>
      <p:sp>
        <p:nvSpPr>
          <p:cNvPr id="13" name="Slide Number Placeholder 12">
            <a:extLst>
              <a:ext uri="{FF2B5EF4-FFF2-40B4-BE49-F238E27FC236}">
                <a16:creationId xmlns:a16="http://schemas.microsoft.com/office/drawing/2014/main" id="{C608AB34-FD2E-544C-9A1C-862512017ED2}"/>
              </a:ext>
            </a:extLst>
          </p:cNvPr>
          <p:cNvSpPr>
            <a:spLocks noGrp="1"/>
          </p:cNvSpPr>
          <p:nvPr>
            <p:ph type="sldNum" sz="quarter" idx="12"/>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1201960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DB60DBCE-2A88-1DC9-57F6-7E5393ECA8DC}"/>
              </a:ext>
            </a:extLst>
          </p:cNvPr>
          <p:cNvSpPr>
            <a:spLocks noGrp="1"/>
          </p:cNvSpPr>
          <p:nvPr>
            <p:ph sz="quarter" idx="13"/>
          </p:nvPr>
        </p:nvSpPr>
        <p:spPr>
          <a:xfrm>
            <a:off x="457200" y="2011680"/>
            <a:ext cx="11273991" cy="42615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728487B6-2F91-2A01-3208-A01F9D1F929B}"/>
              </a:ext>
            </a:extLst>
          </p:cNvPr>
          <p:cNvSpPr>
            <a:spLocks noGrp="1"/>
          </p:cNvSpPr>
          <p:nvPr>
            <p:ph type="dt" sz="half" idx="14"/>
          </p:nvPr>
        </p:nvSpPr>
        <p:spPr/>
        <p:txBody>
          <a:bodyPr/>
          <a:lstStyle/>
          <a:p>
            <a:fld id="{228D026D-C07B-48C8-8C2B-C561E4D51E16}" type="datetime1">
              <a:rPr lang="en-US" smtClean="0"/>
              <a:t>11/19/2024</a:t>
            </a:fld>
            <a:endParaRPr lang="en-US"/>
          </a:p>
        </p:txBody>
      </p:sp>
      <p:sp>
        <p:nvSpPr>
          <p:cNvPr id="3" name="Footer Placeholder 2">
            <a:extLst>
              <a:ext uri="{FF2B5EF4-FFF2-40B4-BE49-F238E27FC236}">
                <a16:creationId xmlns:a16="http://schemas.microsoft.com/office/drawing/2014/main" id="{A94D3D8F-9581-BE20-2704-1DD6F20B8A36}"/>
              </a:ext>
            </a:extLst>
          </p:cNvPr>
          <p:cNvSpPr>
            <a:spLocks noGrp="1"/>
          </p:cNvSpPr>
          <p:nvPr>
            <p:ph type="ftr" sz="quarter" idx="15"/>
          </p:nvPr>
        </p:nvSpPr>
        <p:spPr/>
        <p:txBody>
          <a:bodyPr/>
          <a:lstStyle/>
          <a:p>
            <a:r>
              <a:rPr lang="en-US"/>
              <a:t>CONFIDENTIAL</a:t>
            </a:r>
          </a:p>
        </p:txBody>
      </p:sp>
      <p:sp>
        <p:nvSpPr>
          <p:cNvPr id="5" name="Slide Number Placeholder 4">
            <a:extLst>
              <a:ext uri="{FF2B5EF4-FFF2-40B4-BE49-F238E27FC236}">
                <a16:creationId xmlns:a16="http://schemas.microsoft.com/office/drawing/2014/main" id="{9AB8D8C3-3498-7A45-01F4-101905BAD628}"/>
              </a:ext>
            </a:extLst>
          </p:cNvPr>
          <p:cNvSpPr>
            <a:spLocks noGrp="1"/>
          </p:cNvSpPr>
          <p:nvPr>
            <p:ph type="sldNum" sz="quarter" idx="16"/>
          </p:nvPr>
        </p:nvSpPr>
        <p:spPr/>
        <p:txBody>
          <a:bodyPr/>
          <a:lstStyle/>
          <a:p>
            <a:fld id="{4F90343F-D056-4E24-BE3D-A305BDC1A23E}" type="slidenum">
              <a:rPr lang="en-US" smtClean="0"/>
              <a:pPr/>
              <a:t>‹#›</a:t>
            </a:fld>
            <a:endParaRPr lang="en-US"/>
          </a:p>
        </p:txBody>
      </p:sp>
      <p:sp>
        <p:nvSpPr>
          <p:cNvPr id="9" name="Title 8">
            <a:extLst>
              <a:ext uri="{FF2B5EF4-FFF2-40B4-BE49-F238E27FC236}">
                <a16:creationId xmlns:a16="http://schemas.microsoft.com/office/drawing/2014/main" id="{80793329-D50B-57E4-C438-4BDEFED35E56}"/>
              </a:ext>
            </a:extLst>
          </p:cNvPr>
          <p:cNvSpPr>
            <a:spLocks noGrp="1"/>
          </p:cNvSpPr>
          <p:nvPr>
            <p:ph type="title" hasCustomPrompt="1"/>
          </p:nvPr>
        </p:nvSpPr>
        <p:spPr/>
        <p:txBody>
          <a:bodyPr/>
          <a:lstStyle/>
          <a:p>
            <a:r>
              <a:rPr lang="en-US"/>
              <a:t>Title Goes Here</a:t>
            </a:r>
            <a:br>
              <a:rPr lang="en-US"/>
            </a:br>
            <a:r>
              <a:rPr lang="en-US"/>
              <a:t>Titles Are IBM Sans Plex Bold 36pt Font</a:t>
            </a:r>
          </a:p>
        </p:txBody>
      </p:sp>
      <p:sp>
        <p:nvSpPr>
          <p:cNvPr id="11" name="Subtitle 2">
            <a:extLst>
              <a:ext uri="{FF2B5EF4-FFF2-40B4-BE49-F238E27FC236}">
                <a16:creationId xmlns:a16="http://schemas.microsoft.com/office/drawing/2014/main" id="{B7E8AFC3-9780-1837-7611-3D6E4A1991CF}"/>
              </a:ext>
            </a:extLst>
          </p:cNvPr>
          <p:cNvSpPr>
            <a:spLocks noGrp="1"/>
          </p:cNvSpPr>
          <p:nvPr>
            <p:ph type="subTitle" idx="17" hasCustomPrompt="1"/>
          </p:nvPr>
        </p:nvSpPr>
        <p:spPr>
          <a:xfrm>
            <a:off x="457199" y="1463040"/>
            <a:ext cx="11273990" cy="294930"/>
          </a:xfrm>
        </p:spPr>
        <p:txBody>
          <a:bodyPr vert="horz" lIns="0" tIns="0" rIns="0" bIns="0" rtlCol="0">
            <a:noAutofit/>
          </a:bodyPr>
          <a:lstStyle>
            <a:lvl1pPr marL="0" indent="0">
              <a:buFont typeface="IBM Plex Sans" panose="020B0503050203000203" pitchFamily="34" charset="0"/>
              <a:buNone/>
              <a:defRPr lang="en-US" cap="all" baseline="0" dirty="0">
                <a:solidFill>
                  <a:schemeClr val="accent1">
                    <a:lumMod val="50000"/>
                  </a:schemeClr>
                </a:solidFill>
              </a:defRPr>
            </a:lvl1pPr>
          </a:lstStyle>
          <a:p>
            <a:pPr marL="228600" lvl="0" indent="-228600">
              <a:lnSpc>
                <a:spcPct val="85000"/>
              </a:lnSpc>
              <a:spcBef>
                <a:spcPts val="0"/>
              </a:spcBef>
            </a:pPr>
            <a:r>
              <a:rPr lang="en-US"/>
              <a:t>CLICK TO EDIT MASTER SUBTITLE</a:t>
            </a:r>
          </a:p>
        </p:txBody>
      </p:sp>
    </p:spTree>
    <p:extLst>
      <p:ext uri="{BB962C8B-B14F-4D97-AF65-F5344CB8AC3E}">
        <p14:creationId xmlns:p14="http://schemas.microsoft.com/office/powerpoint/2010/main" val="3251044312"/>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Content Subtitle">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4EAB28DF-6682-7C2B-E1BB-0C6BD2F775F3}"/>
              </a:ext>
            </a:extLst>
          </p:cNvPr>
          <p:cNvSpPr/>
          <p:nvPr userDrawn="1"/>
        </p:nvSpPr>
        <p:spPr>
          <a:xfrm>
            <a:off x="-3609" y="6244633"/>
            <a:ext cx="5419092" cy="613367"/>
          </a:xfrm>
          <a:custGeom>
            <a:avLst/>
            <a:gdLst>
              <a:gd name="connsiteX0" fmla="*/ 0 w 5419092"/>
              <a:gd name="connsiteY0" fmla="*/ 0 h 613367"/>
              <a:gd name="connsiteX1" fmla="*/ 4805725 w 5419092"/>
              <a:gd name="connsiteY1" fmla="*/ 0 h 613367"/>
              <a:gd name="connsiteX2" fmla="*/ 5419092 w 5419092"/>
              <a:gd name="connsiteY2" fmla="*/ 613367 h 613367"/>
              <a:gd name="connsiteX3" fmla="*/ 0 w 5419092"/>
              <a:gd name="connsiteY3" fmla="*/ 613367 h 613367"/>
            </a:gdLst>
            <a:ahLst/>
            <a:cxnLst>
              <a:cxn ang="0">
                <a:pos x="connsiteX0" y="connsiteY0"/>
              </a:cxn>
              <a:cxn ang="0">
                <a:pos x="connsiteX1" y="connsiteY1"/>
              </a:cxn>
              <a:cxn ang="0">
                <a:pos x="connsiteX2" y="connsiteY2"/>
              </a:cxn>
              <a:cxn ang="0">
                <a:pos x="connsiteX3" y="connsiteY3"/>
              </a:cxn>
            </a:cxnLst>
            <a:rect l="l" t="t" r="r" b="b"/>
            <a:pathLst>
              <a:path w="5419092" h="613367">
                <a:moveTo>
                  <a:pt x="0" y="0"/>
                </a:moveTo>
                <a:lnTo>
                  <a:pt x="4805725" y="0"/>
                </a:lnTo>
                <a:cubicBezTo>
                  <a:pt x="5144432" y="0"/>
                  <a:pt x="5419092" y="274662"/>
                  <a:pt x="5419092" y="613367"/>
                </a:cubicBezTo>
                <a:lnTo>
                  <a:pt x="0" y="613367"/>
                </a:lnTo>
                <a:close/>
              </a:path>
            </a:pathLst>
          </a:custGeom>
          <a:solidFill>
            <a:schemeClr val="accent1"/>
          </a:solidFill>
          <a:ln w="9525" cap="flat">
            <a:noFill/>
            <a:prstDash val="solid"/>
            <a:miter/>
          </a:ln>
        </p:spPr>
        <p:txBody>
          <a:bodyPr rtlCol="0" anchor="ctr"/>
          <a:lstStyle/>
          <a:p>
            <a:endParaRPr lang="en-US"/>
          </a:p>
        </p:txBody>
      </p:sp>
      <p:sp>
        <p:nvSpPr>
          <p:cNvPr id="9" name="Subtitle 2">
            <a:extLst>
              <a:ext uri="{FF2B5EF4-FFF2-40B4-BE49-F238E27FC236}">
                <a16:creationId xmlns:a16="http://schemas.microsoft.com/office/drawing/2014/main" id="{05F86292-640E-ABD1-EE45-AFFF02B108A3}"/>
              </a:ext>
            </a:extLst>
          </p:cNvPr>
          <p:cNvSpPr>
            <a:spLocks noGrp="1"/>
          </p:cNvSpPr>
          <p:nvPr>
            <p:ph type="subTitle" idx="13" hasCustomPrompt="1"/>
          </p:nvPr>
        </p:nvSpPr>
        <p:spPr>
          <a:xfrm>
            <a:off x="457199" y="1463040"/>
            <a:ext cx="11252578" cy="294930"/>
          </a:xfrm>
        </p:spPr>
        <p:txBody>
          <a:bodyPr vert="horz" lIns="0" tIns="0" rIns="0" bIns="0" rtlCol="0">
            <a:noAutofit/>
          </a:bodyPr>
          <a:lstStyle>
            <a:lvl1pPr marL="0" indent="0">
              <a:buNone/>
              <a:defRPr lang="en-US" cap="all" baseline="0" dirty="0">
                <a:solidFill>
                  <a:schemeClr val="accent1">
                    <a:lumMod val="50000"/>
                  </a:schemeClr>
                </a:solidFill>
              </a:defRPr>
            </a:lvl1pPr>
          </a:lstStyle>
          <a:p>
            <a:pPr marL="228600" lvl="0" indent="-228600">
              <a:lnSpc>
                <a:spcPct val="85000"/>
              </a:lnSpc>
              <a:spcBef>
                <a:spcPts val="0"/>
              </a:spcBef>
            </a:pPr>
            <a:r>
              <a:rPr lang="en-US"/>
              <a:t>CLICK TO EDIT MASTER SUBTITLE</a:t>
            </a:r>
          </a:p>
        </p:txBody>
      </p:sp>
      <p:sp>
        <p:nvSpPr>
          <p:cNvPr id="5" name="Content Placeholder 4">
            <a:extLst>
              <a:ext uri="{FF2B5EF4-FFF2-40B4-BE49-F238E27FC236}">
                <a16:creationId xmlns:a16="http://schemas.microsoft.com/office/drawing/2014/main" id="{C89DD472-1C3D-71F4-D826-66A8AED9E98B}"/>
              </a:ext>
            </a:extLst>
          </p:cNvPr>
          <p:cNvSpPr>
            <a:spLocks noGrp="1"/>
          </p:cNvSpPr>
          <p:nvPr>
            <p:ph sz="quarter" idx="17"/>
          </p:nvPr>
        </p:nvSpPr>
        <p:spPr>
          <a:xfrm>
            <a:off x="457200" y="2011680"/>
            <a:ext cx="11273991" cy="4133978"/>
          </a:xfrm>
        </p:spPr>
        <p:txBody>
          <a:bodyPr b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A83ABB11-50AC-85EF-73E7-77A9E8F32F25}"/>
              </a:ext>
            </a:extLst>
          </p:cNvPr>
          <p:cNvSpPr>
            <a:spLocks noGrp="1"/>
          </p:cNvSpPr>
          <p:nvPr>
            <p:ph type="dt" sz="half" idx="18"/>
          </p:nvPr>
        </p:nvSpPr>
        <p:spPr/>
        <p:txBody>
          <a:bodyPr/>
          <a:lstStyle/>
          <a:p>
            <a:fld id="{228D026D-C07B-48C8-8C2B-C561E4D51E16}" type="datetime1">
              <a:rPr lang="en-US" smtClean="0"/>
              <a:t>11/19/2024</a:t>
            </a:fld>
            <a:endParaRPr lang="en-US"/>
          </a:p>
        </p:txBody>
      </p:sp>
      <p:sp>
        <p:nvSpPr>
          <p:cNvPr id="4" name="Footer Placeholder 3">
            <a:extLst>
              <a:ext uri="{FF2B5EF4-FFF2-40B4-BE49-F238E27FC236}">
                <a16:creationId xmlns:a16="http://schemas.microsoft.com/office/drawing/2014/main" id="{AEC535E8-7252-6272-23AB-0925CC80BA4E}"/>
              </a:ext>
            </a:extLst>
          </p:cNvPr>
          <p:cNvSpPr>
            <a:spLocks noGrp="1"/>
          </p:cNvSpPr>
          <p:nvPr>
            <p:ph type="ftr" sz="quarter" idx="19"/>
          </p:nvPr>
        </p:nvSpPr>
        <p:spPr/>
        <p:txBody>
          <a:bodyPr/>
          <a:lstStyle/>
          <a:p>
            <a:r>
              <a:rPr lang="en-US"/>
              <a:t>CONFIDENTIAL</a:t>
            </a:r>
          </a:p>
        </p:txBody>
      </p:sp>
      <p:sp>
        <p:nvSpPr>
          <p:cNvPr id="6" name="Slide Number Placeholder 5">
            <a:extLst>
              <a:ext uri="{FF2B5EF4-FFF2-40B4-BE49-F238E27FC236}">
                <a16:creationId xmlns:a16="http://schemas.microsoft.com/office/drawing/2014/main" id="{7B2C71DF-D66A-5D3B-A2BB-E8D915B68381}"/>
              </a:ext>
            </a:extLst>
          </p:cNvPr>
          <p:cNvSpPr>
            <a:spLocks noGrp="1"/>
          </p:cNvSpPr>
          <p:nvPr>
            <p:ph type="sldNum" sz="quarter" idx="20"/>
          </p:nvPr>
        </p:nvSpPr>
        <p:spPr/>
        <p:txBody>
          <a:bodyPr/>
          <a:lstStyle>
            <a:lvl1pPr>
              <a:defRPr>
                <a:solidFill>
                  <a:schemeClr val="bg1"/>
                </a:solidFill>
              </a:defRPr>
            </a:lvl1pPr>
          </a:lstStyle>
          <a:p>
            <a:fld id="{4F90343F-D056-4E24-BE3D-A305BDC1A23E}" type="slidenum">
              <a:rPr lang="en-US" smtClean="0"/>
              <a:pPr/>
              <a:t>‹#›</a:t>
            </a:fld>
            <a:endParaRPr lang="en-US"/>
          </a:p>
        </p:txBody>
      </p:sp>
      <p:sp>
        <p:nvSpPr>
          <p:cNvPr id="11" name="Title 10">
            <a:extLst>
              <a:ext uri="{FF2B5EF4-FFF2-40B4-BE49-F238E27FC236}">
                <a16:creationId xmlns:a16="http://schemas.microsoft.com/office/drawing/2014/main" id="{C01F5482-8B57-B211-2C19-DD2E5305A99E}"/>
              </a:ext>
            </a:extLst>
          </p:cNvPr>
          <p:cNvSpPr>
            <a:spLocks noGrp="1"/>
          </p:cNvSpPr>
          <p:nvPr>
            <p:ph type="title" hasCustomPrompt="1"/>
          </p:nvPr>
        </p:nvSpPr>
        <p:spPr/>
        <p:txBody>
          <a:bodyPr/>
          <a:lstStyle/>
          <a:p>
            <a:r>
              <a:rPr lang="en-US"/>
              <a:t>Title Goes Here</a:t>
            </a:r>
            <a:br>
              <a:rPr lang="en-US"/>
            </a:br>
            <a:r>
              <a:rPr lang="en-US"/>
              <a:t>Titles Are IBM Sans Plex Bold 36pt Font</a:t>
            </a:r>
          </a:p>
        </p:txBody>
      </p:sp>
    </p:spTree>
    <p:extLst>
      <p:ext uri="{BB962C8B-B14F-4D97-AF65-F5344CB8AC3E}">
        <p14:creationId xmlns:p14="http://schemas.microsoft.com/office/powerpoint/2010/main" val="3323079127"/>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Content Subtitle Only">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29604577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Date Placeholder 1">
            <a:extLst>
              <a:ext uri="{FF2B5EF4-FFF2-40B4-BE49-F238E27FC236}">
                <a16:creationId xmlns:a16="http://schemas.microsoft.com/office/drawing/2014/main" id="{6CC393AD-0731-1232-D984-C6C312E050E1}"/>
              </a:ext>
            </a:extLst>
          </p:cNvPr>
          <p:cNvSpPr>
            <a:spLocks noGrp="1"/>
          </p:cNvSpPr>
          <p:nvPr>
            <p:ph type="dt" sz="half" idx="10"/>
          </p:nvPr>
        </p:nvSpPr>
        <p:spPr/>
        <p:txBody>
          <a:bodyPr/>
          <a:lstStyle/>
          <a:p>
            <a:fld id="{228D026D-C07B-48C8-8C2B-C561E4D51E16}" type="datetime1">
              <a:rPr lang="en-US" smtClean="0"/>
              <a:t>11/19/2024</a:t>
            </a:fld>
            <a:endParaRPr lang="en-US"/>
          </a:p>
        </p:txBody>
      </p:sp>
      <p:sp>
        <p:nvSpPr>
          <p:cNvPr id="3" name="Footer Placeholder 2">
            <a:extLst>
              <a:ext uri="{FF2B5EF4-FFF2-40B4-BE49-F238E27FC236}">
                <a16:creationId xmlns:a16="http://schemas.microsoft.com/office/drawing/2014/main" id="{0A6CB158-F143-8E48-AC91-520357EE44D5}"/>
              </a:ext>
            </a:extLst>
          </p:cNvPr>
          <p:cNvSpPr>
            <a:spLocks noGrp="1"/>
          </p:cNvSpPr>
          <p:nvPr>
            <p:ph type="ftr" sz="quarter" idx="11"/>
          </p:nvPr>
        </p:nvSpPr>
        <p:spPr/>
        <p:txBody>
          <a:bodyPr/>
          <a:lstStyle/>
          <a:p>
            <a:r>
              <a:rPr lang="en-US"/>
              <a:t>CONFIDENTIAL</a:t>
            </a:r>
          </a:p>
        </p:txBody>
      </p:sp>
      <p:sp>
        <p:nvSpPr>
          <p:cNvPr id="4" name="Slide Number Placeholder 3">
            <a:extLst>
              <a:ext uri="{FF2B5EF4-FFF2-40B4-BE49-F238E27FC236}">
                <a16:creationId xmlns:a16="http://schemas.microsoft.com/office/drawing/2014/main" id="{86689360-6B1E-1CD7-45BC-CEF79D4BE493}"/>
              </a:ext>
            </a:extLst>
          </p:cNvPr>
          <p:cNvSpPr>
            <a:spLocks noGrp="1"/>
          </p:cNvSpPr>
          <p:nvPr>
            <p:ph type="sldNum" sz="quarter" idx="12"/>
          </p:nvPr>
        </p:nvSpPr>
        <p:spPr/>
        <p:txBody>
          <a:bodyPr/>
          <a:lstStyle/>
          <a:p>
            <a:fld id="{4F90343F-D056-4E24-BE3D-A305BDC1A23E}" type="slidenum">
              <a:rPr lang="en-US" smtClean="0"/>
              <a:pPr/>
              <a:t>‹#›</a:t>
            </a:fld>
            <a:endParaRPr lang="en-US"/>
          </a:p>
        </p:txBody>
      </p:sp>
      <p:sp>
        <p:nvSpPr>
          <p:cNvPr id="5" name="Title 4">
            <a:extLst>
              <a:ext uri="{FF2B5EF4-FFF2-40B4-BE49-F238E27FC236}">
                <a16:creationId xmlns:a16="http://schemas.microsoft.com/office/drawing/2014/main" id="{004442CE-A5B1-EFAA-70ED-33B50BE60F85}"/>
              </a:ext>
            </a:extLst>
          </p:cNvPr>
          <p:cNvSpPr>
            <a:spLocks noGrp="1"/>
          </p:cNvSpPr>
          <p:nvPr>
            <p:ph type="title" hasCustomPrompt="1"/>
          </p:nvPr>
        </p:nvSpPr>
        <p:spPr>
          <a:xfrm>
            <a:off x="457200" y="317500"/>
            <a:ext cx="11273991" cy="1103980"/>
          </a:xfrm>
        </p:spPr>
        <p:txBody>
          <a:bodyPr/>
          <a:lstStyle/>
          <a:p>
            <a:r>
              <a:rPr lang="en-US"/>
              <a:t>Title Goes Here</a:t>
            </a:r>
            <a:br>
              <a:rPr lang="en-US"/>
            </a:br>
            <a:r>
              <a:rPr lang="en-US"/>
              <a:t>Titles Are IBM Sans Plex Bold 36pt Font</a:t>
            </a:r>
          </a:p>
        </p:txBody>
      </p:sp>
      <p:sp>
        <p:nvSpPr>
          <p:cNvPr id="7" name="Subtitle 52">
            <a:extLst>
              <a:ext uri="{FF2B5EF4-FFF2-40B4-BE49-F238E27FC236}">
                <a16:creationId xmlns:a16="http://schemas.microsoft.com/office/drawing/2014/main" id="{59A2B5BC-D73D-77C0-6DB2-80C7AC5D553A}"/>
              </a:ext>
            </a:extLst>
          </p:cNvPr>
          <p:cNvSpPr>
            <a:spLocks noGrp="1"/>
          </p:cNvSpPr>
          <p:nvPr>
            <p:ph type="subTitle" idx="17" hasCustomPrompt="1"/>
          </p:nvPr>
        </p:nvSpPr>
        <p:spPr>
          <a:xfrm>
            <a:off x="457199" y="1463040"/>
            <a:ext cx="11252578" cy="294930"/>
          </a:xfrm>
        </p:spPr>
        <p:txBody>
          <a:bodyPr vert="horz" lIns="0" tIns="0" rIns="0" bIns="0" rtlCol="0">
            <a:noAutofit/>
          </a:bodyPr>
          <a:lstStyle>
            <a:lvl1pPr marL="0" indent="0">
              <a:buNone/>
              <a:defRPr lang="en-US" cap="all" baseline="0" dirty="0">
                <a:solidFill>
                  <a:schemeClr val="accent1">
                    <a:lumMod val="50000"/>
                  </a:schemeClr>
                </a:solidFill>
              </a:defRPr>
            </a:lvl1pPr>
          </a:lstStyle>
          <a:p>
            <a:pPr marL="228600" lvl="0" indent="-228600">
              <a:lnSpc>
                <a:spcPct val="85000"/>
              </a:lnSpc>
              <a:spcBef>
                <a:spcPts val="0"/>
              </a:spcBef>
            </a:pPr>
            <a:r>
              <a:rPr lang="en-US"/>
              <a:t>CLICK TO EDIT MASTER SUBTITLE</a:t>
            </a:r>
          </a:p>
        </p:txBody>
      </p:sp>
    </p:spTree>
    <p:extLst>
      <p:ext uri="{BB962C8B-B14F-4D97-AF65-F5344CB8AC3E}">
        <p14:creationId xmlns:p14="http://schemas.microsoft.com/office/powerpoint/2010/main" val="766074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BD65C-F45F-09AD-BEF9-DF6349E34006}"/>
              </a:ext>
            </a:extLst>
          </p:cNvPr>
          <p:cNvSpPr>
            <a:spLocks noGrp="1"/>
          </p:cNvSpPr>
          <p:nvPr>
            <p:ph type="title" hasCustomPrompt="1"/>
          </p:nvPr>
        </p:nvSpPr>
        <p:spPr/>
        <p:txBody>
          <a:bodyPr/>
          <a:lstStyle/>
          <a:p>
            <a:r>
              <a:rPr lang="en-US"/>
              <a:t>Title Goes Here</a:t>
            </a:r>
            <a:br>
              <a:rPr lang="en-US"/>
            </a:br>
            <a:r>
              <a:rPr lang="en-US"/>
              <a:t>Titles Are IBM Sans Plex Bold 36pt Font</a:t>
            </a:r>
          </a:p>
        </p:txBody>
      </p:sp>
      <p:sp>
        <p:nvSpPr>
          <p:cNvPr id="3" name="Date Placeholder 2">
            <a:extLst>
              <a:ext uri="{FF2B5EF4-FFF2-40B4-BE49-F238E27FC236}">
                <a16:creationId xmlns:a16="http://schemas.microsoft.com/office/drawing/2014/main" id="{E0938F9D-9107-D2AE-6F98-53B9176EABB0}"/>
              </a:ext>
            </a:extLst>
          </p:cNvPr>
          <p:cNvSpPr>
            <a:spLocks noGrp="1"/>
          </p:cNvSpPr>
          <p:nvPr>
            <p:ph type="dt" sz="half" idx="10"/>
          </p:nvPr>
        </p:nvSpPr>
        <p:spPr/>
        <p:txBody>
          <a:bodyPr/>
          <a:lstStyle/>
          <a:p>
            <a:fld id="{228D026D-C07B-48C8-8C2B-C561E4D51E16}" type="datetime1">
              <a:rPr lang="en-US" smtClean="0"/>
              <a:t>11/19/2024</a:t>
            </a:fld>
            <a:endParaRPr lang="en-US"/>
          </a:p>
        </p:txBody>
      </p:sp>
      <p:sp>
        <p:nvSpPr>
          <p:cNvPr id="4" name="Footer Placeholder 3">
            <a:extLst>
              <a:ext uri="{FF2B5EF4-FFF2-40B4-BE49-F238E27FC236}">
                <a16:creationId xmlns:a16="http://schemas.microsoft.com/office/drawing/2014/main" id="{4ED625E7-1414-AA66-ACA7-187FA1C711E0}"/>
              </a:ext>
            </a:extLst>
          </p:cNvPr>
          <p:cNvSpPr>
            <a:spLocks noGrp="1"/>
          </p:cNvSpPr>
          <p:nvPr>
            <p:ph type="ftr" sz="quarter" idx="11"/>
          </p:nvPr>
        </p:nvSpPr>
        <p:spPr/>
        <p:txBody>
          <a:bodyPr/>
          <a:lstStyle/>
          <a:p>
            <a:r>
              <a:rPr lang="en-US"/>
              <a:t>CONFIDENTIAL</a:t>
            </a:r>
          </a:p>
        </p:txBody>
      </p:sp>
      <p:sp>
        <p:nvSpPr>
          <p:cNvPr id="5" name="Slide Number Placeholder 4">
            <a:extLst>
              <a:ext uri="{FF2B5EF4-FFF2-40B4-BE49-F238E27FC236}">
                <a16:creationId xmlns:a16="http://schemas.microsoft.com/office/drawing/2014/main" id="{DD8E4A79-BC68-4AC0-3519-1BC1C14A673D}"/>
              </a:ext>
            </a:extLst>
          </p:cNvPr>
          <p:cNvSpPr>
            <a:spLocks noGrp="1"/>
          </p:cNvSpPr>
          <p:nvPr>
            <p:ph type="sldNum" sz="quarter" idx="12"/>
          </p:nvPr>
        </p:nvSpPr>
        <p:spPr/>
        <p:txBody>
          <a:bodyPr/>
          <a:lstStyle/>
          <a:p>
            <a:fld id="{4F90343F-D056-4E24-BE3D-A305BDC1A23E}" type="slidenum">
              <a:rPr lang="en-US" smtClean="0"/>
              <a:pPr/>
              <a:t>‹#›</a:t>
            </a:fld>
            <a:endParaRPr lang="en-US"/>
          </a:p>
        </p:txBody>
      </p:sp>
      <p:sp>
        <p:nvSpPr>
          <p:cNvPr id="8" name="Text Placeholder 7">
            <a:extLst>
              <a:ext uri="{FF2B5EF4-FFF2-40B4-BE49-F238E27FC236}">
                <a16:creationId xmlns:a16="http://schemas.microsoft.com/office/drawing/2014/main" id="{3D94288F-D393-4C9B-231D-3FA5253311B8}"/>
              </a:ext>
            </a:extLst>
          </p:cNvPr>
          <p:cNvSpPr>
            <a:spLocks noGrp="1"/>
          </p:cNvSpPr>
          <p:nvPr>
            <p:ph type="body" sz="quarter" idx="13" hasCustomPrompt="1"/>
          </p:nvPr>
        </p:nvSpPr>
        <p:spPr>
          <a:xfrm>
            <a:off x="457200" y="1554480"/>
            <a:ext cx="11273991" cy="1005840"/>
          </a:xfrm>
        </p:spPr>
        <p:txBody>
          <a:bodyPr/>
          <a:lstStyle>
            <a:lvl1pPr>
              <a:spcBef>
                <a:spcPts val="600"/>
              </a:spcBef>
              <a:defRPr sz="2000"/>
            </a:lvl1pPr>
            <a:lvl2pPr>
              <a:spcBef>
                <a:spcPts val="600"/>
              </a:spcBef>
              <a:defRPr sz="1800"/>
            </a:lvl2pPr>
            <a:lvl3pPr>
              <a:spcBef>
                <a:spcPts val="600"/>
              </a:spcBef>
              <a:defRPr sz="1600"/>
            </a:lvl3pPr>
          </a:lstStyle>
          <a:p>
            <a:pPr lvl="0"/>
            <a:r>
              <a:rPr lang="en-US"/>
              <a:t>Click to edit master text</a:t>
            </a:r>
          </a:p>
          <a:p>
            <a:pPr lvl="1"/>
            <a:r>
              <a:rPr lang="en-US"/>
              <a:t>Second level</a:t>
            </a:r>
          </a:p>
          <a:p>
            <a:pPr lvl="2"/>
            <a:r>
              <a:rPr lang="en-US"/>
              <a:t>Third level</a:t>
            </a:r>
          </a:p>
        </p:txBody>
      </p:sp>
      <p:sp>
        <p:nvSpPr>
          <p:cNvPr id="11" name="Content Placeholder 10">
            <a:extLst>
              <a:ext uri="{FF2B5EF4-FFF2-40B4-BE49-F238E27FC236}">
                <a16:creationId xmlns:a16="http://schemas.microsoft.com/office/drawing/2014/main" id="{CCED8FB6-085E-2400-3E91-0B8F59CBB8DB}"/>
              </a:ext>
            </a:extLst>
          </p:cNvPr>
          <p:cNvSpPr>
            <a:spLocks noGrp="1"/>
          </p:cNvSpPr>
          <p:nvPr>
            <p:ph sz="quarter" idx="14" hasCustomPrompt="1"/>
          </p:nvPr>
        </p:nvSpPr>
        <p:spPr>
          <a:xfrm>
            <a:off x="457200" y="2604977"/>
            <a:ext cx="11273991" cy="3681523"/>
          </a:xfrm>
        </p:spPr>
        <p:txBody>
          <a:bodyPr anchor="ctr"/>
          <a:lstStyle>
            <a:lvl1pPr marL="0" indent="0" algn="ctr">
              <a:buNone/>
              <a:defRPr/>
            </a:lvl1pPr>
          </a:lstStyle>
          <a:p>
            <a:pPr lvl="0"/>
            <a:r>
              <a:rPr lang="en-US"/>
              <a:t>Click to add content</a:t>
            </a:r>
          </a:p>
        </p:txBody>
      </p:sp>
    </p:spTree>
    <p:extLst>
      <p:ext uri="{BB962C8B-B14F-4D97-AF65-F5344CB8AC3E}">
        <p14:creationId xmlns:p14="http://schemas.microsoft.com/office/powerpoint/2010/main" val="3726040947"/>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Left">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1706D671-A087-8D1B-F370-90FA007C2895}"/>
              </a:ext>
            </a:extLst>
          </p:cNvPr>
          <p:cNvSpPr/>
          <p:nvPr userDrawn="1"/>
        </p:nvSpPr>
        <p:spPr>
          <a:xfrm>
            <a:off x="-3609" y="6244633"/>
            <a:ext cx="5419092" cy="613367"/>
          </a:xfrm>
          <a:custGeom>
            <a:avLst/>
            <a:gdLst>
              <a:gd name="connsiteX0" fmla="*/ 0 w 5419092"/>
              <a:gd name="connsiteY0" fmla="*/ 0 h 613367"/>
              <a:gd name="connsiteX1" fmla="*/ 4805725 w 5419092"/>
              <a:gd name="connsiteY1" fmla="*/ 0 h 613367"/>
              <a:gd name="connsiteX2" fmla="*/ 5419092 w 5419092"/>
              <a:gd name="connsiteY2" fmla="*/ 613367 h 613367"/>
              <a:gd name="connsiteX3" fmla="*/ 0 w 5419092"/>
              <a:gd name="connsiteY3" fmla="*/ 613367 h 613367"/>
            </a:gdLst>
            <a:ahLst/>
            <a:cxnLst>
              <a:cxn ang="0">
                <a:pos x="connsiteX0" y="connsiteY0"/>
              </a:cxn>
              <a:cxn ang="0">
                <a:pos x="connsiteX1" y="connsiteY1"/>
              </a:cxn>
              <a:cxn ang="0">
                <a:pos x="connsiteX2" y="connsiteY2"/>
              </a:cxn>
              <a:cxn ang="0">
                <a:pos x="connsiteX3" y="connsiteY3"/>
              </a:cxn>
            </a:cxnLst>
            <a:rect l="l" t="t" r="r" b="b"/>
            <a:pathLst>
              <a:path w="5419092" h="613367">
                <a:moveTo>
                  <a:pt x="0" y="0"/>
                </a:moveTo>
                <a:lnTo>
                  <a:pt x="4805725" y="0"/>
                </a:lnTo>
                <a:cubicBezTo>
                  <a:pt x="5144432" y="0"/>
                  <a:pt x="5419092" y="274662"/>
                  <a:pt x="5419092" y="613367"/>
                </a:cubicBezTo>
                <a:lnTo>
                  <a:pt x="0" y="613367"/>
                </a:lnTo>
                <a:close/>
              </a:path>
            </a:pathLst>
          </a:custGeom>
          <a:solidFill>
            <a:schemeClr val="accent1"/>
          </a:solidFill>
          <a:ln w="9525" cap="flat">
            <a:noFill/>
            <a:prstDash val="solid"/>
            <a:miter/>
          </a:ln>
        </p:spPr>
        <p:txBody>
          <a:bodyPr rtlCol="0" anchor="ctr"/>
          <a:lstStyle/>
          <a:p>
            <a:endParaRPr lang="en-US"/>
          </a:p>
        </p:txBody>
      </p:sp>
      <p:graphicFrame>
        <p:nvGraphicFramePr>
          <p:cNvPr id="13" name="Object 12" hidden="1"/>
          <p:cNvGraphicFramePr>
            <a:graphicFrameLocks noChangeAspect="1"/>
          </p:cNvGraphicFramePr>
          <p:nvPr userDrawn="1">
            <p:custDataLst>
              <p:tags r:id="rId1"/>
            </p:custDataLst>
            <p:extLst>
              <p:ext uri="{D42A27DB-BD31-4B8C-83A1-F6EECF244321}">
                <p14:modId xmlns:p14="http://schemas.microsoft.com/office/powerpoint/2010/main" val="42598975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13" name="Object 12"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A45283F8-8F7B-4C65-ACF5-A62A96620988}"/>
              </a:ext>
            </a:extLst>
          </p:cNvPr>
          <p:cNvSpPr>
            <a:spLocks noGrp="1"/>
          </p:cNvSpPr>
          <p:nvPr>
            <p:ph type="title" hasCustomPrompt="1"/>
          </p:nvPr>
        </p:nvSpPr>
        <p:spPr>
          <a:xfrm>
            <a:off x="685799" y="914399"/>
            <a:ext cx="3749040" cy="4846321"/>
          </a:xfrm>
        </p:spPr>
        <p:txBody>
          <a:bodyPr vert="horz" lIns="0" tIns="0" rIns="0" anchor="ctr"/>
          <a:lstStyle>
            <a:lvl1pPr>
              <a:defRPr sz="5400">
                <a:solidFill>
                  <a:schemeClr val="accent1">
                    <a:lumMod val="50000"/>
                  </a:schemeClr>
                </a:solidFill>
                <a:latin typeface="+mj-lt"/>
                <a:ea typeface="+mj-ea"/>
                <a:cs typeface="+mj-cs"/>
              </a:defRPr>
            </a:lvl1pPr>
          </a:lstStyle>
          <a:p>
            <a:r>
              <a:rPr lang="en-US"/>
              <a:t>Title Goes Here</a:t>
            </a:r>
          </a:p>
        </p:txBody>
      </p:sp>
      <p:sp>
        <p:nvSpPr>
          <p:cNvPr id="4" name="Subtitle 2">
            <a:extLst>
              <a:ext uri="{FF2B5EF4-FFF2-40B4-BE49-F238E27FC236}">
                <a16:creationId xmlns:a16="http://schemas.microsoft.com/office/drawing/2014/main" id="{432DB5C4-9EAE-A4DE-C1BD-09E0E1C6BAA3}"/>
              </a:ext>
            </a:extLst>
          </p:cNvPr>
          <p:cNvSpPr>
            <a:spLocks noGrp="1"/>
          </p:cNvSpPr>
          <p:nvPr>
            <p:ph type="subTitle" idx="1" hasCustomPrompt="1"/>
          </p:nvPr>
        </p:nvSpPr>
        <p:spPr>
          <a:xfrm>
            <a:off x="4681723" y="914400"/>
            <a:ext cx="6824472" cy="491319"/>
          </a:xfrm>
        </p:spPr>
        <p:txBody>
          <a:bodyPr tIns="0" rIns="182880"/>
          <a:lstStyle>
            <a:lvl1pPr marL="0" indent="0" algn="l">
              <a:spcBef>
                <a:spcPts val="0"/>
              </a:spcBef>
              <a:buNone/>
              <a:defRPr sz="2000" cap="all" baseline="0">
                <a:solidFill>
                  <a:schemeClr val="accent1">
                    <a:lumMod val="50000"/>
                  </a:schemeClr>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4" name="Content Placeholder 13">
            <a:extLst>
              <a:ext uri="{FF2B5EF4-FFF2-40B4-BE49-F238E27FC236}">
                <a16:creationId xmlns:a16="http://schemas.microsoft.com/office/drawing/2014/main" id="{1FA5413D-7CDC-F661-729D-3515CA5B007C}"/>
              </a:ext>
            </a:extLst>
          </p:cNvPr>
          <p:cNvSpPr>
            <a:spLocks noGrp="1"/>
          </p:cNvSpPr>
          <p:nvPr>
            <p:ph sz="quarter" idx="15"/>
          </p:nvPr>
        </p:nvSpPr>
        <p:spPr>
          <a:xfrm>
            <a:off x="4681729" y="1528550"/>
            <a:ext cx="6824472" cy="4232172"/>
          </a:xfrm>
        </p:spPr>
        <p:txBody>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C23F670C-BE1C-00E2-93EC-655A3CDDED6B}"/>
              </a:ext>
            </a:extLst>
          </p:cNvPr>
          <p:cNvSpPr>
            <a:spLocks noGrp="1"/>
          </p:cNvSpPr>
          <p:nvPr>
            <p:ph type="dt" sz="half" idx="16"/>
          </p:nvPr>
        </p:nvSpPr>
        <p:spPr/>
        <p:txBody>
          <a:bodyPr/>
          <a:lstStyle/>
          <a:p>
            <a:fld id="{228D026D-C07B-48C8-8C2B-C561E4D51E16}" type="datetime1">
              <a:rPr lang="en-US" smtClean="0"/>
              <a:t>11/19/2024</a:t>
            </a:fld>
            <a:endParaRPr lang="en-US"/>
          </a:p>
        </p:txBody>
      </p:sp>
      <p:sp>
        <p:nvSpPr>
          <p:cNvPr id="5" name="Footer Placeholder 4">
            <a:extLst>
              <a:ext uri="{FF2B5EF4-FFF2-40B4-BE49-F238E27FC236}">
                <a16:creationId xmlns:a16="http://schemas.microsoft.com/office/drawing/2014/main" id="{CEFB4B59-5A98-BC5D-1AFC-2A94F7028902}"/>
              </a:ext>
            </a:extLst>
          </p:cNvPr>
          <p:cNvSpPr>
            <a:spLocks noGrp="1"/>
          </p:cNvSpPr>
          <p:nvPr>
            <p:ph type="ftr" sz="quarter" idx="17"/>
          </p:nvPr>
        </p:nvSpPr>
        <p:spPr/>
        <p:txBody>
          <a:bodyPr/>
          <a:lstStyle/>
          <a:p>
            <a:r>
              <a:rPr lang="en-US"/>
              <a:t>CONFIDENTIAL</a:t>
            </a:r>
          </a:p>
        </p:txBody>
      </p:sp>
      <p:sp>
        <p:nvSpPr>
          <p:cNvPr id="6" name="Slide Number Placeholder 5">
            <a:extLst>
              <a:ext uri="{FF2B5EF4-FFF2-40B4-BE49-F238E27FC236}">
                <a16:creationId xmlns:a16="http://schemas.microsoft.com/office/drawing/2014/main" id="{51CB8231-C90C-71CE-A327-87A035878498}"/>
              </a:ext>
            </a:extLst>
          </p:cNvPr>
          <p:cNvSpPr>
            <a:spLocks noGrp="1"/>
          </p:cNvSpPr>
          <p:nvPr>
            <p:ph type="sldNum" sz="quarter" idx="18"/>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2596556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icture Left">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6922978-78B1-5952-0258-444F9E578F5F}"/>
              </a:ext>
            </a:extLst>
          </p:cNvPr>
          <p:cNvSpPr/>
          <p:nvPr userDrawn="1"/>
        </p:nvSpPr>
        <p:spPr>
          <a:xfrm>
            <a:off x="-3609" y="6244633"/>
            <a:ext cx="5419092" cy="613367"/>
          </a:xfrm>
          <a:custGeom>
            <a:avLst/>
            <a:gdLst>
              <a:gd name="connsiteX0" fmla="*/ 0 w 5419092"/>
              <a:gd name="connsiteY0" fmla="*/ 0 h 613367"/>
              <a:gd name="connsiteX1" fmla="*/ 4805725 w 5419092"/>
              <a:gd name="connsiteY1" fmla="*/ 0 h 613367"/>
              <a:gd name="connsiteX2" fmla="*/ 5419092 w 5419092"/>
              <a:gd name="connsiteY2" fmla="*/ 613367 h 613367"/>
              <a:gd name="connsiteX3" fmla="*/ 0 w 5419092"/>
              <a:gd name="connsiteY3" fmla="*/ 613367 h 613367"/>
            </a:gdLst>
            <a:ahLst/>
            <a:cxnLst>
              <a:cxn ang="0">
                <a:pos x="connsiteX0" y="connsiteY0"/>
              </a:cxn>
              <a:cxn ang="0">
                <a:pos x="connsiteX1" y="connsiteY1"/>
              </a:cxn>
              <a:cxn ang="0">
                <a:pos x="connsiteX2" y="connsiteY2"/>
              </a:cxn>
              <a:cxn ang="0">
                <a:pos x="connsiteX3" y="connsiteY3"/>
              </a:cxn>
            </a:cxnLst>
            <a:rect l="l" t="t" r="r" b="b"/>
            <a:pathLst>
              <a:path w="5419092" h="613367">
                <a:moveTo>
                  <a:pt x="0" y="0"/>
                </a:moveTo>
                <a:lnTo>
                  <a:pt x="4805725" y="0"/>
                </a:lnTo>
                <a:cubicBezTo>
                  <a:pt x="5144432" y="0"/>
                  <a:pt x="5419092" y="274662"/>
                  <a:pt x="5419092" y="613367"/>
                </a:cubicBezTo>
                <a:lnTo>
                  <a:pt x="0" y="613367"/>
                </a:lnTo>
                <a:close/>
              </a:path>
            </a:pathLst>
          </a:custGeom>
          <a:solidFill>
            <a:schemeClr val="accent1"/>
          </a:solidFill>
          <a:ln w="9525" cap="flat">
            <a:noFill/>
            <a:prstDash val="solid"/>
            <a:miter/>
          </a:ln>
        </p:spPr>
        <p:txBody>
          <a:bodyPr rtlCol="0" anchor="ctr"/>
          <a:lstStyle/>
          <a:p>
            <a:endParaRPr lang="en-US"/>
          </a:p>
        </p:txBody>
      </p:sp>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1733599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Title Placeholder 1">
            <a:extLst>
              <a:ext uri="{FF2B5EF4-FFF2-40B4-BE49-F238E27FC236}">
                <a16:creationId xmlns:a16="http://schemas.microsoft.com/office/drawing/2014/main" id="{EC1ED141-BBBF-4DD5-B7BC-89C97DDCA601}"/>
              </a:ext>
            </a:extLst>
          </p:cNvPr>
          <p:cNvSpPr>
            <a:spLocks noGrp="1"/>
          </p:cNvSpPr>
          <p:nvPr>
            <p:ph type="title" hasCustomPrompt="1"/>
          </p:nvPr>
        </p:nvSpPr>
        <p:spPr>
          <a:xfrm>
            <a:off x="5852160" y="900830"/>
            <a:ext cx="5662900" cy="1106454"/>
          </a:xfrm>
          <a:prstGeom prst="rect">
            <a:avLst/>
          </a:prstGeom>
        </p:spPr>
        <p:txBody>
          <a:bodyPr vert="horz" lIns="0" tIns="0" rIns="0" bIns="0" rtlCol="0" anchor="b">
            <a:noAutofit/>
          </a:bodyPr>
          <a:lstStyle>
            <a:lvl1pPr>
              <a:defRPr sz="4000">
                <a:solidFill>
                  <a:schemeClr val="accent1">
                    <a:lumMod val="50000"/>
                  </a:schemeClr>
                </a:solidFill>
                <a:latin typeface="+mj-lt"/>
                <a:ea typeface="+mj-ea"/>
                <a:cs typeface="+mj-cs"/>
              </a:defRPr>
            </a:lvl1pPr>
          </a:lstStyle>
          <a:p>
            <a:r>
              <a:rPr lang="en-US"/>
              <a:t>Title Goes Here</a:t>
            </a:r>
          </a:p>
        </p:txBody>
      </p:sp>
      <p:sp>
        <p:nvSpPr>
          <p:cNvPr id="5" name="Picture Placeholder 23">
            <a:extLst>
              <a:ext uri="{FF2B5EF4-FFF2-40B4-BE49-F238E27FC236}">
                <a16:creationId xmlns:a16="http://schemas.microsoft.com/office/drawing/2014/main" id="{85722EBC-8176-2081-5A3F-1276FD28E162}"/>
              </a:ext>
            </a:extLst>
          </p:cNvPr>
          <p:cNvSpPr>
            <a:spLocks noGrp="1"/>
          </p:cNvSpPr>
          <p:nvPr>
            <p:ph type="pic" sz="quarter" idx="10"/>
          </p:nvPr>
        </p:nvSpPr>
        <p:spPr>
          <a:xfrm>
            <a:off x="895258" y="1371600"/>
            <a:ext cx="4114800" cy="4114800"/>
          </a:xfrm>
          <a:prstGeom prst="roundRect">
            <a:avLst>
              <a:gd name="adj" fmla="val 10770"/>
            </a:avLst>
          </a:prstGeom>
          <a:solidFill>
            <a:schemeClr val="bg1">
              <a:lumMod val="75000"/>
            </a:schemeClr>
          </a:solidFill>
        </p:spPr>
        <p:txBody>
          <a:bodyPr anchor="ctr"/>
          <a:lstStyle>
            <a:lvl1pPr marL="0" indent="0" algn="ctr">
              <a:buNone/>
              <a:defRPr/>
            </a:lvl1pPr>
          </a:lstStyle>
          <a:p>
            <a:r>
              <a:rPr lang="en-US"/>
              <a:t>Click icon to add picture</a:t>
            </a:r>
          </a:p>
        </p:txBody>
      </p:sp>
      <p:sp>
        <p:nvSpPr>
          <p:cNvPr id="4" name="Subtitle 2">
            <a:extLst>
              <a:ext uri="{FF2B5EF4-FFF2-40B4-BE49-F238E27FC236}">
                <a16:creationId xmlns:a16="http://schemas.microsoft.com/office/drawing/2014/main" id="{2E510254-AABA-C481-FF78-4439EFA4066F}"/>
              </a:ext>
            </a:extLst>
          </p:cNvPr>
          <p:cNvSpPr>
            <a:spLocks noGrp="1"/>
          </p:cNvSpPr>
          <p:nvPr>
            <p:ph type="subTitle" idx="11" hasCustomPrompt="1"/>
          </p:nvPr>
        </p:nvSpPr>
        <p:spPr>
          <a:xfrm>
            <a:off x="5852160" y="2103120"/>
            <a:ext cx="5662900" cy="293117"/>
          </a:xfrm>
        </p:spPr>
        <p:txBody>
          <a:bodyPr lIns="0" tIns="0" rIns="0" bIns="0"/>
          <a:lstStyle>
            <a:lvl1pPr marL="0" indent="0" algn="l">
              <a:buNone/>
              <a:defRPr sz="2000" b="0" cap="all" baseline="0">
                <a:solidFill>
                  <a:schemeClr val="accent1">
                    <a:lumMod val="50000"/>
                  </a:schemeClr>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Lorem ipsum dolor sit </a:t>
            </a:r>
            <a:r>
              <a:rPr lang="en-US" err="1"/>
              <a:t>amet</a:t>
            </a:r>
            <a:endParaRPr lang="en-US"/>
          </a:p>
        </p:txBody>
      </p:sp>
      <p:sp>
        <p:nvSpPr>
          <p:cNvPr id="14" name="Content Placeholder 13">
            <a:extLst>
              <a:ext uri="{FF2B5EF4-FFF2-40B4-BE49-F238E27FC236}">
                <a16:creationId xmlns:a16="http://schemas.microsoft.com/office/drawing/2014/main" id="{7ABEBA9C-A77D-F0A9-1361-919EBC41F43D}"/>
              </a:ext>
            </a:extLst>
          </p:cNvPr>
          <p:cNvSpPr>
            <a:spLocks noGrp="1"/>
          </p:cNvSpPr>
          <p:nvPr>
            <p:ph sz="quarter" idx="16"/>
          </p:nvPr>
        </p:nvSpPr>
        <p:spPr>
          <a:xfrm>
            <a:off x="5841713" y="2601076"/>
            <a:ext cx="5662900" cy="3109671"/>
          </a:xfrm>
        </p:spPr>
        <p:txBody>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D2FAFF7D-5657-F17C-D67F-211C8EB84DEB}"/>
              </a:ext>
            </a:extLst>
          </p:cNvPr>
          <p:cNvSpPr>
            <a:spLocks noGrp="1"/>
          </p:cNvSpPr>
          <p:nvPr>
            <p:ph type="dt" sz="half" idx="17"/>
          </p:nvPr>
        </p:nvSpPr>
        <p:spPr/>
        <p:txBody>
          <a:bodyPr/>
          <a:lstStyle/>
          <a:p>
            <a:fld id="{228D026D-C07B-48C8-8C2B-C561E4D51E16}" type="datetime1">
              <a:rPr lang="en-US" smtClean="0"/>
              <a:t>11/19/2024</a:t>
            </a:fld>
            <a:endParaRPr lang="en-US"/>
          </a:p>
        </p:txBody>
      </p:sp>
      <p:sp>
        <p:nvSpPr>
          <p:cNvPr id="3" name="Footer Placeholder 2">
            <a:extLst>
              <a:ext uri="{FF2B5EF4-FFF2-40B4-BE49-F238E27FC236}">
                <a16:creationId xmlns:a16="http://schemas.microsoft.com/office/drawing/2014/main" id="{5ED60CB7-8B95-8861-4CED-69F85D0CDB25}"/>
              </a:ext>
            </a:extLst>
          </p:cNvPr>
          <p:cNvSpPr>
            <a:spLocks noGrp="1"/>
          </p:cNvSpPr>
          <p:nvPr>
            <p:ph type="ftr" sz="quarter" idx="18"/>
          </p:nvPr>
        </p:nvSpPr>
        <p:spPr/>
        <p:txBody>
          <a:bodyPr/>
          <a:lstStyle/>
          <a:p>
            <a:r>
              <a:rPr lang="en-US"/>
              <a:t>CONFIDENTIAL</a:t>
            </a:r>
          </a:p>
        </p:txBody>
      </p:sp>
      <p:sp>
        <p:nvSpPr>
          <p:cNvPr id="7" name="Slide Number Placeholder 6">
            <a:extLst>
              <a:ext uri="{FF2B5EF4-FFF2-40B4-BE49-F238E27FC236}">
                <a16:creationId xmlns:a16="http://schemas.microsoft.com/office/drawing/2014/main" id="{4CC00981-697F-0A7E-BDA2-173CB75C8A08}"/>
              </a:ext>
            </a:extLst>
          </p:cNvPr>
          <p:cNvSpPr>
            <a:spLocks noGrp="1"/>
          </p:cNvSpPr>
          <p:nvPr>
            <p:ph type="sldNum" sz="quarter" idx="19"/>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2677067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E5C7EAEE-A772-DF5C-D3F2-C6316D58F356}"/>
              </a:ext>
            </a:extLst>
          </p:cNvPr>
          <p:cNvSpPr/>
          <p:nvPr userDrawn="1"/>
        </p:nvSpPr>
        <p:spPr>
          <a:xfrm>
            <a:off x="-3609" y="6244633"/>
            <a:ext cx="5419092" cy="613367"/>
          </a:xfrm>
          <a:custGeom>
            <a:avLst/>
            <a:gdLst>
              <a:gd name="connsiteX0" fmla="*/ 0 w 5419092"/>
              <a:gd name="connsiteY0" fmla="*/ 0 h 613367"/>
              <a:gd name="connsiteX1" fmla="*/ 4805725 w 5419092"/>
              <a:gd name="connsiteY1" fmla="*/ 0 h 613367"/>
              <a:gd name="connsiteX2" fmla="*/ 5419092 w 5419092"/>
              <a:gd name="connsiteY2" fmla="*/ 613367 h 613367"/>
              <a:gd name="connsiteX3" fmla="*/ 0 w 5419092"/>
              <a:gd name="connsiteY3" fmla="*/ 613367 h 613367"/>
            </a:gdLst>
            <a:ahLst/>
            <a:cxnLst>
              <a:cxn ang="0">
                <a:pos x="connsiteX0" y="connsiteY0"/>
              </a:cxn>
              <a:cxn ang="0">
                <a:pos x="connsiteX1" y="connsiteY1"/>
              </a:cxn>
              <a:cxn ang="0">
                <a:pos x="connsiteX2" y="connsiteY2"/>
              </a:cxn>
              <a:cxn ang="0">
                <a:pos x="connsiteX3" y="connsiteY3"/>
              </a:cxn>
            </a:cxnLst>
            <a:rect l="l" t="t" r="r" b="b"/>
            <a:pathLst>
              <a:path w="5419092" h="613367">
                <a:moveTo>
                  <a:pt x="0" y="0"/>
                </a:moveTo>
                <a:lnTo>
                  <a:pt x="4805725" y="0"/>
                </a:lnTo>
                <a:cubicBezTo>
                  <a:pt x="5144432" y="0"/>
                  <a:pt x="5419092" y="274662"/>
                  <a:pt x="5419092" y="613367"/>
                </a:cubicBezTo>
                <a:lnTo>
                  <a:pt x="0" y="613367"/>
                </a:lnTo>
                <a:close/>
              </a:path>
            </a:pathLst>
          </a:custGeom>
          <a:solidFill>
            <a:schemeClr val="accent1"/>
          </a:solidFill>
          <a:ln w="9525"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477B3C3F-A771-EED2-6857-E02099E5B092}"/>
              </a:ext>
            </a:extLst>
          </p:cNvPr>
          <p:cNvSpPr>
            <a:spLocks noGrp="1"/>
          </p:cNvSpPr>
          <p:nvPr>
            <p:ph type="title" hasCustomPrompt="1"/>
          </p:nvPr>
        </p:nvSpPr>
        <p:spPr>
          <a:xfrm>
            <a:off x="457200" y="266010"/>
            <a:ext cx="11252579" cy="1188720"/>
          </a:xfrm>
        </p:spPr>
        <p:txBody>
          <a:bodyPr lIns="0" rIns="0"/>
          <a:lstStyle>
            <a:lvl1pPr>
              <a:defRPr sz="4000" b="1">
                <a:solidFill>
                  <a:schemeClr val="accent1">
                    <a:lumMod val="50000"/>
                  </a:schemeClr>
                </a:solidFill>
              </a:defRPr>
            </a:lvl1pPr>
          </a:lstStyle>
          <a:p>
            <a:r>
              <a:rPr lang="en-US"/>
              <a:t>Title Goes Here</a:t>
            </a:r>
            <a:br>
              <a:rPr lang="en-US"/>
            </a:br>
            <a:r>
              <a:rPr lang="en-US"/>
              <a:t>Titles Are IBM Sans Plex Bold 40pt Font</a:t>
            </a:r>
          </a:p>
        </p:txBody>
      </p:sp>
      <p:sp>
        <p:nvSpPr>
          <p:cNvPr id="14" name="Subtitle 2">
            <a:extLst>
              <a:ext uri="{FF2B5EF4-FFF2-40B4-BE49-F238E27FC236}">
                <a16:creationId xmlns:a16="http://schemas.microsoft.com/office/drawing/2014/main" id="{011AAF26-B641-D532-52EA-037EEF8A57F8}"/>
              </a:ext>
            </a:extLst>
          </p:cNvPr>
          <p:cNvSpPr>
            <a:spLocks noGrp="1"/>
          </p:cNvSpPr>
          <p:nvPr>
            <p:ph type="subTitle" idx="18" hasCustomPrompt="1"/>
          </p:nvPr>
        </p:nvSpPr>
        <p:spPr>
          <a:xfrm>
            <a:off x="457199" y="1463040"/>
            <a:ext cx="11252578" cy="294930"/>
          </a:xfrm>
        </p:spPr>
        <p:txBody>
          <a:bodyPr lIns="0" tIns="0" rIns="0" bIns="0"/>
          <a:lstStyle>
            <a:lvl1pPr marL="0" indent="0" algn="l">
              <a:spcBef>
                <a:spcPts val="0"/>
              </a:spcBef>
              <a:buFont typeface="IBM Plex Sans" panose="020B0503050203000203" pitchFamily="34" charset="0"/>
              <a:buNone/>
              <a:defRPr sz="2200" b="0" cap="all" baseline="0">
                <a:solidFill>
                  <a:schemeClr val="accent1">
                    <a:lumMod val="50000"/>
                  </a:schemeClr>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 </a:t>
            </a:r>
          </a:p>
        </p:txBody>
      </p:sp>
      <p:sp>
        <p:nvSpPr>
          <p:cNvPr id="16" name="Content Placeholder 15">
            <a:extLst>
              <a:ext uri="{FF2B5EF4-FFF2-40B4-BE49-F238E27FC236}">
                <a16:creationId xmlns:a16="http://schemas.microsoft.com/office/drawing/2014/main" id="{29E7EAC2-E885-ED35-27FD-CDA2EACB70E0}"/>
              </a:ext>
            </a:extLst>
          </p:cNvPr>
          <p:cNvSpPr>
            <a:spLocks noGrp="1"/>
          </p:cNvSpPr>
          <p:nvPr>
            <p:ph sz="quarter" idx="19"/>
          </p:nvPr>
        </p:nvSpPr>
        <p:spPr>
          <a:xfrm>
            <a:off x="457200" y="2103119"/>
            <a:ext cx="5340096" cy="4042540"/>
          </a:xfrm>
        </p:spPr>
        <p:txBody>
          <a:bodyPr bIns="0"/>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43302ED-6691-296D-76E9-4A46CF4DB215}"/>
              </a:ext>
            </a:extLst>
          </p:cNvPr>
          <p:cNvSpPr>
            <a:spLocks noGrp="1"/>
          </p:cNvSpPr>
          <p:nvPr>
            <p:ph sz="quarter" idx="20"/>
          </p:nvPr>
        </p:nvSpPr>
        <p:spPr>
          <a:xfrm>
            <a:off x="6369681" y="2103119"/>
            <a:ext cx="5340096" cy="4042540"/>
          </a:xfrm>
        </p:spPr>
        <p:txBody>
          <a:bodyPr bIns="0"/>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A408B550-1574-8DE0-3A9F-976A50CDF308}"/>
              </a:ext>
            </a:extLst>
          </p:cNvPr>
          <p:cNvSpPr>
            <a:spLocks noGrp="1"/>
          </p:cNvSpPr>
          <p:nvPr>
            <p:ph type="dt" sz="half" idx="21"/>
          </p:nvPr>
        </p:nvSpPr>
        <p:spPr/>
        <p:txBody>
          <a:bodyPr/>
          <a:lstStyle/>
          <a:p>
            <a:fld id="{228D026D-C07B-48C8-8C2B-C561E4D51E16}" type="datetime1">
              <a:rPr lang="en-US" smtClean="0"/>
              <a:t>11/19/2024</a:t>
            </a:fld>
            <a:endParaRPr lang="en-US"/>
          </a:p>
        </p:txBody>
      </p:sp>
      <p:sp>
        <p:nvSpPr>
          <p:cNvPr id="4" name="Footer Placeholder 3">
            <a:extLst>
              <a:ext uri="{FF2B5EF4-FFF2-40B4-BE49-F238E27FC236}">
                <a16:creationId xmlns:a16="http://schemas.microsoft.com/office/drawing/2014/main" id="{8F1DBFB6-558A-A4EA-9DAA-7D4A891E6EC6}"/>
              </a:ext>
            </a:extLst>
          </p:cNvPr>
          <p:cNvSpPr>
            <a:spLocks noGrp="1"/>
          </p:cNvSpPr>
          <p:nvPr>
            <p:ph type="ftr" sz="quarter" idx="22"/>
          </p:nvPr>
        </p:nvSpPr>
        <p:spPr/>
        <p:txBody>
          <a:bodyPr/>
          <a:lstStyle/>
          <a:p>
            <a:r>
              <a:rPr lang="en-US"/>
              <a:t>CONFIDENTIAL</a:t>
            </a:r>
          </a:p>
        </p:txBody>
      </p:sp>
      <p:sp>
        <p:nvSpPr>
          <p:cNvPr id="5" name="Slide Number Placeholder 4">
            <a:extLst>
              <a:ext uri="{FF2B5EF4-FFF2-40B4-BE49-F238E27FC236}">
                <a16:creationId xmlns:a16="http://schemas.microsoft.com/office/drawing/2014/main" id="{778A79B0-04FB-9A35-EA66-FA312C3DDE2D}"/>
              </a:ext>
            </a:extLst>
          </p:cNvPr>
          <p:cNvSpPr>
            <a:spLocks noGrp="1"/>
          </p:cNvSpPr>
          <p:nvPr>
            <p:ph type="sldNum" sz="quarter" idx="23"/>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15048356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2">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5FCEB0FC-B0D6-7298-540E-A57004CA2FA7}"/>
              </a:ext>
            </a:extLst>
          </p:cNvPr>
          <p:cNvSpPr/>
          <p:nvPr userDrawn="1"/>
        </p:nvSpPr>
        <p:spPr>
          <a:xfrm>
            <a:off x="-3609" y="6244633"/>
            <a:ext cx="5419092" cy="613367"/>
          </a:xfrm>
          <a:custGeom>
            <a:avLst/>
            <a:gdLst>
              <a:gd name="connsiteX0" fmla="*/ 0 w 5419092"/>
              <a:gd name="connsiteY0" fmla="*/ 0 h 613367"/>
              <a:gd name="connsiteX1" fmla="*/ 4805725 w 5419092"/>
              <a:gd name="connsiteY1" fmla="*/ 0 h 613367"/>
              <a:gd name="connsiteX2" fmla="*/ 5419092 w 5419092"/>
              <a:gd name="connsiteY2" fmla="*/ 613367 h 613367"/>
              <a:gd name="connsiteX3" fmla="*/ 0 w 5419092"/>
              <a:gd name="connsiteY3" fmla="*/ 613367 h 613367"/>
            </a:gdLst>
            <a:ahLst/>
            <a:cxnLst>
              <a:cxn ang="0">
                <a:pos x="connsiteX0" y="connsiteY0"/>
              </a:cxn>
              <a:cxn ang="0">
                <a:pos x="connsiteX1" y="connsiteY1"/>
              </a:cxn>
              <a:cxn ang="0">
                <a:pos x="connsiteX2" y="connsiteY2"/>
              </a:cxn>
              <a:cxn ang="0">
                <a:pos x="connsiteX3" y="connsiteY3"/>
              </a:cxn>
            </a:cxnLst>
            <a:rect l="l" t="t" r="r" b="b"/>
            <a:pathLst>
              <a:path w="5419092" h="613367">
                <a:moveTo>
                  <a:pt x="0" y="0"/>
                </a:moveTo>
                <a:lnTo>
                  <a:pt x="4805725" y="0"/>
                </a:lnTo>
                <a:cubicBezTo>
                  <a:pt x="5144432" y="0"/>
                  <a:pt x="5419092" y="274662"/>
                  <a:pt x="5419092" y="613367"/>
                </a:cubicBezTo>
                <a:lnTo>
                  <a:pt x="0" y="613367"/>
                </a:lnTo>
                <a:close/>
              </a:path>
            </a:pathLst>
          </a:custGeom>
          <a:solidFill>
            <a:schemeClr val="accent1"/>
          </a:solidFill>
          <a:ln w="9525"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8309AD7D-9C31-4DD1-53B9-391BF0A46D77}"/>
              </a:ext>
            </a:extLst>
          </p:cNvPr>
          <p:cNvSpPr>
            <a:spLocks noGrp="1"/>
          </p:cNvSpPr>
          <p:nvPr>
            <p:ph type="title" hasCustomPrompt="1"/>
          </p:nvPr>
        </p:nvSpPr>
        <p:spPr>
          <a:xfrm>
            <a:off x="457200" y="266010"/>
            <a:ext cx="11273991" cy="1188720"/>
          </a:xfrm>
        </p:spPr>
        <p:txBody>
          <a:bodyPr lIns="0" tIns="0" rIns="0"/>
          <a:lstStyle>
            <a:lvl1pPr>
              <a:defRPr sz="4000">
                <a:solidFill>
                  <a:schemeClr val="accent1">
                    <a:lumMod val="50000"/>
                  </a:schemeClr>
                </a:solidFill>
              </a:defRPr>
            </a:lvl1pPr>
          </a:lstStyle>
          <a:p>
            <a:r>
              <a:rPr lang="en-US"/>
              <a:t>Title Goes Here</a:t>
            </a:r>
            <a:br>
              <a:rPr lang="en-US"/>
            </a:br>
            <a:r>
              <a:rPr lang="en-US"/>
              <a:t>Titles Are IBM Sans Plex Bold 40pt Font</a:t>
            </a:r>
          </a:p>
        </p:txBody>
      </p:sp>
      <p:sp>
        <p:nvSpPr>
          <p:cNvPr id="8" name="Subtitle 2">
            <a:extLst>
              <a:ext uri="{FF2B5EF4-FFF2-40B4-BE49-F238E27FC236}">
                <a16:creationId xmlns:a16="http://schemas.microsoft.com/office/drawing/2014/main" id="{349ACBA9-476B-6A2D-41F4-4EE9FB5DA2EC}"/>
              </a:ext>
            </a:extLst>
          </p:cNvPr>
          <p:cNvSpPr>
            <a:spLocks noGrp="1"/>
          </p:cNvSpPr>
          <p:nvPr>
            <p:ph type="subTitle" idx="13" hasCustomPrompt="1"/>
          </p:nvPr>
        </p:nvSpPr>
        <p:spPr>
          <a:xfrm>
            <a:off x="457199" y="1463040"/>
            <a:ext cx="11252578" cy="294930"/>
          </a:xfrm>
        </p:spPr>
        <p:txBody>
          <a:bodyPr lIns="0" tIns="0" rIns="0" bIns="0"/>
          <a:lstStyle>
            <a:lvl1pPr marL="0" indent="0" algn="l">
              <a:spcBef>
                <a:spcPts val="0"/>
              </a:spcBef>
              <a:buFont typeface="IBM Plex Sans" panose="020B0503050203000203" pitchFamily="34" charset="0"/>
              <a:buNone/>
              <a:defRPr sz="2200" b="0" cap="all" baseline="0">
                <a:solidFill>
                  <a:schemeClr val="accent1">
                    <a:lumMod val="50000"/>
                  </a:schemeClr>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 </a:t>
            </a:r>
          </a:p>
        </p:txBody>
      </p:sp>
      <p:sp>
        <p:nvSpPr>
          <p:cNvPr id="13" name="Text Placeholder 12">
            <a:extLst>
              <a:ext uri="{FF2B5EF4-FFF2-40B4-BE49-F238E27FC236}">
                <a16:creationId xmlns:a16="http://schemas.microsoft.com/office/drawing/2014/main" id="{80BE6BCB-CB13-0F59-47A0-D597931484A1}"/>
              </a:ext>
            </a:extLst>
          </p:cNvPr>
          <p:cNvSpPr>
            <a:spLocks noGrp="1"/>
          </p:cNvSpPr>
          <p:nvPr>
            <p:ph type="body" sz="quarter" idx="14" hasCustomPrompt="1"/>
          </p:nvPr>
        </p:nvSpPr>
        <p:spPr>
          <a:xfrm>
            <a:off x="457199" y="2011680"/>
            <a:ext cx="5343100" cy="594360"/>
          </a:xfrm>
        </p:spPr>
        <p:txBody>
          <a:bodyPr lIns="0" tIns="0" rIns="0" bIns="0" anchor="b"/>
          <a:lstStyle>
            <a:lvl1pPr marL="0" indent="0">
              <a:lnSpc>
                <a:spcPct val="95000"/>
              </a:lnSpc>
              <a:spcBef>
                <a:spcPts val="0"/>
              </a:spcBef>
              <a:buNone/>
              <a:defRPr sz="2200" b="0">
                <a:latin typeface="+mj-lt"/>
              </a:defRPr>
            </a:lvl1pPr>
            <a:lvl2pPr marL="228600" indent="0">
              <a:buNone/>
              <a:defRPr sz="1600">
                <a:latin typeface="IBM Plex Sans Medium" panose="020B0603050203000203" pitchFamily="34" charset="0"/>
              </a:defRPr>
            </a:lvl2pPr>
            <a:lvl3pPr marL="457200" indent="0">
              <a:buNone/>
              <a:defRPr sz="1400">
                <a:latin typeface="IBM Plex Sans Medium" panose="020B0603050203000203" pitchFamily="34" charset="0"/>
              </a:defRPr>
            </a:lvl3pPr>
            <a:lvl4pPr marL="685800" indent="0">
              <a:buNone/>
              <a:defRPr sz="1200">
                <a:latin typeface="IBM Plex Sans Medium" panose="020B0603050203000203" pitchFamily="34" charset="0"/>
              </a:defRPr>
            </a:lvl4pPr>
            <a:lvl5pPr marL="914400" indent="0">
              <a:buNone/>
              <a:defRPr sz="1100">
                <a:latin typeface="IBM Plex Sans Medium" panose="020B0603050203000203" pitchFamily="34" charset="0"/>
              </a:defRPr>
            </a:lvl5pPr>
          </a:lstStyle>
          <a:p>
            <a:pPr lvl="0"/>
            <a:r>
              <a:rPr lang="en-US"/>
              <a:t>Click To Edit Master Text Styles</a:t>
            </a:r>
          </a:p>
        </p:txBody>
      </p:sp>
      <p:sp>
        <p:nvSpPr>
          <p:cNvPr id="15" name="Text Placeholder 12">
            <a:extLst>
              <a:ext uri="{FF2B5EF4-FFF2-40B4-BE49-F238E27FC236}">
                <a16:creationId xmlns:a16="http://schemas.microsoft.com/office/drawing/2014/main" id="{5C16DB0A-9B05-E513-45AF-F94BEAD241FD}"/>
              </a:ext>
            </a:extLst>
          </p:cNvPr>
          <p:cNvSpPr>
            <a:spLocks noGrp="1"/>
          </p:cNvSpPr>
          <p:nvPr>
            <p:ph type="body" sz="quarter" idx="16" hasCustomPrompt="1"/>
          </p:nvPr>
        </p:nvSpPr>
        <p:spPr>
          <a:xfrm>
            <a:off x="6373368" y="2011680"/>
            <a:ext cx="5327504" cy="594360"/>
          </a:xfrm>
        </p:spPr>
        <p:txBody>
          <a:bodyPr lIns="0" tIns="0" rIns="0" bIns="0" anchor="b"/>
          <a:lstStyle>
            <a:lvl1pPr marL="0" indent="0">
              <a:lnSpc>
                <a:spcPct val="95000"/>
              </a:lnSpc>
              <a:spcBef>
                <a:spcPts val="0"/>
              </a:spcBef>
              <a:buNone/>
              <a:defRPr sz="2200" b="0">
                <a:latin typeface="+mj-lt"/>
              </a:defRPr>
            </a:lvl1pPr>
            <a:lvl2pPr marL="228600" indent="0">
              <a:buNone/>
              <a:defRPr sz="1600">
                <a:latin typeface="IBM Plex Sans Medium" panose="020B0603050203000203" pitchFamily="34" charset="0"/>
              </a:defRPr>
            </a:lvl2pPr>
            <a:lvl3pPr marL="457200" indent="0">
              <a:buNone/>
              <a:defRPr sz="1400">
                <a:latin typeface="IBM Plex Sans Medium" panose="020B0603050203000203" pitchFamily="34" charset="0"/>
              </a:defRPr>
            </a:lvl3pPr>
            <a:lvl4pPr marL="685800" indent="0">
              <a:buNone/>
              <a:defRPr sz="1200">
                <a:latin typeface="IBM Plex Sans Medium" panose="020B0603050203000203" pitchFamily="34" charset="0"/>
              </a:defRPr>
            </a:lvl4pPr>
            <a:lvl5pPr marL="914400" indent="0">
              <a:buNone/>
              <a:defRPr sz="1100">
                <a:latin typeface="IBM Plex Sans Medium" panose="020B0603050203000203" pitchFamily="34" charset="0"/>
              </a:defRPr>
            </a:lvl5pPr>
          </a:lstStyle>
          <a:p>
            <a:pPr lvl="0"/>
            <a:r>
              <a:rPr lang="en-US"/>
              <a:t>Click To Edit Master Text Styles</a:t>
            </a:r>
          </a:p>
        </p:txBody>
      </p:sp>
      <p:sp>
        <p:nvSpPr>
          <p:cNvPr id="11" name="Content Placeholder 10">
            <a:extLst>
              <a:ext uri="{FF2B5EF4-FFF2-40B4-BE49-F238E27FC236}">
                <a16:creationId xmlns:a16="http://schemas.microsoft.com/office/drawing/2014/main" id="{2658BEC6-F813-9D09-9B01-73DD66F7634A}"/>
              </a:ext>
            </a:extLst>
          </p:cNvPr>
          <p:cNvSpPr>
            <a:spLocks noGrp="1"/>
          </p:cNvSpPr>
          <p:nvPr>
            <p:ph sz="quarter" idx="21"/>
          </p:nvPr>
        </p:nvSpPr>
        <p:spPr>
          <a:xfrm>
            <a:off x="457199" y="2743200"/>
            <a:ext cx="5343100" cy="3402459"/>
          </a:xfrm>
        </p:spPr>
        <p:txBody>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EF4D07F3-20F1-F87D-608D-49B4F616721B}"/>
              </a:ext>
            </a:extLst>
          </p:cNvPr>
          <p:cNvSpPr>
            <a:spLocks noGrp="1"/>
          </p:cNvSpPr>
          <p:nvPr>
            <p:ph sz="quarter" idx="22"/>
          </p:nvPr>
        </p:nvSpPr>
        <p:spPr>
          <a:xfrm>
            <a:off x="6373368" y="2743200"/>
            <a:ext cx="5327504" cy="3402459"/>
          </a:xfrm>
        </p:spPr>
        <p:txBody>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C6AC69B9-528D-7199-F1FE-9768486CAF3F}"/>
              </a:ext>
            </a:extLst>
          </p:cNvPr>
          <p:cNvSpPr>
            <a:spLocks noGrp="1"/>
          </p:cNvSpPr>
          <p:nvPr>
            <p:ph type="dt" sz="half" idx="23"/>
          </p:nvPr>
        </p:nvSpPr>
        <p:spPr/>
        <p:txBody>
          <a:bodyPr/>
          <a:lstStyle/>
          <a:p>
            <a:fld id="{228D026D-C07B-48C8-8C2B-C561E4D51E16}" type="datetime1">
              <a:rPr lang="en-US" smtClean="0"/>
              <a:t>11/19/2024</a:t>
            </a:fld>
            <a:endParaRPr lang="en-US"/>
          </a:p>
        </p:txBody>
      </p:sp>
      <p:sp>
        <p:nvSpPr>
          <p:cNvPr id="4" name="Footer Placeholder 3">
            <a:extLst>
              <a:ext uri="{FF2B5EF4-FFF2-40B4-BE49-F238E27FC236}">
                <a16:creationId xmlns:a16="http://schemas.microsoft.com/office/drawing/2014/main" id="{82612816-D3CC-11DF-F761-E1ABD3DB4539}"/>
              </a:ext>
            </a:extLst>
          </p:cNvPr>
          <p:cNvSpPr>
            <a:spLocks noGrp="1"/>
          </p:cNvSpPr>
          <p:nvPr>
            <p:ph type="ftr" sz="quarter" idx="24"/>
          </p:nvPr>
        </p:nvSpPr>
        <p:spPr/>
        <p:txBody>
          <a:bodyPr/>
          <a:lstStyle/>
          <a:p>
            <a:r>
              <a:rPr lang="en-US"/>
              <a:t>CONFIDENTIAL</a:t>
            </a:r>
          </a:p>
        </p:txBody>
      </p:sp>
      <p:sp>
        <p:nvSpPr>
          <p:cNvPr id="5" name="Slide Number Placeholder 4">
            <a:extLst>
              <a:ext uri="{FF2B5EF4-FFF2-40B4-BE49-F238E27FC236}">
                <a16:creationId xmlns:a16="http://schemas.microsoft.com/office/drawing/2014/main" id="{25087EFC-C8DE-B876-EFAE-EBAE40572FB2}"/>
              </a:ext>
            </a:extLst>
          </p:cNvPr>
          <p:cNvSpPr>
            <a:spLocks noGrp="1"/>
          </p:cNvSpPr>
          <p:nvPr>
            <p:ph type="sldNum" sz="quarter" idx="25"/>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1528160109"/>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19C13F58-ACBA-1849-B576-01D16CD1F3D1}"/>
              </a:ext>
            </a:extLst>
          </p:cNvPr>
          <p:cNvSpPr/>
          <p:nvPr userDrawn="1"/>
        </p:nvSpPr>
        <p:spPr>
          <a:xfrm>
            <a:off x="-3609" y="6244633"/>
            <a:ext cx="5419092" cy="613367"/>
          </a:xfrm>
          <a:custGeom>
            <a:avLst/>
            <a:gdLst>
              <a:gd name="connsiteX0" fmla="*/ 0 w 5419092"/>
              <a:gd name="connsiteY0" fmla="*/ 0 h 613367"/>
              <a:gd name="connsiteX1" fmla="*/ 4805725 w 5419092"/>
              <a:gd name="connsiteY1" fmla="*/ 0 h 613367"/>
              <a:gd name="connsiteX2" fmla="*/ 5419092 w 5419092"/>
              <a:gd name="connsiteY2" fmla="*/ 613367 h 613367"/>
              <a:gd name="connsiteX3" fmla="*/ 0 w 5419092"/>
              <a:gd name="connsiteY3" fmla="*/ 613367 h 613367"/>
            </a:gdLst>
            <a:ahLst/>
            <a:cxnLst>
              <a:cxn ang="0">
                <a:pos x="connsiteX0" y="connsiteY0"/>
              </a:cxn>
              <a:cxn ang="0">
                <a:pos x="connsiteX1" y="connsiteY1"/>
              </a:cxn>
              <a:cxn ang="0">
                <a:pos x="connsiteX2" y="connsiteY2"/>
              </a:cxn>
              <a:cxn ang="0">
                <a:pos x="connsiteX3" y="connsiteY3"/>
              </a:cxn>
            </a:cxnLst>
            <a:rect l="l" t="t" r="r" b="b"/>
            <a:pathLst>
              <a:path w="5419092" h="613367">
                <a:moveTo>
                  <a:pt x="0" y="0"/>
                </a:moveTo>
                <a:lnTo>
                  <a:pt x="4805725" y="0"/>
                </a:lnTo>
                <a:cubicBezTo>
                  <a:pt x="5144432" y="0"/>
                  <a:pt x="5419092" y="274662"/>
                  <a:pt x="5419092" y="613367"/>
                </a:cubicBezTo>
                <a:lnTo>
                  <a:pt x="0" y="613367"/>
                </a:lnTo>
                <a:close/>
              </a:path>
            </a:pathLst>
          </a:custGeom>
          <a:solidFill>
            <a:schemeClr val="accent1"/>
          </a:solidFill>
          <a:ln w="9525"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699263EC-FF61-40FF-53A9-CD5BC4E85590}"/>
              </a:ext>
            </a:extLst>
          </p:cNvPr>
          <p:cNvSpPr>
            <a:spLocks noGrp="1"/>
          </p:cNvSpPr>
          <p:nvPr>
            <p:ph type="title" hasCustomPrompt="1"/>
          </p:nvPr>
        </p:nvSpPr>
        <p:spPr>
          <a:xfrm>
            <a:off x="457200" y="457200"/>
            <a:ext cx="3840479" cy="5688459"/>
          </a:xfrm>
        </p:spPr>
        <p:txBody>
          <a:bodyPr lIns="0" tIns="0" anchor="ctr"/>
          <a:lstStyle>
            <a:lvl1pPr>
              <a:defRPr sz="6000">
                <a:solidFill>
                  <a:schemeClr val="accent1">
                    <a:lumMod val="50000"/>
                  </a:schemeClr>
                </a:solidFill>
              </a:defRPr>
            </a:lvl1pPr>
          </a:lstStyle>
          <a:p>
            <a:r>
              <a:rPr lang="en-US"/>
              <a:t>Title Goes Here</a:t>
            </a:r>
          </a:p>
        </p:txBody>
      </p:sp>
      <p:sp>
        <p:nvSpPr>
          <p:cNvPr id="8" name="Chart Placeholder 7">
            <a:extLst>
              <a:ext uri="{FF2B5EF4-FFF2-40B4-BE49-F238E27FC236}">
                <a16:creationId xmlns:a16="http://schemas.microsoft.com/office/drawing/2014/main" id="{B59F7C2F-9C0A-4EE8-05A0-0275ED2D9D05}"/>
              </a:ext>
            </a:extLst>
          </p:cNvPr>
          <p:cNvSpPr>
            <a:spLocks noGrp="1"/>
          </p:cNvSpPr>
          <p:nvPr>
            <p:ph type="chart" sz="quarter" idx="13" hasCustomPrompt="1"/>
          </p:nvPr>
        </p:nvSpPr>
        <p:spPr>
          <a:xfrm>
            <a:off x="4572000" y="457200"/>
            <a:ext cx="7162800" cy="4242816"/>
          </a:xfrm>
        </p:spPr>
        <p:txBody>
          <a:bodyPr anchor="ctr"/>
          <a:lstStyle>
            <a:lvl1pPr marL="0" indent="0" algn="ctr">
              <a:buNone/>
              <a:defRPr/>
            </a:lvl1pPr>
          </a:lstStyle>
          <a:p>
            <a:r>
              <a:rPr lang="en-US"/>
              <a:t>Click to add chart</a:t>
            </a:r>
          </a:p>
        </p:txBody>
      </p:sp>
      <p:sp>
        <p:nvSpPr>
          <p:cNvPr id="10" name="Text Placeholder 9">
            <a:extLst>
              <a:ext uri="{FF2B5EF4-FFF2-40B4-BE49-F238E27FC236}">
                <a16:creationId xmlns:a16="http://schemas.microsoft.com/office/drawing/2014/main" id="{3C22FED8-DF56-7382-5CF7-08E39D1B5F54}"/>
              </a:ext>
            </a:extLst>
          </p:cNvPr>
          <p:cNvSpPr>
            <a:spLocks noGrp="1"/>
          </p:cNvSpPr>
          <p:nvPr>
            <p:ph type="body" sz="quarter" idx="14"/>
          </p:nvPr>
        </p:nvSpPr>
        <p:spPr>
          <a:xfrm>
            <a:off x="4572000" y="4892752"/>
            <a:ext cx="7162800" cy="1252907"/>
          </a:xfrm>
        </p:spPr>
        <p:txBody>
          <a:bodyPr vert="horz" lIns="0" tIns="0" rIns="0" bIns="0" rtlCol="0" anchor="t">
            <a:noAutofit/>
          </a:bodyPr>
          <a:lstStyle>
            <a:lvl1pPr>
              <a:defRPr lang="en-US" sz="1400" dirty="0"/>
            </a:lvl1pPr>
            <a:lvl2pPr>
              <a:defRPr lang="en-US" sz="1200" dirty="0"/>
            </a:lvl2pPr>
            <a:lvl3pPr>
              <a:defRPr lang="en-US" sz="1100" dirty="0"/>
            </a:lvl3pPr>
            <a:lvl4pPr>
              <a:defRPr lang="en-US" sz="1050" dirty="0"/>
            </a:lvl4pPr>
            <a:lvl5pPr>
              <a:defRPr lang="en-US" sz="1000" dirty="0"/>
            </a:lvl5pPr>
          </a:lstStyle>
          <a:p>
            <a:pPr lvl="0">
              <a:buFont typeface="IBM Plex Sans" panose="020B0503050203000203" pitchFamily="34" charset="0"/>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19337-C08C-9B6E-E281-2B5566E201B0}"/>
              </a:ext>
            </a:extLst>
          </p:cNvPr>
          <p:cNvSpPr>
            <a:spLocks noGrp="1"/>
          </p:cNvSpPr>
          <p:nvPr>
            <p:ph type="dt" sz="half" idx="15"/>
          </p:nvPr>
        </p:nvSpPr>
        <p:spPr/>
        <p:txBody>
          <a:bodyPr/>
          <a:lstStyle/>
          <a:p>
            <a:fld id="{228D026D-C07B-48C8-8C2B-C561E4D51E16}" type="datetime1">
              <a:rPr lang="en-US" smtClean="0"/>
              <a:t>11/19/2024</a:t>
            </a:fld>
            <a:endParaRPr lang="en-US"/>
          </a:p>
        </p:txBody>
      </p:sp>
      <p:sp>
        <p:nvSpPr>
          <p:cNvPr id="5" name="Footer Placeholder 4">
            <a:extLst>
              <a:ext uri="{FF2B5EF4-FFF2-40B4-BE49-F238E27FC236}">
                <a16:creationId xmlns:a16="http://schemas.microsoft.com/office/drawing/2014/main" id="{825EC17C-76F3-CEAE-2719-CF516BCEA40C}"/>
              </a:ext>
            </a:extLst>
          </p:cNvPr>
          <p:cNvSpPr>
            <a:spLocks noGrp="1"/>
          </p:cNvSpPr>
          <p:nvPr>
            <p:ph type="ftr" sz="quarter" idx="16"/>
          </p:nvPr>
        </p:nvSpPr>
        <p:spPr/>
        <p:txBody>
          <a:bodyPr/>
          <a:lstStyle/>
          <a:p>
            <a:r>
              <a:rPr lang="en-US"/>
              <a:t>CONFIDENTIAL</a:t>
            </a:r>
          </a:p>
        </p:txBody>
      </p:sp>
      <p:sp>
        <p:nvSpPr>
          <p:cNvPr id="6" name="Slide Number Placeholder 5">
            <a:extLst>
              <a:ext uri="{FF2B5EF4-FFF2-40B4-BE49-F238E27FC236}">
                <a16:creationId xmlns:a16="http://schemas.microsoft.com/office/drawing/2014/main" id="{A306E14B-93F4-76FB-CD24-C4326FF2C791}"/>
              </a:ext>
            </a:extLst>
          </p:cNvPr>
          <p:cNvSpPr>
            <a:spLocks noGrp="1"/>
          </p:cNvSpPr>
          <p:nvPr>
            <p:ph type="sldNum" sz="quarter" idx="17"/>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2698519383"/>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hart 2">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F411B0AB-87F1-1DFC-58B6-F5F422E20EBA}"/>
              </a:ext>
            </a:extLst>
          </p:cNvPr>
          <p:cNvSpPr/>
          <p:nvPr userDrawn="1"/>
        </p:nvSpPr>
        <p:spPr>
          <a:xfrm>
            <a:off x="-3609" y="6244633"/>
            <a:ext cx="5419092" cy="613367"/>
          </a:xfrm>
          <a:custGeom>
            <a:avLst/>
            <a:gdLst>
              <a:gd name="connsiteX0" fmla="*/ 0 w 5419092"/>
              <a:gd name="connsiteY0" fmla="*/ 0 h 613367"/>
              <a:gd name="connsiteX1" fmla="*/ 4805725 w 5419092"/>
              <a:gd name="connsiteY1" fmla="*/ 0 h 613367"/>
              <a:gd name="connsiteX2" fmla="*/ 5419092 w 5419092"/>
              <a:gd name="connsiteY2" fmla="*/ 613367 h 613367"/>
              <a:gd name="connsiteX3" fmla="*/ 0 w 5419092"/>
              <a:gd name="connsiteY3" fmla="*/ 613367 h 613367"/>
            </a:gdLst>
            <a:ahLst/>
            <a:cxnLst>
              <a:cxn ang="0">
                <a:pos x="connsiteX0" y="connsiteY0"/>
              </a:cxn>
              <a:cxn ang="0">
                <a:pos x="connsiteX1" y="connsiteY1"/>
              </a:cxn>
              <a:cxn ang="0">
                <a:pos x="connsiteX2" y="connsiteY2"/>
              </a:cxn>
              <a:cxn ang="0">
                <a:pos x="connsiteX3" y="connsiteY3"/>
              </a:cxn>
            </a:cxnLst>
            <a:rect l="l" t="t" r="r" b="b"/>
            <a:pathLst>
              <a:path w="5419092" h="613367">
                <a:moveTo>
                  <a:pt x="0" y="0"/>
                </a:moveTo>
                <a:lnTo>
                  <a:pt x="4805725" y="0"/>
                </a:lnTo>
                <a:cubicBezTo>
                  <a:pt x="5144432" y="0"/>
                  <a:pt x="5419092" y="274662"/>
                  <a:pt x="5419092" y="613367"/>
                </a:cubicBezTo>
                <a:lnTo>
                  <a:pt x="0" y="613367"/>
                </a:lnTo>
                <a:close/>
              </a:path>
            </a:pathLst>
          </a:custGeom>
          <a:solidFill>
            <a:schemeClr val="accent1"/>
          </a:solidFill>
          <a:ln w="9525"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699263EC-FF61-40FF-53A9-CD5BC4E85590}"/>
              </a:ext>
            </a:extLst>
          </p:cNvPr>
          <p:cNvSpPr>
            <a:spLocks noGrp="1"/>
          </p:cNvSpPr>
          <p:nvPr>
            <p:ph type="title" hasCustomPrompt="1"/>
          </p:nvPr>
        </p:nvSpPr>
        <p:spPr>
          <a:xfrm>
            <a:off x="457200" y="457201"/>
            <a:ext cx="3840479" cy="5688458"/>
          </a:xfrm>
        </p:spPr>
        <p:txBody>
          <a:bodyPr lIns="0" tIns="0" anchor="ctr"/>
          <a:lstStyle>
            <a:lvl1pPr>
              <a:defRPr sz="6000">
                <a:solidFill>
                  <a:schemeClr val="accent1">
                    <a:lumMod val="50000"/>
                  </a:schemeClr>
                </a:solidFill>
              </a:defRPr>
            </a:lvl1pPr>
          </a:lstStyle>
          <a:p>
            <a:r>
              <a:rPr lang="en-US"/>
              <a:t>Main Statement Goes Here</a:t>
            </a:r>
          </a:p>
        </p:txBody>
      </p:sp>
      <p:sp>
        <p:nvSpPr>
          <p:cNvPr id="8" name="Chart Placeholder 7">
            <a:extLst>
              <a:ext uri="{FF2B5EF4-FFF2-40B4-BE49-F238E27FC236}">
                <a16:creationId xmlns:a16="http://schemas.microsoft.com/office/drawing/2014/main" id="{B59F7C2F-9C0A-4EE8-05A0-0275ED2D9D05}"/>
              </a:ext>
            </a:extLst>
          </p:cNvPr>
          <p:cNvSpPr>
            <a:spLocks noGrp="1"/>
          </p:cNvSpPr>
          <p:nvPr>
            <p:ph type="chart" sz="quarter" idx="13" hasCustomPrompt="1"/>
          </p:nvPr>
        </p:nvSpPr>
        <p:spPr>
          <a:xfrm>
            <a:off x="4572000" y="457201"/>
            <a:ext cx="3474720" cy="4246725"/>
          </a:xfrm>
        </p:spPr>
        <p:txBody>
          <a:bodyPr anchor="ctr"/>
          <a:lstStyle>
            <a:lvl1pPr marL="0" indent="0" algn="ctr">
              <a:buNone/>
              <a:defRPr/>
            </a:lvl1pPr>
          </a:lstStyle>
          <a:p>
            <a:r>
              <a:rPr lang="en-US"/>
              <a:t>Click to add chart</a:t>
            </a:r>
          </a:p>
        </p:txBody>
      </p:sp>
      <p:sp>
        <p:nvSpPr>
          <p:cNvPr id="10" name="Text Placeholder 9">
            <a:extLst>
              <a:ext uri="{FF2B5EF4-FFF2-40B4-BE49-F238E27FC236}">
                <a16:creationId xmlns:a16="http://schemas.microsoft.com/office/drawing/2014/main" id="{3C22FED8-DF56-7382-5CF7-08E39D1B5F54}"/>
              </a:ext>
            </a:extLst>
          </p:cNvPr>
          <p:cNvSpPr>
            <a:spLocks noGrp="1"/>
          </p:cNvSpPr>
          <p:nvPr>
            <p:ph type="body" sz="quarter" idx="14"/>
          </p:nvPr>
        </p:nvSpPr>
        <p:spPr>
          <a:xfrm>
            <a:off x="4572000" y="4890449"/>
            <a:ext cx="3474720" cy="1255209"/>
          </a:xfrm>
        </p:spPr>
        <p:txBody>
          <a:bodyPr vert="horz" lIns="0" tIns="0" rIns="0" bIns="0" rtlCol="0" anchor="t">
            <a:noAutofit/>
          </a:bodyPr>
          <a:lstStyle>
            <a:lvl1pPr>
              <a:defRPr lang="en-US" sz="1400" dirty="0"/>
            </a:lvl1pPr>
            <a:lvl2pPr>
              <a:defRPr lang="en-US" sz="1200" dirty="0"/>
            </a:lvl2pPr>
            <a:lvl3pPr>
              <a:defRPr lang="en-US" sz="1100" dirty="0"/>
            </a:lvl3pPr>
            <a:lvl4pPr>
              <a:defRPr lang="en-US" sz="1050" dirty="0"/>
            </a:lvl4pPr>
            <a:lvl5pPr>
              <a:defRPr lang="en-US" sz="1000" dirty="0"/>
            </a:lvl5pPr>
          </a:lstStyle>
          <a:p>
            <a:pPr lvl="0">
              <a:buFont typeface="IBM Plex Sans" panose="020B0503050203000203" pitchFamily="34" charset="0"/>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hart Placeholder 7">
            <a:extLst>
              <a:ext uri="{FF2B5EF4-FFF2-40B4-BE49-F238E27FC236}">
                <a16:creationId xmlns:a16="http://schemas.microsoft.com/office/drawing/2014/main" id="{8CDC8060-9FC9-61F5-C936-F0C1DBE65FA1}"/>
              </a:ext>
            </a:extLst>
          </p:cNvPr>
          <p:cNvSpPr>
            <a:spLocks noGrp="1"/>
          </p:cNvSpPr>
          <p:nvPr>
            <p:ph type="chart" sz="quarter" idx="15" hasCustomPrompt="1"/>
          </p:nvPr>
        </p:nvSpPr>
        <p:spPr>
          <a:xfrm>
            <a:off x="8251904" y="457201"/>
            <a:ext cx="3474720" cy="4246725"/>
          </a:xfrm>
        </p:spPr>
        <p:txBody>
          <a:bodyPr anchor="ctr"/>
          <a:lstStyle>
            <a:lvl1pPr marL="0" indent="0" algn="ctr">
              <a:buNone/>
              <a:defRPr/>
            </a:lvl1pPr>
          </a:lstStyle>
          <a:p>
            <a:r>
              <a:rPr lang="en-US"/>
              <a:t>Click to add chart</a:t>
            </a:r>
          </a:p>
        </p:txBody>
      </p:sp>
      <p:sp>
        <p:nvSpPr>
          <p:cNvPr id="7" name="Text Placeholder 9">
            <a:extLst>
              <a:ext uri="{FF2B5EF4-FFF2-40B4-BE49-F238E27FC236}">
                <a16:creationId xmlns:a16="http://schemas.microsoft.com/office/drawing/2014/main" id="{7D85EE0F-773A-109B-285D-225233898D07}"/>
              </a:ext>
            </a:extLst>
          </p:cNvPr>
          <p:cNvSpPr>
            <a:spLocks noGrp="1"/>
          </p:cNvSpPr>
          <p:nvPr>
            <p:ph type="body" sz="quarter" idx="16"/>
          </p:nvPr>
        </p:nvSpPr>
        <p:spPr>
          <a:xfrm>
            <a:off x="8252395" y="4890450"/>
            <a:ext cx="3474720" cy="1255208"/>
          </a:xfrm>
        </p:spPr>
        <p:txBody>
          <a:bodyPr vert="horz" lIns="0" tIns="0" rIns="0" bIns="0" rtlCol="0" anchor="t">
            <a:noAutofit/>
          </a:bodyPr>
          <a:lstStyle>
            <a:lvl1pPr>
              <a:defRPr lang="en-US" sz="1400" dirty="0"/>
            </a:lvl1pPr>
            <a:lvl2pPr>
              <a:defRPr lang="en-US" sz="1200" dirty="0"/>
            </a:lvl2pPr>
            <a:lvl3pPr>
              <a:defRPr lang="en-US" sz="1100" dirty="0"/>
            </a:lvl3pPr>
            <a:lvl4pPr>
              <a:defRPr lang="en-US" sz="1050" dirty="0"/>
            </a:lvl4pPr>
            <a:lvl5pPr>
              <a:defRPr lang="en-US" sz="1000" dirty="0"/>
            </a:lvl5pPr>
          </a:lstStyle>
          <a:p>
            <a:pPr lvl="0">
              <a:buFont typeface="IBM Plex Sans" panose="020B0503050203000203" pitchFamily="34" charset="0"/>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647517-E755-E3B9-A416-EAE7C43D9321}"/>
              </a:ext>
            </a:extLst>
          </p:cNvPr>
          <p:cNvSpPr>
            <a:spLocks noGrp="1"/>
          </p:cNvSpPr>
          <p:nvPr>
            <p:ph type="dt" sz="half" idx="17"/>
          </p:nvPr>
        </p:nvSpPr>
        <p:spPr/>
        <p:txBody>
          <a:bodyPr/>
          <a:lstStyle/>
          <a:p>
            <a:fld id="{228D026D-C07B-48C8-8C2B-C561E4D51E16}" type="datetime1">
              <a:rPr lang="en-US" smtClean="0"/>
              <a:t>11/19/2024</a:t>
            </a:fld>
            <a:endParaRPr lang="en-US"/>
          </a:p>
        </p:txBody>
      </p:sp>
      <p:sp>
        <p:nvSpPr>
          <p:cNvPr id="5" name="Footer Placeholder 4">
            <a:extLst>
              <a:ext uri="{FF2B5EF4-FFF2-40B4-BE49-F238E27FC236}">
                <a16:creationId xmlns:a16="http://schemas.microsoft.com/office/drawing/2014/main" id="{3C811D9E-7931-F799-9736-9E5FB3E0A476}"/>
              </a:ext>
            </a:extLst>
          </p:cNvPr>
          <p:cNvSpPr>
            <a:spLocks noGrp="1"/>
          </p:cNvSpPr>
          <p:nvPr>
            <p:ph type="ftr" sz="quarter" idx="18"/>
          </p:nvPr>
        </p:nvSpPr>
        <p:spPr/>
        <p:txBody>
          <a:bodyPr/>
          <a:lstStyle/>
          <a:p>
            <a:r>
              <a:rPr lang="en-US"/>
              <a:t>CONFIDENTIAL</a:t>
            </a:r>
          </a:p>
        </p:txBody>
      </p:sp>
      <p:sp>
        <p:nvSpPr>
          <p:cNvPr id="9" name="Slide Number Placeholder 8">
            <a:extLst>
              <a:ext uri="{FF2B5EF4-FFF2-40B4-BE49-F238E27FC236}">
                <a16:creationId xmlns:a16="http://schemas.microsoft.com/office/drawing/2014/main" id="{AA9DE1C2-194B-B3DC-4C4F-C54B2DAA68D8}"/>
              </a:ext>
            </a:extLst>
          </p:cNvPr>
          <p:cNvSpPr>
            <a:spLocks noGrp="1"/>
          </p:cNvSpPr>
          <p:nvPr>
            <p:ph type="sldNum" sz="quarter" idx="19"/>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3221877507"/>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hart 3">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0181F414-54FB-0606-576C-74482B9D653C}"/>
              </a:ext>
            </a:extLst>
          </p:cNvPr>
          <p:cNvSpPr/>
          <p:nvPr userDrawn="1"/>
        </p:nvSpPr>
        <p:spPr>
          <a:xfrm>
            <a:off x="-3609" y="6244633"/>
            <a:ext cx="5419092" cy="613367"/>
          </a:xfrm>
          <a:custGeom>
            <a:avLst/>
            <a:gdLst>
              <a:gd name="connsiteX0" fmla="*/ 0 w 5419092"/>
              <a:gd name="connsiteY0" fmla="*/ 0 h 613367"/>
              <a:gd name="connsiteX1" fmla="*/ 4805725 w 5419092"/>
              <a:gd name="connsiteY1" fmla="*/ 0 h 613367"/>
              <a:gd name="connsiteX2" fmla="*/ 5419092 w 5419092"/>
              <a:gd name="connsiteY2" fmla="*/ 613367 h 613367"/>
              <a:gd name="connsiteX3" fmla="*/ 0 w 5419092"/>
              <a:gd name="connsiteY3" fmla="*/ 613367 h 613367"/>
            </a:gdLst>
            <a:ahLst/>
            <a:cxnLst>
              <a:cxn ang="0">
                <a:pos x="connsiteX0" y="connsiteY0"/>
              </a:cxn>
              <a:cxn ang="0">
                <a:pos x="connsiteX1" y="connsiteY1"/>
              </a:cxn>
              <a:cxn ang="0">
                <a:pos x="connsiteX2" y="connsiteY2"/>
              </a:cxn>
              <a:cxn ang="0">
                <a:pos x="connsiteX3" y="connsiteY3"/>
              </a:cxn>
            </a:cxnLst>
            <a:rect l="l" t="t" r="r" b="b"/>
            <a:pathLst>
              <a:path w="5419092" h="613367">
                <a:moveTo>
                  <a:pt x="0" y="0"/>
                </a:moveTo>
                <a:lnTo>
                  <a:pt x="4805725" y="0"/>
                </a:lnTo>
                <a:cubicBezTo>
                  <a:pt x="5144432" y="0"/>
                  <a:pt x="5419092" y="274662"/>
                  <a:pt x="5419092" y="613367"/>
                </a:cubicBezTo>
                <a:lnTo>
                  <a:pt x="0" y="613367"/>
                </a:lnTo>
                <a:close/>
              </a:path>
            </a:pathLst>
          </a:custGeom>
          <a:solidFill>
            <a:schemeClr val="accent1"/>
          </a:solidFill>
          <a:ln w="9525"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699263EC-FF61-40FF-53A9-CD5BC4E85590}"/>
              </a:ext>
            </a:extLst>
          </p:cNvPr>
          <p:cNvSpPr>
            <a:spLocks noGrp="1"/>
          </p:cNvSpPr>
          <p:nvPr>
            <p:ph type="title" hasCustomPrompt="1"/>
          </p:nvPr>
        </p:nvSpPr>
        <p:spPr>
          <a:xfrm>
            <a:off x="457200" y="457200"/>
            <a:ext cx="3840479" cy="5688459"/>
          </a:xfrm>
        </p:spPr>
        <p:txBody>
          <a:bodyPr lIns="0" tIns="0" anchor="ctr"/>
          <a:lstStyle>
            <a:lvl1pPr>
              <a:defRPr sz="6000">
                <a:solidFill>
                  <a:schemeClr val="accent1">
                    <a:lumMod val="50000"/>
                  </a:schemeClr>
                </a:solidFill>
              </a:defRPr>
            </a:lvl1pPr>
          </a:lstStyle>
          <a:p>
            <a:r>
              <a:rPr lang="en-US"/>
              <a:t>Main Statement Goes Here</a:t>
            </a:r>
          </a:p>
        </p:txBody>
      </p:sp>
      <p:sp>
        <p:nvSpPr>
          <p:cNvPr id="8" name="Chart Placeholder 7">
            <a:extLst>
              <a:ext uri="{FF2B5EF4-FFF2-40B4-BE49-F238E27FC236}">
                <a16:creationId xmlns:a16="http://schemas.microsoft.com/office/drawing/2014/main" id="{B59F7C2F-9C0A-4EE8-05A0-0275ED2D9D05}"/>
              </a:ext>
            </a:extLst>
          </p:cNvPr>
          <p:cNvSpPr>
            <a:spLocks noGrp="1"/>
          </p:cNvSpPr>
          <p:nvPr>
            <p:ph type="chart" sz="quarter" idx="13" hasCustomPrompt="1"/>
          </p:nvPr>
        </p:nvSpPr>
        <p:spPr>
          <a:xfrm>
            <a:off x="4572000" y="457200"/>
            <a:ext cx="3474720" cy="5688459"/>
          </a:xfrm>
        </p:spPr>
        <p:txBody>
          <a:bodyPr anchor="ctr"/>
          <a:lstStyle>
            <a:lvl1pPr marL="0" indent="0" algn="ctr">
              <a:buNone/>
              <a:defRPr/>
            </a:lvl1pPr>
          </a:lstStyle>
          <a:p>
            <a:r>
              <a:rPr lang="en-US"/>
              <a:t>Click to add chart</a:t>
            </a:r>
          </a:p>
        </p:txBody>
      </p:sp>
      <p:sp>
        <p:nvSpPr>
          <p:cNvPr id="10" name="Text Placeholder 9">
            <a:extLst>
              <a:ext uri="{FF2B5EF4-FFF2-40B4-BE49-F238E27FC236}">
                <a16:creationId xmlns:a16="http://schemas.microsoft.com/office/drawing/2014/main" id="{3C22FED8-DF56-7382-5CF7-08E39D1B5F54}"/>
              </a:ext>
            </a:extLst>
          </p:cNvPr>
          <p:cNvSpPr>
            <a:spLocks noGrp="1"/>
          </p:cNvSpPr>
          <p:nvPr>
            <p:ph type="body" sz="quarter" idx="14"/>
          </p:nvPr>
        </p:nvSpPr>
        <p:spPr>
          <a:xfrm>
            <a:off x="8251904" y="457200"/>
            <a:ext cx="3474720" cy="5688459"/>
          </a:xfrm>
        </p:spPr>
        <p:txBody>
          <a:bodyPr lIns="0" tIns="0" rIns="0" bIns="0" anchor="ctr"/>
          <a:lstStyle>
            <a:lvl1pPr marL="228600" indent="-228600">
              <a:lnSpc>
                <a:spcPct val="90000"/>
              </a:lnSpc>
              <a:buFont typeface="IBM Plex Sans" panose="020B0503050203000203" pitchFamily="34" charset="0"/>
              <a:buChar char="•"/>
              <a:defRPr sz="1400"/>
            </a:lvl1pPr>
            <a:lvl2pPr marL="457200" indent="-228600">
              <a:lnSpc>
                <a:spcPct val="90000"/>
              </a:lnSpc>
              <a:buFont typeface="IBM Plex Sans" panose="020B0503050203000203" pitchFamily="34" charset="0"/>
              <a:buChar char="–"/>
              <a:defRPr sz="1200"/>
            </a:lvl2pPr>
            <a:lvl3pPr marL="685800" indent="-228600">
              <a:lnSpc>
                <a:spcPct val="90000"/>
              </a:lnSpc>
              <a:buFont typeface="IBM Plex Sans" panose="020B0503050203000203" pitchFamily="34" charset="0"/>
              <a:buChar char="–"/>
              <a:defRPr sz="1100"/>
            </a:lvl3pPr>
            <a:lvl4pPr marL="914400" indent="-228600">
              <a:lnSpc>
                <a:spcPct val="90000"/>
              </a:lnSpc>
              <a:buFont typeface="IBM Plex Sans" panose="020B0503050203000203" pitchFamily="34" charset="0"/>
              <a:buChar char="–"/>
              <a:defRPr sz="1050"/>
            </a:lvl4pPr>
            <a:lvl5pPr marL="1143000" indent="-228600">
              <a:lnSpc>
                <a:spcPct val="90000"/>
              </a:lnSpc>
              <a:buFont typeface="IBM Plex Sans" panose="020B0503050203000203" pitchFamily="34" charset="0"/>
              <a:buChar cha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5FCF82-85A0-7EA5-553F-02E7DDFB823F}"/>
              </a:ext>
            </a:extLst>
          </p:cNvPr>
          <p:cNvSpPr>
            <a:spLocks noGrp="1"/>
          </p:cNvSpPr>
          <p:nvPr>
            <p:ph type="dt" sz="half" idx="15"/>
          </p:nvPr>
        </p:nvSpPr>
        <p:spPr/>
        <p:txBody>
          <a:bodyPr/>
          <a:lstStyle/>
          <a:p>
            <a:fld id="{228D026D-C07B-48C8-8C2B-C561E4D51E16}" type="datetime1">
              <a:rPr lang="en-US" smtClean="0"/>
              <a:t>11/19/2024</a:t>
            </a:fld>
            <a:endParaRPr lang="en-US"/>
          </a:p>
        </p:txBody>
      </p:sp>
      <p:sp>
        <p:nvSpPr>
          <p:cNvPr id="5" name="Footer Placeholder 4">
            <a:extLst>
              <a:ext uri="{FF2B5EF4-FFF2-40B4-BE49-F238E27FC236}">
                <a16:creationId xmlns:a16="http://schemas.microsoft.com/office/drawing/2014/main" id="{9D9B151C-E816-8911-F536-87801CC6E5CD}"/>
              </a:ext>
            </a:extLst>
          </p:cNvPr>
          <p:cNvSpPr>
            <a:spLocks noGrp="1"/>
          </p:cNvSpPr>
          <p:nvPr>
            <p:ph type="ftr" sz="quarter" idx="16"/>
          </p:nvPr>
        </p:nvSpPr>
        <p:spPr/>
        <p:txBody>
          <a:bodyPr/>
          <a:lstStyle/>
          <a:p>
            <a:r>
              <a:rPr lang="en-US"/>
              <a:t>CONFIDENTIAL</a:t>
            </a:r>
          </a:p>
        </p:txBody>
      </p:sp>
      <p:sp>
        <p:nvSpPr>
          <p:cNvPr id="6" name="Slide Number Placeholder 5">
            <a:extLst>
              <a:ext uri="{FF2B5EF4-FFF2-40B4-BE49-F238E27FC236}">
                <a16:creationId xmlns:a16="http://schemas.microsoft.com/office/drawing/2014/main" id="{F337076F-0A85-289F-23EF-8DFA0EB7A660}"/>
              </a:ext>
            </a:extLst>
          </p:cNvPr>
          <p:cNvSpPr>
            <a:spLocks noGrp="1"/>
          </p:cNvSpPr>
          <p:nvPr>
            <p:ph type="sldNum" sz="quarter" idx="17"/>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362842622"/>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E252A1C-D038-FADB-F214-C5C470580C52}"/>
              </a:ext>
            </a:extLst>
          </p:cNvPr>
          <p:cNvSpPr txBox="1"/>
          <p:nvPr userDrawn="1"/>
        </p:nvSpPr>
        <p:spPr bwMode="ltGray">
          <a:xfrm>
            <a:off x="1269381" y="1635374"/>
            <a:ext cx="1338575" cy="2215092"/>
          </a:xfrm>
          <a:prstGeom prst="rect">
            <a:avLst/>
          </a:prstGeom>
          <a:noFill/>
        </p:spPr>
        <p:txBody>
          <a:bodyPr wrap="square" lIns="0" tIns="0" rIns="0" bIns="0" rtlCol="0" anchor="ctr">
            <a:noAutofit/>
          </a:bodyPr>
          <a:lstStyle/>
          <a:p>
            <a:pPr algn="ctr">
              <a:lnSpc>
                <a:spcPct val="85000"/>
              </a:lnSpc>
            </a:pPr>
            <a:r>
              <a:rPr lang="en-US" sz="20200">
                <a:solidFill>
                  <a:schemeClr val="accent1"/>
                </a:solidFill>
                <a:latin typeface="+mj-lt"/>
              </a:rPr>
              <a:t>“</a:t>
            </a:r>
          </a:p>
        </p:txBody>
      </p:sp>
      <p:sp>
        <p:nvSpPr>
          <p:cNvPr id="8" name="Title 1">
            <a:extLst>
              <a:ext uri="{FF2B5EF4-FFF2-40B4-BE49-F238E27FC236}">
                <a16:creationId xmlns:a16="http://schemas.microsoft.com/office/drawing/2014/main" id="{838ABD5D-9513-86DF-293F-B400D295F218}"/>
              </a:ext>
            </a:extLst>
          </p:cNvPr>
          <p:cNvSpPr>
            <a:spLocks noGrp="1"/>
          </p:cNvSpPr>
          <p:nvPr>
            <p:ph type="title" hasCustomPrompt="1"/>
          </p:nvPr>
        </p:nvSpPr>
        <p:spPr>
          <a:xfrm>
            <a:off x="1938670" y="1440038"/>
            <a:ext cx="8314661" cy="3461571"/>
          </a:xfrm>
        </p:spPr>
        <p:txBody>
          <a:bodyPr lIns="91440" tIns="91440" bIns="91440" anchor="ctr"/>
          <a:lstStyle>
            <a:lvl1pPr algn="ctr">
              <a:defRPr sz="4000" b="0">
                <a:solidFill>
                  <a:schemeClr val="accent1">
                    <a:lumMod val="50000"/>
                  </a:schemeClr>
                </a:solidFill>
                <a:latin typeface="IBM Plex Sans Medium" panose="020B0603050203000203" pitchFamily="34" charset="0"/>
              </a:defRPr>
            </a:lvl1pPr>
          </a:lstStyle>
          <a:p>
            <a:r>
              <a:rPr lang="en-US"/>
              <a:t>Title Goes Here</a:t>
            </a:r>
            <a:br>
              <a:rPr lang="en-US"/>
            </a:br>
            <a:r>
              <a:rPr lang="en-US"/>
              <a:t>Titles Are IBM Sans Plex Medium 40pt Font</a:t>
            </a:r>
          </a:p>
        </p:txBody>
      </p:sp>
      <p:sp>
        <p:nvSpPr>
          <p:cNvPr id="2" name="Date Placeholder 1">
            <a:extLst>
              <a:ext uri="{FF2B5EF4-FFF2-40B4-BE49-F238E27FC236}">
                <a16:creationId xmlns:a16="http://schemas.microsoft.com/office/drawing/2014/main" id="{75505ACD-EB86-0DC1-C6FC-A7D86DA93C67}"/>
              </a:ext>
            </a:extLst>
          </p:cNvPr>
          <p:cNvSpPr>
            <a:spLocks noGrp="1"/>
          </p:cNvSpPr>
          <p:nvPr>
            <p:ph type="dt" sz="half" idx="10"/>
          </p:nvPr>
        </p:nvSpPr>
        <p:spPr/>
        <p:txBody>
          <a:bodyPr/>
          <a:lstStyle/>
          <a:p>
            <a:fld id="{228D026D-C07B-48C8-8C2B-C561E4D51E16}" type="datetime1">
              <a:rPr lang="en-US" smtClean="0"/>
              <a:t>11/19/2024</a:t>
            </a:fld>
            <a:endParaRPr lang="en-US"/>
          </a:p>
        </p:txBody>
      </p:sp>
      <p:sp>
        <p:nvSpPr>
          <p:cNvPr id="3" name="Footer Placeholder 2">
            <a:extLst>
              <a:ext uri="{FF2B5EF4-FFF2-40B4-BE49-F238E27FC236}">
                <a16:creationId xmlns:a16="http://schemas.microsoft.com/office/drawing/2014/main" id="{5B2BC0D7-8A6C-55C3-ABA5-5851A6159B5D}"/>
              </a:ext>
            </a:extLst>
          </p:cNvPr>
          <p:cNvSpPr>
            <a:spLocks noGrp="1"/>
          </p:cNvSpPr>
          <p:nvPr>
            <p:ph type="ftr" sz="quarter" idx="11"/>
          </p:nvPr>
        </p:nvSpPr>
        <p:spPr/>
        <p:txBody>
          <a:bodyPr/>
          <a:lstStyle/>
          <a:p>
            <a:r>
              <a:rPr lang="en-US"/>
              <a:t>CONFIDENTIAL</a:t>
            </a:r>
          </a:p>
        </p:txBody>
      </p:sp>
      <p:sp>
        <p:nvSpPr>
          <p:cNvPr id="4" name="Slide Number Placeholder 3">
            <a:extLst>
              <a:ext uri="{FF2B5EF4-FFF2-40B4-BE49-F238E27FC236}">
                <a16:creationId xmlns:a16="http://schemas.microsoft.com/office/drawing/2014/main" id="{771B4DFB-10B8-C6C6-DF97-2F0770FEEF5A}"/>
              </a:ext>
            </a:extLst>
          </p:cNvPr>
          <p:cNvSpPr>
            <a:spLocks noGrp="1"/>
          </p:cNvSpPr>
          <p:nvPr>
            <p:ph type="sldNum" sz="quarter" idx="12"/>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3937860412"/>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Quote Purple">
    <p:bg bwMode="auto">
      <p:bgPr>
        <a:solidFill>
          <a:schemeClr val="accent1"/>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E252A1C-D038-FADB-F214-C5C470580C52}"/>
              </a:ext>
            </a:extLst>
          </p:cNvPr>
          <p:cNvSpPr txBox="1"/>
          <p:nvPr userDrawn="1"/>
        </p:nvSpPr>
        <p:spPr bwMode="white">
          <a:xfrm>
            <a:off x="1269381" y="1635374"/>
            <a:ext cx="1338575" cy="2215092"/>
          </a:xfrm>
          <a:prstGeom prst="rect">
            <a:avLst/>
          </a:prstGeom>
          <a:noFill/>
        </p:spPr>
        <p:txBody>
          <a:bodyPr wrap="square" lIns="0" tIns="0" rIns="0" bIns="0" rtlCol="0" anchor="ctr">
            <a:noAutofit/>
          </a:bodyPr>
          <a:lstStyle/>
          <a:p>
            <a:pPr algn="ctr">
              <a:lnSpc>
                <a:spcPct val="85000"/>
              </a:lnSpc>
            </a:pPr>
            <a:r>
              <a:rPr lang="en-US" sz="20200">
                <a:solidFill>
                  <a:schemeClr val="accent3"/>
                </a:solidFill>
                <a:latin typeface="+mj-lt"/>
              </a:rPr>
              <a:t>“</a:t>
            </a:r>
          </a:p>
        </p:txBody>
      </p:sp>
      <p:sp>
        <p:nvSpPr>
          <p:cNvPr id="2" name="Title 1">
            <a:extLst>
              <a:ext uri="{FF2B5EF4-FFF2-40B4-BE49-F238E27FC236}">
                <a16:creationId xmlns:a16="http://schemas.microsoft.com/office/drawing/2014/main" id="{3AE9361C-87BE-4A4B-98C4-7B2550080F1F}"/>
              </a:ext>
            </a:extLst>
          </p:cNvPr>
          <p:cNvSpPr>
            <a:spLocks noGrp="1"/>
          </p:cNvSpPr>
          <p:nvPr>
            <p:ph type="title" hasCustomPrompt="1"/>
          </p:nvPr>
        </p:nvSpPr>
        <p:spPr bwMode="white">
          <a:xfrm>
            <a:off x="1938670" y="1440038"/>
            <a:ext cx="8314661" cy="3461571"/>
          </a:xfrm>
        </p:spPr>
        <p:txBody>
          <a:bodyPr lIns="91440" tIns="91440" bIns="91440" anchor="ctr"/>
          <a:lstStyle>
            <a:lvl1pPr algn="ctr">
              <a:defRPr sz="4000" b="0">
                <a:solidFill>
                  <a:schemeClr val="bg1"/>
                </a:solidFill>
                <a:latin typeface="IBM Plex Sans Medium" panose="020B0603050203000203" pitchFamily="34" charset="0"/>
              </a:defRPr>
            </a:lvl1pPr>
          </a:lstStyle>
          <a:p>
            <a:r>
              <a:rPr lang="en-US"/>
              <a:t>Title Goes Here</a:t>
            </a:r>
            <a:br>
              <a:rPr lang="en-US"/>
            </a:br>
            <a:r>
              <a:rPr lang="en-US"/>
              <a:t>Titles Are IBM Sans Plex Medium 40pt Font</a:t>
            </a:r>
          </a:p>
        </p:txBody>
      </p:sp>
      <p:pic>
        <p:nvPicPr>
          <p:cNvPr id="3" name="Graphic 2">
            <a:extLst>
              <a:ext uri="{FF2B5EF4-FFF2-40B4-BE49-F238E27FC236}">
                <a16:creationId xmlns:a16="http://schemas.microsoft.com/office/drawing/2014/main" id="{F227943E-CBEE-330C-E6C2-887D5B5F212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white">
          <a:xfrm>
            <a:off x="11119839" y="6309360"/>
            <a:ext cx="865880" cy="274320"/>
          </a:xfrm>
          <a:prstGeom prst="rect">
            <a:avLst/>
          </a:prstGeom>
        </p:spPr>
      </p:pic>
      <p:sp>
        <p:nvSpPr>
          <p:cNvPr id="6" name="Text Placeholder 5">
            <a:extLst>
              <a:ext uri="{FF2B5EF4-FFF2-40B4-BE49-F238E27FC236}">
                <a16:creationId xmlns:a16="http://schemas.microsoft.com/office/drawing/2014/main" id="{720B219E-8191-70C8-F731-E4E4BB5D3802}"/>
              </a:ext>
            </a:extLst>
          </p:cNvPr>
          <p:cNvSpPr>
            <a:spLocks noGrp="1"/>
          </p:cNvSpPr>
          <p:nvPr>
            <p:ph type="body" sz="quarter" idx="10" hasCustomPrompt="1"/>
          </p:nvPr>
        </p:nvSpPr>
        <p:spPr bwMode="white">
          <a:xfrm>
            <a:off x="1938670" y="4909946"/>
            <a:ext cx="8314660" cy="349250"/>
          </a:xfrm>
        </p:spPr>
        <p:txBody>
          <a:bodyPr lIns="457200" rIns="457200" bIns="0" anchor="b"/>
          <a:lstStyle>
            <a:lvl1pPr marL="0" indent="0" algn="l">
              <a:buNone/>
              <a:defRPr sz="1800" cap="all" baseline="0">
                <a:solidFill>
                  <a:schemeClr val="bg1"/>
                </a:solidFill>
                <a:latin typeface="+mn-lt"/>
              </a:defRPr>
            </a:lvl1pPr>
          </a:lstStyle>
          <a:p>
            <a:pPr lvl="0"/>
            <a:r>
              <a:rPr lang="en-US"/>
              <a:t>CLICK TO EDIT SUBTITLE TEXT</a:t>
            </a:r>
          </a:p>
        </p:txBody>
      </p:sp>
      <p:sp>
        <p:nvSpPr>
          <p:cNvPr id="4" name="Date Placeholder 3">
            <a:extLst>
              <a:ext uri="{FF2B5EF4-FFF2-40B4-BE49-F238E27FC236}">
                <a16:creationId xmlns:a16="http://schemas.microsoft.com/office/drawing/2014/main" id="{B8217E07-A627-D325-9441-9AC4C26D20DE}"/>
              </a:ext>
            </a:extLst>
          </p:cNvPr>
          <p:cNvSpPr>
            <a:spLocks noGrp="1"/>
          </p:cNvSpPr>
          <p:nvPr>
            <p:ph type="dt" sz="half" idx="11"/>
          </p:nvPr>
        </p:nvSpPr>
        <p:spPr/>
        <p:txBody>
          <a:bodyPr/>
          <a:lstStyle>
            <a:lvl1pPr>
              <a:defRPr>
                <a:solidFill>
                  <a:schemeClr val="bg1"/>
                </a:solidFill>
              </a:defRPr>
            </a:lvl1pPr>
          </a:lstStyle>
          <a:p>
            <a:fld id="{228D026D-C07B-48C8-8C2B-C561E4D51E16}" type="datetime1">
              <a:rPr lang="en-US" smtClean="0"/>
              <a:pPr/>
              <a:t>11/19/2024</a:t>
            </a:fld>
            <a:endParaRPr lang="en-US"/>
          </a:p>
        </p:txBody>
      </p:sp>
      <p:sp>
        <p:nvSpPr>
          <p:cNvPr id="5" name="Footer Placeholder 4">
            <a:extLst>
              <a:ext uri="{FF2B5EF4-FFF2-40B4-BE49-F238E27FC236}">
                <a16:creationId xmlns:a16="http://schemas.microsoft.com/office/drawing/2014/main" id="{E9CA8F28-87F3-3288-EFF5-D69183E99059}"/>
              </a:ext>
            </a:extLst>
          </p:cNvPr>
          <p:cNvSpPr>
            <a:spLocks noGrp="1"/>
          </p:cNvSpPr>
          <p:nvPr>
            <p:ph type="ftr" sz="quarter" idx="12"/>
          </p:nvPr>
        </p:nvSpPr>
        <p:spPr/>
        <p:txBody>
          <a:bodyPr/>
          <a:lstStyle>
            <a:lvl1pPr>
              <a:defRPr>
                <a:solidFill>
                  <a:schemeClr val="bg1"/>
                </a:solidFill>
              </a:defRPr>
            </a:lvl1pPr>
          </a:lstStyle>
          <a:p>
            <a:r>
              <a:rPr lang="en-US"/>
              <a:t>CONFIDENTIAL</a:t>
            </a:r>
          </a:p>
        </p:txBody>
      </p:sp>
      <p:sp>
        <p:nvSpPr>
          <p:cNvPr id="8" name="Slide Number Placeholder 7">
            <a:extLst>
              <a:ext uri="{FF2B5EF4-FFF2-40B4-BE49-F238E27FC236}">
                <a16:creationId xmlns:a16="http://schemas.microsoft.com/office/drawing/2014/main" id="{05718103-A717-4193-1633-740DD003EF5C}"/>
              </a:ext>
            </a:extLst>
          </p:cNvPr>
          <p:cNvSpPr>
            <a:spLocks noGrp="1"/>
          </p:cNvSpPr>
          <p:nvPr>
            <p:ph type="sldNum" sz="quarter" idx="13"/>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885593268"/>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Column Image">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224087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Title Placeholder 1">
            <a:extLst>
              <a:ext uri="{FF2B5EF4-FFF2-40B4-BE49-F238E27FC236}">
                <a16:creationId xmlns:a16="http://schemas.microsoft.com/office/drawing/2014/main" id="{EC1ED141-BBBF-4DD5-B7BC-89C97DDCA601}"/>
              </a:ext>
            </a:extLst>
          </p:cNvPr>
          <p:cNvSpPr>
            <a:spLocks noGrp="1"/>
          </p:cNvSpPr>
          <p:nvPr>
            <p:ph type="title" hasCustomPrompt="1"/>
          </p:nvPr>
        </p:nvSpPr>
        <p:spPr>
          <a:xfrm>
            <a:off x="457200" y="266010"/>
            <a:ext cx="11273991" cy="1188720"/>
          </a:xfrm>
          <a:prstGeom prst="rect">
            <a:avLst/>
          </a:prstGeom>
        </p:spPr>
        <p:txBody>
          <a:bodyPr vert="horz" lIns="0" tIns="0" rIns="0" bIns="0" rtlCol="0" anchor="b">
            <a:noAutofit/>
          </a:bodyPr>
          <a:lstStyle>
            <a:lvl1pPr marL="0" indent="0">
              <a:buFont typeface="IBM Plex Sans" panose="020B0503050203000203" pitchFamily="34" charset="0"/>
              <a:buNone/>
              <a:defRPr lang="en-US" dirty="0">
                <a:solidFill>
                  <a:schemeClr val="accent1">
                    <a:lumMod val="50000"/>
                  </a:schemeClr>
                </a:solidFill>
              </a:defRPr>
            </a:lvl1pPr>
          </a:lstStyle>
          <a:p>
            <a:pPr lvl="0"/>
            <a:r>
              <a:rPr lang="en-US"/>
              <a:t>Title Goes Here</a:t>
            </a:r>
            <a:br>
              <a:rPr lang="en-US"/>
            </a:br>
            <a:r>
              <a:rPr lang="en-US"/>
              <a:t>Titles Are IBM Sans Plex Bold 40pt Font</a:t>
            </a:r>
          </a:p>
        </p:txBody>
      </p:sp>
      <p:sp>
        <p:nvSpPr>
          <p:cNvPr id="35" name="Picture Placeholder 34">
            <a:extLst>
              <a:ext uri="{FF2B5EF4-FFF2-40B4-BE49-F238E27FC236}">
                <a16:creationId xmlns:a16="http://schemas.microsoft.com/office/drawing/2014/main" id="{6F3102A3-23DA-4270-8CB7-910A4E27DD24}"/>
              </a:ext>
            </a:extLst>
          </p:cNvPr>
          <p:cNvSpPr>
            <a:spLocks noGrp="1"/>
          </p:cNvSpPr>
          <p:nvPr>
            <p:ph type="pic" sz="quarter" idx="12"/>
          </p:nvPr>
        </p:nvSpPr>
        <p:spPr>
          <a:xfrm>
            <a:off x="457200" y="1828800"/>
            <a:ext cx="5334817" cy="1554480"/>
          </a:xfrm>
        </p:spPr>
        <p:txBody>
          <a:bodyPr anchor="ctr"/>
          <a:lstStyle>
            <a:lvl1pPr marL="0" indent="0" algn="ctr">
              <a:lnSpc>
                <a:spcPct val="90000"/>
              </a:lnSpc>
              <a:spcBef>
                <a:spcPts val="1000"/>
              </a:spcBef>
              <a:spcAft>
                <a:spcPts val="0"/>
              </a:spcAft>
              <a:buFont typeface="IBM Plex Sans" panose="020B0503050203000203" pitchFamily="34" charset="0"/>
              <a:buNone/>
              <a:defRPr sz="2400">
                <a:latin typeface="+mn-lt"/>
                <a:ea typeface="+mn-ea"/>
                <a:cs typeface="+mn-cs"/>
              </a:defRPr>
            </a:lvl1pPr>
          </a:lstStyle>
          <a:p>
            <a:r>
              <a:rPr lang="en-US"/>
              <a:t>Click icon to add picture</a:t>
            </a:r>
          </a:p>
        </p:txBody>
      </p:sp>
      <p:sp>
        <p:nvSpPr>
          <p:cNvPr id="39" name="Text Placeholder 38">
            <a:extLst>
              <a:ext uri="{FF2B5EF4-FFF2-40B4-BE49-F238E27FC236}">
                <a16:creationId xmlns:a16="http://schemas.microsoft.com/office/drawing/2014/main" id="{EAE6DE0F-0ADD-444F-978D-6AA58793E072}"/>
              </a:ext>
            </a:extLst>
          </p:cNvPr>
          <p:cNvSpPr>
            <a:spLocks noGrp="1"/>
          </p:cNvSpPr>
          <p:nvPr>
            <p:ph type="body" sz="quarter" idx="15" hasCustomPrompt="1"/>
          </p:nvPr>
        </p:nvSpPr>
        <p:spPr>
          <a:xfrm>
            <a:off x="457200" y="4114800"/>
            <a:ext cx="5334817" cy="2103120"/>
          </a:xfrm>
        </p:spPr>
        <p:txBody>
          <a:bodyPr lIns="0" tIns="0" rIns="0" bIns="91440">
            <a:normAutofit/>
          </a:bodyPr>
          <a:lstStyle>
            <a:lvl1pPr marL="0" indent="0">
              <a:lnSpc>
                <a:spcPct val="90000"/>
              </a:lnSpc>
              <a:spcBef>
                <a:spcPts val="200"/>
              </a:spcBef>
              <a:spcAft>
                <a:spcPts val="0"/>
              </a:spcAft>
              <a:buClr>
                <a:schemeClr val="accent1"/>
              </a:buClr>
              <a:buFont typeface="IBM Plex Sans" panose="020B0503050203000203" pitchFamily="34" charset="0"/>
              <a:buNone/>
              <a:defRPr sz="1400">
                <a:latin typeface="+mn-lt"/>
                <a:ea typeface="+mn-ea"/>
                <a:cs typeface="+mn-cs"/>
              </a:defRPr>
            </a:lvl1pPr>
            <a:lvl2pPr marL="228600" indent="0">
              <a:spcBef>
                <a:spcPts val="200"/>
              </a:spcBef>
              <a:buNone/>
              <a:defRPr sz="1200"/>
            </a:lvl2pPr>
            <a:lvl3pPr marL="457200" indent="0">
              <a:spcBef>
                <a:spcPts val="200"/>
              </a:spcBef>
              <a:buNone/>
              <a:defRPr sz="1100"/>
            </a:lvl3pPr>
            <a:lvl4pPr marL="685800" indent="0">
              <a:spcBef>
                <a:spcPts val="200"/>
              </a:spcBef>
              <a:buNone/>
              <a:defRPr sz="1050"/>
            </a:lvl4pPr>
          </a:lstStyle>
          <a:p>
            <a:pPr lvl="0"/>
            <a:r>
              <a:rPr lang="en-US"/>
              <a:t>Edit Master text styles</a:t>
            </a:r>
          </a:p>
          <a:p>
            <a:pPr lvl="1"/>
            <a:r>
              <a:rPr lang="en-US"/>
              <a:t>Second</a:t>
            </a:r>
          </a:p>
          <a:p>
            <a:pPr lvl="2"/>
            <a:r>
              <a:rPr lang="en-US"/>
              <a:t>Third</a:t>
            </a:r>
          </a:p>
          <a:p>
            <a:pPr lvl="3"/>
            <a:r>
              <a:rPr lang="en-US"/>
              <a:t>Fourth</a:t>
            </a:r>
          </a:p>
        </p:txBody>
      </p:sp>
      <p:sp>
        <p:nvSpPr>
          <p:cNvPr id="20" name="Subtitle 2">
            <a:extLst>
              <a:ext uri="{FF2B5EF4-FFF2-40B4-BE49-F238E27FC236}">
                <a16:creationId xmlns:a16="http://schemas.microsoft.com/office/drawing/2014/main" id="{FE07572F-0F6E-1B4B-866E-F7764EE6687C}"/>
              </a:ext>
            </a:extLst>
          </p:cNvPr>
          <p:cNvSpPr>
            <a:spLocks noGrp="1"/>
          </p:cNvSpPr>
          <p:nvPr>
            <p:ph type="subTitle" idx="11" hasCustomPrompt="1"/>
          </p:nvPr>
        </p:nvSpPr>
        <p:spPr>
          <a:xfrm>
            <a:off x="457200" y="3474719"/>
            <a:ext cx="5334817" cy="548640"/>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 TEXT</a:t>
            </a:r>
          </a:p>
        </p:txBody>
      </p:sp>
      <p:sp>
        <p:nvSpPr>
          <p:cNvPr id="7" name="Picture Placeholder 34">
            <a:extLst>
              <a:ext uri="{FF2B5EF4-FFF2-40B4-BE49-F238E27FC236}">
                <a16:creationId xmlns:a16="http://schemas.microsoft.com/office/drawing/2014/main" id="{4C5C7C91-5643-9299-F33F-0C18D5F55EB7}"/>
              </a:ext>
            </a:extLst>
          </p:cNvPr>
          <p:cNvSpPr>
            <a:spLocks noGrp="1"/>
          </p:cNvSpPr>
          <p:nvPr>
            <p:ph type="pic" sz="quarter" idx="16"/>
          </p:nvPr>
        </p:nvSpPr>
        <p:spPr>
          <a:xfrm>
            <a:off x="6371753" y="1828800"/>
            <a:ext cx="5359438" cy="1554480"/>
          </a:xfrm>
        </p:spPr>
        <p:txBody>
          <a:bodyPr anchor="ctr"/>
          <a:lstStyle>
            <a:lvl1pPr marL="0" indent="0" algn="ctr">
              <a:lnSpc>
                <a:spcPct val="90000"/>
              </a:lnSpc>
              <a:spcBef>
                <a:spcPts val="1000"/>
              </a:spcBef>
              <a:spcAft>
                <a:spcPts val="0"/>
              </a:spcAft>
              <a:buFont typeface="IBM Plex Sans" panose="020B0503050203000203" pitchFamily="34" charset="0"/>
              <a:buNone/>
              <a:defRPr sz="2400">
                <a:latin typeface="+mn-lt"/>
                <a:ea typeface="+mn-ea"/>
                <a:cs typeface="+mn-cs"/>
              </a:defRPr>
            </a:lvl1pPr>
          </a:lstStyle>
          <a:p>
            <a:r>
              <a:rPr lang="en-US"/>
              <a:t>Click icon to add picture</a:t>
            </a:r>
          </a:p>
        </p:txBody>
      </p:sp>
      <p:sp>
        <p:nvSpPr>
          <p:cNvPr id="8" name="Text Placeholder 38">
            <a:extLst>
              <a:ext uri="{FF2B5EF4-FFF2-40B4-BE49-F238E27FC236}">
                <a16:creationId xmlns:a16="http://schemas.microsoft.com/office/drawing/2014/main" id="{4161E8B9-9CCB-30FF-A39C-79F9E30608BC}"/>
              </a:ext>
            </a:extLst>
          </p:cNvPr>
          <p:cNvSpPr>
            <a:spLocks noGrp="1"/>
          </p:cNvSpPr>
          <p:nvPr>
            <p:ph type="body" sz="quarter" idx="17" hasCustomPrompt="1"/>
          </p:nvPr>
        </p:nvSpPr>
        <p:spPr>
          <a:xfrm>
            <a:off x="6371754" y="4114800"/>
            <a:ext cx="5359438" cy="2103120"/>
          </a:xfrm>
        </p:spPr>
        <p:txBody>
          <a:bodyPr vert="horz" lIns="0" tIns="0" rIns="0" bIns="91440" rtlCol="0">
            <a:normAutofit/>
          </a:bodyPr>
          <a:lstStyle>
            <a:lvl1pPr marL="0" indent="0">
              <a:buNone/>
              <a:defRPr lang="en-US" sz="1400" dirty="0" smtClean="0"/>
            </a:lvl1pPr>
            <a:lvl2pPr marL="228600" indent="0">
              <a:buNone/>
              <a:defRPr lang="en-US" sz="1200" dirty="0" smtClean="0"/>
            </a:lvl2pPr>
            <a:lvl3pPr marL="457200" indent="0">
              <a:buNone/>
              <a:defRPr lang="en-US" sz="1100" dirty="0" smtClean="0"/>
            </a:lvl3pPr>
            <a:lvl4pPr marL="685800" indent="0">
              <a:buNone/>
              <a:defRPr lang="en-US" sz="1050" dirty="0"/>
            </a:lvl4pPr>
          </a:lstStyle>
          <a:p>
            <a:pPr lvl="0">
              <a:spcBef>
                <a:spcPts val="200"/>
              </a:spcBef>
              <a:spcAft>
                <a:spcPts val="0"/>
              </a:spcAft>
            </a:pPr>
            <a:r>
              <a:rPr lang="en-US"/>
              <a:t>Edit Master text styles</a:t>
            </a:r>
          </a:p>
          <a:p>
            <a:pPr lvl="1">
              <a:spcBef>
                <a:spcPts val="200"/>
              </a:spcBef>
            </a:pPr>
            <a:r>
              <a:rPr lang="en-US"/>
              <a:t>Second</a:t>
            </a:r>
          </a:p>
          <a:p>
            <a:pPr lvl="2">
              <a:spcBef>
                <a:spcPts val="200"/>
              </a:spcBef>
            </a:pPr>
            <a:r>
              <a:rPr lang="en-US"/>
              <a:t>Third</a:t>
            </a:r>
          </a:p>
          <a:p>
            <a:pPr lvl="3">
              <a:spcBef>
                <a:spcPts val="200"/>
              </a:spcBef>
            </a:pPr>
            <a:r>
              <a:rPr lang="en-US"/>
              <a:t>Fourth</a:t>
            </a:r>
          </a:p>
        </p:txBody>
      </p:sp>
      <p:sp>
        <p:nvSpPr>
          <p:cNvPr id="11" name="Text Placeholder 10">
            <a:extLst>
              <a:ext uri="{FF2B5EF4-FFF2-40B4-BE49-F238E27FC236}">
                <a16:creationId xmlns:a16="http://schemas.microsoft.com/office/drawing/2014/main" id="{C1ED5024-06DB-E538-92DD-326FEC420769}"/>
              </a:ext>
            </a:extLst>
          </p:cNvPr>
          <p:cNvSpPr>
            <a:spLocks noGrp="1"/>
          </p:cNvSpPr>
          <p:nvPr>
            <p:ph type="body" sz="quarter" idx="18" hasCustomPrompt="1"/>
          </p:nvPr>
        </p:nvSpPr>
        <p:spPr>
          <a:xfrm>
            <a:off x="6371754" y="3474719"/>
            <a:ext cx="5359438" cy="548640"/>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 TEXT</a:t>
            </a:r>
          </a:p>
        </p:txBody>
      </p:sp>
      <p:sp>
        <p:nvSpPr>
          <p:cNvPr id="2" name="Date Placeholder 1">
            <a:extLst>
              <a:ext uri="{FF2B5EF4-FFF2-40B4-BE49-F238E27FC236}">
                <a16:creationId xmlns:a16="http://schemas.microsoft.com/office/drawing/2014/main" id="{DB4FB7E4-3653-8013-601C-73C35DBEBBC1}"/>
              </a:ext>
            </a:extLst>
          </p:cNvPr>
          <p:cNvSpPr>
            <a:spLocks noGrp="1"/>
          </p:cNvSpPr>
          <p:nvPr>
            <p:ph type="dt" sz="half" idx="19"/>
          </p:nvPr>
        </p:nvSpPr>
        <p:spPr/>
        <p:txBody>
          <a:bodyPr/>
          <a:lstStyle/>
          <a:p>
            <a:fld id="{228D026D-C07B-48C8-8C2B-C561E4D51E16}" type="datetime1">
              <a:rPr lang="en-US" smtClean="0"/>
              <a:t>11/19/2024</a:t>
            </a:fld>
            <a:endParaRPr lang="en-US"/>
          </a:p>
        </p:txBody>
      </p:sp>
      <p:sp>
        <p:nvSpPr>
          <p:cNvPr id="3" name="Footer Placeholder 2">
            <a:extLst>
              <a:ext uri="{FF2B5EF4-FFF2-40B4-BE49-F238E27FC236}">
                <a16:creationId xmlns:a16="http://schemas.microsoft.com/office/drawing/2014/main" id="{105D5F42-7B75-11CB-D5BE-ED9A089CCC69}"/>
              </a:ext>
            </a:extLst>
          </p:cNvPr>
          <p:cNvSpPr>
            <a:spLocks noGrp="1"/>
          </p:cNvSpPr>
          <p:nvPr>
            <p:ph type="ftr" sz="quarter" idx="20"/>
          </p:nvPr>
        </p:nvSpPr>
        <p:spPr/>
        <p:txBody>
          <a:bodyPr/>
          <a:lstStyle/>
          <a:p>
            <a:r>
              <a:rPr lang="en-US"/>
              <a:t>CONFIDENTIAL</a:t>
            </a:r>
          </a:p>
        </p:txBody>
      </p:sp>
      <p:sp>
        <p:nvSpPr>
          <p:cNvPr id="4" name="Slide Number Placeholder 3">
            <a:extLst>
              <a:ext uri="{FF2B5EF4-FFF2-40B4-BE49-F238E27FC236}">
                <a16:creationId xmlns:a16="http://schemas.microsoft.com/office/drawing/2014/main" id="{F76DA91D-26A4-49AE-3C1F-F33945576FBD}"/>
              </a:ext>
            </a:extLst>
          </p:cNvPr>
          <p:cNvSpPr>
            <a:spLocks noGrp="1"/>
          </p:cNvSpPr>
          <p:nvPr>
            <p:ph type="sldNum" sz="quarter" idx="21"/>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233459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Column Image">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224087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Title Placeholder 1">
            <a:extLst>
              <a:ext uri="{FF2B5EF4-FFF2-40B4-BE49-F238E27FC236}">
                <a16:creationId xmlns:a16="http://schemas.microsoft.com/office/drawing/2014/main" id="{EC1ED141-BBBF-4DD5-B7BC-89C97DDCA601}"/>
              </a:ext>
            </a:extLst>
          </p:cNvPr>
          <p:cNvSpPr>
            <a:spLocks noGrp="1"/>
          </p:cNvSpPr>
          <p:nvPr>
            <p:ph type="title" hasCustomPrompt="1"/>
          </p:nvPr>
        </p:nvSpPr>
        <p:spPr>
          <a:xfrm>
            <a:off x="457200" y="266010"/>
            <a:ext cx="11273991" cy="1188720"/>
          </a:xfrm>
          <a:prstGeom prst="rect">
            <a:avLst/>
          </a:prstGeom>
        </p:spPr>
        <p:txBody>
          <a:bodyPr vert="horz" lIns="0" tIns="0" rIns="0" bIns="0" rtlCol="0" anchor="b">
            <a:noAutofit/>
          </a:bodyPr>
          <a:lstStyle>
            <a:lvl1pPr marL="0" indent="0">
              <a:buFont typeface="IBM Plex Sans" panose="020B0503050203000203" pitchFamily="34" charset="0"/>
              <a:buNone/>
              <a:defRPr lang="en-US" dirty="0">
                <a:solidFill>
                  <a:schemeClr val="accent1">
                    <a:lumMod val="50000"/>
                  </a:schemeClr>
                </a:solidFill>
              </a:defRPr>
            </a:lvl1pPr>
          </a:lstStyle>
          <a:p>
            <a:pPr lvl="0"/>
            <a:r>
              <a:rPr lang="en-US"/>
              <a:t>Title Goes Here</a:t>
            </a:r>
            <a:br>
              <a:rPr lang="en-US"/>
            </a:br>
            <a:r>
              <a:rPr lang="en-US"/>
              <a:t>Titles Are IBM Sans Plex Bold 40pt Font</a:t>
            </a:r>
          </a:p>
        </p:txBody>
      </p:sp>
      <p:sp>
        <p:nvSpPr>
          <p:cNvPr id="35" name="Picture Placeholder 34">
            <a:extLst>
              <a:ext uri="{FF2B5EF4-FFF2-40B4-BE49-F238E27FC236}">
                <a16:creationId xmlns:a16="http://schemas.microsoft.com/office/drawing/2014/main" id="{6F3102A3-23DA-4270-8CB7-910A4E27DD24}"/>
              </a:ext>
            </a:extLst>
          </p:cNvPr>
          <p:cNvSpPr>
            <a:spLocks noGrp="1"/>
          </p:cNvSpPr>
          <p:nvPr>
            <p:ph type="pic" sz="quarter" idx="12"/>
          </p:nvPr>
        </p:nvSpPr>
        <p:spPr>
          <a:xfrm>
            <a:off x="457200" y="1828800"/>
            <a:ext cx="3200399" cy="1554480"/>
          </a:xfrm>
        </p:spPr>
        <p:txBody>
          <a:bodyPr anchor="ctr"/>
          <a:lstStyle>
            <a:lvl1pPr marL="0" indent="0" algn="ctr">
              <a:lnSpc>
                <a:spcPct val="90000"/>
              </a:lnSpc>
              <a:spcBef>
                <a:spcPts val="1000"/>
              </a:spcBef>
              <a:spcAft>
                <a:spcPts val="0"/>
              </a:spcAft>
              <a:buFont typeface="IBM Plex Sans" panose="020B0503050203000203" pitchFamily="34" charset="0"/>
              <a:buNone/>
              <a:defRPr sz="2400">
                <a:latin typeface="+mn-lt"/>
                <a:ea typeface="+mn-ea"/>
                <a:cs typeface="+mn-cs"/>
              </a:defRPr>
            </a:lvl1pPr>
          </a:lstStyle>
          <a:p>
            <a:r>
              <a:rPr lang="en-US"/>
              <a:t>Click icon to add picture</a:t>
            </a:r>
          </a:p>
        </p:txBody>
      </p:sp>
      <p:sp>
        <p:nvSpPr>
          <p:cNvPr id="39" name="Text Placeholder 38">
            <a:extLst>
              <a:ext uri="{FF2B5EF4-FFF2-40B4-BE49-F238E27FC236}">
                <a16:creationId xmlns:a16="http://schemas.microsoft.com/office/drawing/2014/main" id="{EAE6DE0F-0ADD-444F-978D-6AA58793E072}"/>
              </a:ext>
            </a:extLst>
          </p:cNvPr>
          <p:cNvSpPr>
            <a:spLocks noGrp="1"/>
          </p:cNvSpPr>
          <p:nvPr>
            <p:ph type="body" sz="quarter" idx="15" hasCustomPrompt="1"/>
          </p:nvPr>
        </p:nvSpPr>
        <p:spPr>
          <a:xfrm>
            <a:off x="457200" y="4114800"/>
            <a:ext cx="3200399" cy="210312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20" name="Subtitle 2">
            <a:extLst>
              <a:ext uri="{FF2B5EF4-FFF2-40B4-BE49-F238E27FC236}">
                <a16:creationId xmlns:a16="http://schemas.microsoft.com/office/drawing/2014/main" id="{FE07572F-0F6E-1B4B-866E-F7764EE6687C}"/>
              </a:ext>
            </a:extLst>
          </p:cNvPr>
          <p:cNvSpPr>
            <a:spLocks noGrp="1"/>
          </p:cNvSpPr>
          <p:nvPr>
            <p:ph type="subTitle" idx="11" hasCustomPrompt="1"/>
          </p:nvPr>
        </p:nvSpPr>
        <p:spPr>
          <a:xfrm>
            <a:off x="457200" y="3474719"/>
            <a:ext cx="3200399" cy="548640"/>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 Text</a:t>
            </a:r>
          </a:p>
        </p:txBody>
      </p:sp>
      <p:sp>
        <p:nvSpPr>
          <p:cNvPr id="7" name="Picture Placeholder 34">
            <a:extLst>
              <a:ext uri="{FF2B5EF4-FFF2-40B4-BE49-F238E27FC236}">
                <a16:creationId xmlns:a16="http://schemas.microsoft.com/office/drawing/2014/main" id="{4C5C7C91-5643-9299-F33F-0C18D5F55EB7}"/>
              </a:ext>
            </a:extLst>
          </p:cNvPr>
          <p:cNvSpPr>
            <a:spLocks noGrp="1"/>
          </p:cNvSpPr>
          <p:nvPr>
            <p:ph type="pic" sz="quarter" idx="16"/>
          </p:nvPr>
        </p:nvSpPr>
        <p:spPr>
          <a:xfrm>
            <a:off x="4495800" y="1828800"/>
            <a:ext cx="3200399" cy="1554480"/>
          </a:xfrm>
        </p:spPr>
        <p:txBody>
          <a:bodyPr anchor="ctr"/>
          <a:lstStyle>
            <a:lvl1pPr marL="0" indent="0" algn="ctr">
              <a:lnSpc>
                <a:spcPct val="90000"/>
              </a:lnSpc>
              <a:spcBef>
                <a:spcPts val="1000"/>
              </a:spcBef>
              <a:spcAft>
                <a:spcPts val="0"/>
              </a:spcAft>
              <a:buFont typeface="IBM Plex Sans" panose="020B0503050203000203" pitchFamily="34" charset="0"/>
              <a:buNone/>
              <a:defRPr sz="2400">
                <a:latin typeface="+mn-lt"/>
                <a:ea typeface="+mn-ea"/>
                <a:cs typeface="+mn-cs"/>
              </a:defRPr>
            </a:lvl1pPr>
          </a:lstStyle>
          <a:p>
            <a:r>
              <a:rPr lang="en-US"/>
              <a:t>Click icon to add picture</a:t>
            </a:r>
          </a:p>
        </p:txBody>
      </p:sp>
      <p:sp>
        <p:nvSpPr>
          <p:cNvPr id="8" name="Text Placeholder 38">
            <a:extLst>
              <a:ext uri="{FF2B5EF4-FFF2-40B4-BE49-F238E27FC236}">
                <a16:creationId xmlns:a16="http://schemas.microsoft.com/office/drawing/2014/main" id="{4161E8B9-9CCB-30FF-A39C-79F9E30608BC}"/>
              </a:ext>
            </a:extLst>
          </p:cNvPr>
          <p:cNvSpPr>
            <a:spLocks noGrp="1"/>
          </p:cNvSpPr>
          <p:nvPr>
            <p:ph type="body" sz="quarter" idx="17" hasCustomPrompt="1"/>
          </p:nvPr>
        </p:nvSpPr>
        <p:spPr>
          <a:xfrm>
            <a:off x="4495800" y="4114800"/>
            <a:ext cx="3200400" cy="210312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12" name="Picture Placeholder 34">
            <a:extLst>
              <a:ext uri="{FF2B5EF4-FFF2-40B4-BE49-F238E27FC236}">
                <a16:creationId xmlns:a16="http://schemas.microsoft.com/office/drawing/2014/main" id="{BF2E9F1F-946F-32AE-F534-82647E3C76B4}"/>
              </a:ext>
            </a:extLst>
          </p:cNvPr>
          <p:cNvSpPr>
            <a:spLocks noGrp="1"/>
          </p:cNvSpPr>
          <p:nvPr>
            <p:ph type="pic" sz="quarter" idx="19"/>
          </p:nvPr>
        </p:nvSpPr>
        <p:spPr>
          <a:xfrm>
            <a:off x="8517144" y="1828800"/>
            <a:ext cx="3200399" cy="1554480"/>
          </a:xfrm>
        </p:spPr>
        <p:txBody>
          <a:bodyPr anchor="ctr"/>
          <a:lstStyle>
            <a:lvl1pPr marL="0" indent="0" algn="ctr">
              <a:lnSpc>
                <a:spcPct val="90000"/>
              </a:lnSpc>
              <a:spcBef>
                <a:spcPts val="1000"/>
              </a:spcBef>
              <a:spcAft>
                <a:spcPts val="0"/>
              </a:spcAft>
              <a:buFont typeface="IBM Plex Sans" panose="020B0503050203000203" pitchFamily="34" charset="0"/>
              <a:buNone/>
              <a:defRPr sz="2400">
                <a:latin typeface="+mn-lt"/>
                <a:ea typeface="+mn-ea"/>
                <a:cs typeface="+mn-cs"/>
              </a:defRPr>
            </a:lvl1pPr>
          </a:lstStyle>
          <a:p>
            <a:r>
              <a:rPr lang="en-US"/>
              <a:t>Click icon to add picture</a:t>
            </a:r>
          </a:p>
        </p:txBody>
      </p:sp>
      <p:sp>
        <p:nvSpPr>
          <p:cNvPr id="16" name="Text Placeholder 38">
            <a:extLst>
              <a:ext uri="{FF2B5EF4-FFF2-40B4-BE49-F238E27FC236}">
                <a16:creationId xmlns:a16="http://schemas.microsoft.com/office/drawing/2014/main" id="{C1788FE8-B839-09BF-9B7D-4060F15280A1}"/>
              </a:ext>
            </a:extLst>
          </p:cNvPr>
          <p:cNvSpPr>
            <a:spLocks noGrp="1"/>
          </p:cNvSpPr>
          <p:nvPr>
            <p:ph type="body" sz="quarter" idx="20" hasCustomPrompt="1"/>
          </p:nvPr>
        </p:nvSpPr>
        <p:spPr>
          <a:xfrm>
            <a:off x="8517143" y="4114800"/>
            <a:ext cx="3200400" cy="210312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15" name="Text Placeholder 14">
            <a:extLst>
              <a:ext uri="{FF2B5EF4-FFF2-40B4-BE49-F238E27FC236}">
                <a16:creationId xmlns:a16="http://schemas.microsoft.com/office/drawing/2014/main" id="{99820282-21F3-CFA8-13EA-EBDD6B7B44DC}"/>
              </a:ext>
            </a:extLst>
          </p:cNvPr>
          <p:cNvSpPr>
            <a:spLocks noGrp="1"/>
          </p:cNvSpPr>
          <p:nvPr>
            <p:ph type="body" sz="quarter" idx="21" hasCustomPrompt="1"/>
          </p:nvPr>
        </p:nvSpPr>
        <p:spPr>
          <a:xfrm>
            <a:off x="4495800" y="3474719"/>
            <a:ext cx="3200400" cy="548640"/>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 Text</a:t>
            </a:r>
          </a:p>
        </p:txBody>
      </p:sp>
      <p:sp>
        <p:nvSpPr>
          <p:cNvPr id="18" name="Text Placeholder 14">
            <a:extLst>
              <a:ext uri="{FF2B5EF4-FFF2-40B4-BE49-F238E27FC236}">
                <a16:creationId xmlns:a16="http://schemas.microsoft.com/office/drawing/2014/main" id="{1467F9D8-A0E2-773F-A178-4C0AD11931F8}"/>
              </a:ext>
            </a:extLst>
          </p:cNvPr>
          <p:cNvSpPr>
            <a:spLocks noGrp="1"/>
          </p:cNvSpPr>
          <p:nvPr>
            <p:ph type="body" sz="quarter" idx="22" hasCustomPrompt="1"/>
          </p:nvPr>
        </p:nvSpPr>
        <p:spPr>
          <a:xfrm>
            <a:off x="8517143" y="3474719"/>
            <a:ext cx="3200400" cy="548640"/>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 Text</a:t>
            </a:r>
          </a:p>
        </p:txBody>
      </p:sp>
      <p:sp>
        <p:nvSpPr>
          <p:cNvPr id="2" name="Date Placeholder 1">
            <a:extLst>
              <a:ext uri="{FF2B5EF4-FFF2-40B4-BE49-F238E27FC236}">
                <a16:creationId xmlns:a16="http://schemas.microsoft.com/office/drawing/2014/main" id="{A24AB08E-3045-F05D-8050-BF53707021F8}"/>
              </a:ext>
            </a:extLst>
          </p:cNvPr>
          <p:cNvSpPr>
            <a:spLocks noGrp="1"/>
          </p:cNvSpPr>
          <p:nvPr>
            <p:ph type="dt" sz="half" idx="23"/>
          </p:nvPr>
        </p:nvSpPr>
        <p:spPr/>
        <p:txBody>
          <a:bodyPr/>
          <a:lstStyle/>
          <a:p>
            <a:fld id="{228D026D-C07B-48C8-8C2B-C561E4D51E16}" type="datetime1">
              <a:rPr lang="en-US" smtClean="0"/>
              <a:t>11/19/2024</a:t>
            </a:fld>
            <a:endParaRPr lang="en-US"/>
          </a:p>
        </p:txBody>
      </p:sp>
      <p:sp>
        <p:nvSpPr>
          <p:cNvPr id="3" name="Footer Placeholder 2">
            <a:extLst>
              <a:ext uri="{FF2B5EF4-FFF2-40B4-BE49-F238E27FC236}">
                <a16:creationId xmlns:a16="http://schemas.microsoft.com/office/drawing/2014/main" id="{A3113707-1C0F-5395-92A6-0CD48DBA39FD}"/>
              </a:ext>
            </a:extLst>
          </p:cNvPr>
          <p:cNvSpPr>
            <a:spLocks noGrp="1"/>
          </p:cNvSpPr>
          <p:nvPr>
            <p:ph type="ftr" sz="quarter" idx="24"/>
          </p:nvPr>
        </p:nvSpPr>
        <p:spPr/>
        <p:txBody>
          <a:bodyPr/>
          <a:lstStyle/>
          <a:p>
            <a:r>
              <a:rPr lang="en-US"/>
              <a:t>CONFIDENTIAL</a:t>
            </a:r>
          </a:p>
        </p:txBody>
      </p:sp>
      <p:sp>
        <p:nvSpPr>
          <p:cNvPr id="4" name="Slide Number Placeholder 3">
            <a:extLst>
              <a:ext uri="{FF2B5EF4-FFF2-40B4-BE49-F238E27FC236}">
                <a16:creationId xmlns:a16="http://schemas.microsoft.com/office/drawing/2014/main" id="{89AAFFFB-C962-80AC-F984-F142C8E59899}"/>
              </a:ext>
            </a:extLst>
          </p:cNvPr>
          <p:cNvSpPr>
            <a:spLocks noGrp="1"/>
          </p:cNvSpPr>
          <p:nvPr>
            <p:ph type="sldNum" sz="quarter" idx="25"/>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1067650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 Column Image">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224087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Title Placeholder 1">
            <a:extLst>
              <a:ext uri="{FF2B5EF4-FFF2-40B4-BE49-F238E27FC236}">
                <a16:creationId xmlns:a16="http://schemas.microsoft.com/office/drawing/2014/main" id="{EC1ED141-BBBF-4DD5-B7BC-89C97DDCA601}"/>
              </a:ext>
            </a:extLst>
          </p:cNvPr>
          <p:cNvSpPr>
            <a:spLocks noGrp="1"/>
          </p:cNvSpPr>
          <p:nvPr>
            <p:ph type="title" hasCustomPrompt="1"/>
          </p:nvPr>
        </p:nvSpPr>
        <p:spPr>
          <a:xfrm>
            <a:off x="457200" y="266010"/>
            <a:ext cx="11273991" cy="1188720"/>
          </a:xfrm>
          <a:prstGeom prst="rect">
            <a:avLst/>
          </a:prstGeom>
        </p:spPr>
        <p:txBody>
          <a:bodyPr vert="horz" lIns="0" tIns="0" rIns="0" bIns="0" rtlCol="0" anchor="b">
            <a:noAutofit/>
          </a:bodyPr>
          <a:lstStyle>
            <a:lvl1pPr marL="0" indent="0">
              <a:buFont typeface="IBM Plex Sans" panose="020B0503050203000203" pitchFamily="34" charset="0"/>
              <a:buNone/>
              <a:defRPr lang="en-US" dirty="0">
                <a:solidFill>
                  <a:schemeClr val="accent1">
                    <a:lumMod val="50000"/>
                  </a:schemeClr>
                </a:solidFill>
              </a:defRPr>
            </a:lvl1pPr>
          </a:lstStyle>
          <a:p>
            <a:pPr lvl="0"/>
            <a:r>
              <a:rPr lang="en-US"/>
              <a:t>Title Goes Here</a:t>
            </a:r>
            <a:br>
              <a:rPr lang="en-US"/>
            </a:br>
            <a:r>
              <a:rPr lang="en-US"/>
              <a:t>Titles Are IBM Sans Plex Bold 40pt Font</a:t>
            </a:r>
          </a:p>
        </p:txBody>
      </p:sp>
      <p:sp>
        <p:nvSpPr>
          <p:cNvPr id="35" name="Picture Placeholder 34">
            <a:extLst>
              <a:ext uri="{FF2B5EF4-FFF2-40B4-BE49-F238E27FC236}">
                <a16:creationId xmlns:a16="http://schemas.microsoft.com/office/drawing/2014/main" id="{6F3102A3-23DA-4270-8CB7-910A4E27DD24}"/>
              </a:ext>
            </a:extLst>
          </p:cNvPr>
          <p:cNvSpPr>
            <a:spLocks noGrp="1"/>
          </p:cNvSpPr>
          <p:nvPr>
            <p:ph type="pic" sz="quarter" idx="12"/>
          </p:nvPr>
        </p:nvSpPr>
        <p:spPr>
          <a:xfrm>
            <a:off x="457200" y="1828800"/>
            <a:ext cx="2377440" cy="1554480"/>
          </a:xfrm>
        </p:spPr>
        <p:txBody>
          <a:bodyPr anchor="ctr"/>
          <a:lstStyle>
            <a:lvl1pPr marL="0" indent="0" algn="ctr">
              <a:lnSpc>
                <a:spcPct val="90000"/>
              </a:lnSpc>
              <a:spcBef>
                <a:spcPts val="1000"/>
              </a:spcBef>
              <a:spcAft>
                <a:spcPts val="0"/>
              </a:spcAft>
              <a:buFont typeface="IBM Plex Sans" panose="020B0503050203000203" pitchFamily="34" charset="0"/>
              <a:buNone/>
              <a:defRPr sz="2400">
                <a:latin typeface="+mn-lt"/>
                <a:ea typeface="+mn-ea"/>
                <a:cs typeface="+mn-cs"/>
              </a:defRPr>
            </a:lvl1pPr>
          </a:lstStyle>
          <a:p>
            <a:r>
              <a:rPr lang="en-US"/>
              <a:t>Click icon to add picture</a:t>
            </a:r>
          </a:p>
        </p:txBody>
      </p:sp>
      <p:sp>
        <p:nvSpPr>
          <p:cNvPr id="39" name="Text Placeholder 38">
            <a:extLst>
              <a:ext uri="{FF2B5EF4-FFF2-40B4-BE49-F238E27FC236}">
                <a16:creationId xmlns:a16="http://schemas.microsoft.com/office/drawing/2014/main" id="{EAE6DE0F-0ADD-444F-978D-6AA58793E072}"/>
              </a:ext>
            </a:extLst>
          </p:cNvPr>
          <p:cNvSpPr>
            <a:spLocks noGrp="1"/>
          </p:cNvSpPr>
          <p:nvPr>
            <p:ph type="body" sz="quarter" idx="15" hasCustomPrompt="1"/>
          </p:nvPr>
        </p:nvSpPr>
        <p:spPr>
          <a:xfrm>
            <a:off x="457200" y="4114800"/>
            <a:ext cx="2377440" cy="210312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20" name="Subtitle 2">
            <a:extLst>
              <a:ext uri="{FF2B5EF4-FFF2-40B4-BE49-F238E27FC236}">
                <a16:creationId xmlns:a16="http://schemas.microsoft.com/office/drawing/2014/main" id="{FE07572F-0F6E-1B4B-866E-F7764EE6687C}"/>
              </a:ext>
            </a:extLst>
          </p:cNvPr>
          <p:cNvSpPr>
            <a:spLocks noGrp="1"/>
          </p:cNvSpPr>
          <p:nvPr>
            <p:ph type="subTitle" idx="11" hasCustomPrompt="1"/>
          </p:nvPr>
        </p:nvSpPr>
        <p:spPr>
          <a:xfrm>
            <a:off x="457200" y="3474720"/>
            <a:ext cx="2377440" cy="548640"/>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a:t>
            </a:r>
          </a:p>
          <a:p>
            <a:pPr marL="342900" lvl="0" indent="-342900">
              <a:spcBef>
                <a:spcPts val="0"/>
              </a:spcBef>
            </a:pPr>
            <a:r>
              <a:rPr lang="en-US"/>
              <a:t>TEXT</a:t>
            </a:r>
          </a:p>
        </p:txBody>
      </p:sp>
      <p:sp>
        <p:nvSpPr>
          <p:cNvPr id="7" name="Picture Placeholder 34">
            <a:extLst>
              <a:ext uri="{FF2B5EF4-FFF2-40B4-BE49-F238E27FC236}">
                <a16:creationId xmlns:a16="http://schemas.microsoft.com/office/drawing/2014/main" id="{4C5C7C91-5643-9299-F33F-0C18D5F55EB7}"/>
              </a:ext>
            </a:extLst>
          </p:cNvPr>
          <p:cNvSpPr>
            <a:spLocks noGrp="1"/>
          </p:cNvSpPr>
          <p:nvPr>
            <p:ph type="pic" sz="quarter" idx="16"/>
          </p:nvPr>
        </p:nvSpPr>
        <p:spPr>
          <a:xfrm>
            <a:off x="3432250" y="1828800"/>
            <a:ext cx="2377440" cy="1554480"/>
          </a:xfrm>
        </p:spPr>
        <p:txBody>
          <a:bodyPr anchor="ctr"/>
          <a:lstStyle>
            <a:lvl1pPr marL="0" indent="0" algn="ctr">
              <a:lnSpc>
                <a:spcPct val="90000"/>
              </a:lnSpc>
              <a:spcBef>
                <a:spcPts val="1000"/>
              </a:spcBef>
              <a:spcAft>
                <a:spcPts val="0"/>
              </a:spcAft>
              <a:buFont typeface="IBM Plex Sans" panose="020B0503050203000203" pitchFamily="34" charset="0"/>
              <a:buNone/>
              <a:defRPr sz="2400">
                <a:latin typeface="+mn-lt"/>
                <a:ea typeface="+mn-ea"/>
                <a:cs typeface="+mn-cs"/>
              </a:defRPr>
            </a:lvl1pPr>
          </a:lstStyle>
          <a:p>
            <a:r>
              <a:rPr lang="en-US"/>
              <a:t>Click icon to add picture</a:t>
            </a:r>
          </a:p>
        </p:txBody>
      </p:sp>
      <p:sp>
        <p:nvSpPr>
          <p:cNvPr id="8" name="Text Placeholder 38">
            <a:extLst>
              <a:ext uri="{FF2B5EF4-FFF2-40B4-BE49-F238E27FC236}">
                <a16:creationId xmlns:a16="http://schemas.microsoft.com/office/drawing/2014/main" id="{4161E8B9-9CCB-30FF-A39C-79F9E30608BC}"/>
              </a:ext>
            </a:extLst>
          </p:cNvPr>
          <p:cNvSpPr>
            <a:spLocks noGrp="1"/>
          </p:cNvSpPr>
          <p:nvPr>
            <p:ph type="body" sz="quarter" idx="17" hasCustomPrompt="1"/>
          </p:nvPr>
        </p:nvSpPr>
        <p:spPr>
          <a:xfrm>
            <a:off x="3432252" y="4114800"/>
            <a:ext cx="2377440" cy="210312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11" name="Text Placeholder 10">
            <a:extLst>
              <a:ext uri="{FF2B5EF4-FFF2-40B4-BE49-F238E27FC236}">
                <a16:creationId xmlns:a16="http://schemas.microsoft.com/office/drawing/2014/main" id="{C1ED5024-06DB-E538-92DD-326FEC420769}"/>
              </a:ext>
            </a:extLst>
          </p:cNvPr>
          <p:cNvSpPr>
            <a:spLocks noGrp="1"/>
          </p:cNvSpPr>
          <p:nvPr>
            <p:ph type="body" sz="quarter" idx="18" hasCustomPrompt="1"/>
          </p:nvPr>
        </p:nvSpPr>
        <p:spPr>
          <a:xfrm>
            <a:off x="3432252" y="3474720"/>
            <a:ext cx="2377440" cy="548640"/>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a:t>
            </a:r>
          </a:p>
          <a:p>
            <a:pPr marL="342900" lvl="0" indent="-342900">
              <a:spcBef>
                <a:spcPts val="0"/>
              </a:spcBef>
            </a:pPr>
            <a:r>
              <a:rPr lang="en-US"/>
              <a:t>TEXT</a:t>
            </a:r>
          </a:p>
        </p:txBody>
      </p:sp>
      <p:sp>
        <p:nvSpPr>
          <p:cNvPr id="12" name="Picture Placeholder 34">
            <a:extLst>
              <a:ext uri="{FF2B5EF4-FFF2-40B4-BE49-F238E27FC236}">
                <a16:creationId xmlns:a16="http://schemas.microsoft.com/office/drawing/2014/main" id="{BF2E9F1F-946F-32AE-F534-82647E3C76B4}"/>
              </a:ext>
            </a:extLst>
          </p:cNvPr>
          <p:cNvSpPr>
            <a:spLocks noGrp="1"/>
          </p:cNvSpPr>
          <p:nvPr>
            <p:ph type="pic" sz="quarter" idx="19"/>
          </p:nvPr>
        </p:nvSpPr>
        <p:spPr>
          <a:xfrm>
            <a:off x="6391856" y="1828800"/>
            <a:ext cx="2377440" cy="1554480"/>
          </a:xfrm>
        </p:spPr>
        <p:txBody>
          <a:bodyPr anchor="ctr"/>
          <a:lstStyle>
            <a:lvl1pPr marL="0" indent="0" algn="ctr">
              <a:lnSpc>
                <a:spcPct val="90000"/>
              </a:lnSpc>
              <a:spcBef>
                <a:spcPts val="1000"/>
              </a:spcBef>
              <a:spcAft>
                <a:spcPts val="0"/>
              </a:spcAft>
              <a:buFont typeface="IBM Plex Sans" panose="020B0503050203000203" pitchFamily="34" charset="0"/>
              <a:buNone/>
              <a:defRPr sz="2400">
                <a:latin typeface="+mn-lt"/>
                <a:ea typeface="+mn-ea"/>
                <a:cs typeface="+mn-cs"/>
              </a:defRPr>
            </a:lvl1pPr>
          </a:lstStyle>
          <a:p>
            <a:r>
              <a:rPr lang="en-US"/>
              <a:t>Click icon to add picture</a:t>
            </a:r>
          </a:p>
        </p:txBody>
      </p:sp>
      <p:sp>
        <p:nvSpPr>
          <p:cNvPr id="16" name="Text Placeholder 38">
            <a:extLst>
              <a:ext uri="{FF2B5EF4-FFF2-40B4-BE49-F238E27FC236}">
                <a16:creationId xmlns:a16="http://schemas.microsoft.com/office/drawing/2014/main" id="{C1788FE8-B839-09BF-9B7D-4060F15280A1}"/>
              </a:ext>
            </a:extLst>
          </p:cNvPr>
          <p:cNvSpPr>
            <a:spLocks noGrp="1"/>
          </p:cNvSpPr>
          <p:nvPr>
            <p:ph type="body" sz="quarter" idx="20" hasCustomPrompt="1"/>
          </p:nvPr>
        </p:nvSpPr>
        <p:spPr>
          <a:xfrm>
            <a:off x="6391860" y="4114800"/>
            <a:ext cx="2377440" cy="210312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17" name="Text Placeholder 10">
            <a:extLst>
              <a:ext uri="{FF2B5EF4-FFF2-40B4-BE49-F238E27FC236}">
                <a16:creationId xmlns:a16="http://schemas.microsoft.com/office/drawing/2014/main" id="{1FD199A9-7857-6799-6AF4-43A41DA37F58}"/>
              </a:ext>
            </a:extLst>
          </p:cNvPr>
          <p:cNvSpPr>
            <a:spLocks noGrp="1"/>
          </p:cNvSpPr>
          <p:nvPr>
            <p:ph type="body" sz="quarter" idx="21" hasCustomPrompt="1"/>
          </p:nvPr>
        </p:nvSpPr>
        <p:spPr>
          <a:xfrm>
            <a:off x="6391860" y="3474720"/>
            <a:ext cx="2377440" cy="548640"/>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a:t>
            </a:r>
          </a:p>
          <a:p>
            <a:pPr marL="342900" lvl="0" indent="-342900">
              <a:spcBef>
                <a:spcPts val="0"/>
              </a:spcBef>
            </a:pPr>
            <a:r>
              <a:rPr lang="en-US"/>
              <a:t>TEXT</a:t>
            </a:r>
          </a:p>
        </p:txBody>
      </p:sp>
      <p:sp>
        <p:nvSpPr>
          <p:cNvPr id="2" name="Picture Placeholder 34">
            <a:extLst>
              <a:ext uri="{FF2B5EF4-FFF2-40B4-BE49-F238E27FC236}">
                <a16:creationId xmlns:a16="http://schemas.microsoft.com/office/drawing/2014/main" id="{9600455E-9CCA-44F3-693F-C66969B33104}"/>
              </a:ext>
            </a:extLst>
          </p:cNvPr>
          <p:cNvSpPr>
            <a:spLocks noGrp="1"/>
          </p:cNvSpPr>
          <p:nvPr>
            <p:ph type="pic" sz="quarter" idx="22"/>
          </p:nvPr>
        </p:nvSpPr>
        <p:spPr>
          <a:xfrm>
            <a:off x="9351463" y="1828800"/>
            <a:ext cx="2377440" cy="1554480"/>
          </a:xfrm>
        </p:spPr>
        <p:txBody>
          <a:bodyPr anchor="ctr"/>
          <a:lstStyle>
            <a:lvl1pPr marL="0" indent="0" algn="ctr">
              <a:lnSpc>
                <a:spcPct val="90000"/>
              </a:lnSpc>
              <a:spcBef>
                <a:spcPts val="1000"/>
              </a:spcBef>
              <a:spcAft>
                <a:spcPts val="0"/>
              </a:spcAft>
              <a:buFont typeface="IBM Plex Sans" panose="020B0503050203000203" pitchFamily="34" charset="0"/>
              <a:buNone/>
              <a:defRPr sz="2400">
                <a:latin typeface="+mn-lt"/>
                <a:ea typeface="+mn-ea"/>
                <a:cs typeface="+mn-cs"/>
              </a:defRPr>
            </a:lvl1pPr>
          </a:lstStyle>
          <a:p>
            <a:r>
              <a:rPr lang="en-US"/>
              <a:t>Click icon to add picture</a:t>
            </a:r>
          </a:p>
        </p:txBody>
      </p:sp>
      <p:sp>
        <p:nvSpPr>
          <p:cNvPr id="3" name="Text Placeholder 38">
            <a:extLst>
              <a:ext uri="{FF2B5EF4-FFF2-40B4-BE49-F238E27FC236}">
                <a16:creationId xmlns:a16="http://schemas.microsoft.com/office/drawing/2014/main" id="{5BD39A07-3412-E2D6-703F-945590E0BA22}"/>
              </a:ext>
            </a:extLst>
          </p:cNvPr>
          <p:cNvSpPr>
            <a:spLocks noGrp="1"/>
          </p:cNvSpPr>
          <p:nvPr>
            <p:ph type="body" sz="quarter" idx="23" hasCustomPrompt="1"/>
          </p:nvPr>
        </p:nvSpPr>
        <p:spPr>
          <a:xfrm>
            <a:off x="9351468" y="4114800"/>
            <a:ext cx="2377440" cy="210312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4" name="Text Placeholder 10">
            <a:extLst>
              <a:ext uri="{FF2B5EF4-FFF2-40B4-BE49-F238E27FC236}">
                <a16:creationId xmlns:a16="http://schemas.microsoft.com/office/drawing/2014/main" id="{EBD3001D-C3E1-C1C1-5F5E-92842DE0FEE4}"/>
              </a:ext>
            </a:extLst>
          </p:cNvPr>
          <p:cNvSpPr>
            <a:spLocks noGrp="1"/>
          </p:cNvSpPr>
          <p:nvPr>
            <p:ph type="body" sz="quarter" idx="24" hasCustomPrompt="1"/>
          </p:nvPr>
        </p:nvSpPr>
        <p:spPr>
          <a:xfrm>
            <a:off x="9351468" y="3474720"/>
            <a:ext cx="2377440" cy="548640"/>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a:t>
            </a:r>
          </a:p>
          <a:p>
            <a:pPr marL="342900" lvl="0" indent="-342900">
              <a:spcBef>
                <a:spcPts val="0"/>
              </a:spcBef>
            </a:pPr>
            <a:r>
              <a:rPr lang="en-US"/>
              <a:t>TEXT</a:t>
            </a:r>
          </a:p>
        </p:txBody>
      </p:sp>
      <p:sp>
        <p:nvSpPr>
          <p:cNvPr id="5" name="Date Placeholder 4">
            <a:extLst>
              <a:ext uri="{FF2B5EF4-FFF2-40B4-BE49-F238E27FC236}">
                <a16:creationId xmlns:a16="http://schemas.microsoft.com/office/drawing/2014/main" id="{10B2914C-EAD5-0460-6760-EFEBD20C1889}"/>
              </a:ext>
            </a:extLst>
          </p:cNvPr>
          <p:cNvSpPr>
            <a:spLocks noGrp="1"/>
          </p:cNvSpPr>
          <p:nvPr>
            <p:ph type="dt" sz="half" idx="25"/>
          </p:nvPr>
        </p:nvSpPr>
        <p:spPr/>
        <p:txBody>
          <a:bodyPr/>
          <a:lstStyle/>
          <a:p>
            <a:fld id="{228D026D-C07B-48C8-8C2B-C561E4D51E16}" type="datetime1">
              <a:rPr lang="en-US" smtClean="0"/>
              <a:t>11/19/2024</a:t>
            </a:fld>
            <a:endParaRPr lang="en-US"/>
          </a:p>
        </p:txBody>
      </p:sp>
      <p:sp>
        <p:nvSpPr>
          <p:cNvPr id="9" name="Footer Placeholder 8">
            <a:extLst>
              <a:ext uri="{FF2B5EF4-FFF2-40B4-BE49-F238E27FC236}">
                <a16:creationId xmlns:a16="http://schemas.microsoft.com/office/drawing/2014/main" id="{6EAE7C51-377B-5BDA-9548-F20A0EE13469}"/>
              </a:ext>
            </a:extLst>
          </p:cNvPr>
          <p:cNvSpPr>
            <a:spLocks noGrp="1"/>
          </p:cNvSpPr>
          <p:nvPr>
            <p:ph type="ftr" sz="quarter" idx="26"/>
          </p:nvPr>
        </p:nvSpPr>
        <p:spPr/>
        <p:txBody>
          <a:bodyPr/>
          <a:lstStyle/>
          <a:p>
            <a:r>
              <a:rPr lang="en-US"/>
              <a:t>CONFIDENTIAL</a:t>
            </a:r>
          </a:p>
        </p:txBody>
      </p:sp>
      <p:sp>
        <p:nvSpPr>
          <p:cNvPr id="10" name="Slide Number Placeholder 9">
            <a:extLst>
              <a:ext uri="{FF2B5EF4-FFF2-40B4-BE49-F238E27FC236}">
                <a16:creationId xmlns:a16="http://schemas.microsoft.com/office/drawing/2014/main" id="{DC477677-867B-B051-948C-CAE711A8C72E}"/>
              </a:ext>
            </a:extLst>
          </p:cNvPr>
          <p:cNvSpPr>
            <a:spLocks noGrp="1"/>
          </p:cNvSpPr>
          <p:nvPr>
            <p:ph type="sldNum" sz="quarter" idx="27"/>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3877438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5 Column Image">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224087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Title Placeholder 1">
            <a:extLst>
              <a:ext uri="{FF2B5EF4-FFF2-40B4-BE49-F238E27FC236}">
                <a16:creationId xmlns:a16="http://schemas.microsoft.com/office/drawing/2014/main" id="{EC1ED141-BBBF-4DD5-B7BC-89C97DDCA601}"/>
              </a:ext>
            </a:extLst>
          </p:cNvPr>
          <p:cNvSpPr>
            <a:spLocks noGrp="1"/>
          </p:cNvSpPr>
          <p:nvPr>
            <p:ph type="title" hasCustomPrompt="1"/>
          </p:nvPr>
        </p:nvSpPr>
        <p:spPr>
          <a:xfrm>
            <a:off x="457200" y="266010"/>
            <a:ext cx="11273991" cy="1188720"/>
          </a:xfrm>
          <a:prstGeom prst="rect">
            <a:avLst/>
          </a:prstGeom>
        </p:spPr>
        <p:txBody>
          <a:bodyPr vert="horz" lIns="0" tIns="0" rIns="0" bIns="0" rtlCol="0" anchor="b">
            <a:noAutofit/>
          </a:bodyPr>
          <a:lstStyle>
            <a:lvl1pPr marL="0" indent="0">
              <a:buFont typeface="IBM Plex Sans" panose="020B0503050203000203" pitchFamily="34" charset="0"/>
              <a:buNone/>
              <a:defRPr lang="en-US" dirty="0">
                <a:solidFill>
                  <a:schemeClr val="accent1">
                    <a:lumMod val="50000"/>
                  </a:schemeClr>
                </a:solidFill>
              </a:defRPr>
            </a:lvl1pPr>
          </a:lstStyle>
          <a:p>
            <a:pPr lvl="0"/>
            <a:r>
              <a:rPr lang="en-US"/>
              <a:t>Title Goes Here</a:t>
            </a:r>
            <a:br>
              <a:rPr lang="en-US"/>
            </a:br>
            <a:r>
              <a:rPr lang="en-US"/>
              <a:t>Titles Are IBM Sans Plex Bold 40pt Font</a:t>
            </a:r>
          </a:p>
        </p:txBody>
      </p:sp>
      <p:sp>
        <p:nvSpPr>
          <p:cNvPr id="35" name="Picture Placeholder 34">
            <a:extLst>
              <a:ext uri="{FF2B5EF4-FFF2-40B4-BE49-F238E27FC236}">
                <a16:creationId xmlns:a16="http://schemas.microsoft.com/office/drawing/2014/main" id="{6F3102A3-23DA-4270-8CB7-910A4E27DD24}"/>
              </a:ext>
            </a:extLst>
          </p:cNvPr>
          <p:cNvSpPr>
            <a:spLocks noGrp="1"/>
          </p:cNvSpPr>
          <p:nvPr>
            <p:ph type="pic" sz="quarter" idx="12"/>
          </p:nvPr>
        </p:nvSpPr>
        <p:spPr>
          <a:xfrm>
            <a:off x="457200" y="1828800"/>
            <a:ext cx="2011680" cy="1542448"/>
          </a:xfrm>
        </p:spPr>
        <p:txBody>
          <a:bodyPr anchor="ctr"/>
          <a:lstStyle>
            <a:lvl1pPr marL="0" indent="0" algn="ctr">
              <a:lnSpc>
                <a:spcPct val="90000"/>
              </a:lnSpc>
              <a:spcBef>
                <a:spcPts val="1000"/>
              </a:spcBef>
              <a:spcAft>
                <a:spcPts val="0"/>
              </a:spcAft>
              <a:buFont typeface="IBM Plex Sans" panose="020B0503050203000203" pitchFamily="34" charset="0"/>
              <a:buNone/>
              <a:defRPr sz="2400">
                <a:latin typeface="+mn-lt"/>
                <a:ea typeface="+mn-ea"/>
                <a:cs typeface="+mn-cs"/>
              </a:defRPr>
            </a:lvl1pPr>
          </a:lstStyle>
          <a:p>
            <a:r>
              <a:rPr lang="en-US"/>
              <a:t>Click icon to add picture</a:t>
            </a:r>
          </a:p>
        </p:txBody>
      </p:sp>
      <p:sp>
        <p:nvSpPr>
          <p:cNvPr id="39" name="Text Placeholder 38">
            <a:extLst>
              <a:ext uri="{FF2B5EF4-FFF2-40B4-BE49-F238E27FC236}">
                <a16:creationId xmlns:a16="http://schemas.microsoft.com/office/drawing/2014/main" id="{EAE6DE0F-0ADD-444F-978D-6AA58793E072}"/>
              </a:ext>
            </a:extLst>
          </p:cNvPr>
          <p:cNvSpPr>
            <a:spLocks noGrp="1"/>
          </p:cNvSpPr>
          <p:nvPr>
            <p:ph type="body" sz="quarter" idx="15" hasCustomPrompt="1"/>
          </p:nvPr>
        </p:nvSpPr>
        <p:spPr>
          <a:xfrm>
            <a:off x="457201" y="4114800"/>
            <a:ext cx="2011680" cy="210312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20" name="Subtitle 2">
            <a:extLst>
              <a:ext uri="{FF2B5EF4-FFF2-40B4-BE49-F238E27FC236}">
                <a16:creationId xmlns:a16="http://schemas.microsoft.com/office/drawing/2014/main" id="{FE07572F-0F6E-1B4B-866E-F7764EE6687C}"/>
              </a:ext>
            </a:extLst>
          </p:cNvPr>
          <p:cNvSpPr>
            <a:spLocks noGrp="1"/>
          </p:cNvSpPr>
          <p:nvPr>
            <p:ph type="subTitle" idx="11" hasCustomPrompt="1"/>
          </p:nvPr>
        </p:nvSpPr>
        <p:spPr>
          <a:xfrm>
            <a:off x="457200" y="3474720"/>
            <a:ext cx="2011680" cy="548640"/>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a:t>
            </a:r>
          </a:p>
          <a:p>
            <a:pPr marL="342900" lvl="0" indent="-342900">
              <a:spcBef>
                <a:spcPts val="0"/>
              </a:spcBef>
            </a:pPr>
            <a:r>
              <a:rPr lang="en-US"/>
              <a:t>TEXT</a:t>
            </a:r>
          </a:p>
        </p:txBody>
      </p:sp>
      <p:sp>
        <p:nvSpPr>
          <p:cNvPr id="7" name="Picture Placeholder 34">
            <a:extLst>
              <a:ext uri="{FF2B5EF4-FFF2-40B4-BE49-F238E27FC236}">
                <a16:creationId xmlns:a16="http://schemas.microsoft.com/office/drawing/2014/main" id="{4C5C7C91-5643-9299-F33F-0C18D5F55EB7}"/>
              </a:ext>
            </a:extLst>
          </p:cNvPr>
          <p:cNvSpPr>
            <a:spLocks noGrp="1"/>
          </p:cNvSpPr>
          <p:nvPr>
            <p:ph type="pic" sz="quarter" idx="16"/>
          </p:nvPr>
        </p:nvSpPr>
        <p:spPr>
          <a:xfrm>
            <a:off x="2772778" y="1828800"/>
            <a:ext cx="2011680" cy="1542448"/>
          </a:xfrm>
        </p:spPr>
        <p:txBody>
          <a:bodyPr anchor="ctr"/>
          <a:lstStyle>
            <a:lvl1pPr marL="0" indent="0" algn="ctr">
              <a:lnSpc>
                <a:spcPct val="90000"/>
              </a:lnSpc>
              <a:spcBef>
                <a:spcPts val="1000"/>
              </a:spcBef>
              <a:spcAft>
                <a:spcPts val="0"/>
              </a:spcAft>
              <a:buFont typeface="IBM Plex Sans" panose="020B0503050203000203" pitchFamily="34" charset="0"/>
              <a:buNone/>
              <a:defRPr sz="2400">
                <a:latin typeface="+mn-lt"/>
                <a:ea typeface="+mn-ea"/>
                <a:cs typeface="+mn-cs"/>
              </a:defRPr>
            </a:lvl1pPr>
          </a:lstStyle>
          <a:p>
            <a:r>
              <a:rPr lang="en-US"/>
              <a:t>Click icon to add picture</a:t>
            </a:r>
          </a:p>
        </p:txBody>
      </p:sp>
      <p:sp>
        <p:nvSpPr>
          <p:cNvPr id="8" name="Text Placeholder 38">
            <a:extLst>
              <a:ext uri="{FF2B5EF4-FFF2-40B4-BE49-F238E27FC236}">
                <a16:creationId xmlns:a16="http://schemas.microsoft.com/office/drawing/2014/main" id="{4161E8B9-9CCB-30FF-A39C-79F9E30608BC}"/>
              </a:ext>
            </a:extLst>
          </p:cNvPr>
          <p:cNvSpPr>
            <a:spLocks noGrp="1"/>
          </p:cNvSpPr>
          <p:nvPr>
            <p:ph type="body" sz="quarter" idx="17" hasCustomPrompt="1"/>
          </p:nvPr>
        </p:nvSpPr>
        <p:spPr>
          <a:xfrm>
            <a:off x="2772778" y="4114800"/>
            <a:ext cx="2011680" cy="210312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11" name="Text Placeholder 10">
            <a:extLst>
              <a:ext uri="{FF2B5EF4-FFF2-40B4-BE49-F238E27FC236}">
                <a16:creationId xmlns:a16="http://schemas.microsoft.com/office/drawing/2014/main" id="{C1ED5024-06DB-E538-92DD-326FEC420769}"/>
              </a:ext>
            </a:extLst>
          </p:cNvPr>
          <p:cNvSpPr>
            <a:spLocks noGrp="1"/>
          </p:cNvSpPr>
          <p:nvPr>
            <p:ph type="body" sz="quarter" idx="18" hasCustomPrompt="1"/>
          </p:nvPr>
        </p:nvSpPr>
        <p:spPr>
          <a:xfrm>
            <a:off x="2772778" y="3474720"/>
            <a:ext cx="2011680" cy="548640"/>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a:t>
            </a:r>
          </a:p>
          <a:p>
            <a:pPr marL="342900" lvl="0" indent="-342900">
              <a:spcBef>
                <a:spcPts val="0"/>
              </a:spcBef>
            </a:pPr>
            <a:r>
              <a:rPr lang="en-US"/>
              <a:t>TEXT</a:t>
            </a:r>
          </a:p>
        </p:txBody>
      </p:sp>
      <p:sp>
        <p:nvSpPr>
          <p:cNvPr id="12" name="Picture Placeholder 34">
            <a:extLst>
              <a:ext uri="{FF2B5EF4-FFF2-40B4-BE49-F238E27FC236}">
                <a16:creationId xmlns:a16="http://schemas.microsoft.com/office/drawing/2014/main" id="{BF2E9F1F-946F-32AE-F534-82647E3C76B4}"/>
              </a:ext>
            </a:extLst>
          </p:cNvPr>
          <p:cNvSpPr>
            <a:spLocks noGrp="1"/>
          </p:cNvSpPr>
          <p:nvPr>
            <p:ph type="pic" sz="quarter" idx="19"/>
          </p:nvPr>
        </p:nvSpPr>
        <p:spPr>
          <a:xfrm>
            <a:off x="5088356" y="1828800"/>
            <a:ext cx="2011680" cy="1542448"/>
          </a:xfrm>
        </p:spPr>
        <p:txBody>
          <a:bodyPr anchor="ctr"/>
          <a:lstStyle>
            <a:lvl1pPr marL="0" indent="0" algn="ctr">
              <a:lnSpc>
                <a:spcPct val="90000"/>
              </a:lnSpc>
              <a:spcBef>
                <a:spcPts val="1000"/>
              </a:spcBef>
              <a:spcAft>
                <a:spcPts val="0"/>
              </a:spcAft>
              <a:buFont typeface="IBM Plex Sans" panose="020B0503050203000203" pitchFamily="34" charset="0"/>
              <a:buNone/>
              <a:defRPr sz="2400">
                <a:latin typeface="+mn-lt"/>
                <a:ea typeface="+mn-ea"/>
                <a:cs typeface="+mn-cs"/>
              </a:defRPr>
            </a:lvl1pPr>
          </a:lstStyle>
          <a:p>
            <a:r>
              <a:rPr lang="en-US"/>
              <a:t>Click icon to add picture</a:t>
            </a:r>
          </a:p>
        </p:txBody>
      </p:sp>
      <p:sp>
        <p:nvSpPr>
          <p:cNvPr id="16" name="Text Placeholder 38">
            <a:extLst>
              <a:ext uri="{FF2B5EF4-FFF2-40B4-BE49-F238E27FC236}">
                <a16:creationId xmlns:a16="http://schemas.microsoft.com/office/drawing/2014/main" id="{C1788FE8-B839-09BF-9B7D-4060F15280A1}"/>
              </a:ext>
            </a:extLst>
          </p:cNvPr>
          <p:cNvSpPr>
            <a:spLocks noGrp="1"/>
          </p:cNvSpPr>
          <p:nvPr>
            <p:ph type="body" sz="quarter" idx="20" hasCustomPrompt="1"/>
          </p:nvPr>
        </p:nvSpPr>
        <p:spPr>
          <a:xfrm>
            <a:off x="5088356" y="4114800"/>
            <a:ext cx="2011680" cy="210312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17" name="Text Placeholder 10">
            <a:extLst>
              <a:ext uri="{FF2B5EF4-FFF2-40B4-BE49-F238E27FC236}">
                <a16:creationId xmlns:a16="http://schemas.microsoft.com/office/drawing/2014/main" id="{1FD199A9-7857-6799-6AF4-43A41DA37F58}"/>
              </a:ext>
            </a:extLst>
          </p:cNvPr>
          <p:cNvSpPr>
            <a:spLocks noGrp="1"/>
          </p:cNvSpPr>
          <p:nvPr>
            <p:ph type="body" sz="quarter" idx="21" hasCustomPrompt="1"/>
          </p:nvPr>
        </p:nvSpPr>
        <p:spPr>
          <a:xfrm>
            <a:off x="5088356" y="3474720"/>
            <a:ext cx="2011680" cy="548640"/>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a:t>
            </a:r>
          </a:p>
          <a:p>
            <a:pPr marL="342900" lvl="0" indent="-342900">
              <a:spcBef>
                <a:spcPts val="0"/>
              </a:spcBef>
            </a:pPr>
            <a:r>
              <a:rPr lang="en-US"/>
              <a:t>TEXT</a:t>
            </a:r>
          </a:p>
        </p:txBody>
      </p:sp>
      <p:sp>
        <p:nvSpPr>
          <p:cNvPr id="2" name="Picture Placeholder 34">
            <a:extLst>
              <a:ext uri="{FF2B5EF4-FFF2-40B4-BE49-F238E27FC236}">
                <a16:creationId xmlns:a16="http://schemas.microsoft.com/office/drawing/2014/main" id="{9600455E-9CCA-44F3-693F-C66969B33104}"/>
              </a:ext>
            </a:extLst>
          </p:cNvPr>
          <p:cNvSpPr>
            <a:spLocks noGrp="1"/>
          </p:cNvSpPr>
          <p:nvPr>
            <p:ph type="pic" sz="quarter" idx="22"/>
          </p:nvPr>
        </p:nvSpPr>
        <p:spPr>
          <a:xfrm>
            <a:off x="7403934" y="1828800"/>
            <a:ext cx="2011680" cy="1542448"/>
          </a:xfrm>
        </p:spPr>
        <p:txBody>
          <a:bodyPr anchor="ctr"/>
          <a:lstStyle>
            <a:lvl1pPr marL="0" indent="0" algn="ctr">
              <a:lnSpc>
                <a:spcPct val="90000"/>
              </a:lnSpc>
              <a:spcBef>
                <a:spcPts val="1000"/>
              </a:spcBef>
              <a:spcAft>
                <a:spcPts val="0"/>
              </a:spcAft>
              <a:buFont typeface="IBM Plex Sans" panose="020B0503050203000203" pitchFamily="34" charset="0"/>
              <a:buNone/>
              <a:defRPr sz="2400">
                <a:latin typeface="+mn-lt"/>
                <a:ea typeface="+mn-ea"/>
                <a:cs typeface="+mn-cs"/>
              </a:defRPr>
            </a:lvl1pPr>
          </a:lstStyle>
          <a:p>
            <a:r>
              <a:rPr lang="en-US"/>
              <a:t>Click icon to add picture</a:t>
            </a:r>
          </a:p>
        </p:txBody>
      </p:sp>
      <p:sp>
        <p:nvSpPr>
          <p:cNvPr id="3" name="Text Placeholder 38">
            <a:extLst>
              <a:ext uri="{FF2B5EF4-FFF2-40B4-BE49-F238E27FC236}">
                <a16:creationId xmlns:a16="http://schemas.microsoft.com/office/drawing/2014/main" id="{5BD39A07-3412-E2D6-703F-945590E0BA22}"/>
              </a:ext>
            </a:extLst>
          </p:cNvPr>
          <p:cNvSpPr>
            <a:spLocks noGrp="1"/>
          </p:cNvSpPr>
          <p:nvPr>
            <p:ph type="body" sz="quarter" idx="23" hasCustomPrompt="1"/>
          </p:nvPr>
        </p:nvSpPr>
        <p:spPr>
          <a:xfrm>
            <a:off x="7403934" y="4114800"/>
            <a:ext cx="2011680" cy="210312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4" name="Text Placeholder 10">
            <a:extLst>
              <a:ext uri="{FF2B5EF4-FFF2-40B4-BE49-F238E27FC236}">
                <a16:creationId xmlns:a16="http://schemas.microsoft.com/office/drawing/2014/main" id="{EBD3001D-C3E1-C1C1-5F5E-92842DE0FEE4}"/>
              </a:ext>
            </a:extLst>
          </p:cNvPr>
          <p:cNvSpPr>
            <a:spLocks noGrp="1"/>
          </p:cNvSpPr>
          <p:nvPr>
            <p:ph type="body" sz="quarter" idx="24" hasCustomPrompt="1"/>
          </p:nvPr>
        </p:nvSpPr>
        <p:spPr>
          <a:xfrm>
            <a:off x="7403934" y="3474720"/>
            <a:ext cx="2011680" cy="548640"/>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a:t>
            </a:r>
          </a:p>
          <a:p>
            <a:pPr marL="342900" lvl="0" indent="-342900">
              <a:spcBef>
                <a:spcPts val="0"/>
              </a:spcBef>
            </a:pPr>
            <a:r>
              <a:rPr lang="en-US"/>
              <a:t>TEXT</a:t>
            </a:r>
          </a:p>
        </p:txBody>
      </p:sp>
      <p:sp>
        <p:nvSpPr>
          <p:cNvPr id="5" name="Picture Placeholder 34">
            <a:extLst>
              <a:ext uri="{FF2B5EF4-FFF2-40B4-BE49-F238E27FC236}">
                <a16:creationId xmlns:a16="http://schemas.microsoft.com/office/drawing/2014/main" id="{B37B1F26-46B9-45FD-3C41-1D51D881663E}"/>
              </a:ext>
            </a:extLst>
          </p:cNvPr>
          <p:cNvSpPr>
            <a:spLocks noGrp="1"/>
          </p:cNvSpPr>
          <p:nvPr>
            <p:ph type="pic" sz="quarter" idx="25"/>
          </p:nvPr>
        </p:nvSpPr>
        <p:spPr>
          <a:xfrm>
            <a:off x="9719511" y="1828800"/>
            <a:ext cx="2011680" cy="1542448"/>
          </a:xfrm>
        </p:spPr>
        <p:txBody>
          <a:bodyPr anchor="ctr"/>
          <a:lstStyle>
            <a:lvl1pPr marL="0" indent="0" algn="ctr">
              <a:lnSpc>
                <a:spcPct val="90000"/>
              </a:lnSpc>
              <a:spcBef>
                <a:spcPts val="1000"/>
              </a:spcBef>
              <a:spcAft>
                <a:spcPts val="0"/>
              </a:spcAft>
              <a:buFont typeface="IBM Plex Sans" panose="020B0503050203000203" pitchFamily="34" charset="0"/>
              <a:buNone/>
              <a:defRPr sz="2400">
                <a:latin typeface="+mn-lt"/>
                <a:ea typeface="+mn-ea"/>
                <a:cs typeface="+mn-cs"/>
              </a:defRPr>
            </a:lvl1pPr>
          </a:lstStyle>
          <a:p>
            <a:r>
              <a:rPr lang="en-US"/>
              <a:t>Click icon to add picture</a:t>
            </a:r>
          </a:p>
        </p:txBody>
      </p:sp>
      <p:sp>
        <p:nvSpPr>
          <p:cNvPr id="9" name="Text Placeholder 38">
            <a:extLst>
              <a:ext uri="{FF2B5EF4-FFF2-40B4-BE49-F238E27FC236}">
                <a16:creationId xmlns:a16="http://schemas.microsoft.com/office/drawing/2014/main" id="{FCA445B1-D25B-4E53-FD5D-EB423E65D419}"/>
              </a:ext>
            </a:extLst>
          </p:cNvPr>
          <p:cNvSpPr>
            <a:spLocks noGrp="1"/>
          </p:cNvSpPr>
          <p:nvPr>
            <p:ph type="body" sz="quarter" idx="26" hasCustomPrompt="1"/>
          </p:nvPr>
        </p:nvSpPr>
        <p:spPr>
          <a:xfrm>
            <a:off x="9719511" y="4114800"/>
            <a:ext cx="2011680" cy="210312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10" name="Text Placeholder 10">
            <a:extLst>
              <a:ext uri="{FF2B5EF4-FFF2-40B4-BE49-F238E27FC236}">
                <a16:creationId xmlns:a16="http://schemas.microsoft.com/office/drawing/2014/main" id="{A78474E3-8271-69CF-6B54-D9264FA735DB}"/>
              </a:ext>
            </a:extLst>
          </p:cNvPr>
          <p:cNvSpPr>
            <a:spLocks noGrp="1"/>
          </p:cNvSpPr>
          <p:nvPr>
            <p:ph type="body" sz="quarter" idx="27" hasCustomPrompt="1"/>
          </p:nvPr>
        </p:nvSpPr>
        <p:spPr>
          <a:xfrm>
            <a:off x="9719511" y="3474720"/>
            <a:ext cx="2011680" cy="548640"/>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a:t>
            </a:r>
          </a:p>
          <a:p>
            <a:pPr marL="342900" lvl="0" indent="-342900">
              <a:spcBef>
                <a:spcPts val="0"/>
              </a:spcBef>
            </a:pPr>
            <a:r>
              <a:rPr lang="en-US"/>
              <a:t>TEXT</a:t>
            </a:r>
          </a:p>
        </p:txBody>
      </p:sp>
      <p:sp>
        <p:nvSpPr>
          <p:cNvPr id="14" name="Date Placeholder 13">
            <a:extLst>
              <a:ext uri="{FF2B5EF4-FFF2-40B4-BE49-F238E27FC236}">
                <a16:creationId xmlns:a16="http://schemas.microsoft.com/office/drawing/2014/main" id="{252968C7-7C3B-D8FC-0ABC-5F25FDFA8EA1}"/>
              </a:ext>
            </a:extLst>
          </p:cNvPr>
          <p:cNvSpPr>
            <a:spLocks noGrp="1"/>
          </p:cNvSpPr>
          <p:nvPr>
            <p:ph type="dt" sz="half" idx="28"/>
          </p:nvPr>
        </p:nvSpPr>
        <p:spPr/>
        <p:txBody>
          <a:bodyPr/>
          <a:lstStyle/>
          <a:p>
            <a:fld id="{228D026D-C07B-48C8-8C2B-C561E4D51E16}" type="datetime1">
              <a:rPr lang="en-US" smtClean="0"/>
              <a:t>11/19/2024</a:t>
            </a:fld>
            <a:endParaRPr lang="en-US"/>
          </a:p>
        </p:txBody>
      </p:sp>
      <p:sp>
        <p:nvSpPr>
          <p:cNvPr id="15" name="Footer Placeholder 14">
            <a:extLst>
              <a:ext uri="{FF2B5EF4-FFF2-40B4-BE49-F238E27FC236}">
                <a16:creationId xmlns:a16="http://schemas.microsoft.com/office/drawing/2014/main" id="{3CFA3005-92DC-68BD-8D58-7BCC73C4A62E}"/>
              </a:ext>
            </a:extLst>
          </p:cNvPr>
          <p:cNvSpPr>
            <a:spLocks noGrp="1"/>
          </p:cNvSpPr>
          <p:nvPr>
            <p:ph type="ftr" sz="quarter" idx="29"/>
          </p:nvPr>
        </p:nvSpPr>
        <p:spPr/>
        <p:txBody>
          <a:bodyPr/>
          <a:lstStyle/>
          <a:p>
            <a:r>
              <a:rPr lang="en-US"/>
              <a:t>CONFIDENTIAL</a:t>
            </a:r>
          </a:p>
        </p:txBody>
      </p:sp>
      <p:sp>
        <p:nvSpPr>
          <p:cNvPr id="18" name="Slide Number Placeholder 17">
            <a:extLst>
              <a:ext uri="{FF2B5EF4-FFF2-40B4-BE49-F238E27FC236}">
                <a16:creationId xmlns:a16="http://schemas.microsoft.com/office/drawing/2014/main" id="{428C3930-507A-5EAE-EC6D-7917CD97C87F}"/>
              </a:ext>
            </a:extLst>
          </p:cNvPr>
          <p:cNvSpPr>
            <a:spLocks noGrp="1"/>
          </p:cNvSpPr>
          <p:nvPr>
            <p:ph type="sldNum" sz="quarter" idx="30"/>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712418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 Col Numbered">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224087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Title Placeholder 1">
            <a:extLst>
              <a:ext uri="{FF2B5EF4-FFF2-40B4-BE49-F238E27FC236}">
                <a16:creationId xmlns:a16="http://schemas.microsoft.com/office/drawing/2014/main" id="{EC1ED141-BBBF-4DD5-B7BC-89C97DDCA601}"/>
              </a:ext>
            </a:extLst>
          </p:cNvPr>
          <p:cNvSpPr>
            <a:spLocks noGrp="1"/>
          </p:cNvSpPr>
          <p:nvPr>
            <p:ph type="title" hasCustomPrompt="1"/>
          </p:nvPr>
        </p:nvSpPr>
        <p:spPr>
          <a:xfrm>
            <a:off x="457200" y="266010"/>
            <a:ext cx="11273991" cy="1188720"/>
          </a:xfrm>
          <a:prstGeom prst="rect">
            <a:avLst/>
          </a:prstGeom>
        </p:spPr>
        <p:txBody>
          <a:bodyPr vert="horz" lIns="0" tIns="0" rIns="0" bIns="0" rtlCol="0" anchor="b">
            <a:noAutofit/>
          </a:bodyPr>
          <a:lstStyle>
            <a:lvl1pPr marL="0" indent="0">
              <a:buFont typeface="IBM Plex Sans" panose="020B0503050203000203" pitchFamily="34" charset="0"/>
              <a:buNone/>
              <a:defRPr sz="4000">
                <a:solidFill>
                  <a:schemeClr val="accent1">
                    <a:lumMod val="50000"/>
                  </a:schemeClr>
                </a:solidFill>
                <a:latin typeface="+mj-lt"/>
                <a:ea typeface="+mj-ea"/>
                <a:cs typeface="+mj-cs"/>
              </a:defRPr>
            </a:lvl1pPr>
          </a:lstStyle>
          <a:p>
            <a:r>
              <a:rPr lang="en-US"/>
              <a:t>Title Goes Here</a:t>
            </a:r>
            <a:br>
              <a:rPr lang="en-US"/>
            </a:br>
            <a:r>
              <a:rPr lang="en-US"/>
              <a:t>Titles Are IBM Sans Plex Bold 40pt Font</a:t>
            </a:r>
          </a:p>
        </p:txBody>
      </p:sp>
      <p:sp>
        <p:nvSpPr>
          <p:cNvPr id="11" name="Text Placeholder 38">
            <a:extLst>
              <a:ext uri="{FF2B5EF4-FFF2-40B4-BE49-F238E27FC236}">
                <a16:creationId xmlns:a16="http://schemas.microsoft.com/office/drawing/2014/main" id="{91E2BDA6-0AF0-1C16-C5EE-07EDE0979152}"/>
              </a:ext>
            </a:extLst>
          </p:cNvPr>
          <p:cNvSpPr>
            <a:spLocks noGrp="1"/>
          </p:cNvSpPr>
          <p:nvPr>
            <p:ph type="body" sz="quarter" idx="15" hasCustomPrompt="1"/>
          </p:nvPr>
        </p:nvSpPr>
        <p:spPr>
          <a:xfrm>
            <a:off x="457200" y="3931920"/>
            <a:ext cx="5334817" cy="228600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16" name="Subtitle 2">
            <a:extLst>
              <a:ext uri="{FF2B5EF4-FFF2-40B4-BE49-F238E27FC236}">
                <a16:creationId xmlns:a16="http://schemas.microsoft.com/office/drawing/2014/main" id="{AB4DBB68-6ECF-B667-E7CB-DC8B9B06B3F1}"/>
              </a:ext>
            </a:extLst>
          </p:cNvPr>
          <p:cNvSpPr>
            <a:spLocks noGrp="1"/>
          </p:cNvSpPr>
          <p:nvPr>
            <p:ph type="subTitle" idx="1" hasCustomPrompt="1"/>
          </p:nvPr>
        </p:nvSpPr>
        <p:spPr>
          <a:xfrm>
            <a:off x="457200" y="3200400"/>
            <a:ext cx="5259452" cy="576218"/>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 TEXT</a:t>
            </a:r>
          </a:p>
        </p:txBody>
      </p:sp>
      <p:sp>
        <p:nvSpPr>
          <p:cNvPr id="18" name="Text Placeholder 38">
            <a:extLst>
              <a:ext uri="{FF2B5EF4-FFF2-40B4-BE49-F238E27FC236}">
                <a16:creationId xmlns:a16="http://schemas.microsoft.com/office/drawing/2014/main" id="{78094ACA-E229-8802-8B6C-46B130212107}"/>
              </a:ext>
            </a:extLst>
          </p:cNvPr>
          <p:cNvSpPr>
            <a:spLocks noGrp="1"/>
          </p:cNvSpPr>
          <p:nvPr>
            <p:ph type="body" sz="quarter" idx="23" hasCustomPrompt="1"/>
          </p:nvPr>
        </p:nvSpPr>
        <p:spPr>
          <a:xfrm>
            <a:off x="6463317" y="3931920"/>
            <a:ext cx="5259451" cy="228600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19" name="Text Placeholder 11">
            <a:extLst>
              <a:ext uri="{FF2B5EF4-FFF2-40B4-BE49-F238E27FC236}">
                <a16:creationId xmlns:a16="http://schemas.microsoft.com/office/drawing/2014/main" id="{8CF453D3-A7AD-4088-FEDB-3FB7E6AC2708}"/>
              </a:ext>
            </a:extLst>
          </p:cNvPr>
          <p:cNvSpPr>
            <a:spLocks noGrp="1"/>
          </p:cNvSpPr>
          <p:nvPr>
            <p:ph type="body" sz="quarter" idx="25" hasCustomPrompt="1"/>
          </p:nvPr>
        </p:nvSpPr>
        <p:spPr>
          <a:xfrm>
            <a:off x="6463317" y="3200400"/>
            <a:ext cx="5259451" cy="576218"/>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 TEXT</a:t>
            </a:r>
          </a:p>
        </p:txBody>
      </p:sp>
      <p:sp>
        <p:nvSpPr>
          <p:cNvPr id="24" name="Text Placeholder 20">
            <a:extLst>
              <a:ext uri="{FF2B5EF4-FFF2-40B4-BE49-F238E27FC236}">
                <a16:creationId xmlns:a16="http://schemas.microsoft.com/office/drawing/2014/main" id="{80E6D9A4-0FBD-329E-F398-D5C872D59F94}"/>
              </a:ext>
            </a:extLst>
          </p:cNvPr>
          <p:cNvSpPr>
            <a:spLocks noGrp="1"/>
          </p:cNvSpPr>
          <p:nvPr>
            <p:ph type="body" sz="quarter" idx="32" hasCustomPrompt="1"/>
          </p:nvPr>
        </p:nvSpPr>
        <p:spPr>
          <a:xfrm>
            <a:off x="457200" y="2271293"/>
            <a:ext cx="5259452" cy="788512"/>
          </a:xfrm>
        </p:spPr>
        <p:txBody>
          <a:bodyPr/>
          <a:lstStyle>
            <a:lvl1pPr marL="0" indent="0">
              <a:buFont typeface="IBM Plex Sans" panose="020B0503050203000203" pitchFamily="34" charset="0"/>
              <a:buNone/>
              <a:defRPr sz="6000" b="1">
                <a:solidFill>
                  <a:schemeClr val="accent1"/>
                </a:solidFill>
                <a:latin typeface="+mj-lt"/>
              </a:defRPr>
            </a:lvl1pPr>
          </a:lstStyle>
          <a:p>
            <a:pPr lvl="0"/>
            <a:r>
              <a:rPr lang="en-US"/>
              <a:t>1</a:t>
            </a:r>
          </a:p>
        </p:txBody>
      </p:sp>
      <p:sp>
        <p:nvSpPr>
          <p:cNvPr id="25" name="Text Placeholder 20">
            <a:extLst>
              <a:ext uri="{FF2B5EF4-FFF2-40B4-BE49-F238E27FC236}">
                <a16:creationId xmlns:a16="http://schemas.microsoft.com/office/drawing/2014/main" id="{2BDF64BD-C8A6-42B3-91EE-4C566F6E6380}"/>
              </a:ext>
            </a:extLst>
          </p:cNvPr>
          <p:cNvSpPr>
            <a:spLocks noGrp="1"/>
          </p:cNvSpPr>
          <p:nvPr>
            <p:ph type="body" sz="quarter" idx="33" hasCustomPrompt="1"/>
          </p:nvPr>
        </p:nvSpPr>
        <p:spPr>
          <a:xfrm>
            <a:off x="6463317" y="2271293"/>
            <a:ext cx="5259451" cy="788512"/>
          </a:xfrm>
        </p:spPr>
        <p:txBody>
          <a:bodyPr/>
          <a:lstStyle>
            <a:lvl1pPr marL="0" indent="0">
              <a:buFont typeface="IBM Plex Sans" panose="020B0503050203000203" pitchFamily="34" charset="0"/>
              <a:buNone/>
              <a:defRPr sz="6000" b="1">
                <a:solidFill>
                  <a:schemeClr val="accent1"/>
                </a:solidFill>
                <a:latin typeface="+mj-lt"/>
              </a:defRPr>
            </a:lvl1pPr>
          </a:lstStyle>
          <a:p>
            <a:pPr lvl="0"/>
            <a:r>
              <a:rPr lang="en-US"/>
              <a:t>2</a:t>
            </a:r>
          </a:p>
        </p:txBody>
      </p:sp>
      <p:sp>
        <p:nvSpPr>
          <p:cNvPr id="2" name="Date Placeholder 1">
            <a:extLst>
              <a:ext uri="{FF2B5EF4-FFF2-40B4-BE49-F238E27FC236}">
                <a16:creationId xmlns:a16="http://schemas.microsoft.com/office/drawing/2014/main" id="{B6C9CD38-F6C5-980B-2931-EE36307B7393}"/>
              </a:ext>
            </a:extLst>
          </p:cNvPr>
          <p:cNvSpPr>
            <a:spLocks noGrp="1"/>
          </p:cNvSpPr>
          <p:nvPr>
            <p:ph type="dt" sz="half" idx="34"/>
          </p:nvPr>
        </p:nvSpPr>
        <p:spPr/>
        <p:txBody>
          <a:bodyPr/>
          <a:lstStyle/>
          <a:p>
            <a:fld id="{228D026D-C07B-48C8-8C2B-C561E4D51E16}" type="datetime1">
              <a:rPr lang="en-US" smtClean="0"/>
              <a:t>11/19/2024</a:t>
            </a:fld>
            <a:endParaRPr lang="en-US"/>
          </a:p>
        </p:txBody>
      </p:sp>
      <p:sp>
        <p:nvSpPr>
          <p:cNvPr id="3" name="Footer Placeholder 2">
            <a:extLst>
              <a:ext uri="{FF2B5EF4-FFF2-40B4-BE49-F238E27FC236}">
                <a16:creationId xmlns:a16="http://schemas.microsoft.com/office/drawing/2014/main" id="{4DBB13BC-1ED8-7D01-5804-8E419DD7DA5D}"/>
              </a:ext>
            </a:extLst>
          </p:cNvPr>
          <p:cNvSpPr>
            <a:spLocks noGrp="1"/>
          </p:cNvSpPr>
          <p:nvPr>
            <p:ph type="ftr" sz="quarter" idx="35"/>
          </p:nvPr>
        </p:nvSpPr>
        <p:spPr/>
        <p:txBody>
          <a:bodyPr/>
          <a:lstStyle/>
          <a:p>
            <a:r>
              <a:rPr lang="en-US"/>
              <a:t>CONFIDENTIAL</a:t>
            </a:r>
          </a:p>
        </p:txBody>
      </p:sp>
      <p:sp>
        <p:nvSpPr>
          <p:cNvPr id="4" name="Slide Number Placeholder 3">
            <a:extLst>
              <a:ext uri="{FF2B5EF4-FFF2-40B4-BE49-F238E27FC236}">
                <a16:creationId xmlns:a16="http://schemas.microsoft.com/office/drawing/2014/main" id="{4DD98111-D5DA-EC5E-FBE6-669A12E72B29}"/>
              </a:ext>
            </a:extLst>
          </p:cNvPr>
          <p:cNvSpPr>
            <a:spLocks noGrp="1"/>
          </p:cNvSpPr>
          <p:nvPr>
            <p:ph type="sldNum" sz="quarter" idx="36"/>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832716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 Col Numbered">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224087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Title Placeholder 1">
            <a:extLst>
              <a:ext uri="{FF2B5EF4-FFF2-40B4-BE49-F238E27FC236}">
                <a16:creationId xmlns:a16="http://schemas.microsoft.com/office/drawing/2014/main" id="{EC1ED141-BBBF-4DD5-B7BC-89C97DDCA601}"/>
              </a:ext>
            </a:extLst>
          </p:cNvPr>
          <p:cNvSpPr>
            <a:spLocks noGrp="1"/>
          </p:cNvSpPr>
          <p:nvPr>
            <p:ph type="title" hasCustomPrompt="1"/>
          </p:nvPr>
        </p:nvSpPr>
        <p:spPr>
          <a:xfrm>
            <a:off x="457200" y="266010"/>
            <a:ext cx="11273991" cy="1188720"/>
          </a:xfrm>
          <a:prstGeom prst="rect">
            <a:avLst/>
          </a:prstGeom>
        </p:spPr>
        <p:txBody>
          <a:bodyPr vert="horz" lIns="0" tIns="0" rIns="0" bIns="0" rtlCol="0" anchor="b">
            <a:noAutofit/>
          </a:bodyPr>
          <a:lstStyle>
            <a:lvl1pPr marL="0" indent="0">
              <a:buFont typeface="IBM Plex Sans" panose="020B0503050203000203" pitchFamily="34" charset="0"/>
              <a:buNone/>
              <a:defRPr sz="4000">
                <a:solidFill>
                  <a:schemeClr val="accent1">
                    <a:lumMod val="50000"/>
                  </a:schemeClr>
                </a:solidFill>
                <a:latin typeface="+mj-lt"/>
                <a:ea typeface="+mj-ea"/>
                <a:cs typeface="+mj-cs"/>
              </a:defRPr>
            </a:lvl1pPr>
          </a:lstStyle>
          <a:p>
            <a:r>
              <a:rPr lang="en-US"/>
              <a:t>Title Goes Here</a:t>
            </a:r>
            <a:br>
              <a:rPr lang="en-US"/>
            </a:br>
            <a:r>
              <a:rPr lang="en-US"/>
              <a:t>Titles Are IBM Sans Plex Bold 40pt Font</a:t>
            </a:r>
          </a:p>
        </p:txBody>
      </p:sp>
      <p:sp>
        <p:nvSpPr>
          <p:cNvPr id="11" name="Text Placeholder 38">
            <a:extLst>
              <a:ext uri="{FF2B5EF4-FFF2-40B4-BE49-F238E27FC236}">
                <a16:creationId xmlns:a16="http://schemas.microsoft.com/office/drawing/2014/main" id="{91E2BDA6-0AF0-1C16-C5EE-07EDE0979152}"/>
              </a:ext>
            </a:extLst>
          </p:cNvPr>
          <p:cNvSpPr>
            <a:spLocks noGrp="1"/>
          </p:cNvSpPr>
          <p:nvPr>
            <p:ph type="body" sz="quarter" idx="15" hasCustomPrompt="1"/>
          </p:nvPr>
        </p:nvSpPr>
        <p:spPr>
          <a:xfrm>
            <a:off x="457200" y="3931920"/>
            <a:ext cx="3522092" cy="2286000"/>
          </a:xfrm>
        </p:spPr>
        <p:txBody>
          <a:bodyPr vert="horz" lIns="0" tIns="0" rIns="0" bIns="91440" rtlCol="0">
            <a:normAutofit/>
          </a:bodyPr>
          <a:lstStyle>
            <a:lvl1pPr marL="0" indent="0">
              <a:buFont typeface="IBM Plex Sans" panose="020B0503050203000203" pitchFamily="34" charset="0"/>
              <a:buNone/>
              <a:defRPr lang="en-US" sz="1400" dirty="0"/>
            </a:lvl1pPr>
          </a:lstStyle>
          <a:p>
            <a:pPr lvl="0">
              <a:spcBef>
                <a:spcPts val="200"/>
              </a:spcBef>
              <a:spcAft>
                <a:spcPts val="0"/>
              </a:spcAft>
            </a:pPr>
            <a:r>
              <a:rPr lang="en-US"/>
              <a:t>Edit Master text styles</a:t>
            </a:r>
          </a:p>
        </p:txBody>
      </p:sp>
      <p:sp>
        <p:nvSpPr>
          <p:cNvPr id="16" name="Subtitle 2">
            <a:extLst>
              <a:ext uri="{FF2B5EF4-FFF2-40B4-BE49-F238E27FC236}">
                <a16:creationId xmlns:a16="http://schemas.microsoft.com/office/drawing/2014/main" id="{AB4DBB68-6ECF-B667-E7CB-DC8B9B06B3F1}"/>
              </a:ext>
            </a:extLst>
          </p:cNvPr>
          <p:cNvSpPr>
            <a:spLocks noGrp="1"/>
          </p:cNvSpPr>
          <p:nvPr>
            <p:ph type="subTitle" idx="1" hasCustomPrompt="1"/>
          </p:nvPr>
        </p:nvSpPr>
        <p:spPr>
          <a:xfrm>
            <a:off x="457200" y="3200400"/>
            <a:ext cx="3522092" cy="576072"/>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 TEXT</a:t>
            </a:r>
          </a:p>
        </p:txBody>
      </p:sp>
      <p:sp>
        <p:nvSpPr>
          <p:cNvPr id="18" name="Text Placeholder 38">
            <a:extLst>
              <a:ext uri="{FF2B5EF4-FFF2-40B4-BE49-F238E27FC236}">
                <a16:creationId xmlns:a16="http://schemas.microsoft.com/office/drawing/2014/main" id="{78094ACA-E229-8802-8B6C-46B130212107}"/>
              </a:ext>
            </a:extLst>
          </p:cNvPr>
          <p:cNvSpPr>
            <a:spLocks noGrp="1"/>
          </p:cNvSpPr>
          <p:nvPr>
            <p:ph type="body" sz="quarter" idx="23" hasCustomPrompt="1"/>
          </p:nvPr>
        </p:nvSpPr>
        <p:spPr>
          <a:xfrm>
            <a:off x="4335780" y="3931920"/>
            <a:ext cx="3520440" cy="2286000"/>
          </a:xfrm>
        </p:spPr>
        <p:txBody>
          <a:bodyPr vert="horz" lIns="0" tIns="0" rIns="0" bIns="91440" rtlCol="0">
            <a:normAutofit/>
          </a:bodyPr>
          <a:lstStyle>
            <a:lvl1pPr marL="0" indent="0">
              <a:buFont typeface="IBM Plex Sans" panose="020B0503050203000203" pitchFamily="34" charset="0"/>
              <a:buNone/>
              <a:defRPr lang="en-US" sz="1400" dirty="0"/>
            </a:lvl1pPr>
          </a:lstStyle>
          <a:p>
            <a:pPr lvl="0">
              <a:spcBef>
                <a:spcPts val="200"/>
              </a:spcBef>
              <a:spcAft>
                <a:spcPts val="0"/>
              </a:spcAft>
            </a:pPr>
            <a:r>
              <a:rPr lang="en-US"/>
              <a:t>Edit Master text styles</a:t>
            </a:r>
          </a:p>
        </p:txBody>
      </p:sp>
      <p:sp>
        <p:nvSpPr>
          <p:cNvPr id="19" name="Text Placeholder 11">
            <a:extLst>
              <a:ext uri="{FF2B5EF4-FFF2-40B4-BE49-F238E27FC236}">
                <a16:creationId xmlns:a16="http://schemas.microsoft.com/office/drawing/2014/main" id="{8CF453D3-A7AD-4088-FEDB-3FB7E6AC2708}"/>
              </a:ext>
            </a:extLst>
          </p:cNvPr>
          <p:cNvSpPr>
            <a:spLocks noGrp="1"/>
          </p:cNvSpPr>
          <p:nvPr>
            <p:ph type="body" sz="quarter" idx="25" hasCustomPrompt="1"/>
          </p:nvPr>
        </p:nvSpPr>
        <p:spPr>
          <a:xfrm>
            <a:off x="4335780" y="3200400"/>
            <a:ext cx="3520440" cy="576072"/>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 TEXT</a:t>
            </a:r>
          </a:p>
        </p:txBody>
      </p:sp>
      <p:sp>
        <p:nvSpPr>
          <p:cNvPr id="20" name="Text Placeholder 38">
            <a:extLst>
              <a:ext uri="{FF2B5EF4-FFF2-40B4-BE49-F238E27FC236}">
                <a16:creationId xmlns:a16="http://schemas.microsoft.com/office/drawing/2014/main" id="{665AE008-C91D-AC3E-4E75-3225EE4EB345}"/>
              </a:ext>
            </a:extLst>
          </p:cNvPr>
          <p:cNvSpPr>
            <a:spLocks noGrp="1"/>
          </p:cNvSpPr>
          <p:nvPr>
            <p:ph type="body" sz="quarter" idx="26" hasCustomPrompt="1"/>
          </p:nvPr>
        </p:nvSpPr>
        <p:spPr>
          <a:xfrm>
            <a:off x="8195859" y="3931920"/>
            <a:ext cx="3536537" cy="2286000"/>
          </a:xfrm>
        </p:spPr>
        <p:txBody>
          <a:bodyPr vert="horz" lIns="0" tIns="0" rIns="0" bIns="91440" rtlCol="0">
            <a:normAutofit/>
          </a:bodyPr>
          <a:lstStyle>
            <a:lvl1pPr marL="0" indent="0">
              <a:buFont typeface="IBM Plex Sans" panose="020B0503050203000203" pitchFamily="34" charset="0"/>
              <a:buNone/>
              <a:defRPr lang="en-US" sz="1400" dirty="0"/>
            </a:lvl1pPr>
          </a:lstStyle>
          <a:p>
            <a:pPr lvl="0">
              <a:spcBef>
                <a:spcPts val="200"/>
              </a:spcBef>
              <a:spcAft>
                <a:spcPts val="0"/>
              </a:spcAft>
            </a:pPr>
            <a:r>
              <a:rPr lang="en-US"/>
              <a:t>Edit Master text styles</a:t>
            </a:r>
          </a:p>
        </p:txBody>
      </p:sp>
      <p:sp>
        <p:nvSpPr>
          <p:cNvPr id="21" name="Text Placeholder 11">
            <a:extLst>
              <a:ext uri="{FF2B5EF4-FFF2-40B4-BE49-F238E27FC236}">
                <a16:creationId xmlns:a16="http://schemas.microsoft.com/office/drawing/2014/main" id="{1AED2F84-9B5F-CE24-93AD-EEF44537311F}"/>
              </a:ext>
            </a:extLst>
          </p:cNvPr>
          <p:cNvSpPr>
            <a:spLocks noGrp="1"/>
          </p:cNvSpPr>
          <p:nvPr>
            <p:ph type="body" sz="quarter" idx="28" hasCustomPrompt="1"/>
          </p:nvPr>
        </p:nvSpPr>
        <p:spPr>
          <a:xfrm>
            <a:off x="8195859" y="3200400"/>
            <a:ext cx="3536537" cy="576072"/>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 TEXT</a:t>
            </a:r>
          </a:p>
        </p:txBody>
      </p:sp>
      <p:sp>
        <p:nvSpPr>
          <p:cNvPr id="24" name="Text Placeholder 20">
            <a:extLst>
              <a:ext uri="{FF2B5EF4-FFF2-40B4-BE49-F238E27FC236}">
                <a16:creationId xmlns:a16="http://schemas.microsoft.com/office/drawing/2014/main" id="{80E6D9A4-0FBD-329E-F398-D5C872D59F94}"/>
              </a:ext>
            </a:extLst>
          </p:cNvPr>
          <p:cNvSpPr>
            <a:spLocks noGrp="1"/>
          </p:cNvSpPr>
          <p:nvPr>
            <p:ph type="body" sz="quarter" idx="32" hasCustomPrompt="1"/>
          </p:nvPr>
        </p:nvSpPr>
        <p:spPr>
          <a:xfrm>
            <a:off x="457200" y="2271293"/>
            <a:ext cx="3520440" cy="788512"/>
          </a:xfrm>
        </p:spPr>
        <p:txBody>
          <a:bodyPr vert="horz" lIns="0" tIns="0" rIns="0" bIns="0" rtlCol="0">
            <a:noAutofit/>
          </a:bodyPr>
          <a:lstStyle>
            <a:lvl1pPr marL="0" indent="0">
              <a:buFont typeface="IBM Plex Sans" panose="020B0503050203000203" pitchFamily="34" charset="0"/>
              <a:buNone/>
              <a:defRPr lang="en-US" sz="6000" b="1" dirty="0">
                <a:solidFill>
                  <a:schemeClr val="accent1"/>
                </a:solidFill>
                <a:latin typeface="+mj-lt"/>
              </a:defRPr>
            </a:lvl1pPr>
          </a:lstStyle>
          <a:p>
            <a:pPr marL="228600" lvl="0" indent="-228600"/>
            <a:r>
              <a:rPr lang="en-US"/>
              <a:t>1</a:t>
            </a:r>
          </a:p>
        </p:txBody>
      </p:sp>
      <p:sp>
        <p:nvSpPr>
          <p:cNvPr id="25" name="Text Placeholder 20">
            <a:extLst>
              <a:ext uri="{FF2B5EF4-FFF2-40B4-BE49-F238E27FC236}">
                <a16:creationId xmlns:a16="http://schemas.microsoft.com/office/drawing/2014/main" id="{2BDF64BD-C8A6-42B3-91EE-4C566F6E6380}"/>
              </a:ext>
            </a:extLst>
          </p:cNvPr>
          <p:cNvSpPr>
            <a:spLocks noGrp="1"/>
          </p:cNvSpPr>
          <p:nvPr>
            <p:ph type="body" sz="quarter" idx="33" hasCustomPrompt="1"/>
          </p:nvPr>
        </p:nvSpPr>
        <p:spPr>
          <a:xfrm>
            <a:off x="4335780" y="2267712"/>
            <a:ext cx="3520440" cy="788512"/>
          </a:xfrm>
        </p:spPr>
        <p:txBody>
          <a:bodyPr/>
          <a:lstStyle>
            <a:lvl1pPr marL="0" indent="0">
              <a:buFont typeface="IBM Plex Sans" panose="020B0503050203000203" pitchFamily="34" charset="0"/>
              <a:buNone/>
              <a:defRPr sz="6000" b="1">
                <a:solidFill>
                  <a:schemeClr val="accent1"/>
                </a:solidFill>
                <a:latin typeface="+mj-lt"/>
              </a:defRPr>
            </a:lvl1pPr>
          </a:lstStyle>
          <a:p>
            <a:pPr lvl="0"/>
            <a:r>
              <a:rPr lang="en-US"/>
              <a:t>2</a:t>
            </a:r>
          </a:p>
        </p:txBody>
      </p:sp>
      <p:sp>
        <p:nvSpPr>
          <p:cNvPr id="26" name="Text Placeholder 20">
            <a:extLst>
              <a:ext uri="{FF2B5EF4-FFF2-40B4-BE49-F238E27FC236}">
                <a16:creationId xmlns:a16="http://schemas.microsoft.com/office/drawing/2014/main" id="{2FA69779-9C11-7D8F-885E-373F3DFABE1E}"/>
              </a:ext>
            </a:extLst>
          </p:cNvPr>
          <p:cNvSpPr>
            <a:spLocks noGrp="1"/>
          </p:cNvSpPr>
          <p:nvPr>
            <p:ph type="body" sz="quarter" idx="34" hasCustomPrompt="1"/>
          </p:nvPr>
        </p:nvSpPr>
        <p:spPr>
          <a:xfrm>
            <a:off x="8194653" y="2267712"/>
            <a:ext cx="3536537" cy="788512"/>
          </a:xfrm>
        </p:spPr>
        <p:txBody>
          <a:bodyPr/>
          <a:lstStyle>
            <a:lvl1pPr marL="0" indent="0">
              <a:buFont typeface="IBM Plex Sans" panose="020B0503050203000203" pitchFamily="34" charset="0"/>
              <a:buNone/>
              <a:defRPr sz="6000" b="1">
                <a:solidFill>
                  <a:schemeClr val="accent1"/>
                </a:solidFill>
                <a:latin typeface="+mj-lt"/>
              </a:defRPr>
            </a:lvl1pPr>
          </a:lstStyle>
          <a:p>
            <a:pPr lvl="0"/>
            <a:r>
              <a:rPr lang="en-US"/>
              <a:t>3</a:t>
            </a:r>
          </a:p>
        </p:txBody>
      </p:sp>
      <p:sp>
        <p:nvSpPr>
          <p:cNvPr id="5" name="Date Placeholder 4">
            <a:extLst>
              <a:ext uri="{FF2B5EF4-FFF2-40B4-BE49-F238E27FC236}">
                <a16:creationId xmlns:a16="http://schemas.microsoft.com/office/drawing/2014/main" id="{6D1D3CC6-32A4-D9C7-AB82-3743EFA341F1}"/>
              </a:ext>
            </a:extLst>
          </p:cNvPr>
          <p:cNvSpPr>
            <a:spLocks noGrp="1"/>
          </p:cNvSpPr>
          <p:nvPr>
            <p:ph type="dt" sz="half" idx="35"/>
          </p:nvPr>
        </p:nvSpPr>
        <p:spPr/>
        <p:txBody>
          <a:bodyPr/>
          <a:lstStyle/>
          <a:p>
            <a:fld id="{228D026D-C07B-48C8-8C2B-C561E4D51E16}" type="datetime1">
              <a:rPr lang="en-US" smtClean="0"/>
              <a:t>11/19/2024</a:t>
            </a:fld>
            <a:endParaRPr lang="en-US"/>
          </a:p>
        </p:txBody>
      </p:sp>
      <p:sp>
        <p:nvSpPr>
          <p:cNvPr id="10" name="Footer Placeholder 9">
            <a:extLst>
              <a:ext uri="{FF2B5EF4-FFF2-40B4-BE49-F238E27FC236}">
                <a16:creationId xmlns:a16="http://schemas.microsoft.com/office/drawing/2014/main" id="{12B70466-8D5D-8B11-DB82-3FC5742BA9B7}"/>
              </a:ext>
            </a:extLst>
          </p:cNvPr>
          <p:cNvSpPr>
            <a:spLocks noGrp="1"/>
          </p:cNvSpPr>
          <p:nvPr>
            <p:ph type="ftr" sz="quarter" idx="36"/>
          </p:nvPr>
        </p:nvSpPr>
        <p:spPr/>
        <p:txBody>
          <a:bodyPr/>
          <a:lstStyle/>
          <a:p>
            <a:r>
              <a:rPr lang="en-US"/>
              <a:t>CONFIDENTIAL</a:t>
            </a:r>
          </a:p>
        </p:txBody>
      </p:sp>
      <p:sp>
        <p:nvSpPr>
          <p:cNvPr id="12" name="Slide Number Placeholder 11">
            <a:extLst>
              <a:ext uri="{FF2B5EF4-FFF2-40B4-BE49-F238E27FC236}">
                <a16:creationId xmlns:a16="http://schemas.microsoft.com/office/drawing/2014/main" id="{596EA887-C65A-D4C5-AA4D-2063BBDCD967}"/>
              </a:ext>
            </a:extLst>
          </p:cNvPr>
          <p:cNvSpPr>
            <a:spLocks noGrp="1"/>
          </p:cNvSpPr>
          <p:nvPr>
            <p:ph type="sldNum" sz="quarter" idx="37"/>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4017866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 Col Numbered">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224087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Title Placeholder 1">
            <a:extLst>
              <a:ext uri="{FF2B5EF4-FFF2-40B4-BE49-F238E27FC236}">
                <a16:creationId xmlns:a16="http://schemas.microsoft.com/office/drawing/2014/main" id="{EC1ED141-BBBF-4DD5-B7BC-89C97DDCA601}"/>
              </a:ext>
            </a:extLst>
          </p:cNvPr>
          <p:cNvSpPr>
            <a:spLocks noGrp="1"/>
          </p:cNvSpPr>
          <p:nvPr>
            <p:ph type="title" hasCustomPrompt="1"/>
          </p:nvPr>
        </p:nvSpPr>
        <p:spPr>
          <a:xfrm>
            <a:off x="457200" y="266010"/>
            <a:ext cx="11273991" cy="1188720"/>
          </a:xfrm>
          <a:prstGeom prst="rect">
            <a:avLst/>
          </a:prstGeom>
        </p:spPr>
        <p:txBody>
          <a:bodyPr vert="horz" lIns="0" tIns="0" rIns="0" bIns="0" rtlCol="0" anchor="b">
            <a:noAutofit/>
          </a:bodyPr>
          <a:lstStyle>
            <a:lvl1pPr marL="0" indent="0">
              <a:buFont typeface="IBM Plex Sans" panose="020B0503050203000203" pitchFamily="34" charset="0"/>
              <a:buNone/>
              <a:defRPr sz="4000">
                <a:solidFill>
                  <a:schemeClr val="accent1">
                    <a:lumMod val="50000"/>
                  </a:schemeClr>
                </a:solidFill>
                <a:latin typeface="+mj-lt"/>
                <a:ea typeface="+mj-ea"/>
                <a:cs typeface="+mj-cs"/>
              </a:defRPr>
            </a:lvl1pPr>
          </a:lstStyle>
          <a:p>
            <a:r>
              <a:rPr lang="en-US"/>
              <a:t>Title Goes Here</a:t>
            </a:r>
            <a:br>
              <a:rPr lang="en-US"/>
            </a:br>
            <a:r>
              <a:rPr lang="en-US"/>
              <a:t>Titles Are IBM Sans Plex Bold 40pt Font</a:t>
            </a:r>
          </a:p>
        </p:txBody>
      </p:sp>
      <p:sp>
        <p:nvSpPr>
          <p:cNvPr id="39" name="Text Placeholder 38">
            <a:extLst>
              <a:ext uri="{FF2B5EF4-FFF2-40B4-BE49-F238E27FC236}">
                <a16:creationId xmlns:a16="http://schemas.microsoft.com/office/drawing/2014/main" id="{EAE6DE0F-0ADD-444F-978D-6AA58793E072}"/>
              </a:ext>
            </a:extLst>
          </p:cNvPr>
          <p:cNvSpPr>
            <a:spLocks noGrp="1"/>
          </p:cNvSpPr>
          <p:nvPr>
            <p:ph type="body" sz="quarter" idx="15" hasCustomPrompt="1"/>
          </p:nvPr>
        </p:nvSpPr>
        <p:spPr>
          <a:xfrm>
            <a:off x="457264" y="3931920"/>
            <a:ext cx="2377440" cy="228600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2" name="Subtitle 2">
            <a:extLst>
              <a:ext uri="{FF2B5EF4-FFF2-40B4-BE49-F238E27FC236}">
                <a16:creationId xmlns:a16="http://schemas.microsoft.com/office/drawing/2014/main" id="{9FB77550-E160-7C9D-B924-9BD7FFE6BF32}"/>
              </a:ext>
            </a:extLst>
          </p:cNvPr>
          <p:cNvSpPr>
            <a:spLocks noGrp="1"/>
          </p:cNvSpPr>
          <p:nvPr>
            <p:ph type="subTitle" idx="1" hasCustomPrompt="1"/>
          </p:nvPr>
        </p:nvSpPr>
        <p:spPr>
          <a:xfrm>
            <a:off x="457264" y="3200400"/>
            <a:ext cx="2377440" cy="576072"/>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a:t>
            </a:r>
          </a:p>
          <a:p>
            <a:pPr marL="342900" lvl="0" indent="-342900">
              <a:spcBef>
                <a:spcPts val="0"/>
              </a:spcBef>
            </a:pPr>
            <a:r>
              <a:rPr lang="en-US"/>
              <a:t>TEXT</a:t>
            </a:r>
          </a:p>
        </p:txBody>
      </p:sp>
      <p:sp>
        <p:nvSpPr>
          <p:cNvPr id="3" name="Text Placeholder 38">
            <a:extLst>
              <a:ext uri="{FF2B5EF4-FFF2-40B4-BE49-F238E27FC236}">
                <a16:creationId xmlns:a16="http://schemas.microsoft.com/office/drawing/2014/main" id="{EE89B4B7-4376-960B-FD98-CE0D9E123293}"/>
              </a:ext>
            </a:extLst>
          </p:cNvPr>
          <p:cNvSpPr>
            <a:spLocks noGrp="1"/>
          </p:cNvSpPr>
          <p:nvPr>
            <p:ph type="body" sz="quarter" idx="23" hasCustomPrompt="1"/>
          </p:nvPr>
        </p:nvSpPr>
        <p:spPr>
          <a:xfrm>
            <a:off x="3422654" y="3931920"/>
            <a:ext cx="2377440" cy="228600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12" name="Text Placeholder 11">
            <a:extLst>
              <a:ext uri="{FF2B5EF4-FFF2-40B4-BE49-F238E27FC236}">
                <a16:creationId xmlns:a16="http://schemas.microsoft.com/office/drawing/2014/main" id="{57B232A6-2373-DA1B-FB47-8739C7616E4A}"/>
              </a:ext>
            </a:extLst>
          </p:cNvPr>
          <p:cNvSpPr>
            <a:spLocks noGrp="1"/>
          </p:cNvSpPr>
          <p:nvPr>
            <p:ph type="body" sz="quarter" idx="25" hasCustomPrompt="1"/>
          </p:nvPr>
        </p:nvSpPr>
        <p:spPr>
          <a:xfrm>
            <a:off x="3422654" y="3200400"/>
            <a:ext cx="2377440" cy="576072"/>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a:t>
            </a:r>
          </a:p>
          <a:p>
            <a:pPr marL="342900" lvl="0" indent="-342900">
              <a:spcBef>
                <a:spcPts val="0"/>
              </a:spcBef>
            </a:pPr>
            <a:r>
              <a:rPr lang="en-US"/>
              <a:t>TEXT</a:t>
            </a:r>
          </a:p>
        </p:txBody>
      </p:sp>
      <p:sp>
        <p:nvSpPr>
          <p:cNvPr id="14" name="Text Placeholder 38">
            <a:extLst>
              <a:ext uri="{FF2B5EF4-FFF2-40B4-BE49-F238E27FC236}">
                <a16:creationId xmlns:a16="http://schemas.microsoft.com/office/drawing/2014/main" id="{B0EC91D3-2538-97AD-8E43-D1068476A1EE}"/>
              </a:ext>
            </a:extLst>
          </p:cNvPr>
          <p:cNvSpPr>
            <a:spLocks noGrp="1"/>
          </p:cNvSpPr>
          <p:nvPr>
            <p:ph type="body" sz="quarter" idx="26" hasCustomPrompt="1"/>
          </p:nvPr>
        </p:nvSpPr>
        <p:spPr>
          <a:xfrm>
            <a:off x="6388044" y="3931920"/>
            <a:ext cx="2377440" cy="228600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17" name="Text Placeholder 11">
            <a:extLst>
              <a:ext uri="{FF2B5EF4-FFF2-40B4-BE49-F238E27FC236}">
                <a16:creationId xmlns:a16="http://schemas.microsoft.com/office/drawing/2014/main" id="{87FD63C6-9FDC-37B4-4D7C-FBE5F2771793}"/>
              </a:ext>
            </a:extLst>
          </p:cNvPr>
          <p:cNvSpPr>
            <a:spLocks noGrp="1"/>
          </p:cNvSpPr>
          <p:nvPr>
            <p:ph type="body" sz="quarter" idx="28" hasCustomPrompt="1"/>
          </p:nvPr>
        </p:nvSpPr>
        <p:spPr>
          <a:xfrm>
            <a:off x="6388044" y="3200400"/>
            <a:ext cx="2377440" cy="576072"/>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a:t>
            </a:r>
          </a:p>
          <a:p>
            <a:pPr marL="342900" lvl="0" indent="-342900">
              <a:spcBef>
                <a:spcPts val="0"/>
              </a:spcBef>
            </a:pPr>
            <a:r>
              <a:rPr lang="en-US"/>
              <a:t>TEXT</a:t>
            </a:r>
          </a:p>
        </p:txBody>
      </p:sp>
      <p:sp>
        <p:nvSpPr>
          <p:cNvPr id="11" name="Text Placeholder 38">
            <a:extLst>
              <a:ext uri="{FF2B5EF4-FFF2-40B4-BE49-F238E27FC236}">
                <a16:creationId xmlns:a16="http://schemas.microsoft.com/office/drawing/2014/main" id="{E0BD61A5-0C75-6F49-468A-B2983606292B}"/>
              </a:ext>
            </a:extLst>
          </p:cNvPr>
          <p:cNvSpPr>
            <a:spLocks noGrp="1"/>
          </p:cNvSpPr>
          <p:nvPr>
            <p:ph type="body" sz="quarter" idx="29" hasCustomPrompt="1"/>
          </p:nvPr>
        </p:nvSpPr>
        <p:spPr>
          <a:xfrm>
            <a:off x="9353434" y="3931920"/>
            <a:ext cx="2377440" cy="228600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18" name="Text Placeholder 11">
            <a:extLst>
              <a:ext uri="{FF2B5EF4-FFF2-40B4-BE49-F238E27FC236}">
                <a16:creationId xmlns:a16="http://schemas.microsoft.com/office/drawing/2014/main" id="{0C020F8F-E40F-3676-C31A-F4E18E6EFDC6}"/>
              </a:ext>
            </a:extLst>
          </p:cNvPr>
          <p:cNvSpPr>
            <a:spLocks noGrp="1"/>
          </p:cNvSpPr>
          <p:nvPr>
            <p:ph type="body" sz="quarter" idx="31" hasCustomPrompt="1"/>
          </p:nvPr>
        </p:nvSpPr>
        <p:spPr>
          <a:xfrm>
            <a:off x="9353434" y="3200400"/>
            <a:ext cx="2377440" cy="576072"/>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342900" lvl="0" indent="-342900">
              <a:spcBef>
                <a:spcPts val="0"/>
              </a:spcBef>
            </a:pPr>
            <a:r>
              <a:rPr lang="en-US"/>
              <a:t>CLICK TO EDIT</a:t>
            </a:r>
          </a:p>
          <a:p>
            <a:pPr marL="342900" lvl="0" indent="-342900">
              <a:spcBef>
                <a:spcPts val="0"/>
              </a:spcBef>
            </a:pPr>
            <a:r>
              <a:rPr lang="en-US"/>
              <a:t>TEXT</a:t>
            </a:r>
          </a:p>
        </p:txBody>
      </p:sp>
      <p:sp>
        <p:nvSpPr>
          <p:cNvPr id="21" name="Text Placeholder 20">
            <a:extLst>
              <a:ext uri="{FF2B5EF4-FFF2-40B4-BE49-F238E27FC236}">
                <a16:creationId xmlns:a16="http://schemas.microsoft.com/office/drawing/2014/main" id="{835C4F15-6486-C0C1-006F-649BBBB648A0}"/>
              </a:ext>
            </a:extLst>
          </p:cNvPr>
          <p:cNvSpPr>
            <a:spLocks noGrp="1"/>
          </p:cNvSpPr>
          <p:nvPr>
            <p:ph type="body" sz="quarter" idx="32" hasCustomPrompt="1"/>
          </p:nvPr>
        </p:nvSpPr>
        <p:spPr>
          <a:xfrm>
            <a:off x="457200" y="2271293"/>
            <a:ext cx="2377439" cy="788512"/>
          </a:xfrm>
        </p:spPr>
        <p:txBody>
          <a:bodyPr vert="horz" lIns="0" tIns="0" rIns="0" bIns="0" rtlCol="0">
            <a:noAutofit/>
          </a:bodyPr>
          <a:lstStyle>
            <a:lvl1pPr marL="0" indent="0">
              <a:buNone/>
              <a:defRPr lang="en-US" sz="6000" b="1" dirty="0">
                <a:solidFill>
                  <a:schemeClr val="accent1"/>
                </a:solidFill>
                <a:latin typeface="+mj-lt"/>
              </a:defRPr>
            </a:lvl1pPr>
          </a:lstStyle>
          <a:p>
            <a:pPr marL="228600" lvl="0" indent="-228600"/>
            <a:r>
              <a:rPr lang="en-US"/>
              <a:t>1</a:t>
            </a:r>
          </a:p>
        </p:txBody>
      </p:sp>
      <p:sp>
        <p:nvSpPr>
          <p:cNvPr id="22" name="Text Placeholder 20">
            <a:extLst>
              <a:ext uri="{FF2B5EF4-FFF2-40B4-BE49-F238E27FC236}">
                <a16:creationId xmlns:a16="http://schemas.microsoft.com/office/drawing/2014/main" id="{8C2CA8B6-D0A6-EA8A-4605-93750E9D10E0}"/>
              </a:ext>
            </a:extLst>
          </p:cNvPr>
          <p:cNvSpPr>
            <a:spLocks noGrp="1"/>
          </p:cNvSpPr>
          <p:nvPr>
            <p:ph type="body" sz="quarter" idx="33" hasCustomPrompt="1"/>
          </p:nvPr>
        </p:nvSpPr>
        <p:spPr>
          <a:xfrm>
            <a:off x="3422505" y="2267712"/>
            <a:ext cx="2377440" cy="788512"/>
          </a:xfrm>
        </p:spPr>
        <p:txBody>
          <a:bodyPr/>
          <a:lstStyle>
            <a:lvl1pPr marL="0" indent="0">
              <a:buFont typeface="IBM Plex Sans" panose="020B0503050203000203" pitchFamily="34" charset="0"/>
              <a:buNone/>
              <a:defRPr sz="6000" b="1">
                <a:solidFill>
                  <a:schemeClr val="accent1"/>
                </a:solidFill>
                <a:latin typeface="+mj-lt"/>
              </a:defRPr>
            </a:lvl1pPr>
          </a:lstStyle>
          <a:p>
            <a:pPr lvl="0"/>
            <a:r>
              <a:rPr lang="en-US"/>
              <a:t>2</a:t>
            </a:r>
          </a:p>
        </p:txBody>
      </p:sp>
      <p:sp>
        <p:nvSpPr>
          <p:cNvPr id="23" name="Text Placeholder 20">
            <a:extLst>
              <a:ext uri="{FF2B5EF4-FFF2-40B4-BE49-F238E27FC236}">
                <a16:creationId xmlns:a16="http://schemas.microsoft.com/office/drawing/2014/main" id="{76F13A4A-AAC4-3B91-D735-0AE1EA151B8B}"/>
              </a:ext>
            </a:extLst>
          </p:cNvPr>
          <p:cNvSpPr>
            <a:spLocks noGrp="1"/>
          </p:cNvSpPr>
          <p:nvPr>
            <p:ph type="body" sz="quarter" idx="34" hasCustomPrompt="1"/>
          </p:nvPr>
        </p:nvSpPr>
        <p:spPr>
          <a:xfrm>
            <a:off x="6387810" y="2267712"/>
            <a:ext cx="2377440" cy="788512"/>
          </a:xfrm>
        </p:spPr>
        <p:txBody>
          <a:bodyPr/>
          <a:lstStyle>
            <a:lvl1pPr marL="0" indent="0">
              <a:buFont typeface="IBM Plex Sans" panose="020B0503050203000203" pitchFamily="34" charset="0"/>
              <a:buNone/>
              <a:defRPr sz="6000" b="1">
                <a:solidFill>
                  <a:schemeClr val="accent1"/>
                </a:solidFill>
                <a:latin typeface="+mj-lt"/>
              </a:defRPr>
            </a:lvl1pPr>
          </a:lstStyle>
          <a:p>
            <a:pPr lvl="0"/>
            <a:r>
              <a:rPr lang="en-US"/>
              <a:t>3</a:t>
            </a:r>
          </a:p>
        </p:txBody>
      </p:sp>
      <p:sp>
        <p:nvSpPr>
          <p:cNvPr id="24" name="Text Placeholder 20">
            <a:extLst>
              <a:ext uri="{FF2B5EF4-FFF2-40B4-BE49-F238E27FC236}">
                <a16:creationId xmlns:a16="http://schemas.microsoft.com/office/drawing/2014/main" id="{DA54AE6D-443C-98AC-A695-E778A62C5C77}"/>
              </a:ext>
            </a:extLst>
          </p:cNvPr>
          <p:cNvSpPr>
            <a:spLocks noGrp="1"/>
          </p:cNvSpPr>
          <p:nvPr>
            <p:ph type="body" sz="quarter" idx="35" hasCustomPrompt="1"/>
          </p:nvPr>
        </p:nvSpPr>
        <p:spPr>
          <a:xfrm>
            <a:off x="9353116" y="2267712"/>
            <a:ext cx="2377440" cy="788512"/>
          </a:xfrm>
        </p:spPr>
        <p:txBody>
          <a:bodyPr/>
          <a:lstStyle>
            <a:lvl1pPr marL="0" indent="0">
              <a:buFont typeface="IBM Plex Sans" panose="020B0503050203000203" pitchFamily="34" charset="0"/>
              <a:buNone/>
              <a:defRPr sz="6000" b="1">
                <a:solidFill>
                  <a:schemeClr val="accent1"/>
                </a:solidFill>
                <a:latin typeface="+mj-lt"/>
              </a:defRPr>
            </a:lvl1pPr>
          </a:lstStyle>
          <a:p>
            <a:pPr lvl="0"/>
            <a:r>
              <a:rPr lang="en-US"/>
              <a:t>4</a:t>
            </a:r>
          </a:p>
        </p:txBody>
      </p:sp>
      <p:sp>
        <p:nvSpPr>
          <p:cNvPr id="4" name="Date Placeholder 3">
            <a:extLst>
              <a:ext uri="{FF2B5EF4-FFF2-40B4-BE49-F238E27FC236}">
                <a16:creationId xmlns:a16="http://schemas.microsoft.com/office/drawing/2014/main" id="{B2A49C69-BF00-DC7A-0333-6356D3A925D6}"/>
              </a:ext>
            </a:extLst>
          </p:cNvPr>
          <p:cNvSpPr>
            <a:spLocks noGrp="1"/>
          </p:cNvSpPr>
          <p:nvPr>
            <p:ph type="dt" sz="half" idx="36"/>
          </p:nvPr>
        </p:nvSpPr>
        <p:spPr/>
        <p:txBody>
          <a:bodyPr/>
          <a:lstStyle/>
          <a:p>
            <a:fld id="{228D026D-C07B-48C8-8C2B-C561E4D51E16}" type="datetime1">
              <a:rPr lang="en-US" smtClean="0"/>
              <a:t>11/19/2024</a:t>
            </a:fld>
            <a:endParaRPr lang="en-US"/>
          </a:p>
        </p:txBody>
      </p:sp>
      <p:sp>
        <p:nvSpPr>
          <p:cNvPr id="5" name="Footer Placeholder 4">
            <a:extLst>
              <a:ext uri="{FF2B5EF4-FFF2-40B4-BE49-F238E27FC236}">
                <a16:creationId xmlns:a16="http://schemas.microsoft.com/office/drawing/2014/main" id="{6699DE91-F046-4514-FB5B-B21B6D55CE09}"/>
              </a:ext>
            </a:extLst>
          </p:cNvPr>
          <p:cNvSpPr>
            <a:spLocks noGrp="1"/>
          </p:cNvSpPr>
          <p:nvPr>
            <p:ph type="ftr" sz="quarter" idx="37"/>
          </p:nvPr>
        </p:nvSpPr>
        <p:spPr/>
        <p:txBody>
          <a:bodyPr/>
          <a:lstStyle/>
          <a:p>
            <a:r>
              <a:rPr lang="en-US"/>
              <a:t>CONFIDENTIAL</a:t>
            </a:r>
          </a:p>
        </p:txBody>
      </p:sp>
      <p:sp>
        <p:nvSpPr>
          <p:cNvPr id="7" name="Slide Number Placeholder 6">
            <a:extLst>
              <a:ext uri="{FF2B5EF4-FFF2-40B4-BE49-F238E27FC236}">
                <a16:creationId xmlns:a16="http://schemas.microsoft.com/office/drawing/2014/main" id="{C2E6919D-735A-B055-44F8-554E9163FFB7}"/>
              </a:ext>
            </a:extLst>
          </p:cNvPr>
          <p:cNvSpPr>
            <a:spLocks noGrp="1"/>
          </p:cNvSpPr>
          <p:nvPr>
            <p:ph type="sldNum" sz="quarter" idx="38"/>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2257480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5 Col Numbered">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224087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Title Placeholder 1">
            <a:extLst>
              <a:ext uri="{FF2B5EF4-FFF2-40B4-BE49-F238E27FC236}">
                <a16:creationId xmlns:a16="http://schemas.microsoft.com/office/drawing/2014/main" id="{EC1ED141-BBBF-4DD5-B7BC-89C97DDCA601}"/>
              </a:ext>
            </a:extLst>
          </p:cNvPr>
          <p:cNvSpPr>
            <a:spLocks noGrp="1"/>
          </p:cNvSpPr>
          <p:nvPr>
            <p:ph type="title" hasCustomPrompt="1"/>
          </p:nvPr>
        </p:nvSpPr>
        <p:spPr>
          <a:xfrm>
            <a:off x="457200" y="266010"/>
            <a:ext cx="11273991" cy="1188720"/>
          </a:xfrm>
          <a:prstGeom prst="rect">
            <a:avLst/>
          </a:prstGeom>
        </p:spPr>
        <p:txBody>
          <a:bodyPr vert="horz" lIns="0" tIns="0" rIns="0" bIns="0" rtlCol="0" anchor="b">
            <a:noAutofit/>
          </a:bodyPr>
          <a:lstStyle>
            <a:lvl1pPr marL="0" indent="0">
              <a:buFont typeface="IBM Plex Sans" panose="020B0503050203000203" pitchFamily="34" charset="0"/>
              <a:buNone/>
              <a:defRPr sz="4000">
                <a:solidFill>
                  <a:schemeClr val="accent1">
                    <a:lumMod val="50000"/>
                  </a:schemeClr>
                </a:solidFill>
                <a:latin typeface="+mj-lt"/>
                <a:ea typeface="+mj-ea"/>
                <a:cs typeface="+mj-cs"/>
              </a:defRPr>
            </a:lvl1pPr>
          </a:lstStyle>
          <a:p>
            <a:r>
              <a:rPr lang="en-US"/>
              <a:t>Title Goes Here</a:t>
            </a:r>
            <a:br>
              <a:rPr lang="en-US"/>
            </a:br>
            <a:r>
              <a:rPr lang="en-US"/>
              <a:t>Titles Are IBM Sans Plex Bold 40pt Font</a:t>
            </a:r>
          </a:p>
        </p:txBody>
      </p:sp>
      <p:sp>
        <p:nvSpPr>
          <p:cNvPr id="39" name="Text Placeholder 38">
            <a:extLst>
              <a:ext uri="{FF2B5EF4-FFF2-40B4-BE49-F238E27FC236}">
                <a16:creationId xmlns:a16="http://schemas.microsoft.com/office/drawing/2014/main" id="{EAE6DE0F-0ADD-444F-978D-6AA58793E072}"/>
              </a:ext>
            </a:extLst>
          </p:cNvPr>
          <p:cNvSpPr>
            <a:spLocks noGrp="1"/>
          </p:cNvSpPr>
          <p:nvPr>
            <p:ph type="body" sz="quarter" idx="15" hasCustomPrompt="1"/>
          </p:nvPr>
        </p:nvSpPr>
        <p:spPr>
          <a:xfrm>
            <a:off x="457200" y="3931920"/>
            <a:ext cx="2103120" cy="228600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2" name="Subtitle 2">
            <a:extLst>
              <a:ext uri="{FF2B5EF4-FFF2-40B4-BE49-F238E27FC236}">
                <a16:creationId xmlns:a16="http://schemas.microsoft.com/office/drawing/2014/main" id="{9FB77550-E160-7C9D-B924-9BD7FFE6BF32}"/>
              </a:ext>
            </a:extLst>
          </p:cNvPr>
          <p:cNvSpPr>
            <a:spLocks noGrp="1"/>
          </p:cNvSpPr>
          <p:nvPr>
            <p:ph type="subTitle" idx="1" hasCustomPrompt="1"/>
          </p:nvPr>
        </p:nvSpPr>
        <p:spPr>
          <a:xfrm>
            <a:off x="457200" y="3200400"/>
            <a:ext cx="2103120" cy="576072"/>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228600" lvl="0" indent="-228600">
              <a:spcBef>
                <a:spcPts val="0"/>
              </a:spcBef>
            </a:pPr>
            <a:r>
              <a:rPr lang="en-US"/>
              <a:t>CLICK TO EDIT</a:t>
            </a:r>
          </a:p>
          <a:p>
            <a:pPr marL="228600" lvl="0" indent="-228600">
              <a:spcBef>
                <a:spcPts val="0"/>
              </a:spcBef>
            </a:pPr>
            <a:r>
              <a:rPr lang="en-US"/>
              <a:t>TEXT</a:t>
            </a:r>
          </a:p>
        </p:txBody>
      </p:sp>
      <p:sp>
        <p:nvSpPr>
          <p:cNvPr id="3" name="Text Placeholder 38">
            <a:extLst>
              <a:ext uri="{FF2B5EF4-FFF2-40B4-BE49-F238E27FC236}">
                <a16:creationId xmlns:a16="http://schemas.microsoft.com/office/drawing/2014/main" id="{EE89B4B7-4376-960B-FD98-CE0D9E123293}"/>
              </a:ext>
            </a:extLst>
          </p:cNvPr>
          <p:cNvSpPr>
            <a:spLocks noGrp="1"/>
          </p:cNvSpPr>
          <p:nvPr>
            <p:ph type="body" sz="quarter" idx="23" hasCustomPrompt="1"/>
          </p:nvPr>
        </p:nvSpPr>
        <p:spPr>
          <a:xfrm>
            <a:off x="2749918" y="3931920"/>
            <a:ext cx="2103120" cy="228600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12" name="Text Placeholder 11">
            <a:extLst>
              <a:ext uri="{FF2B5EF4-FFF2-40B4-BE49-F238E27FC236}">
                <a16:creationId xmlns:a16="http://schemas.microsoft.com/office/drawing/2014/main" id="{57B232A6-2373-DA1B-FB47-8739C7616E4A}"/>
              </a:ext>
            </a:extLst>
          </p:cNvPr>
          <p:cNvSpPr>
            <a:spLocks noGrp="1"/>
          </p:cNvSpPr>
          <p:nvPr>
            <p:ph type="body" sz="quarter" idx="25" hasCustomPrompt="1"/>
          </p:nvPr>
        </p:nvSpPr>
        <p:spPr>
          <a:xfrm>
            <a:off x="2749918" y="3200400"/>
            <a:ext cx="2103120" cy="576072"/>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228600" lvl="0" indent="-228600">
              <a:spcBef>
                <a:spcPts val="0"/>
              </a:spcBef>
            </a:pPr>
            <a:r>
              <a:rPr lang="en-US"/>
              <a:t>CLICK TO EDIT</a:t>
            </a:r>
          </a:p>
          <a:p>
            <a:pPr marL="228600" lvl="0" indent="-228600">
              <a:spcBef>
                <a:spcPts val="0"/>
              </a:spcBef>
            </a:pPr>
            <a:r>
              <a:rPr lang="en-US"/>
              <a:t>TEXT</a:t>
            </a:r>
          </a:p>
        </p:txBody>
      </p:sp>
      <p:sp>
        <p:nvSpPr>
          <p:cNvPr id="14" name="Text Placeholder 38">
            <a:extLst>
              <a:ext uri="{FF2B5EF4-FFF2-40B4-BE49-F238E27FC236}">
                <a16:creationId xmlns:a16="http://schemas.microsoft.com/office/drawing/2014/main" id="{B0EC91D3-2538-97AD-8E43-D1068476A1EE}"/>
              </a:ext>
            </a:extLst>
          </p:cNvPr>
          <p:cNvSpPr>
            <a:spLocks noGrp="1"/>
          </p:cNvSpPr>
          <p:nvPr>
            <p:ph type="body" sz="quarter" idx="26" hasCustomPrompt="1"/>
          </p:nvPr>
        </p:nvSpPr>
        <p:spPr>
          <a:xfrm>
            <a:off x="5042636" y="3931920"/>
            <a:ext cx="2103120" cy="228600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17" name="Text Placeholder 11">
            <a:extLst>
              <a:ext uri="{FF2B5EF4-FFF2-40B4-BE49-F238E27FC236}">
                <a16:creationId xmlns:a16="http://schemas.microsoft.com/office/drawing/2014/main" id="{87FD63C6-9FDC-37B4-4D7C-FBE5F2771793}"/>
              </a:ext>
            </a:extLst>
          </p:cNvPr>
          <p:cNvSpPr>
            <a:spLocks noGrp="1"/>
          </p:cNvSpPr>
          <p:nvPr>
            <p:ph type="body" sz="quarter" idx="28" hasCustomPrompt="1"/>
          </p:nvPr>
        </p:nvSpPr>
        <p:spPr>
          <a:xfrm>
            <a:off x="5042636" y="3200400"/>
            <a:ext cx="2103120" cy="576072"/>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228600" lvl="0" indent="-228600">
              <a:spcBef>
                <a:spcPts val="0"/>
              </a:spcBef>
            </a:pPr>
            <a:r>
              <a:rPr lang="en-US"/>
              <a:t>CLICK TO EDIT</a:t>
            </a:r>
          </a:p>
          <a:p>
            <a:pPr marL="228600" lvl="0" indent="-228600">
              <a:spcBef>
                <a:spcPts val="0"/>
              </a:spcBef>
            </a:pPr>
            <a:r>
              <a:rPr lang="en-US"/>
              <a:t>TEXT</a:t>
            </a:r>
          </a:p>
        </p:txBody>
      </p:sp>
      <p:sp>
        <p:nvSpPr>
          <p:cNvPr id="11" name="Text Placeholder 38">
            <a:extLst>
              <a:ext uri="{FF2B5EF4-FFF2-40B4-BE49-F238E27FC236}">
                <a16:creationId xmlns:a16="http://schemas.microsoft.com/office/drawing/2014/main" id="{E0BD61A5-0C75-6F49-468A-B2983606292B}"/>
              </a:ext>
            </a:extLst>
          </p:cNvPr>
          <p:cNvSpPr>
            <a:spLocks noGrp="1"/>
          </p:cNvSpPr>
          <p:nvPr>
            <p:ph type="body" sz="quarter" idx="29" hasCustomPrompt="1"/>
          </p:nvPr>
        </p:nvSpPr>
        <p:spPr>
          <a:xfrm>
            <a:off x="7335354" y="3931920"/>
            <a:ext cx="2103120" cy="228600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18" name="Text Placeholder 11">
            <a:extLst>
              <a:ext uri="{FF2B5EF4-FFF2-40B4-BE49-F238E27FC236}">
                <a16:creationId xmlns:a16="http://schemas.microsoft.com/office/drawing/2014/main" id="{0C020F8F-E40F-3676-C31A-F4E18E6EFDC6}"/>
              </a:ext>
            </a:extLst>
          </p:cNvPr>
          <p:cNvSpPr>
            <a:spLocks noGrp="1"/>
          </p:cNvSpPr>
          <p:nvPr>
            <p:ph type="body" sz="quarter" idx="31" hasCustomPrompt="1"/>
          </p:nvPr>
        </p:nvSpPr>
        <p:spPr>
          <a:xfrm>
            <a:off x="7335354" y="3200400"/>
            <a:ext cx="2103120" cy="576072"/>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228600" lvl="0" indent="-228600">
              <a:spcBef>
                <a:spcPts val="0"/>
              </a:spcBef>
            </a:pPr>
            <a:r>
              <a:rPr lang="en-US"/>
              <a:t>CLICK TO EDIT</a:t>
            </a:r>
          </a:p>
          <a:p>
            <a:pPr marL="228600" lvl="0" indent="-228600">
              <a:spcBef>
                <a:spcPts val="0"/>
              </a:spcBef>
            </a:pPr>
            <a:r>
              <a:rPr lang="en-US"/>
              <a:t>TEXT</a:t>
            </a:r>
          </a:p>
        </p:txBody>
      </p:sp>
      <p:sp>
        <p:nvSpPr>
          <p:cNvPr id="21" name="Text Placeholder 20">
            <a:extLst>
              <a:ext uri="{FF2B5EF4-FFF2-40B4-BE49-F238E27FC236}">
                <a16:creationId xmlns:a16="http://schemas.microsoft.com/office/drawing/2014/main" id="{835C4F15-6486-C0C1-006F-649BBBB648A0}"/>
              </a:ext>
            </a:extLst>
          </p:cNvPr>
          <p:cNvSpPr>
            <a:spLocks noGrp="1"/>
          </p:cNvSpPr>
          <p:nvPr>
            <p:ph type="body" sz="quarter" idx="32" hasCustomPrompt="1"/>
          </p:nvPr>
        </p:nvSpPr>
        <p:spPr>
          <a:xfrm>
            <a:off x="457200" y="2271293"/>
            <a:ext cx="2103120" cy="788512"/>
          </a:xfrm>
        </p:spPr>
        <p:txBody>
          <a:bodyPr vert="horz" lIns="0" tIns="0" rIns="0" bIns="0" rtlCol="0">
            <a:noAutofit/>
          </a:bodyPr>
          <a:lstStyle>
            <a:lvl1pPr marL="0" indent="0">
              <a:buNone/>
              <a:defRPr lang="en-US" sz="6000" b="1" dirty="0">
                <a:solidFill>
                  <a:schemeClr val="accent1"/>
                </a:solidFill>
                <a:latin typeface="+mn-lt"/>
              </a:defRPr>
            </a:lvl1pPr>
          </a:lstStyle>
          <a:p>
            <a:pPr marL="228600" lvl="0" indent="-228600"/>
            <a:r>
              <a:rPr lang="en-US"/>
              <a:t>1</a:t>
            </a:r>
          </a:p>
        </p:txBody>
      </p:sp>
      <p:sp>
        <p:nvSpPr>
          <p:cNvPr id="22" name="Text Placeholder 20">
            <a:extLst>
              <a:ext uri="{FF2B5EF4-FFF2-40B4-BE49-F238E27FC236}">
                <a16:creationId xmlns:a16="http://schemas.microsoft.com/office/drawing/2014/main" id="{8C2CA8B6-D0A6-EA8A-4605-93750E9D10E0}"/>
              </a:ext>
            </a:extLst>
          </p:cNvPr>
          <p:cNvSpPr>
            <a:spLocks noGrp="1"/>
          </p:cNvSpPr>
          <p:nvPr>
            <p:ph type="body" sz="quarter" idx="33" hasCustomPrompt="1"/>
          </p:nvPr>
        </p:nvSpPr>
        <p:spPr>
          <a:xfrm>
            <a:off x="2749918" y="2267712"/>
            <a:ext cx="2103120" cy="788512"/>
          </a:xfrm>
        </p:spPr>
        <p:txBody>
          <a:bodyPr/>
          <a:lstStyle>
            <a:lvl1pPr marL="0" indent="0">
              <a:buFont typeface="IBM Plex Sans" panose="020B0503050203000203" pitchFamily="34" charset="0"/>
              <a:buNone/>
              <a:defRPr sz="6000" b="1">
                <a:solidFill>
                  <a:schemeClr val="accent1"/>
                </a:solidFill>
                <a:latin typeface="+mn-lt"/>
              </a:defRPr>
            </a:lvl1pPr>
          </a:lstStyle>
          <a:p>
            <a:pPr lvl="0"/>
            <a:r>
              <a:rPr lang="en-US"/>
              <a:t>2</a:t>
            </a:r>
          </a:p>
        </p:txBody>
      </p:sp>
      <p:sp>
        <p:nvSpPr>
          <p:cNvPr id="23" name="Text Placeholder 20">
            <a:extLst>
              <a:ext uri="{FF2B5EF4-FFF2-40B4-BE49-F238E27FC236}">
                <a16:creationId xmlns:a16="http://schemas.microsoft.com/office/drawing/2014/main" id="{76F13A4A-AAC4-3B91-D735-0AE1EA151B8B}"/>
              </a:ext>
            </a:extLst>
          </p:cNvPr>
          <p:cNvSpPr>
            <a:spLocks noGrp="1"/>
          </p:cNvSpPr>
          <p:nvPr>
            <p:ph type="body" sz="quarter" idx="34" hasCustomPrompt="1"/>
          </p:nvPr>
        </p:nvSpPr>
        <p:spPr>
          <a:xfrm>
            <a:off x="5042636" y="2267712"/>
            <a:ext cx="2103120" cy="788512"/>
          </a:xfrm>
        </p:spPr>
        <p:txBody>
          <a:bodyPr/>
          <a:lstStyle>
            <a:lvl1pPr marL="0" indent="0">
              <a:buFont typeface="IBM Plex Sans" panose="020B0503050203000203" pitchFamily="34" charset="0"/>
              <a:buNone/>
              <a:defRPr sz="6000" b="1">
                <a:solidFill>
                  <a:schemeClr val="accent1"/>
                </a:solidFill>
                <a:latin typeface="+mn-lt"/>
              </a:defRPr>
            </a:lvl1pPr>
          </a:lstStyle>
          <a:p>
            <a:pPr lvl="0"/>
            <a:r>
              <a:rPr lang="en-US"/>
              <a:t>3</a:t>
            </a:r>
          </a:p>
        </p:txBody>
      </p:sp>
      <p:sp>
        <p:nvSpPr>
          <p:cNvPr id="24" name="Text Placeholder 20">
            <a:extLst>
              <a:ext uri="{FF2B5EF4-FFF2-40B4-BE49-F238E27FC236}">
                <a16:creationId xmlns:a16="http://schemas.microsoft.com/office/drawing/2014/main" id="{DA54AE6D-443C-98AC-A695-E778A62C5C77}"/>
              </a:ext>
            </a:extLst>
          </p:cNvPr>
          <p:cNvSpPr>
            <a:spLocks noGrp="1"/>
          </p:cNvSpPr>
          <p:nvPr>
            <p:ph type="body" sz="quarter" idx="35" hasCustomPrompt="1"/>
          </p:nvPr>
        </p:nvSpPr>
        <p:spPr>
          <a:xfrm>
            <a:off x="7335354" y="2267712"/>
            <a:ext cx="2103120" cy="788512"/>
          </a:xfrm>
        </p:spPr>
        <p:txBody>
          <a:bodyPr/>
          <a:lstStyle>
            <a:lvl1pPr marL="0" indent="0">
              <a:buFont typeface="IBM Plex Sans" panose="020B0503050203000203" pitchFamily="34" charset="0"/>
              <a:buNone/>
              <a:defRPr sz="6000" b="1">
                <a:solidFill>
                  <a:schemeClr val="accent1"/>
                </a:solidFill>
                <a:latin typeface="+mn-lt"/>
              </a:defRPr>
            </a:lvl1pPr>
          </a:lstStyle>
          <a:p>
            <a:pPr lvl="0"/>
            <a:r>
              <a:rPr lang="en-US"/>
              <a:t>4</a:t>
            </a:r>
          </a:p>
        </p:txBody>
      </p:sp>
      <p:sp>
        <p:nvSpPr>
          <p:cNvPr id="4" name="Text Placeholder 38">
            <a:extLst>
              <a:ext uri="{FF2B5EF4-FFF2-40B4-BE49-F238E27FC236}">
                <a16:creationId xmlns:a16="http://schemas.microsoft.com/office/drawing/2014/main" id="{6B023CA2-F980-B7EC-46DA-3797530752E7}"/>
              </a:ext>
            </a:extLst>
          </p:cNvPr>
          <p:cNvSpPr>
            <a:spLocks noGrp="1"/>
          </p:cNvSpPr>
          <p:nvPr>
            <p:ph type="body" sz="quarter" idx="36" hasCustomPrompt="1"/>
          </p:nvPr>
        </p:nvSpPr>
        <p:spPr>
          <a:xfrm>
            <a:off x="9628071" y="3931920"/>
            <a:ext cx="2103120" cy="2286000"/>
          </a:xfrm>
        </p:spPr>
        <p:txBody>
          <a:bodyPr vert="horz" lIns="0" tIns="0" rIns="0" bIns="91440" rtlCol="0">
            <a:normAutofit/>
          </a:bodyPr>
          <a:lstStyle>
            <a:lvl1pPr marL="0" indent="0">
              <a:buFont typeface="IBM Plex Sans" panose="020B0503050203000203" pitchFamily="34" charset="0"/>
              <a:buNone/>
              <a:defRPr lang="en-US" sz="1400" dirty="0" smtClean="0"/>
            </a:lvl1pPr>
            <a:lvl2pPr>
              <a:defRPr lang="en-US" sz="1200" dirty="0" smtClean="0"/>
            </a:lvl2pPr>
            <a:lvl3pPr>
              <a:defRPr lang="en-US" sz="1100" dirty="0" smtClean="0"/>
            </a:lvl3pPr>
            <a:lvl4pPr>
              <a:defRPr lang="en-US" sz="1050" dirty="0"/>
            </a:lvl4pPr>
          </a:lstStyle>
          <a:p>
            <a:pPr lvl="0">
              <a:spcBef>
                <a:spcPts val="200"/>
              </a:spcBef>
              <a:spcAft>
                <a:spcPts val="0"/>
              </a:spcAft>
            </a:pPr>
            <a:r>
              <a:rPr lang="en-US"/>
              <a:t>Edit Master text styles</a:t>
            </a:r>
          </a:p>
        </p:txBody>
      </p:sp>
      <p:sp>
        <p:nvSpPr>
          <p:cNvPr id="7" name="Text Placeholder 11">
            <a:extLst>
              <a:ext uri="{FF2B5EF4-FFF2-40B4-BE49-F238E27FC236}">
                <a16:creationId xmlns:a16="http://schemas.microsoft.com/office/drawing/2014/main" id="{5FD053FF-EDA5-E30C-A93C-31F79C14537D}"/>
              </a:ext>
            </a:extLst>
          </p:cNvPr>
          <p:cNvSpPr>
            <a:spLocks noGrp="1"/>
          </p:cNvSpPr>
          <p:nvPr>
            <p:ph type="body" sz="quarter" idx="37" hasCustomPrompt="1"/>
          </p:nvPr>
        </p:nvSpPr>
        <p:spPr>
          <a:xfrm>
            <a:off x="9628071" y="3200400"/>
            <a:ext cx="2103120" cy="576072"/>
          </a:xfrm>
        </p:spPr>
        <p:txBody>
          <a:bodyPr vert="horz" lIns="0" tIns="0" rIns="0" bIns="0" rtlCol="0" anchor="b">
            <a:noAutofit/>
          </a:bodyPr>
          <a:lstStyle>
            <a:lvl1pPr marL="0" indent="0">
              <a:buFont typeface="IBM Plex Sans" panose="020B0503050203000203" pitchFamily="34" charset="0"/>
              <a:buNone/>
              <a:defRPr lang="en-US" b="0" cap="all" baseline="0" dirty="0">
                <a:solidFill>
                  <a:schemeClr val="accent1">
                    <a:lumMod val="50000"/>
                  </a:schemeClr>
                </a:solidFill>
              </a:defRPr>
            </a:lvl1pPr>
          </a:lstStyle>
          <a:p>
            <a:pPr marL="228600" lvl="0" indent="-228600">
              <a:spcBef>
                <a:spcPts val="0"/>
              </a:spcBef>
            </a:pPr>
            <a:r>
              <a:rPr lang="en-US"/>
              <a:t>CLICK TO EDIT</a:t>
            </a:r>
          </a:p>
          <a:p>
            <a:pPr marL="228600" lvl="0" indent="-228600">
              <a:spcBef>
                <a:spcPts val="0"/>
              </a:spcBef>
            </a:pPr>
            <a:r>
              <a:rPr lang="en-US"/>
              <a:t>TEXT</a:t>
            </a:r>
          </a:p>
        </p:txBody>
      </p:sp>
      <p:sp>
        <p:nvSpPr>
          <p:cNvPr id="15" name="Text Placeholder 20">
            <a:extLst>
              <a:ext uri="{FF2B5EF4-FFF2-40B4-BE49-F238E27FC236}">
                <a16:creationId xmlns:a16="http://schemas.microsoft.com/office/drawing/2014/main" id="{266D6E6E-C390-9A66-82A9-3D64996FF7DD}"/>
              </a:ext>
            </a:extLst>
          </p:cNvPr>
          <p:cNvSpPr>
            <a:spLocks noGrp="1"/>
          </p:cNvSpPr>
          <p:nvPr>
            <p:ph type="body" sz="quarter" idx="38" hasCustomPrompt="1"/>
          </p:nvPr>
        </p:nvSpPr>
        <p:spPr>
          <a:xfrm>
            <a:off x="9628071" y="2267712"/>
            <a:ext cx="2103120" cy="788512"/>
          </a:xfrm>
        </p:spPr>
        <p:txBody>
          <a:bodyPr/>
          <a:lstStyle>
            <a:lvl1pPr marL="0" indent="0">
              <a:buFont typeface="IBM Plex Sans" panose="020B0503050203000203" pitchFamily="34" charset="0"/>
              <a:buNone/>
              <a:defRPr sz="6000" b="1">
                <a:solidFill>
                  <a:schemeClr val="accent1"/>
                </a:solidFill>
                <a:latin typeface="+mn-lt"/>
              </a:defRPr>
            </a:lvl1pPr>
          </a:lstStyle>
          <a:p>
            <a:pPr lvl="0"/>
            <a:r>
              <a:rPr lang="en-US"/>
              <a:t>5</a:t>
            </a:r>
          </a:p>
        </p:txBody>
      </p:sp>
      <p:sp>
        <p:nvSpPr>
          <p:cNvPr id="5" name="Date Placeholder 4">
            <a:extLst>
              <a:ext uri="{FF2B5EF4-FFF2-40B4-BE49-F238E27FC236}">
                <a16:creationId xmlns:a16="http://schemas.microsoft.com/office/drawing/2014/main" id="{2F7C1C93-5DCD-DBE5-46DD-8E0A55F54684}"/>
              </a:ext>
            </a:extLst>
          </p:cNvPr>
          <p:cNvSpPr>
            <a:spLocks noGrp="1"/>
          </p:cNvSpPr>
          <p:nvPr>
            <p:ph type="dt" sz="half" idx="39"/>
          </p:nvPr>
        </p:nvSpPr>
        <p:spPr/>
        <p:txBody>
          <a:bodyPr/>
          <a:lstStyle/>
          <a:p>
            <a:fld id="{228D026D-C07B-48C8-8C2B-C561E4D51E16}" type="datetime1">
              <a:rPr lang="en-US" smtClean="0"/>
              <a:t>11/19/2024</a:t>
            </a:fld>
            <a:endParaRPr lang="en-US"/>
          </a:p>
        </p:txBody>
      </p:sp>
      <p:sp>
        <p:nvSpPr>
          <p:cNvPr id="8" name="Footer Placeholder 7">
            <a:extLst>
              <a:ext uri="{FF2B5EF4-FFF2-40B4-BE49-F238E27FC236}">
                <a16:creationId xmlns:a16="http://schemas.microsoft.com/office/drawing/2014/main" id="{E96E3670-782B-01BC-D551-08F3F4660748}"/>
              </a:ext>
            </a:extLst>
          </p:cNvPr>
          <p:cNvSpPr>
            <a:spLocks noGrp="1"/>
          </p:cNvSpPr>
          <p:nvPr>
            <p:ph type="ftr" sz="quarter" idx="40"/>
          </p:nvPr>
        </p:nvSpPr>
        <p:spPr/>
        <p:txBody>
          <a:bodyPr/>
          <a:lstStyle/>
          <a:p>
            <a:r>
              <a:rPr lang="en-US"/>
              <a:t>CONFIDENTIAL</a:t>
            </a:r>
          </a:p>
        </p:txBody>
      </p:sp>
      <p:sp>
        <p:nvSpPr>
          <p:cNvPr id="16" name="Slide Number Placeholder 15">
            <a:extLst>
              <a:ext uri="{FF2B5EF4-FFF2-40B4-BE49-F238E27FC236}">
                <a16:creationId xmlns:a16="http://schemas.microsoft.com/office/drawing/2014/main" id="{D9FAE1CD-77ED-0F1D-A364-682BF73B7C03}"/>
              </a:ext>
            </a:extLst>
          </p:cNvPr>
          <p:cNvSpPr>
            <a:spLocks noGrp="1"/>
          </p:cNvSpPr>
          <p:nvPr>
            <p:ph type="sldNum" sz="quarter" idx="41"/>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2889562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 Button">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46AA369A-1FF1-10EB-E396-A5022B787B78}"/>
              </a:ext>
            </a:extLst>
          </p:cNvPr>
          <p:cNvSpPr/>
          <p:nvPr userDrawn="1"/>
        </p:nvSpPr>
        <p:spPr>
          <a:xfrm>
            <a:off x="-3609" y="6244633"/>
            <a:ext cx="5419092" cy="613367"/>
          </a:xfrm>
          <a:custGeom>
            <a:avLst/>
            <a:gdLst>
              <a:gd name="connsiteX0" fmla="*/ 0 w 5419092"/>
              <a:gd name="connsiteY0" fmla="*/ 0 h 613367"/>
              <a:gd name="connsiteX1" fmla="*/ 4805725 w 5419092"/>
              <a:gd name="connsiteY1" fmla="*/ 0 h 613367"/>
              <a:gd name="connsiteX2" fmla="*/ 5419092 w 5419092"/>
              <a:gd name="connsiteY2" fmla="*/ 613367 h 613367"/>
              <a:gd name="connsiteX3" fmla="*/ 0 w 5419092"/>
              <a:gd name="connsiteY3" fmla="*/ 613367 h 613367"/>
            </a:gdLst>
            <a:ahLst/>
            <a:cxnLst>
              <a:cxn ang="0">
                <a:pos x="connsiteX0" y="connsiteY0"/>
              </a:cxn>
              <a:cxn ang="0">
                <a:pos x="connsiteX1" y="connsiteY1"/>
              </a:cxn>
              <a:cxn ang="0">
                <a:pos x="connsiteX2" y="connsiteY2"/>
              </a:cxn>
              <a:cxn ang="0">
                <a:pos x="connsiteX3" y="connsiteY3"/>
              </a:cxn>
            </a:cxnLst>
            <a:rect l="l" t="t" r="r" b="b"/>
            <a:pathLst>
              <a:path w="5419092" h="613367">
                <a:moveTo>
                  <a:pt x="0" y="0"/>
                </a:moveTo>
                <a:lnTo>
                  <a:pt x="4805725" y="0"/>
                </a:lnTo>
                <a:cubicBezTo>
                  <a:pt x="5144432" y="0"/>
                  <a:pt x="5419092" y="274662"/>
                  <a:pt x="5419092" y="613367"/>
                </a:cubicBezTo>
                <a:lnTo>
                  <a:pt x="0" y="613367"/>
                </a:lnTo>
                <a:close/>
              </a:path>
            </a:pathLst>
          </a:custGeom>
          <a:solidFill>
            <a:schemeClr val="accent1"/>
          </a:solidFill>
          <a:ln w="9525" cap="flat">
            <a:noFill/>
            <a:prstDash val="solid"/>
            <a:miter/>
          </a:ln>
        </p:spPr>
        <p:txBody>
          <a:bodyPr rtlCol="0" anchor="ctr"/>
          <a:lstStyle/>
          <a:p>
            <a:pPr marL="0" indent="0">
              <a:buFont typeface="IBM Plex Sans" panose="020B0503050203000203" pitchFamily="34" charset="0"/>
              <a:buNone/>
            </a:pPr>
            <a:endParaRPr lang="en-US"/>
          </a:p>
        </p:txBody>
      </p:sp>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224087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Title Placeholder 1">
            <a:extLst>
              <a:ext uri="{FF2B5EF4-FFF2-40B4-BE49-F238E27FC236}">
                <a16:creationId xmlns:a16="http://schemas.microsoft.com/office/drawing/2014/main" id="{EC1ED141-BBBF-4DD5-B7BC-89C97DDCA601}"/>
              </a:ext>
            </a:extLst>
          </p:cNvPr>
          <p:cNvSpPr>
            <a:spLocks noGrp="1"/>
          </p:cNvSpPr>
          <p:nvPr>
            <p:ph type="title" hasCustomPrompt="1"/>
          </p:nvPr>
        </p:nvSpPr>
        <p:spPr>
          <a:xfrm>
            <a:off x="457200" y="266009"/>
            <a:ext cx="11273991" cy="1188720"/>
          </a:xfrm>
          <a:prstGeom prst="rect">
            <a:avLst/>
          </a:prstGeom>
        </p:spPr>
        <p:txBody>
          <a:bodyPr vert="horz" lIns="0" tIns="0" rIns="0" bIns="0" rtlCol="0" anchor="b">
            <a:noAutofit/>
          </a:bodyPr>
          <a:lstStyle>
            <a:lvl1pPr marL="0" indent="0">
              <a:buFont typeface="IBM Plex Sans" panose="020B0503050203000203" pitchFamily="34" charset="0"/>
              <a:buNone/>
              <a:defRPr sz="4000">
                <a:solidFill>
                  <a:schemeClr val="accent1">
                    <a:lumMod val="50000"/>
                  </a:schemeClr>
                </a:solidFill>
                <a:latin typeface="+mj-lt"/>
                <a:ea typeface="+mj-ea"/>
                <a:cs typeface="+mj-cs"/>
              </a:defRPr>
            </a:lvl1pPr>
          </a:lstStyle>
          <a:p>
            <a:r>
              <a:rPr lang="en-US"/>
              <a:t>Title Goes Here</a:t>
            </a:r>
            <a:br>
              <a:rPr lang="en-US"/>
            </a:br>
            <a:r>
              <a:rPr lang="en-US"/>
              <a:t>Titles Are IBM Sans Plex Bold 40pt Font</a:t>
            </a:r>
          </a:p>
        </p:txBody>
      </p:sp>
      <p:sp>
        <p:nvSpPr>
          <p:cNvPr id="39" name="Text Placeholder 38">
            <a:extLst>
              <a:ext uri="{FF2B5EF4-FFF2-40B4-BE49-F238E27FC236}">
                <a16:creationId xmlns:a16="http://schemas.microsoft.com/office/drawing/2014/main" id="{EAE6DE0F-0ADD-444F-978D-6AA58793E072}"/>
              </a:ext>
            </a:extLst>
          </p:cNvPr>
          <p:cNvSpPr>
            <a:spLocks noGrp="1"/>
          </p:cNvSpPr>
          <p:nvPr>
            <p:ph type="body" sz="quarter" idx="15" hasCustomPrompt="1"/>
          </p:nvPr>
        </p:nvSpPr>
        <p:spPr>
          <a:xfrm>
            <a:off x="457200" y="3108959"/>
            <a:ext cx="5257798" cy="3036699"/>
          </a:xfrm>
        </p:spPr>
        <p:txBody>
          <a:bodyPr vert="horz" lIns="0" tIns="0" rIns="0" bIns="91440" rtlCol="0">
            <a:normAutofit/>
          </a:bodyPr>
          <a:lstStyle>
            <a:lvl1pPr marL="0" indent="0">
              <a:buFont typeface="IBM Plex Sans" panose="020B0503050203000203" pitchFamily="34" charset="0"/>
              <a:buNone/>
              <a:defRPr lang="en-US" sz="1400" dirty="0" smtClean="0"/>
            </a:lvl1pPr>
            <a:lvl2pPr marL="228600" indent="0">
              <a:buFont typeface="IBM Plex Sans" panose="020B0503050203000203" pitchFamily="34" charset="0"/>
              <a:buNone/>
              <a:defRPr lang="en-US" sz="1200" dirty="0" smtClean="0"/>
            </a:lvl2pPr>
            <a:lvl3pPr marL="457200" indent="0">
              <a:buFont typeface="IBM Plex Sans" panose="020B0503050203000203" pitchFamily="34" charset="0"/>
              <a:buNone/>
              <a:defRPr lang="en-US" sz="1100" dirty="0" smtClean="0"/>
            </a:lvl3pPr>
            <a:lvl4pPr marL="685800" indent="0">
              <a:buFont typeface="IBM Plex Sans" panose="020B0503050203000203" pitchFamily="34" charset="0"/>
              <a:buNone/>
              <a:defRPr lang="en-US" sz="1050" dirty="0"/>
            </a:lvl4pPr>
          </a:lstStyle>
          <a:p>
            <a:pPr lvl="0">
              <a:spcBef>
                <a:spcPts val="200"/>
              </a:spcBef>
              <a:spcAft>
                <a:spcPts val="0"/>
              </a:spcAft>
            </a:pPr>
            <a:r>
              <a:rPr lang="en-US"/>
              <a:t>Edit Master text styles</a:t>
            </a:r>
          </a:p>
          <a:p>
            <a:pPr lvl="1">
              <a:spcBef>
                <a:spcPts val="200"/>
              </a:spcBef>
            </a:pPr>
            <a:r>
              <a:rPr lang="en-US"/>
              <a:t>Second</a:t>
            </a:r>
          </a:p>
          <a:p>
            <a:pPr lvl="2">
              <a:spcBef>
                <a:spcPts val="200"/>
              </a:spcBef>
            </a:pPr>
            <a:r>
              <a:rPr lang="en-US"/>
              <a:t>Third</a:t>
            </a:r>
          </a:p>
          <a:p>
            <a:pPr lvl="3">
              <a:spcBef>
                <a:spcPts val="200"/>
              </a:spcBef>
            </a:pPr>
            <a:r>
              <a:rPr lang="en-US"/>
              <a:t>Fourth</a:t>
            </a:r>
          </a:p>
        </p:txBody>
      </p:sp>
      <p:sp>
        <p:nvSpPr>
          <p:cNvPr id="3" name="Text Placeholder 38">
            <a:extLst>
              <a:ext uri="{FF2B5EF4-FFF2-40B4-BE49-F238E27FC236}">
                <a16:creationId xmlns:a16="http://schemas.microsoft.com/office/drawing/2014/main" id="{93904CCA-1CAC-960B-0C1D-26DC9889EE24}"/>
              </a:ext>
            </a:extLst>
          </p:cNvPr>
          <p:cNvSpPr>
            <a:spLocks noGrp="1"/>
          </p:cNvSpPr>
          <p:nvPr>
            <p:ph type="body" sz="quarter" idx="16" hasCustomPrompt="1"/>
          </p:nvPr>
        </p:nvSpPr>
        <p:spPr>
          <a:xfrm>
            <a:off x="6451954" y="3108959"/>
            <a:ext cx="5257798" cy="3036699"/>
          </a:xfrm>
        </p:spPr>
        <p:txBody>
          <a:bodyPr vert="horz" lIns="0" tIns="0" rIns="0" bIns="91440" rtlCol="0">
            <a:normAutofit/>
          </a:bodyPr>
          <a:lstStyle>
            <a:lvl1pPr marL="0" indent="0">
              <a:buFont typeface="IBM Plex Sans" panose="020B0503050203000203" pitchFamily="34" charset="0"/>
              <a:buNone/>
              <a:defRPr lang="en-US" sz="1400" dirty="0" smtClean="0"/>
            </a:lvl1pPr>
            <a:lvl2pPr marL="228600" indent="0">
              <a:buFont typeface="IBM Plex Sans" panose="020B0503050203000203" pitchFamily="34" charset="0"/>
              <a:buNone/>
              <a:defRPr lang="en-US" sz="1200" dirty="0" smtClean="0"/>
            </a:lvl2pPr>
            <a:lvl3pPr marL="457200" indent="0">
              <a:buFont typeface="IBM Plex Sans" panose="020B0503050203000203" pitchFamily="34" charset="0"/>
              <a:buNone/>
              <a:defRPr lang="en-US" sz="1100" dirty="0" smtClean="0"/>
            </a:lvl3pPr>
            <a:lvl4pPr marL="685800" indent="0">
              <a:buFont typeface="IBM Plex Sans" panose="020B0503050203000203" pitchFamily="34" charset="0"/>
              <a:buNone/>
              <a:defRPr lang="en-US" sz="1050" dirty="0"/>
            </a:lvl4pPr>
          </a:lstStyle>
          <a:p>
            <a:pPr lvl="0">
              <a:spcBef>
                <a:spcPts val="200"/>
              </a:spcBef>
              <a:spcAft>
                <a:spcPts val="0"/>
              </a:spcAft>
            </a:pPr>
            <a:r>
              <a:rPr lang="en-US"/>
              <a:t>Edit Master text styles</a:t>
            </a:r>
          </a:p>
          <a:p>
            <a:pPr lvl="1">
              <a:spcBef>
                <a:spcPts val="200"/>
              </a:spcBef>
            </a:pPr>
            <a:r>
              <a:rPr lang="en-US"/>
              <a:t>Second</a:t>
            </a:r>
          </a:p>
          <a:p>
            <a:pPr lvl="2">
              <a:spcBef>
                <a:spcPts val="200"/>
              </a:spcBef>
            </a:pPr>
            <a:r>
              <a:rPr lang="en-US"/>
              <a:t>Third</a:t>
            </a:r>
          </a:p>
          <a:p>
            <a:pPr lvl="3">
              <a:spcBef>
                <a:spcPts val="200"/>
              </a:spcBef>
            </a:pPr>
            <a:r>
              <a:rPr lang="en-US"/>
              <a:t>Fourth</a:t>
            </a:r>
          </a:p>
        </p:txBody>
      </p:sp>
      <p:sp>
        <p:nvSpPr>
          <p:cNvPr id="2" name="Date Placeholder 1">
            <a:extLst>
              <a:ext uri="{FF2B5EF4-FFF2-40B4-BE49-F238E27FC236}">
                <a16:creationId xmlns:a16="http://schemas.microsoft.com/office/drawing/2014/main" id="{97B2A0B8-6970-EC22-B307-6CF1E2A35A53}"/>
              </a:ext>
            </a:extLst>
          </p:cNvPr>
          <p:cNvSpPr>
            <a:spLocks noGrp="1"/>
          </p:cNvSpPr>
          <p:nvPr>
            <p:ph type="dt" sz="half" idx="17"/>
          </p:nvPr>
        </p:nvSpPr>
        <p:spPr/>
        <p:txBody>
          <a:bodyPr/>
          <a:lstStyle/>
          <a:p>
            <a:fld id="{228D026D-C07B-48C8-8C2B-C561E4D51E16}" type="datetime1">
              <a:rPr lang="en-US" smtClean="0"/>
              <a:t>11/19/2024</a:t>
            </a:fld>
            <a:endParaRPr lang="en-US"/>
          </a:p>
        </p:txBody>
      </p:sp>
      <p:sp>
        <p:nvSpPr>
          <p:cNvPr id="5" name="Footer Placeholder 4">
            <a:extLst>
              <a:ext uri="{FF2B5EF4-FFF2-40B4-BE49-F238E27FC236}">
                <a16:creationId xmlns:a16="http://schemas.microsoft.com/office/drawing/2014/main" id="{517A055C-B23E-6765-210C-36A0CCAB96EC}"/>
              </a:ext>
            </a:extLst>
          </p:cNvPr>
          <p:cNvSpPr>
            <a:spLocks noGrp="1"/>
          </p:cNvSpPr>
          <p:nvPr>
            <p:ph type="ftr" sz="quarter" idx="18"/>
          </p:nvPr>
        </p:nvSpPr>
        <p:spPr/>
        <p:txBody>
          <a:bodyPr/>
          <a:lstStyle/>
          <a:p>
            <a:r>
              <a:rPr lang="en-US"/>
              <a:t>CONFIDENTIAL</a:t>
            </a:r>
          </a:p>
        </p:txBody>
      </p:sp>
      <p:sp>
        <p:nvSpPr>
          <p:cNvPr id="7" name="Slide Number Placeholder 6">
            <a:extLst>
              <a:ext uri="{FF2B5EF4-FFF2-40B4-BE49-F238E27FC236}">
                <a16:creationId xmlns:a16="http://schemas.microsoft.com/office/drawing/2014/main" id="{BDBCA37B-2477-A900-F1E6-54ACA3A95C6C}"/>
              </a:ext>
            </a:extLst>
          </p:cNvPr>
          <p:cNvSpPr>
            <a:spLocks noGrp="1"/>
          </p:cNvSpPr>
          <p:nvPr>
            <p:ph type="sldNum" sz="quarter" idx="19"/>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2812246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5 Col With Headlin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92807-A944-B307-2727-3F5A26E0AA8A}"/>
              </a:ext>
            </a:extLst>
          </p:cNvPr>
          <p:cNvSpPr>
            <a:spLocks noGrp="1"/>
          </p:cNvSpPr>
          <p:nvPr>
            <p:ph type="title" hasCustomPrompt="1"/>
          </p:nvPr>
        </p:nvSpPr>
        <p:spPr/>
        <p:txBody>
          <a:bodyPr/>
          <a:lstStyle/>
          <a:p>
            <a:r>
              <a:rPr lang="en-US"/>
              <a:t>Title Goes Here</a:t>
            </a:r>
            <a:br>
              <a:rPr lang="en-US"/>
            </a:br>
            <a:r>
              <a:rPr lang="en-US"/>
              <a:t>Titles Are IBM Sans Plex Bold 40pt Font</a:t>
            </a:r>
          </a:p>
        </p:txBody>
      </p:sp>
      <p:sp>
        <p:nvSpPr>
          <p:cNvPr id="3" name="Date Placeholder 2">
            <a:extLst>
              <a:ext uri="{FF2B5EF4-FFF2-40B4-BE49-F238E27FC236}">
                <a16:creationId xmlns:a16="http://schemas.microsoft.com/office/drawing/2014/main" id="{FAAAB596-5EA7-118C-A749-027CECCE286D}"/>
              </a:ext>
            </a:extLst>
          </p:cNvPr>
          <p:cNvSpPr>
            <a:spLocks noGrp="1"/>
          </p:cNvSpPr>
          <p:nvPr>
            <p:ph type="dt" sz="half" idx="10"/>
          </p:nvPr>
        </p:nvSpPr>
        <p:spPr/>
        <p:txBody>
          <a:bodyPr/>
          <a:lstStyle/>
          <a:p>
            <a:fld id="{228D026D-C07B-48C8-8C2B-C561E4D51E16}" type="datetime1">
              <a:rPr lang="en-US" smtClean="0"/>
              <a:t>11/19/2024</a:t>
            </a:fld>
            <a:endParaRPr lang="en-US"/>
          </a:p>
        </p:txBody>
      </p:sp>
      <p:sp>
        <p:nvSpPr>
          <p:cNvPr id="4" name="Footer Placeholder 3">
            <a:extLst>
              <a:ext uri="{FF2B5EF4-FFF2-40B4-BE49-F238E27FC236}">
                <a16:creationId xmlns:a16="http://schemas.microsoft.com/office/drawing/2014/main" id="{58271169-BCB4-F3E4-BABE-F098D33C369F}"/>
              </a:ext>
            </a:extLst>
          </p:cNvPr>
          <p:cNvSpPr>
            <a:spLocks noGrp="1"/>
          </p:cNvSpPr>
          <p:nvPr>
            <p:ph type="ftr" sz="quarter" idx="11"/>
          </p:nvPr>
        </p:nvSpPr>
        <p:spPr/>
        <p:txBody>
          <a:bodyPr/>
          <a:lstStyle/>
          <a:p>
            <a:r>
              <a:rPr lang="en-US"/>
              <a:t>CONFIDENTIAL</a:t>
            </a:r>
          </a:p>
        </p:txBody>
      </p:sp>
      <p:sp>
        <p:nvSpPr>
          <p:cNvPr id="5" name="Slide Number Placeholder 4">
            <a:extLst>
              <a:ext uri="{FF2B5EF4-FFF2-40B4-BE49-F238E27FC236}">
                <a16:creationId xmlns:a16="http://schemas.microsoft.com/office/drawing/2014/main" id="{6B6DAA1C-2C41-52EB-E052-FF87021D3AAE}"/>
              </a:ext>
            </a:extLst>
          </p:cNvPr>
          <p:cNvSpPr>
            <a:spLocks noGrp="1"/>
          </p:cNvSpPr>
          <p:nvPr>
            <p:ph type="sldNum" sz="quarter" idx="12"/>
          </p:nvPr>
        </p:nvSpPr>
        <p:spPr/>
        <p:txBody>
          <a:bodyPr/>
          <a:lstStyle/>
          <a:p>
            <a:fld id="{4F90343F-D056-4E24-BE3D-A305BDC1A23E}" type="slidenum">
              <a:rPr lang="en-US" smtClean="0"/>
              <a:pPr/>
              <a:t>‹#›</a:t>
            </a:fld>
            <a:endParaRPr lang="en-US"/>
          </a:p>
        </p:txBody>
      </p:sp>
      <p:sp>
        <p:nvSpPr>
          <p:cNvPr id="16" name="Subtitle 52">
            <a:extLst>
              <a:ext uri="{FF2B5EF4-FFF2-40B4-BE49-F238E27FC236}">
                <a16:creationId xmlns:a16="http://schemas.microsoft.com/office/drawing/2014/main" id="{C26E70DF-78BD-79C0-0FC8-B3472207B45C}"/>
              </a:ext>
            </a:extLst>
          </p:cNvPr>
          <p:cNvSpPr>
            <a:spLocks noGrp="1"/>
          </p:cNvSpPr>
          <p:nvPr>
            <p:ph type="subTitle" idx="17" hasCustomPrompt="1"/>
          </p:nvPr>
        </p:nvSpPr>
        <p:spPr>
          <a:xfrm>
            <a:off x="457533" y="1463040"/>
            <a:ext cx="11273991" cy="294930"/>
          </a:xfrm>
        </p:spPr>
        <p:txBody>
          <a:bodyPr vert="horz" lIns="0" tIns="0" rIns="0" bIns="0" rtlCol="0">
            <a:noAutofit/>
          </a:bodyPr>
          <a:lstStyle>
            <a:lvl1pPr marL="0" indent="0">
              <a:buNone/>
              <a:defRPr lang="en-US" cap="all" baseline="0" dirty="0">
                <a:solidFill>
                  <a:schemeClr val="accent1">
                    <a:lumMod val="50000"/>
                  </a:schemeClr>
                </a:solidFill>
              </a:defRPr>
            </a:lvl1pPr>
          </a:lstStyle>
          <a:p>
            <a:pPr marL="228600" lvl="0" indent="-228600">
              <a:lnSpc>
                <a:spcPct val="85000"/>
              </a:lnSpc>
              <a:spcBef>
                <a:spcPts val="0"/>
              </a:spcBef>
            </a:pPr>
            <a:r>
              <a:rPr lang="en-US"/>
              <a:t>CLICK TO EDIT MASTER SUBTITLE</a:t>
            </a:r>
          </a:p>
        </p:txBody>
      </p:sp>
      <p:sp>
        <p:nvSpPr>
          <p:cNvPr id="31" name="Text Placeholder 30">
            <a:extLst>
              <a:ext uri="{FF2B5EF4-FFF2-40B4-BE49-F238E27FC236}">
                <a16:creationId xmlns:a16="http://schemas.microsoft.com/office/drawing/2014/main" id="{C780934E-59BE-1BF1-B032-925F4B483738}"/>
              </a:ext>
            </a:extLst>
          </p:cNvPr>
          <p:cNvSpPr>
            <a:spLocks noGrp="1"/>
          </p:cNvSpPr>
          <p:nvPr>
            <p:ph type="body" sz="quarter" idx="28" hasCustomPrompt="1"/>
          </p:nvPr>
        </p:nvSpPr>
        <p:spPr>
          <a:xfrm>
            <a:off x="457200" y="2011363"/>
            <a:ext cx="2178050" cy="1033462"/>
          </a:xfrm>
        </p:spPr>
        <p:txBody>
          <a:bodyPr lIns="91440" tIns="182880" rIns="91440" bIns="182880"/>
          <a:lstStyle>
            <a:lvl1pPr marL="0" indent="0" algn="ctr">
              <a:buNone/>
              <a:defRPr sz="2000" b="1">
                <a:solidFill>
                  <a:schemeClr val="accent1">
                    <a:lumMod val="50000"/>
                  </a:schemeClr>
                </a:solidFill>
              </a:defRPr>
            </a:lvl1pPr>
            <a:lvl2pPr marL="228600" indent="-228600" algn="ctr">
              <a:spcBef>
                <a:spcPts val="300"/>
              </a:spcBef>
              <a:buNone/>
              <a:defRPr sz="1400">
                <a:solidFill>
                  <a:schemeClr val="accent1"/>
                </a:solidFill>
              </a:defRPr>
            </a:lvl2pPr>
            <a:lvl3pPr marL="457200" indent="0" algn="ctr">
              <a:buNone/>
              <a:defRPr/>
            </a:lvl3pPr>
            <a:lvl4pPr marL="685800" indent="0" algn="ctr">
              <a:buNone/>
              <a:defRPr/>
            </a:lvl4pPr>
            <a:lvl5pPr marL="914400" indent="0" algn="ctr">
              <a:buNone/>
              <a:defRPr/>
            </a:lvl5pPr>
          </a:lstStyle>
          <a:p>
            <a:pPr lvl="0"/>
            <a:r>
              <a:rPr lang="en-US"/>
              <a:t>Header Text</a:t>
            </a:r>
          </a:p>
          <a:p>
            <a:pPr lvl="1"/>
            <a:r>
              <a:rPr lang="en-US"/>
              <a:t>Subtext</a:t>
            </a:r>
          </a:p>
        </p:txBody>
      </p:sp>
      <p:sp>
        <p:nvSpPr>
          <p:cNvPr id="32" name="Text Placeholder 30">
            <a:extLst>
              <a:ext uri="{FF2B5EF4-FFF2-40B4-BE49-F238E27FC236}">
                <a16:creationId xmlns:a16="http://schemas.microsoft.com/office/drawing/2014/main" id="{31226BC7-DB69-E155-BE9E-D29E560E9AB4}"/>
              </a:ext>
            </a:extLst>
          </p:cNvPr>
          <p:cNvSpPr>
            <a:spLocks noGrp="1"/>
          </p:cNvSpPr>
          <p:nvPr>
            <p:ph type="body" sz="quarter" idx="29" hasCustomPrompt="1"/>
          </p:nvPr>
        </p:nvSpPr>
        <p:spPr>
          <a:xfrm>
            <a:off x="2732863" y="2011363"/>
            <a:ext cx="2178050" cy="1033462"/>
          </a:xfrm>
        </p:spPr>
        <p:txBody>
          <a:bodyPr lIns="91440" tIns="182880" rIns="91440" bIns="182880"/>
          <a:lstStyle>
            <a:lvl1pPr marL="0" indent="0" algn="ctr">
              <a:buNone/>
              <a:defRPr sz="2000" b="1">
                <a:solidFill>
                  <a:schemeClr val="accent1">
                    <a:lumMod val="50000"/>
                  </a:schemeClr>
                </a:solidFill>
              </a:defRPr>
            </a:lvl1pPr>
            <a:lvl2pPr marL="228600" indent="-228600" algn="ctr">
              <a:spcBef>
                <a:spcPts val="300"/>
              </a:spcBef>
              <a:buNone/>
              <a:defRPr sz="1400">
                <a:solidFill>
                  <a:schemeClr val="accent1"/>
                </a:solidFill>
              </a:defRPr>
            </a:lvl2pPr>
            <a:lvl3pPr marL="457200" indent="0" algn="ctr">
              <a:buNone/>
              <a:defRPr/>
            </a:lvl3pPr>
            <a:lvl4pPr marL="685800" indent="0" algn="ctr">
              <a:buNone/>
              <a:defRPr/>
            </a:lvl4pPr>
            <a:lvl5pPr marL="914400" indent="0" algn="ctr">
              <a:buNone/>
              <a:defRPr/>
            </a:lvl5pPr>
          </a:lstStyle>
          <a:p>
            <a:pPr lvl="0"/>
            <a:r>
              <a:rPr lang="en-US"/>
              <a:t>Header Text</a:t>
            </a:r>
          </a:p>
          <a:p>
            <a:pPr lvl="1"/>
            <a:r>
              <a:rPr lang="en-US"/>
              <a:t>Subtext</a:t>
            </a:r>
          </a:p>
        </p:txBody>
      </p:sp>
      <p:sp>
        <p:nvSpPr>
          <p:cNvPr id="33" name="Text Placeholder 30">
            <a:extLst>
              <a:ext uri="{FF2B5EF4-FFF2-40B4-BE49-F238E27FC236}">
                <a16:creationId xmlns:a16="http://schemas.microsoft.com/office/drawing/2014/main" id="{F0915AC6-5253-DF7F-106B-3EF7EC23D806}"/>
              </a:ext>
            </a:extLst>
          </p:cNvPr>
          <p:cNvSpPr>
            <a:spLocks noGrp="1"/>
          </p:cNvSpPr>
          <p:nvPr>
            <p:ph type="body" sz="quarter" idx="30" hasCustomPrompt="1"/>
          </p:nvPr>
        </p:nvSpPr>
        <p:spPr>
          <a:xfrm>
            <a:off x="5006400" y="2011363"/>
            <a:ext cx="2178050" cy="1033462"/>
          </a:xfrm>
        </p:spPr>
        <p:txBody>
          <a:bodyPr lIns="91440" tIns="182880" rIns="91440" bIns="182880"/>
          <a:lstStyle>
            <a:lvl1pPr marL="0" indent="0" algn="ctr">
              <a:buNone/>
              <a:defRPr sz="2000" b="1">
                <a:solidFill>
                  <a:schemeClr val="accent1">
                    <a:lumMod val="50000"/>
                  </a:schemeClr>
                </a:solidFill>
              </a:defRPr>
            </a:lvl1pPr>
            <a:lvl2pPr marL="228600" indent="-228600" algn="ctr">
              <a:spcBef>
                <a:spcPts val="300"/>
              </a:spcBef>
              <a:buNone/>
              <a:defRPr sz="1400">
                <a:solidFill>
                  <a:schemeClr val="accent1"/>
                </a:solidFill>
              </a:defRPr>
            </a:lvl2pPr>
            <a:lvl3pPr marL="457200" indent="0" algn="ctr">
              <a:buNone/>
              <a:defRPr/>
            </a:lvl3pPr>
            <a:lvl4pPr marL="685800" indent="0" algn="ctr">
              <a:buNone/>
              <a:defRPr/>
            </a:lvl4pPr>
            <a:lvl5pPr marL="914400" indent="0" algn="ctr">
              <a:buNone/>
              <a:defRPr/>
            </a:lvl5pPr>
          </a:lstStyle>
          <a:p>
            <a:pPr lvl="0"/>
            <a:r>
              <a:rPr lang="en-US"/>
              <a:t>Header Text</a:t>
            </a:r>
          </a:p>
          <a:p>
            <a:pPr lvl="1"/>
            <a:r>
              <a:rPr lang="en-US"/>
              <a:t>Subtext</a:t>
            </a:r>
          </a:p>
        </p:txBody>
      </p:sp>
      <p:sp>
        <p:nvSpPr>
          <p:cNvPr id="34" name="Text Placeholder 30">
            <a:extLst>
              <a:ext uri="{FF2B5EF4-FFF2-40B4-BE49-F238E27FC236}">
                <a16:creationId xmlns:a16="http://schemas.microsoft.com/office/drawing/2014/main" id="{D492F7A5-7444-43C2-2D04-0DCE2BE548A9}"/>
              </a:ext>
            </a:extLst>
          </p:cNvPr>
          <p:cNvSpPr>
            <a:spLocks noGrp="1"/>
          </p:cNvSpPr>
          <p:nvPr>
            <p:ph type="body" sz="quarter" idx="31" hasCustomPrompt="1"/>
          </p:nvPr>
        </p:nvSpPr>
        <p:spPr>
          <a:xfrm>
            <a:off x="7279937" y="2011363"/>
            <a:ext cx="2178050" cy="1033462"/>
          </a:xfrm>
        </p:spPr>
        <p:txBody>
          <a:bodyPr lIns="91440" tIns="182880" rIns="91440" bIns="182880"/>
          <a:lstStyle>
            <a:lvl1pPr marL="0" indent="0" algn="ctr">
              <a:buNone/>
              <a:defRPr sz="2000" b="1">
                <a:solidFill>
                  <a:schemeClr val="accent1">
                    <a:lumMod val="50000"/>
                  </a:schemeClr>
                </a:solidFill>
              </a:defRPr>
            </a:lvl1pPr>
            <a:lvl2pPr marL="228600" indent="-228600" algn="ctr">
              <a:spcBef>
                <a:spcPts val="300"/>
              </a:spcBef>
              <a:buNone/>
              <a:defRPr sz="1400">
                <a:solidFill>
                  <a:schemeClr val="accent1"/>
                </a:solidFill>
              </a:defRPr>
            </a:lvl2pPr>
            <a:lvl3pPr marL="457200" indent="0" algn="ctr">
              <a:buNone/>
              <a:defRPr/>
            </a:lvl3pPr>
            <a:lvl4pPr marL="685800" indent="0" algn="ctr">
              <a:buNone/>
              <a:defRPr/>
            </a:lvl4pPr>
            <a:lvl5pPr marL="914400" indent="0" algn="ctr">
              <a:buNone/>
              <a:defRPr/>
            </a:lvl5pPr>
          </a:lstStyle>
          <a:p>
            <a:pPr lvl="0"/>
            <a:r>
              <a:rPr lang="en-US"/>
              <a:t>Header Text</a:t>
            </a:r>
          </a:p>
          <a:p>
            <a:pPr lvl="1"/>
            <a:r>
              <a:rPr lang="en-US"/>
              <a:t>Subtext</a:t>
            </a:r>
          </a:p>
        </p:txBody>
      </p:sp>
      <p:sp>
        <p:nvSpPr>
          <p:cNvPr id="35" name="Text Placeholder 30">
            <a:extLst>
              <a:ext uri="{FF2B5EF4-FFF2-40B4-BE49-F238E27FC236}">
                <a16:creationId xmlns:a16="http://schemas.microsoft.com/office/drawing/2014/main" id="{80BB5056-648A-32F7-FB91-DB10AEFA9C0A}"/>
              </a:ext>
            </a:extLst>
          </p:cNvPr>
          <p:cNvSpPr>
            <a:spLocks noGrp="1"/>
          </p:cNvSpPr>
          <p:nvPr>
            <p:ph type="body" sz="quarter" idx="32" hasCustomPrompt="1"/>
          </p:nvPr>
        </p:nvSpPr>
        <p:spPr>
          <a:xfrm>
            <a:off x="9553474" y="2011363"/>
            <a:ext cx="2178050" cy="1033462"/>
          </a:xfrm>
        </p:spPr>
        <p:txBody>
          <a:bodyPr lIns="91440" tIns="182880" rIns="91440" bIns="182880"/>
          <a:lstStyle>
            <a:lvl1pPr marL="0" indent="0" algn="ctr">
              <a:buNone/>
              <a:defRPr sz="2000" b="1">
                <a:solidFill>
                  <a:schemeClr val="accent1">
                    <a:lumMod val="50000"/>
                  </a:schemeClr>
                </a:solidFill>
              </a:defRPr>
            </a:lvl1pPr>
            <a:lvl2pPr marL="228600" indent="-228600" algn="ctr">
              <a:spcBef>
                <a:spcPts val="300"/>
              </a:spcBef>
              <a:buNone/>
              <a:defRPr sz="1400">
                <a:solidFill>
                  <a:schemeClr val="accent1"/>
                </a:solidFill>
              </a:defRPr>
            </a:lvl2pPr>
            <a:lvl3pPr marL="457200" indent="0" algn="ctr">
              <a:buNone/>
              <a:defRPr/>
            </a:lvl3pPr>
            <a:lvl4pPr marL="685800" indent="0" algn="ctr">
              <a:buNone/>
              <a:defRPr/>
            </a:lvl4pPr>
            <a:lvl5pPr marL="914400" indent="0" algn="ctr">
              <a:buNone/>
              <a:defRPr/>
            </a:lvl5pPr>
          </a:lstStyle>
          <a:p>
            <a:pPr lvl="0"/>
            <a:r>
              <a:rPr lang="en-US"/>
              <a:t>Header Text</a:t>
            </a:r>
          </a:p>
          <a:p>
            <a:pPr lvl="1"/>
            <a:r>
              <a:rPr lang="en-US"/>
              <a:t>Subtext</a:t>
            </a:r>
          </a:p>
        </p:txBody>
      </p:sp>
      <p:sp>
        <p:nvSpPr>
          <p:cNvPr id="38" name="Text Placeholder 37">
            <a:extLst>
              <a:ext uri="{FF2B5EF4-FFF2-40B4-BE49-F238E27FC236}">
                <a16:creationId xmlns:a16="http://schemas.microsoft.com/office/drawing/2014/main" id="{75C5E7AA-DB06-DD72-A498-215A7D0B1768}"/>
              </a:ext>
            </a:extLst>
          </p:cNvPr>
          <p:cNvSpPr>
            <a:spLocks noGrp="1"/>
          </p:cNvSpPr>
          <p:nvPr>
            <p:ph type="body" sz="quarter" idx="33" hasCustomPrompt="1"/>
          </p:nvPr>
        </p:nvSpPr>
        <p:spPr>
          <a:xfrm>
            <a:off x="454110" y="3175000"/>
            <a:ext cx="2178050" cy="3009900"/>
          </a:xfrm>
        </p:spPr>
        <p:txBody>
          <a:bodyPr lIns="91440" tIns="91440" rIns="91440" bIns="182880"/>
          <a:lstStyle>
            <a:lvl1pPr marL="114300" indent="-114300">
              <a:buClr>
                <a:schemeClr val="accent1">
                  <a:lumMod val="50000"/>
                </a:schemeClr>
              </a:buClr>
              <a:buFont typeface="IBM Plex Sans" panose="020B0503050203000203" pitchFamily="34" charset="0"/>
              <a:buChar char="•"/>
              <a:defRPr sz="1400"/>
            </a:lvl1pPr>
            <a:lvl2pPr marL="228600" indent="-114300">
              <a:buClr>
                <a:schemeClr val="accent1">
                  <a:lumMod val="50000"/>
                </a:schemeClr>
              </a:buClr>
              <a:buFont typeface="IBM Plex Sans" panose="020B0503050203000203" pitchFamily="34" charset="0"/>
              <a:buChar char="•"/>
              <a:defRPr sz="1200"/>
            </a:lvl2pPr>
            <a:lvl3pPr marL="342900" indent="-114300">
              <a:buClr>
                <a:schemeClr val="accent1">
                  <a:lumMod val="50000"/>
                </a:schemeClr>
              </a:buClr>
              <a:buFont typeface="IBM Plex Sans" panose="020B0503050203000203" pitchFamily="34" charset="0"/>
              <a:buChar char="•"/>
              <a:defRPr sz="1100"/>
            </a:lvl3pPr>
          </a:lstStyle>
          <a:p>
            <a:pPr lvl="0"/>
            <a:r>
              <a:rPr lang="en-US"/>
              <a:t>Click to edit text</a:t>
            </a:r>
          </a:p>
          <a:p>
            <a:pPr lvl="1"/>
            <a:r>
              <a:rPr lang="en-US"/>
              <a:t>Second level</a:t>
            </a:r>
          </a:p>
          <a:p>
            <a:pPr lvl="2"/>
            <a:r>
              <a:rPr lang="en-US"/>
              <a:t>Third level</a:t>
            </a:r>
          </a:p>
        </p:txBody>
      </p:sp>
      <p:sp>
        <p:nvSpPr>
          <p:cNvPr id="39" name="Text Placeholder 37">
            <a:extLst>
              <a:ext uri="{FF2B5EF4-FFF2-40B4-BE49-F238E27FC236}">
                <a16:creationId xmlns:a16="http://schemas.microsoft.com/office/drawing/2014/main" id="{E15A2730-C215-8802-2E26-5F18421198AF}"/>
              </a:ext>
            </a:extLst>
          </p:cNvPr>
          <p:cNvSpPr>
            <a:spLocks noGrp="1"/>
          </p:cNvSpPr>
          <p:nvPr>
            <p:ph type="body" sz="quarter" idx="34" hasCustomPrompt="1"/>
          </p:nvPr>
        </p:nvSpPr>
        <p:spPr>
          <a:xfrm>
            <a:off x="2732863" y="3175000"/>
            <a:ext cx="2178050" cy="3009900"/>
          </a:xfrm>
        </p:spPr>
        <p:txBody>
          <a:bodyPr lIns="91440" tIns="91440" rIns="91440" bIns="182880"/>
          <a:lstStyle>
            <a:lvl1pPr marL="114300" indent="-114300">
              <a:buClr>
                <a:schemeClr val="accent1">
                  <a:lumMod val="50000"/>
                </a:schemeClr>
              </a:buClr>
              <a:buFont typeface="IBM Plex Sans" panose="020B0503050203000203" pitchFamily="34" charset="0"/>
              <a:buChar char="•"/>
              <a:defRPr sz="1400"/>
            </a:lvl1pPr>
            <a:lvl2pPr marL="228600" indent="-114300">
              <a:buClr>
                <a:schemeClr val="accent1">
                  <a:lumMod val="50000"/>
                </a:schemeClr>
              </a:buClr>
              <a:buFont typeface="IBM Plex Sans" panose="020B0503050203000203" pitchFamily="34" charset="0"/>
              <a:buChar char="•"/>
              <a:defRPr sz="1200"/>
            </a:lvl2pPr>
            <a:lvl3pPr marL="342900" indent="-114300">
              <a:buClr>
                <a:schemeClr val="accent1">
                  <a:lumMod val="50000"/>
                </a:schemeClr>
              </a:buClr>
              <a:buFont typeface="IBM Plex Sans" panose="020B0503050203000203" pitchFamily="34" charset="0"/>
              <a:buChar char="•"/>
              <a:defRPr sz="1100"/>
            </a:lvl3pPr>
          </a:lstStyle>
          <a:p>
            <a:pPr lvl="0"/>
            <a:r>
              <a:rPr lang="en-US"/>
              <a:t>Click to edit text</a:t>
            </a:r>
          </a:p>
          <a:p>
            <a:pPr lvl="1"/>
            <a:r>
              <a:rPr lang="en-US"/>
              <a:t>Second level</a:t>
            </a:r>
          </a:p>
          <a:p>
            <a:pPr lvl="2"/>
            <a:r>
              <a:rPr lang="en-US"/>
              <a:t>Third level</a:t>
            </a:r>
          </a:p>
        </p:txBody>
      </p:sp>
      <p:sp>
        <p:nvSpPr>
          <p:cNvPr id="40" name="Text Placeholder 37">
            <a:extLst>
              <a:ext uri="{FF2B5EF4-FFF2-40B4-BE49-F238E27FC236}">
                <a16:creationId xmlns:a16="http://schemas.microsoft.com/office/drawing/2014/main" id="{B6FD3DCB-58C1-16B8-273E-881BE2C627E7}"/>
              </a:ext>
            </a:extLst>
          </p:cNvPr>
          <p:cNvSpPr>
            <a:spLocks noGrp="1"/>
          </p:cNvSpPr>
          <p:nvPr>
            <p:ph type="body" sz="quarter" idx="35" hasCustomPrompt="1"/>
          </p:nvPr>
        </p:nvSpPr>
        <p:spPr>
          <a:xfrm>
            <a:off x="5006400" y="3175000"/>
            <a:ext cx="2178050" cy="3009900"/>
          </a:xfrm>
        </p:spPr>
        <p:txBody>
          <a:bodyPr lIns="91440" tIns="91440" rIns="91440" bIns="182880"/>
          <a:lstStyle>
            <a:lvl1pPr marL="114300" indent="-114300">
              <a:buClr>
                <a:schemeClr val="accent1">
                  <a:lumMod val="50000"/>
                </a:schemeClr>
              </a:buClr>
              <a:buFont typeface="IBM Plex Sans" panose="020B0503050203000203" pitchFamily="34" charset="0"/>
              <a:buChar char="•"/>
              <a:defRPr sz="1400"/>
            </a:lvl1pPr>
            <a:lvl2pPr marL="228600" indent="-114300">
              <a:buClr>
                <a:schemeClr val="accent1">
                  <a:lumMod val="50000"/>
                </a:schemeClr>
              </a:buClr>
              <a:buFont typeface="IBM Plex Sans" panose="020B0503050203000203" pitchFamily="34" charset="0"/>
              <a:buChar char="•"/>
              <a:defRPr sz="1200"/>
            </a:lvl2pPr>
            <a:lvl3pPr marL="342900" indent="-114300">
              <a:buClr>
                <a:schemeClr val="accent1">
                  <a:lumMod val="50000"/>
                </a:schemeClr>
              </a:buClr>
              <a:buFont typeface="IBM Plex Sans" panose="020B0503050203000203" pitchFamily="34" charset="0"/>
              <a:buChar char="•"/>
              <a:defRPr sz="1100"/>
            </a:lvl3pPr>
          </a:lstStyle>
          <a:p>
            <a:pPr lvl="0"/>
            <a:r>
              <a:rPr lang="en-US"/>
              <a:t>Click to edit text</a:t>
            </a:r>
          </a:p>
          <a:p>
            <a:pPr lvl="1"/>
            <a:r>
              <a:rPr lang="en-US"/>
              <a:t>Second level</a:t>
            </a:r>
          </a:p>
          <a:p>
            <a:pPr lvl="2"/>
            <a:r>
              <a:rPr lang="en-US"/>
              <a:t>Third level</a:t>
            </a:r>
          </a:p>
        </p:txBody>
      </p:sp>
      <p:sp>
        <p:nvSpPr>
          <p:cNvPr id="41" name="Text Placeholder 37">
            <a:extLst>
              <a:ext uri="{FF2B5EF4-FFF2-40B4-BE49-F238E27FC236}">
                <a16:creationId xmlns:a16="http://schemas.microsoft.com/office/drawing/2014/main" id="{7C65F3A9-BAD1-F36A-3176-945CDBDCE792}"/>
              </a:ext>
            </a:extLst>
          </p:cNvPr>
          <p:cNvSpPr>
            <a:spLocks noGrp="1"/>
          </p:cNvSpPr>
          <p:nvPr>
            <p:ph type="body" sz="quarter" idx="36" hasCustomPrompt="1"/>
          </p:nvPr>
        </p:nvSpPr>
        <p:spPr>
          <a:xfrm>
            <a:off x="7279937" y="3175000"/>
            <a:ext cx="2178050" cy="3009900"/>
          </a:xfrm>
        </p:spPr>
        <p:txBody>
          <a:bodyPr lIns="91440" tIns="91440" rIns="91440" bIns="182880"/>
          <a:lstStyle>
            <a:lvl1pPr marL="114300" indent="-114300">
              <a:buClr>
                <a:schemeClr val="accent1">
                  <a:lumMod val="50000"/>
                </a:schemeClr>
              </a:buClr>
              <a:buFont typeface="IBM Plex Sans" panose="020B0503050203000203" pitchFamily="34" charset="0"/>
              <a:buChar char="•"/>
              <a:defRPr sz="1400"/>
            </a:lvl1pPr>
            <a:lvl2pPr marL="228600" indent="-114300">
              <a:buClr>
                <a:schemeClr val="accent1">
                  <a:lumMod val="50000"/>
                </a:schemeClr>
              </a:buClr>
              <a:buFont typeface="IBM Plex Sans" panose="020B0503050203000203" pitchFamily="34" charset="0"/>
              <a:buChar char="•"/>
              <a:defRPr sz="1200"/>
            </a:lvl2pPr>
            <a:lvl3pPr marL="342900" indent="-114300">
              <a:buClr>
                <a:schemeClr val="accent1">
                  <a:lumMod val="50000"/>
                </a:schemeClr>
              </a:buClr>
              <a:buFont typeface="IBM Plex Sans" panose="020B0503050203000203" pitchFamily="34" charset="0"/>
              <a:buChar char="•"/>
              <a:defRPr sz="1100"/>
            </a:lvl3pPr>
          </a:lstStyle>
          <a:p>
            <a:pPr lvl="0"/>
            <a:r>
              <a:rPr lang="en-US"/>
              <a:t>Click to edit text</a:t>
            </a:r>
          </a:p>
          <a:p>
            <a:pPr lvl="1"/>
            <a:r>
              <a:rPr lang="en-US"/>
              <a:t>Second level</a:t>
            </a:r>
          </a:p>
          <a:p>
            <a:pPr lvl="2"/>
            <a:r>
              <a:rPr lang="en-US"/>
              <a:t>Third level</a:t>
            </a:r>
          </a:p>
        </p:txBody>
      </p:sp>
      <p:sp>
        <p:nvSpPr>
          <p:cNvPr id="42" name="Text Placeholder 37">
            <a:extLst>
              <a:ext uri="{FF2B5EF4-FFF2-40B4-BE49-F238E27FC236}">
                <a16:creationId xmlns:a16="http://schemas.microsoft.com/office/drawing/2014/main" id="{156CDE7F-ABD7-4AC2-0AFC-23A0804894E8}"/>
              </a:ext>
            </a:extLst>
          </p:cNvPr>
          <p:cNvSpPr>
            <a:spLocks noGrp="1"/>
          </p:cNvSpPr>
          <p:nvPr>
            <p:ph type="body" sz="quarter" idx="37" hasCustomPrompt="1"/>
          </p:nvPr>
        </p:nvSpPr>
        <p:spPr>
          <a:xfrm>
            <a:off x="9559840" y="3175000"/>
            <a:ext cx="2178050" cy="3009900"/>
          </a:xfrm>
        </p:spPr>
        <p:txBody>
          <a:bodyPr lIns="91440" tIns="91440" rIns="91440" bIns="182880"/>
          <a:lstStyle>
            <a:lvl1pPr marL="114300" indent="-114300">
              <a:buClr>
                <a:schemeClr val="accent1">
                  <a:lumMod val="50000"/>
                </a:schemeClr>
              </a:buClr>
              <a:buFont typeface="IBM Plex Sans" panose="020B0503050203000203" pitchFamily="34" charset="0"/>
              <a:buChar char="•"/>
              <a:defRPr sz="1400"/>
            </a:lvl1pPr>
            <a:lvl2pPr marL="228600" indent="-114300">
              <a:buClr>
                <a:schemeClr val="accent1">
                  <a:lumMod val="50000"/>
                </a:schemeClr>
              </a:buClr>
              <a:buFont typeface="IBM Plex Sans" panose="020B0503050203000203" pitchFamily="34" charset="0"/>
              <a:buChar char="•"/>
              <a:defRPr sz="1200"/>
            </a:lvl2pPr>
            <a:lvl3pPr marL="342900" indent="-114300">
              <a:buClr>
                <a:schemeClr val="accent1">
                  <a:lumMod val="50000"/>
                </a:schemeClr>
              </a:buClr>
              <a:buFont typeface="IBM Plex Sans" panose="020B0503050203000203" pitchFamily="34" charset="0"/>
              <a:buChar char="•"/>
              <a:defRPr sz="1100"/>
            </a:lvl3pPr>
          </a:lstStyle>
          <a:p>
            <a:pPr lvl="0"/>
            <a:r>
              <a:rPr lang="en-US"/>
              <a:t>Click to edit text</a:t>
            </a:r>
          </a:p>
          <a:p>
            <a:pPr lvl="1"/>
            <a:r>
              <a:rPr lang="en-US"/>
              <a:t>Second level</a:t>
            </a:r>
          </a:p>
          <a:p>
            <a:pPr lvl="2"/>
            <a:r>
              <a:rPr lang="en-US"/>
              <a:t>Third level</a:t>
            </a:r>
          </a:p>
        </p:txBody>
      </p:sp>
    </p:spTree>
    <p:extLst>
      <p:ext uri="{BB962C8B-B14F-4D97-AF65-F5344CB8AC3E}">
        <p14:creationId xmlns:p14="http://schemas.microsoft.com/office/powerpoint/2010/main" val="3725035403"/>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 Button">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D1615D80-3960-7C80-4F76-4494942C8049}"/>
              </a:ext>
            </a:extLst>
          </p:cNvPr>
          <p:cNvSpPr/>
          <p:nvPr userDrawn="1"/>
        </p:nvSpPr>
        <p:spPr>
          <a:xfrm>
            <a:off x="-3609" y="6244633"/>
            <a:ext cx="5419092" cy="613367"/>
          </a:xfrm>
          <a:custGeom>
            <a:avLst/>
            <a:gdLst>
              <a:gd name="connsiteX0" fmla="*/ 0 w 5419092"/>
              <a:gd name="connsiteY0" fmla="*/ 0 h 613367"/>
              <a:gd name="connsiteX1" fmla="*/ 4805725 w 5419092"/>
              <a:gd name="connsiteY1" fmla="*/ 0 h 613367"/>
              <a:gd name="connsiteX2" fmla="*/ 5419092 w 5419092"/>
              <a:gd name="connsiteY2" fmla="*/ 613367 h 613367"/>
              <a:gd name="connsiteX3" fmla="*/ 0 w 5419092"/>
              <a:gd name="connsiteY3" fmla="*/ 613367 h 613367"/>
            </a:gdLst>
            <a:ahLst/>
            <a:cxnLst>
              <a:cxn ang="0">
                <a:pos x="connsiteX0" y="connsiteY0"/>
              </a:cxn>
              <a:cxn ang="0">
                <a:pos x="connsiteX1" y="connsiteY1"/>
              </a:cxn>
              <a:cxn ang="0">
                <a:pos x="connsiteX2" y="connsiteY2"/>
              </a:cxn>
              <a:cxn ang="0">
                <a:pos x="connsiteX3" y="connsiteY3"/>
              </a:cxn>
            </a:cxnLst>
            <a:rect l="l" t="t" r="r" b="b"/>
            <a:pathLst>
              <a:path w="5419092" h="613367">
                <a:moveTo>
                  <a:pt x="0" y="0"/>
                </a:moveTo>
                <a:lnTo>
                  <a:pt x="4805725" y="0"/>
                </a:lnTo>
                <a:cubicBezTo>
                  <a:pt x="5144432" y="0"/>
                  <a:pt x="5419092" y="274662"/>
                  <a:pt x="5419092" y="613367"/>
                </a:cubicBezTo>
                <a:lnTo>
                  <a:pt x="0" y="613367"/>
                </a:lnTo>
                <a:close/>
              </a:path>
            </a:pathLst>
          </a:custGeom>
          <a:solidFill>
            <a:schemeClr val="accent1"/>
          </a:solidFill>
          <a:ln w="9525" cap="flat">
            <a:noFill/>
            <a:prstDash val="solid"/>
            <a:miter/>
          </a:ln>
        </p:spPr>
        <p:txBody>
          <a:bodyPr rtlCol="0" anchor="ctr"/>
          <a:lstStyle/>
          <a:p>
            <a:pPr marL="0" indent="0">
              <a:buFont typeface="IBM Plex Sans" panose="020B0503050203000203" pitchFamily="34" charset="0"/>
              <a:buNone/>
            </a:pPr>
            <a:endParaRPr lang="en-US"/>
          </a:p>
        </p:txBody>
      </p:sp>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224087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Title Placeholder 1">
            <a:extLst>
              <a:ext uri="{FF2B5EF4-FFF2-40B4-BE49-F238E27FC236}">
                <a16:creationId xmlns:a16="http://schemas.microsoft.com/office/drawing/2014/main" id="{EC1ED141-BBBF-4DD5-B7BC-89C97DDCA601}"/>
              </a:ext>
            </a:extLst>
          </p:cNvPr>
          <p:cNvSpPr>
            <a:spLocks noGrp="1"/>
          </p:cNvSpPr>
          <p:nvPr>
            <p:ph type="title" hasCustomPrompt="1"/>
          </p:nvPr>
        </p:nvSpPr>
        <p:spPr>
          <a:xfrm>
            <a:off x="457200" y="266010"/>
            <a:ext cx="11273991" cy="1188720"/>
          </a:xfrm>
          <a:prstGeom prst="rect">
            <a:avLst/>
          </a:prstGeom>
        </p:spPr>
        <p:txBody>
          <a:bodyPr vert="horz" lIns="0" tIns="0" rIns="0" bIns="0" rtlCol="0" anchor="b">
            <a:noAutofit/>
          </a:bodyPr>
          <a:lstStyle>
            <a:lvl1pPr marL="0" indent="0">
              <a:buFont typeface="IBM Plex Sans" panose="020B0503050203000203" pitchFamily="34" charset="0"/>
              <a:buNone/>
              <a:defRPr sz="4000">
                <a:solidFill>
                  <a:schemeClr val="accent1">
                    <a:lumMod val="50000"/>
                  </a:schemeClr>
                </a:solidFill>
                <a:latin typeface="+mj-lt"/>
                <a:ea typeface="+mj-ea"/>
                <a:cs typeface="+mj-cs"/>
              </a:defRPr>
            </a:lvl1pPr>
          </a:lstStyle>
          <a:p>
            <a:r>
              <a:rPr lang="en-US"/>
              <a:t>Title Goes Here</a:t>
            </a:r>
            <a:br>
              <a:rPr lang="en-US"/>
            </a:br>
            <a:r>
              <a:rPr lang="en-US"/>
              <a:t>Titles Are IBM Sans Plex Bold 40pt Font</a:t>
            </a:r>
          </a:p>
        </p:txBody>
      </p:sp>
      <p:sp>
        <p:nvSpPr>
          <p:cNvPr id="39" name="Text Placeholder 38">
            <a:extLst>
              <a:ext uri="{FF2B5EF4-FFF2-40B4-BE49-F238E27FC236}">
                <a16:creationId xmlns:a16="http://schemas.microsoft.com/office/drawing/2014/main" id="{EAE6DE0F-0ADD-444F-978D-6AA58793E072}"/>
              </a:ext>
            </a:extLst>
          </p:cNvPr>
          <p:cNvSpPr>
            <a:spLocks noGrp="1"/>
          </p:cNvSpPr>
          <p:nvPr>
            <p:ph type="body" sz="quarter" idx="15" hasCustomPrompt="1"/>
          </p:nvPr>
        </p:nvSpPr>
        <p:spPr>
          <a:xfrm>
            <a:off x="457200" y="3108960"/>
            <a:ext cx="3474720" cy="3032426"/>
          </a:xfrm>
        </p:spPr>
        <p:txBody>
          <a:bodyPr vert="horz" lIns="0" tIns="0" rIns="0" bIns="91440" rtlCol="0">
            <a:normAutofit/>
          </a:bodyPr>
          <a:lstStyle>
            <a:lvl1pPr marL="0" indent="0">
              <a:buFont typeface="IBM Plex Sans" panose="020B0503050203000203" pitchFamily="34" charset="0"/>
              <a:buNone/>
              <a:defRPr lang="en-US" sz="1400" dirty="0" smtClean="0"/>
            </a:lvl1pPr>
            <a:lvl2pPr marL="228600" indent="0">
              <a:buFont typeface="IBM Plex Sans" panose="020B0503050203000203" pitchFamily="34" charset="0"/>
              <a:buNone/>
              <a:defRPr lang="en-US" sz="1200" dirty="0" smtClean="0"/>
            </a:lvl2pPr>
            <a:lvl3pPr marL="457200" indent="0">
              <a:buFont typeface="IBM Plex Sans" panose="020B0503050203000203" pitchFamily="34" charset="0"/>
              <a:buNone/>
              <a:defRPr lang="en-US" sz="1100" dirty="0" smtClean="0"/>
            </a:lvl3pPr>
            <a:lvl4pPr marL="685800" indent="0">
              <a:buFont typeface="IBM Plex Sans" panose="020B0503050203000203" pitchFamily="34" charset="0"/>
              <a:buNone/>
              <a:defRPr lang="en-US" sz="1050" dirty="0"/>
            </a:lvl4pPr>
          </a:lstStyle>
          <a:p>
            <a:pPr lvl="0">
              <a:spcBef>
                <a:spcPts val="200"/>
              </a:spcBef>
              <a:spcAft>
                <a:spcPts val="0"/>
              </a:spcAft>
            </a:pPr>
            <a:r>
              <a:rPr lang="en-US"/>
              <a:t>Edit Master text styles</a:t>
            </a:r>
          </a:p>
          <a:p>
            <a:pPr lvl="1">
              <a:spcBef>
                <a:spcPts val="200"/>
              </a:spcBef>
            </a:pPr>
            <a:r>
              <a:rPr lang="en-US"/>
              <a:t>Second</a:t>
            </a:r>
          </a:p>
          <a:p>
            <a:pPr lvl="2">
              <a:spcBef>
                <a:spcPts val="200"/>
              </a:spcBef>
            </a:pPr>
            <a:r>
              <a:rPr lang="en-US"/>
              <a:t>Third</a:t>
            </a:r>
          </a:p>
          <a:p>
            <a:pPr lvl="3">
              <a:spcBef>
                <a:spcPts val="200"/>
              </a:spcBef>
            </a:pPr>
            <a:r>
              <a:rPr lang="en-US"/>
              <a:t>Fourth</a:t>
            </a:r>
          </a:p>
        </p:txBody>
      </p:sp>
      <p:sp>
        <p:nvSpPr>
          <p:cNvPr id="3" name="Text Placeholder 38">
            <a:extLst>
              <a:ext uri="{FF2B5EF4-FFF2-40B4-BE49-F238E27FC236}">
                <a16:creationId xmlns:a16="http://schemas.microsoft.com/office/drawing/2014/main" id="{93904CCA-1CAC-960B-0C1D-26DC9889EE24}"/>
              </a:ext>
            </a:extLst>
          </p:cNvPr>
          <p:cNvSpPr>
            <a:spLocks noGrp="1"/>
          </p:cNvSpPr>
          <p:nvPr>
            <p:ph type="body" sz="quarter" idx="16" hasCustomPrompt="1"/>
          </p:nvPr>
        </p:nvSpPr>
        <p:spPr>
          <a:xfrm>
            <a:off x="4358640" y="3108959"/>
            <a:ext cx="3474720" cy="3036699"/>
          </a:xfrm>
        </p:spPr>
        <p:txBody>
          <a:bodyPr vert="horz" lIns="0" tIns="0" rIns="0" bIns="91440" rtlCol="0">
            <a:normAutofit/>
          </a:bodyPr>
          <a:lstStyle>
            <a:lvl1pPr marL="0" indent="0">
              <a:buFont typeface="IBM Plex Sans" panose="020B0503050203000203" pitchFamily="34" charset="0"/>
              <a:buNone/>
              <a:defRPr lang="en-US" sz="1400" dirty="0" smtClean="0"/>
            </a:lvl1pPr>
            <a:lvl2pPr marL="228600" indent="0">
              <a:buFont typeface="IBM Plex Sans" panose="020B0503050203000203" pitchFamily="34" charset="0"/>
              <a:buNone/>
              <a:defRPr lang="en-US" sz="1200" dirty="0" smtClean="0"/>
            </a:lvl2pPr>
            <a:lvl3pPr marL="457200" indent="0">
              <a:buFont typeface="IBM Plex Sans" panose="020B0503050203000203" pitchFamily="34" charset="0"/>
              <a:buNone/>
              <a:defRPr lang="en-US" sz="1100" dirty="0" smtClean="0"/>
            </a:lvl3pPr>
            <a:lvl4pPr marL="685800" indent="0">
              <a:buFont typeface="IBM Plex Sans" panose="020B0503050203000203" pitchFamily="34" charset="0"/>
              <a:buNone/>
              <a:defRPr lang="en-US" sz="1050" dirty="0"/>
            </a:lvl4pPr>
          </a:lstStyle>
          <a:p>
            <a:pPr lvl="0">
              <a:spcBef>
                <a:spcPts val="200"/>
              </a:spcBef>
              <a:spcAft>
                <a:spcPts val="0"/>
              </a:spcAft>
            </a:pPr>
            <a:r>
              <a:rPr lang="en-US"/>
              <a:t>Edit Master text styles</a:t>
            </a:r>
          </a:p>
          <a:p>
            <a:pPr lvl="1">
              <a:spcBef>
                <a:spcPts val="200"/>
              </a:spcBef>
            </a:pPr>
            <a:r>
              <a:rPr lang="en-US"/>
              <a:t>Second</a:t>
            </a:r>
          </a:p>
          <a:p>
            <a:pPr lvl="2">
              <a:spcBef>
                <a:spcPts val="200"/>
              </a:spcBef>
            </a:pPr>
            <a:r>
              <a:rPr lang="en-US"/>
              <a:t>Third</a:t>
            </a:r>
          </a:p>
          <a:p>
            <a:pPr lvl="3">
              <a:spcBef>
                <a:spcPts val="200"/>
              </a:spcBef>
            </a:pPr>
            <a:r>
              <a:rPr lang="en-US"/>
              <a:t>Fourth</a:t>
            </a:r>
          </a:p>
        </p:txBody>
      </p:sp>
      <p:sp>
        <p:nvSpPr>
          <p:cNvPr id="7" name="Text Placeholder 38">
            <a:extLst>
              <a:ext uri="{FF2B5EF4-FFF2-40B4-BE49-F238E27FC236}">
                <a16:creationId xmlns:a16="http://schemas.microsoft.com/office/drawing/2014/main" id="{18D99361-2EC5-AB54-49BC-533710AB071A}"/>
              </a:ext>
            </a:extLst>
          </p:cNvPr>
          <p:cNvSpPr>
            <a:spLocks noGrp="1"/>
          </p:cNvSpPr>
          <p:nvPr>
            <p:ph type="body" sz="quarter" idx="17" hasCustomPrompt="1"/>
          </p:nvPr>
        </p:nvSpPr>
        <p:spPr>
          <a:xfrm>
            <a:off x="8256471" y="3108959"/>
            <a:ext cx="3474720" cy="3036699"/>
          </a:xfrm>
        </p:spPr>
        <p:txBody>
          <a:bodyPr vert="horz" lIns="0" tIns="0" rIns="0" bIns="91440" rtlCol="0">
            <a:normAutofit/>
          </a:bodyPr>
          <a:lstStyle>
            <a:lvl1pPr marL="0" indent="0">
              <a:buFont typeface="IBM Plex Sans" panose="020B0503050203000203" pitchFamily="34" charset="0"/>
              <a:buNone/>
              <a:defRPr lang="en-US" sz="1400" dirty="0" smtClean="0"/>
            </a:lvl1pPr>
            <a:lvl2pPr marL="228600" indent="0">
              <a:buFont typeface="IBM Plex Sans" panose="020B0503050203000203" pitchFamily="34" charset="0"/>
              <a:buNone/>
              <a:defRPr lang="en-US" sz="1200" dirty="0" smtClean="0"/>
            </a:lvl2pPr>
            <a:lvl3pPr marL="457200" indent="0">
              <a:buFont typeface="IBM Plex Sans" panose="020B0503050203000203" pitchFamily="34" charset="0"/>
              <a:buNone/>
              <a:defRPr lang="en-US" sz="1100" dirty="0" smtClean="0"/>
            </a:lvl3pPr>
            <a:lvl4pPr marL="685800" indent="0">
              <a:buFont typeface="IBM Plex Sans" panose="020B0503050203000203" pitchFamily="34" charset="0"/>
              <a:buNone/>
              <a:defRPr lang="en-US" sz="1050" dirty="0"/>
            </a:lvl4pPr>
          </a:lstStyle>
          <a:p>
            <a:pPr lvl="0">
              <a:spcBef>
                <a:spcPts val="200"/>
              </a:spcBef>
              <a:spcAft>
                <a:spcPts val="0"/>
              </a:spcAft>
            </a:pPr>
            <a:r>
              <a:rPr lang="en-US"/>
              <a:t>Edit Master text styles</a:t>
            </a:r>
          </a:p>
          <a:p>
            <a:pPr lvl="1">
              <a:spcBef>
                <a:spcPts val="200"/>
              </a:spcBef>
            </a:pPr>
            <a:r>
              <a:rPr lang="en-US"/>
              <a:t>Second</a:t>
            </a:r>
          </a:p>
          <a:p>
            <a:pPr lvl="2">
              <a:spcBef>
                <a:spcPts val="200"/>
              </a:spcBef>
            </a:pPr>
            <a:r>
              <a:rPr lang="en-US"/>
              <a:t>Third</a:t>
            </a:r>
          </a:p>
          <a:p>
            <a:pPr lvl="3">
              <a:spcBef>
                <a:spcPts val="200"/>
              </a:spcBef>
            </a:pPr>
            <a:r>
              <a:rPr lang="en-US"/>
              <a:t>Fourth</a:t>
            </a:r>
          </a:p>
        </p:txBody>
      </p:sp>
      <p:sp>
        <p:nvSpPr>
          <p:cNvPr id="5" name="Date Placeholder 4">
            <a:extLst>
              <a:ext uri="{FF2B5EF4-FFF2-40B4-BE49-F238E27FC236}">
                <a16:creationId xmlns:a16="http://schemas.microsoft.com/office/drawing/2014/main" id="{3BDB22E6-E186-7026-077C-D5E45224B45F}"/>
              </a:ext>
            </a:extLst>
          </p:cNvPr>
          <p:cNvSpPr>
            <a:spLocks noGrp="1"/>
          </p:cNvSpPr>
          <p:nvPr>
            <p:ph type="dt" sz="half" idx="18"/>
          </p:nvPr>
        </p:nvSpPr>
        <p:spPr/>
        <p:txBody>
          <a:bodyPr/>
          <a:lstStyle/>
          <a:p>
            <a:fld id="{228D026D-C07B-48C8-8C2B-C561E4D51E16}" type="datetime1">
              <a:rPr lang="en-US" smtClean="0"/>
              <a:t>11/19/2024</a:t>
            </a:fld>
            <a:endParaRPr lang="en-US"/>
          </a:p>
        </p:txBody>
      </p:sp>
      <p:sp>
        <p:nvSpPr>
          <p:cNvPr id="8" name="Footer Placeholder 7">
            <a:extLst>
              <a:ext uri="{FF2B5EF4-FFF2-40B4-BE49-F238E27FC236}">
                <a16:creationId xmlns:a16="http://schemas.microsoft.com/office/drawing/2014/main" id="{023A9880-8FDB-5DD9-A704-40544C259C9C}"/>
              </a:ext>
            </a:extLst>
          </p:cNvPr>
          <p:cNvSpPr>
            <a:spLocks noGrp="1"/>
          </p:cNvSpPr>
          <p:nvPr>
            <p:ph type="ftr" sz="quarter" idx="19"/>
          </p:nvPr>
        </p:nvSpPr>
        <p:spPr/>
        <p:txBody>
          <a:bodyPr/>
          <a:lstStyle/>
          <a:p>
            <a:r>
              <a:rPr lang="en-US"/>
              <a:t>CONFIDENTIAL</a:t>
            </a:r>
          </a:p>
        </p:txBody>
      </p:sp>
      <p:sp>
        <p:nvSpPr>
          <p:cNvPr id="9" name="Slide Number Placeholder 8">
            <a:extLst>
              <a:ext uri="{FF2B5EF4-FFF2-40B4-BE49-F238E27FC236}">
                <a16:creationId xmlns:a16="http://schemas.microsoft.com/office/drawing/2014/main" id="{ADC594E2-6E1A-4FDA-96F7-EC5C642296ED}"/>
              </a:ext>
            </a:extLst>
          </p:cNvPr>
          <p:cNvSpPr>
            <a:spLocks noGrp="1"/>
          </p:cNvSpPr>
          <p:nvPr>
            <p:ph type="sldNum" sz="quarter" idx="20"/>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3823660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4 Button">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DBBE351B-F9E8-4A08-0401-104039555D2F}"/>
              </a:ext>
            </a:extLst>
          </p:cNvPr>
          <p:cNvSpPr/>
          <p:nvPr userDrawn="1"/>
        </p:nvSpPr>
        <p:spPr>
          <a:xfrm>
            <a:off x="-3609" y="6244633"/>
            <a:ext cx="5419092" cy="613367"/>
          </a:xfrm>
          <a:custGeom>
            <a:avLst/>
            <a:gdLst>
              <a:gd name="connsiteX0" fmla="*/ 0 w 5419092"/>
              <a:gd name="connsiteY0" fmla="*/ 0 h 613367"/>
              <a:gd name="connsiteX1" fmla="*/ 4805725 w 5419092"/>
              <a:gd name="connsiteY1" fmla="*/ 0 h 613367"/>
              <a:gd name="connsiteX2" fmla="*/ 5419092 w 5419092"/>
              <a:gd name="connsiteY2" fmla="*/ 613367 h 613367"/>
              <a:gd name="connsiteX3" fmla="*/ 0 w 5419092"/>
              <a:gd name="connsiteY3" fmla="*/ 613367 h 613367"/>
            </a:gdLst>
            <a:ahLst/>
            <a:cxnLst>
              <a:cxn ang="0">
                <a:pos x="connsiteX0" y="connsiteY0"/>
              </a:cxn>
              <a:cxn ang="0">
                <a:pos x="connsiteX1" y="connsiteY1"/>
              </a:cxn>
              <a:cxn ang="0">
                <a:pos x="connsiteX2" y="connsiteY2"/>
              </a:cxn>
              <a:cxn ang="0">
                <a:pos x="connsiteX3" y="connsiteY3"/>
              </a:cxn>
            </a:cxnLst>
            <a:rect l="l" t="t" r="r" b="b"/>
            <a:pathLst>
              <a:path w="5419092" h="613367">
                <a:moveTo>
                  <a:pt x="0" y="0"/>
                </a:moveTo>
                <a:lnTo>
                  <a:pt x="4805725" y="0"/>
                </a:lnTo>
                <a:cubicBezTo>
                  <a:pt x="5144432" y="0"/>
                  <a:pt x="5419092" y="274662"/>
                  <a:pt x="5419092" y="613367"/>
                </a:cubicBezTo>
                <a:lnTo>
                  <a:pt x="0" y="613367"/>
                </a:lnTo>
                <a:close/>
              </a:path>
            </a:pathLst>
          </a:custGeom>
          <a:solidFill>
            <a:schemeClr val="accent1"/>
          </a:solidFill>
          <a:ln w="9525" cap="flat">
            <a:noFill/>
            <a:prstDash val="solid"/>
            <a:miter/>
          </a:ln>
        </p:spPr>
        <p:txBody>
          <a:bodyPr rtlCol="0" anchor="ctr"/>
          <a:lstStyle/>
          <a:p>
            <a:pPr marL="0" indent="0">
              <a:buFont typeface="IBM Plex Sans" panose="020B0503050203000203" pitchFamily="34" charset="0"/>
              <a:buNone/>
            </a:pPr>
            <a:endParaRPr lang="en-US"/>
          </a:p>
        </p:txBody>
      </p:sp>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224087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Title Placeholder 1">
            <a:extLst>
              <a:ext uri="{FF2B5EF4-FFF2-40B4-BE49-F238E27FC236}">
                <a16:creationId xmlns:a16="http://schemas.microsoft.com/office/drawing/2014/main" id="{EC1ED141-BBBF-4DD5-B7BC-89C97DDCA601}"/>
              </a:ext>
            </a:extLst>
          </p:cNvPr>
          <p:cNvSpPr>
            <a:spLocks noGrp="1"/>
          </p:cNvSpPr>
          <p:nvPr>
            <p:ph type="title" hasCustomPrompt="1"/>
          </p:nvPr>
        </p:nvSpPr>
        <p:spPr>
          <a:xfrm>
            <a:off x="457200" y="266010"/>
            <a:ext cx="11273991" cy="1188720"/>
          </a:xfrm>
          <a:prstGeom prst="rect">
            <a:avLst/>
          </a:prstGeom>
        </p:spPr>
        <p:txBody>
          <a:bodyPr vert="horz" lIns="0" tIns="0" rIns="0" bIns="0" rtlCol="0" anchor="b">
            <a:noAutofit/>
          </a:bodyPr>
          <a:lstStyle>
            <a:lvl1pPr marL="0" indent="0">
              <a:buFont typeface="IBM Plex Sans" panose="020B0503050203000203" pitchFamily="34" charset="0"/>
              <a:buNone/>
              <a:defRPr sz="4000">
                <a:solidFill>
                  <a:schemeClr val="accent1">
                    <a:lumMod val="50000"/>
                  </a:schemeClr>
                </a:solidFill>
                <a:latin typeface="+mj-lt"/>
                <a:ea typeface="+mj-ea"/>
                <a:cs typeface="+mj-cs"/>
              </a:defRPr>
            </a:lvl1pPr>
          </a:lstStyle>
          <a:p>
            <a:r>
              <a:rPr lang="en-US"/>
              <a:t>Title Goes Here</a:t>
            </a:r>
            <a:br>
              <a:rPr lang="en-US"/>
            </a:br>
            <a:r>
              <a:rPr lang="en-US"/>
              <a:t>Titles Are IBM Sans Plex Bold 40pt Font</a:t>
            </a:r>
          </a:p>
        </p:txBody>
      </p:sp>
      <p:sp>
        <p:nvSpPr>
          <p:cNvPr id="39" name="Text Placeholder 38">
            <a:extLst>
              <a:ext uri="{FF2B5EF4-FFF2-40B4-BE49-F238E27FC236}">
                <a16:creationId xmlns:a16="http://schemas.microsoft.com/office/drawing/2014/main" id="{EAE6DE0F-0ADD-444F-978D-6AA58793E072}"/>
              </a:ext>
            </a:extLst>
          </p:cNvPr>
          <p:cNvSpPr>
            <a:spLocks noGrp="1"/>
          </p:cNvSpPr>
          <p:nvPr>
            <p:ph type="body" sz="quarter" idx="15" hasCustomPrompt="1"/>
          </p:nvPr>
        </p:nvSpPr>
        <p:spPr>
          <a:xfrm>
            <a:off x="457199" y="3108960"/>
            <a:ext cx="2514600" cy="3057172"/>
          </a:xfrm>
        </p:spPr>
        <p:txBody>
          <a:bodyPr vert="horz" lIns="0" tIns="0" rIns="0" bIns="91440" rtlCol="0">
            <a:normAutofit/>
          </a:bodyPr>
          <a:lstStyle>
            <a:lvl1pPr marL="0" indent="0">
              <a:buFont typeface="IBM Plex Sans" panose="020B0503050203000203" pitchFamily="34" charset="0"/>
              <a:buNone/>
              <a:defRPr lang="en-US" sz="1400" dirty="0" smtClean="0"/>
            </a:lvl1pPr>
            <a:lvl2pPr marL="228600" indent="0">
              <a:buFont typeface="IBM Plex Sans" panose="020B0503050203000203" pitchFamily="34" charset="0"/>
              <a:buNone/>
              <a:defRPr lang="en-US" sz="1200" dirty="0" smtClean="0"/>
            </a:lvl2pPr>
            <a:lvl3pPr marL="457200" indent="0">
              <a:buFont typeface="IBM Plex Sans" panose="020B0503050203000203" pitchFamily="34" charset="0"/>
              <a:buNone/>
              <a:defRPr lang="en-US" sz="1100" dirty="0" smtClean="0"/>
            </a:lvl3pPr>
            <a:lvl4pPr marL="685800" indent="0">
              <a:buFont typeface="IBM Plex Sans" panose="020B0503050203000203" pitchFamily="34" charset="0"/>
              <a:buNone/>
              <a:defRPr lang="en-US" sz="1050" dirty="0"/>
            </a:lvl4pPr>
          </a:lstStyle>
          <a:p>
            <a:pPr lvl="0">
              <a:spcBef>
                <a:spcPts val="200"/>
              </a:spcBef>
              <a:spcAft>
                <a:spcPts val="0"/>
              </a:spcAft>
            </a:pPr>
            <a:r>
              <a:rPr lang="en-US"/>
              <a:t>Edit Master text styles</a:t>
            </a:r>
          </a:p>
          <a:p>
            <a:pPr lvl="1">
              <a:spcBef>
                <a:spcPts val="200"/>
              </a:spcBef>
            </a:pPr>
            <a:r>
              <a:rPr lang="en-US"/>
              <a:t>Second</a:t>
            </a:r>
          </a:p>
          <a:p>
            <a:pPr lvl="2">
              <a:spcBef>
                <a:spcPts val="200"/>
              </a:spcBef>
            </a:pPr>
            <a:r>
              <a:rPr lang="en-US"/>
              <a:t>Third</a:t>
            </a:r>
          </a:p>
          <a:p>
            <a:pPr lvl="3">
              <a:spcBef>
                <a:spcPts val="200"/>
              </a:spcBef>
            </a:pPr>
            <a:r>
              <a:rPr lang="en-US"/>
              <a:t>Fourth</a:t>
            </a:r>
          </a:p>
        </p:txBody>
      </p:sp>
      <p:sp>
        <p:nvSpPr>
          <p:cNvPr id="3" name="Text Placeholder 38">
            <a:extLst>
              <a:ext uri="{FF2B5EF4-FFF2-40B4-BE49-F238E27FC236}">
                <a16:creationId xmlns:a16="http://schemas.microsoft.com/office/drawing/2014/main" id="{93904CCA-1CAC-960B-0C1D-26DC9889EE24}"/>
              </a:ext>
            </a:extLst>
          </p:cNvPr>
          <p:cNvSpPr>
            <a:spLocks noGrp="1"/>
          </p:cNvSpPr>
          <p:nvPr>
            <p:ph type="body" sz="quarter" idx="16" hasCustomPrompt="1"/>
          </p:nvPr>
        </p:nvSpPr>
        <p:spPr>
          <a:xfrm>
            <a:off x="3371779" y="3108960"/>
            <a:ext cx="2514600" cy="3057172"/>
          </a:xfrm>
        </p:spPr>
        <p:txBody>
          <a:bodyPr vert="horz" lIns="0" tIns="0" rIns="0" bIns="91440" rtlCol="0">
            <a:normAutofit/>
          </a:bodyPr>
          <a:lstStyle>
            <a:lvl1pPr marL="0" indent="0">
              <a:buFont typeface="IBM Plex Sans" panose="020B0503050203000203" pitchFamily="34" charset="0"/>
              <a:buNone/>
              <a:defRPr lang="en-US" sz="1400" dirty="0" smtClean="0"/>
            </a:lvl1pPr>
            <a:lvl2pPr marL="228600" indent="0">
              <a:buFont typeface="IBM Plex Sans" panose="020B0503050203000203" pitchFamily="34" charset="0"/>
              <a:buNone/>
              <a:defRPr lang="en-US" sz="1200" dirty="0" smtClean="0"/>
            </a:lvl2pPr>
            <a:lvl3pPr marL="457200" indent="0">
              <a:buFont typeface="IBM Plex Sans" panose="020B0503050203000203" pitchFamily="34" charset="0"/>
              <a:buNone/>
              <a:defRPr lang="en-US" sz="1100" dirty="0" smtClean="0"/>
            </a:lvl3pPr>
            <a:lvl4pPr marL="685800" indent="0">
              <a:buFont typeface="IBM Plex Sans" panose="020B0503050203000203" pitchFamily="34" charset="0"/>
              <a:buNone/>
              <a:defRPr lang="en-US" sz="1050" dirty="0"/>
            </a:lvl4pPr>
          </a:lstStyle>
          <a:p>
            <a:pPr lvl="0">
              <a:spcBef>
                <a:spcPts val="200"/>
              </a:spcBef>
              <a:spcAft>
                <a:spcPts val="0"/>
              </a:spcAft>
            </a:pPr>
            <a:r>
              <a:rPr lang="en-US"/>
              <a:t>Edit Master text styles</a:t>
            </a:r>
          </a:p>
          <a:p>
            <a:pPr lvl="1">
              <a:spcBef>
                <a:spcPts val="200"/>
              </a:spcBef>
            </a:pPr>
            <a:r>
              <a:rPr lang="en-US"/>
              <a:t>Second</a:t>
            </a:r>
          </a:p>
          <a:p>
            <a:pPr lvl="2">
              <a:spcBef>
                <a:spcPts val="200"/>
              </a:spcBef>
            </a:pPr>
            <a:r>
              <a:rPr lang="en-US"/>
              <a:t>Third</a:t>
            </a:r>
          </a:p>
          <a:p>
            <a:pPr lvl="3">
              <a:spcBef>
                <a:spcPts val="200"/>
              </a:spcBef>
            </a:pPr>
            <a:r>
              <a:rPr lang="en-US"/>
              <a:t>Fourth</a:t>
            </a:r>
          </a:p>
        </p:txBody>
      </p:sp>
      <p:sp>
        <p:nvSpPr>
          <p:cNvPr id="7" name="Text Placeholder 38">
            <a:extLst>
              <a:ext uri="{FF2B5EF4-FFF2-40B4-BE49-F238E27FC236}">
                <a16:creationId xmlns:a16="http://schemas.microsoft.com/office/drawing/2014/main" id="{18D99361-2EC5-AB54-49BC-533710AB071A}"/>
              </a:ext>
            </a:extLst>
          </p:cNvPr>
          <p:cNvSpPr>
            <a:spLocks noGrp="1"/>
          </p:cNvSpPr>
          <p:nvPr>
            <p:ph type="body" sz="quarter" idx="17" hasCustomPrompt="1"/>
          </p:nvPr>
        </p:nvSpPr>
        <p:spPr>
          <a:xfrm>
            <a:off x="6286359" y="3108960"/>
            <a:ext cx="2514600" cy="3057172"/>
          </a:xfrm>
        </p:spPr>
        <p:txBody>
          <a:bodyPr vert="horz" lIns="0" tIns="0" rIns="0" bIns="91440" rtlCol="0">
            <a:normAutofit/>
          </a:bodyPr>
          <a:lstStyle>
            <a:lvl1pPr marL="0" indent="0">
              <a:buFont typeface="IBM Plex Sans" panose="020B0503050203000203" pitchFamily="34" charset="0"/>
              <a:buNone/>
              <a:defRPr lang="en-US" sz="1400" dirty="0" smtClean="0"/>
            </a:lvl1pPr>
            <a:lvl2pPr marL="228600" indent="0">
              <a:buFont typeface="IBM Plex Sans" panose="020B0503050203000203" pitchFamily="34" charset="0"/>
              <a:buNone/>
              <a:defRPr lang="en-US" sz="1200" dirty="0" smtClean="0"/>
            </a:lvl2pPr>
            <a:lvl3pPr marL="457200" indent="0">
              <a:buFont typeface="IBM Plex Sans" panose="020B0503050203000203" pitchFamily="34" charset="0"/>
              <a:buNone/>
              <a:defRPr lang="en-US" sz="1100" dirty="0" smtClean="0"/>
            </a:lvl3pPr>
            <a:lvl4pPr marL="685800" indent="0">
              <a:buFont typeface="IBM Plex Sans" panose="020B0503050203000203" pitchFamily="34" charset="0"/>
              <a:buNone/>
              <a:defRPr lang="en-US" sz="1050" dirty="0"/>
            </a:lvl4pPr>
          </a:lstStyle>
          <a:p>
            <a:pPr lvl="0">
              <a:spcBef>
                <a:spcPts val="200"/>
              </a:spcBef>
              <a:spcAft>
                <a:spcPts val="0"/>
              </a:spcAft>
            </a:pPr>
            <a:r>
              <a:rPr lang="en-US"/>
              <a:t>Edit Master text styles</a:t>
            </a:r>
          </a:p>
          <a:p>
            <a:pPr lvl="1">
              <a:spcBef>
                <a:spcPts val="200"/>
              </a:spcBef>
            </a:pPr>
            <a:r>
              <a:rPr lang="en-US"/>
              <a:t>Second</a:t>
            </a:r>
          </a:p>
          <a:p>
            <a:pPr lvl="2">
              <a:spcBef>
                <a:spcPts val="200"/>
              </a:spcBef>
            </a:pPr>
            <a:r>
              <a:rPr lang="en-US"/>
              <a:t>Third</a:t>
            </a:r>
          </a:p>
          <a:p>
            <a:pPr lvl="3">
              <a:spcBef>
                <a:spcPts val="200"/>
              </a:spcBef>
            </a:pPr>
            <a:r>
              <a:rPr lang="en-US"/>
              <a:t>Fourth</a:t>
            </a:r>
          </a:p>
        </p:txBody>
      </p:sp>
      <p:sp>
        <p:nvSpPr>
          <p:cNvPr id="4" name="Text Placeholder 38">
            <a:extLst>
              <a:ext uri="{FF2B5EF4-FFF2-40B4-BE49-F238E27FC236}">
                <a16:creationId xmlns:a16="http://schemas.microsoft.com/office/drawing/2014/main" id="{9D1AF4A6-1771-F6AC-2C95-2C8B4DECAE39}"/>
              </a:ext>
            </a:extLst>
          </p:cNvPr>
          <p:cNvSpPr>
            <a:spLocks noGrp="1"/>
          </p:cNvSpPr>
          <p:nvPr>
            <p:ph type="body" sz="quarter" idx="20" hasCustomPrompt="1"/>
          </p:nvPr>
        </p:nvSpPr>
        <p:spPr>
          <a:xfrm>
            <a:off x="9200939" y="3108960"/>
            <a:ext cx="2514600" cy="3057172"/>
          </a:xfrm>
        </p:spPr>
        <p:txBody>
          <a:bodyPr vert="horz" lIns="0" tIns="0" rIns="0" bIns="91440" rtlCol="0">
            <a:normAutofit/>
          </a:bodyPr>
          <a:lstStyle>
            <a:lvl1pPr marL="0" indent="0">
              <a:buFont typeface="IBM Plex Sans" panose="020B0503050203000203" pitchFamily="34" charset="0"/>
              <a:buNone/>
              <a:defRPr lang="en-US" sz="1400" dirty="0" smtClean="0"/>
            </a:lvl1pPr>
            <a:lvl2pPr marL="228600" indent="0">
              <a:buFont typeface="IBM Plex Sans" panose="020B0503050203000203" pitchFamily="34" charset="0"/>
              <a:buNone/>
              <a:defRPr lang="en-US" sz="1200" dirty="0" smtClean="0"/>
            </a:lvl2pPr>
            <a:lvl3pPr marL="457200" indent="0">
              <a:buFont typeface="IBM Plex Sans" panose="020B0503050203000203" pitchFamily="34" charset="0"/>
              <a:buNone/>
              <a:defRPr lang="en-US" sz="1100" dirty="0" smtClean="0"/>
            </a:lvl3pPr>
            <a:lvl4pPr marL="685800" indent="0">
              <a:buFont typeface="IBM Plex Sans" panose="020B0503050203000203" pitchFamily="34" charset="0"/>
              <a:buNone/>
              <a:defRPr lang="en-US" sz="1050" dirty="0"/>
            </a:lvl4pPr>
          </a:lstStyle>
          <a:p>
            <a:pPr lvl="0">
              <a:spcBef>
                <a:spcPts val="200"/>
              </a:spcBef>
              <a:spcAft>
                <a:spcPts val="0"/>
              </a:spcAft>
            </a:pPr>
            <a:r>
              <a:rPr lang="en-US"/>
              <a:t>Edit Master text styles</a:t>
            </a:r>
          </a:p>
          <a:p>
            <a:pPr lvl="1">
              <a:spcBef>
                <a:spcPts val="200"/>
              </a:spcBef>
            </a:pPr>
            <a:r>
              <a:rPr lang="en-US"/>
              <a:t>Second</a:t>
            </a:r>
          </a:p>
          <a:p>
            <a:pPr lvl="2">
              <a:spcBef>
                <a:spcPts val="200"/>
              </a:spcBef>
            </a:pPr>
            <a:r>
              <a:rPr lang="en-US"/>
              <a:t>Third</a:t>
            </a:r>
          </a:p>
          <a:p>
            <a:pPr lvl="3">
              <a:spcBef>
                <a:spcPts val="200"/>
              </a:spcBef>
            </a:pPr>
            <a:r>
              <a:rPr lang="en-US"/>
              <a:t>Fourth</a:t>
            </a:r>
          </a:p>
        </p:txBody>
      </p:sp>
      <p:sp>
        <p:nvSpPr>
          <p:cNvPr id="5" name="Date Placeholder 4">
            <a:extLst>
              <a:ext uri="{FF2B5EF4-FFF2-40B4-BE49-F238E27FC236}">
                <a16:creationId xmlns:a16="http://schemas.microsoft.com/office/drawing/2014/main" id="{0E294F37-BED2-6D6C-5ACC-9F0FCFCB4589}"/>
              </a:ext>
            </a:extLst>
          </p:cNvPr>
          <p:cNvSpPr>
            <a:spLocks noGrp="1"/>
          </p:cNvSpPr>
          <p:nvPr>
            <p:ph type="dt" sz="half" idx="21"/>
          </p:nvPr>
        </p:nvSpPr>
        <p:spPr/>
        <p:txBody>
          <a:bodyPr/>
          <a:lstStyle/>
          <a:p>
            <a:fld id="{228D026D-C07B-48C8-8C2B-C561E4D51E16}" type="datetime1">
              <a:rPr lang="en-US" smtClean="0"/>
              <a:t>11/19/2024</a:t>
            </a:fld>
            <a:endParaRPr lang="en-US"/>
          </a:p>
        </p:txBody>
      </p:sp>
      <p:sp>
        <p:nvSpPr>
          <p:cNvPr id="8" name="Footer Placeholder 7">
            <a:extLst>
              <a:ext uri="{FF2B5EF4-FFF2-40B4-BE49-F238E27FC236}">
                <a16:creationId xmlns:a16="http://schemas.microsoft.com/office/drawing/2014/main" id="{9C8DBA19-E0E0-2079-DC59-AB6649875E84}"/>
              </a:ext>
            </a:extLst>
          </p:cNvPr>
          <p:cNvSpPr>
            <a:spLocks noGrp="1"/>
          </p:cNvSpPr>
          <p:nvPr>
            <p:ph type="ftr" sz="quarter" idx="22"/>
          </p:nvPr>
        </p:nvSpPr>
        <p:spPr/>
        <p:txBody>
          <a:bodyPr/>
          <a:lstStyle/>
          <a:p>
            <a:r>
              <a:rPr lang="en-US"/>
              <a:t>CONFIDENTIAL</a:t>
            </a:r>
          </a:p>
        </p:txBody>
      </p:sp>
      <p:sp>
        <p:nvSpPr>
          <p:cNvPr id="9" name="Slide Number Placeholder 8">
            <a:extLst>
              <a:ext uri="{FF2B5EF4-FFF2-40B4-BE49-F238E27FC236}">
                <a16:creationId xmlns:a16="http://schemas.microsoft.com/office/drawing/2014/main" id="{FF3DE37F-A0AC-9C41-6BE5-DA06AD5EB52D}"/>
              </a:ext>
            </a:extLst>
          </p:cNvPr>
          <p:cNvSpPr>
            <a:spLocks noGrp="1"/>
          </p:cNvSpPr>
          <p:nvPr>
            <p:ph type="sldNum" sz="quarter" idx="23"/>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1893369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1733599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Title Placeholder 1">
            <a:extLst>
              <a:ext uri="{FF2B5EF4-FFF2-40B4-BE49-F238E27FC236}">
                <a16:creationId xmlns:a16="http://schemas.microsoft.com/office/drawing/2014/main" id="{EC1ED141-BBBF-4DD5-B7BC-89C97DDCA601}"/>
              </a:ext>
            </a:extLst>
          </p:cNvPr>
          <p:cNvSpPr>
            <a:spLocks noGrp="1"/>
          </p:cNvSpPr>
          <p:nvPr>
            <p:ph type="title" hasCustomPrompt="1"/>
          </p:nvPr>
        </p:nvSpPr>
        <p:spPr>
          <a:xfrm>
            <a:off x="687325" y="365760"/>
            <a:ext cx="6353427" cy="1188720"/>
          </a:xfrm>
          <a:prstGeom prst="rect">
            <a:avLst/>
          </a:prstGeom>
        </p:spPr>
        <p:txBody>
          <a:bodyPr vert="horz" lIns="0" tIns="0" rIns="0" bIns="0" rtlCol="0" anchor="b">
            <a:noAutofit/>
          </a:bodyPr>
          <a:lstStyle>
            <a:lvl1pPr>
              <a:defRPr sz="4000">
                <a:latin typeface="+mj-lt"/>
                <a:ea typeface="+mj-ea"/>
                <a:cs typeface="+mj-cs"/>
              </a:defRPr>
            </a:lvl1pPr>
          </a:lstStyle>
          <a:p>
            <a:r>
              <a:rPr lang="en-US"/>
              <a:t>Title Goes Here</a:t>
            </a:r>
          </a:p>
        </p:txBody>
      </p:sp>
      <p:sp>
        <p:nvSpPr>
          <p:cNvPr id="5" name="Picture Placeholder 23">
            <a:extLst>
              <a:ext uri="{FF2B5EF4-FFF2-40B4-BE49-F238E27FC236}">
                <a16:creationId xmlns:a16="http://schemas.microsoft.com/office/drawing/2014/main" id="{85722EBC-8176-2081-5A3F-1276FD28E162}"/>
              </a:ext>
            </a:extLst>
          </p:cNvPr>
          <p:cNvSpPr>
            <a:spLocks noGrp="1"/>
          </p:cNvSpPr>
          <p:nvPr>
            <p:ph type="pic" sz="quarter" idx="10" hasCustomPrompt="1"/>
          </p:nvPr>
        </p:nvSpPr>
        <p:spPr>
          <a:xfrm>
            <a:off x="7181815" y="1371600"/>
            <a:ext cx="4114800" cy="4114800"/>
          </a:xfrm>
          <a:prstGeom prst="roundRect">
            <a:avLst/>
          </a:prstGeom>
          <a:solidFill>
            <a:schemeClr val="bg1">
              <a:lumMod val="75000"/>
            </a:schemeClr>
          </a:solidFill>
        </p:spPr>
        <p:txBody>
          <a:bodyPr anchor="ctr"/>
          <a:lstStyle>
            <a:lvl1pPr marL="0" indent="0" algn="ctr">
              <a:buNone/>
              <a:defRPr/>
            </a:lvl1pPr>
          </a:lstStyle>
          <a:p>
            <a:r>
              <a:rPr lang="en-US"/>
              <a:t>Click to add image</a:t>
            </a:r>
          </a:p>
        </p:txBody>
      </p:sp>
      <p:sp>
        <p:nvSpPr>
          <p:cNvPr id="4" name="Subtitle 2">
            <a:extLst>
              <a:ext uri="{FF2B5EF4-FFF2-40B4-BE49-F238E27FC236}">
                <a16:creationId xmlns:a16="http://schemas.microsoft.com/office/drawing/2014/main" id="{ED3E3588-4F94-E7E6-FC5F-A5F90E4926CE}"/>
              </a:ext>
            </a:extLst>
          </p:cNvPr>
          <p:cNvSpPr>
            <a:spLocks noGrp="1"/>
          </p:cNvSpPr>
          <p:nvPr>
            <p:ph type="subTitle" idx="14" hasCustomPrompt="1"/>
          </p:nvPr>
        </p:nvSpPr>
        <p:spPr>
          <a:xfrm>
            <a:off x="687325" y="1618488"/>
            <a:ext cx="6353427" cy="274320"/>
          </a:xfrm>
        </p:spPr>
        <p:txBody>
          <a:bodyPr lIns="0" tIns="0" rIns="0" bIns="0"/>
          <a:lstStyle>
            <a:lvl1pPr marL="0" indent="0" algn="l">
              <a:buNone/>
              <a:defRPr sz="2000" b="0">
                <a:solidFill>
                  <a:schemeClr val="accent1">
                    <a:lumMod val="50000"/>
                  </a:schemeClr>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Content Placeholder 10">
            <a:extLst>
              <a:ext uri="{FF2B5EF4-FFF2-40B4-BE49-F238E27FC236}">
                <a16:creationId xmlns:a16="http://schemas.microsoft.com/office/drawing/2014/main" id="{6296326A-1A24-A631-2CB1-651056F4ECA1}"/>
              </a:ext>
            </a:extLst>
          </p:cNvPr>
          <p:cNvSpPr>
            <a:spLocks noGrp="1"/>
          </p:cNvSpPr>
          <p:nvPr>
            <p:ph sz="quarter" idx="15"/>
          </p:nvPr>
        </p:nvSpPr>
        <p:spPr>
          <a:xfrm>
            <a:off x="687450" y="2104723"/>
            <a:ext cx="6353429" cy="4113197"/>
          </a:xfrm>
        </p:spPr>
        <p:txBody>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2C38D73B-EAE3-A46E-EA5B-1C0169CEE767}"/>
              </a:ext>
            </a:extLst>
          </p:cNvPr>
          <p:cNvSpPr>
            <a:spLocks noGrp="1"/>
          </p:cNvSpPr>
          <p:nvPr>
            <p:ph type="dt" sz="half" idx="16"/>
          </p:nvPr>
        </p:nvSpPr>
        <p:spPr/>
        <p:txBody>
          <a:bodyPr/>
          <a:lstStyle/>
          <a:p>
            <a:fld id="{228D026D-C07B-48C8-8C2B-C561E4D51E16}" type="datetime1">
              <a:rPr lang="en-US" smtClean="0"/>
              <a:t>11/19/2024</a:t>
            </a:fld>
            <a:endParaRPr lang="en-US"/>
          </a:p>
        </p:txBody>
      </p:sp>
      <p:sp>
        <p:nvSpPr>
          <p:cNvPr id="3" name="Footer Placeholder 2">
            <a:extLst>
              <a:ext uri="{FF2B5EF4-FFF2-40B4-BE49-F238E27FC236}">
                <a16:creationId xmlns:a16="http://schemas.microsoft.com/office/drawing/2014/main" id="{642412EE-2989-0E9E-CBC7-2A70D72C39D2}"/>
              </a:ext>
            </a:extLst>
          </p:cNvPr>
          <p:cNvSpPr>
            <a:spLocks noGrp="1"/>
          </p:cNvSpPr>
          <p:nvPr>
            <p:ph type="ftr" sz="quarter" idx="17"/>
          </p:nvPr>
        </p:nvSpPr>
        <p:spPr/>
        <p:txBody>
          <a:bodyPr/>
          <a:lstStyle/>
          <a:p>
            <a:r>
              <a:rPr lang="en-US"/>
              <a:t>CONFIDENTIAL</a:t>
            </a:r>
          </a:p>
        </p:txBody>
      </p:sp>
      <p:sp>
        <p:nvSpPr>
          <p:cNvPr id="7" name="Slide Number Placeholder 6">
            <a:extLst>
              <a:ext uri="{FF2B5EF4-FFF2-40B4-BE49-F238E27FC236}">
                <a16:creationId xmlns:a16="http://schemas.microsoft.com/office/drawing/2014/main" id="{270B0269-8409-C0C6-76BB-9FEA49E2D133}"/>
              </a:ext>
            </a:extLst>
          </p:cNvPr>
          <p:cNvSpPr>
            <a:spLocks noGrp="1"/>
          </p:cNvSpPr>
          <p:nvPr>
            <p:ph type="sldNum" sz="quarter" idx="18"/>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3076314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Omnipod">
    <p:spTree>
      <p:nvGrpSpPr>
        <p:cNvPr id="1" name=""/>
        <p:cNvGrpSpPr/>
        <p:nvPr/>
      </p:nvGrpSpPr>
      <p:grpSpPr>
        <a:xfrm>
          <a:off x="0" y="0"/>
          <a:ext cx="0" cy="0"/>
          <a:chOff x="0" y="0"/>
          <a:chExt cx="0" cy="0"/>
        </a:xfrm>
      </p:grpSpPr>
      <p:sp>
        <p:nvSpPr>
          <p:cNvPr id="8" name="Graphic 17">
            <a:extLst>
              <a:ext uri="{FF2B5EF4-FFF2-40B4-BE49-F238E27FC236}">
                <a16:creationId xmlns:a16="http://schemas.microsoft.com/office/drawing/2014/main" id="{8597F1AA-4303-52E3-4513-A73300B25D1C}"/>
              </a:ext>
            </a:extLst>
          </p:cNvPr>
          <p:cNvSpPr/>
          <p:nvPr userDrawn="1"/>
        </p:nvSpPr>
        <p:spPr>
          <a:xfrm>
            <a:off x="0" y="0"/>
            <a:ext cx="4957010" cy="4538932"/>
          </a:xfrm>
          <a:custGeom>
            <a:avLst/>
            <a:gdLst>
              <a:gd name="connsiteX0" fmla="*/ 0 w 5158820"/>
              <a:gd name="connsiteY0" fmla="*/ 3585115 h 3585114"/>
              <a:gd name="connsiteX1" fmla="*/ 0 w 5158820"/>
              <a:gd name="connsiteY1" fmla="*/ 0 h 3585114"/>
              <a:gd name="connsiteX2" fmla="*/ 5158820 w 5158820"/>
              <a:gd name="connsiteY2" fmla="*/ 0 h 3585114"/>
              <a:gd name="connsiteX3" fmla="*/ 5158820 w 5158820"/>
              <a:gd name="connsiteY3" fmla="*/ 2407730 h 3585114"/>
              <a:gd name="connsiteX4" fmla="*/ 3569424 w 5158820"/>
              <a:gd name="connsiteY4" fmla="*/ 3585115 h 3585114"/>
              <a:gd name="connsiteX5" fmla="*/ 0 w 5158820"/>
              <a:gd name="connsiteY5" fmla="*/ 3585115 h 3585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58820" h="3585114">
                <a:moveTo>
                  <a:pt x="0" y="3585115"/>
                </a:moveTo>
                <a:lnTo>
                  <a:pt x="0" y="0"/>
                </a:lnTo>
                <a:lnTo>
                  <a:pt x="5158820" y="0"/>
                </a:lnTo>
                <a:cubicBezTo>
                  <a:pt x="5158820" y="0"/>
                  <a:pt x="5158820" y="2407730"/>
                  <a:pt x="5158820" y="2407730"/>
                </a:cubicBezTo>
                <a:cubicBezTo>
                  <a:pt x="5158820" y="3058001"/>
                  <a:pt x="4447250" y="3585115"/>
                  <a:pt x="3569424" y="3585115"/>
                </a:cubicBezTo>
                <a:lnTo>
                  <a:pt x="0" y="3585115"/>
                </a:lnTo>
                <a:close/>
              </a:path>
            </a:pathLst>
          </a:custGeom>
          <a:solidFill>
            <a:schemeClr val="accent1"/>
          </a:solidFill>
          <a:ln w="12836"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477B3C3F-A771-EED2-6857-E02099E5B092}"/>
              </a:ext>
            </a:extLst>
          </p:cNvPr>
          <p:cNvSpPr>
            <a:spLocks noGrp="1"/>
          </p:cNvSpPr>
          <p:nvPr>
            <p:ph type="title" hasCustomPrompt="1"/>
          </p:nvPr>
        </p:nvSpPr>
        <p:spPr>
          <a:xfrm>
            <a:off x="5550499" y="616693"/>
            <a:ext cx="5955702" cy="1188720"/>
          </a:xfrm>
        </p:spPr>
        <p:txBody>
          <a:bodyPr lIns="0" tIns="0" rIns="0" bIns="0"/>
          <a:lstStyle>
            <a:lvl1pPr>
              <a:defRPr sz="4000"/>
            </a:lvl1pPr>
          </a:lstStyle>
          <a:p>
            <a:r>
              <a:rPr lang="en-US"/>
              <a:t>Title Goes Here</a:t>
            </a:r>
          </a:p>
        </p:txBody>
      </p:sp>
      <p:sp>
        <p:nvSpPr>
          <p:cNvPr id="13" name="Subtitle 2">
            <a:extLst>
              <a:ext uri="{FF2B5EF4-FFF2-40B4-BE49-F238E27FC236}">
                <a16:creationId xmlns:a16="http://schemas.microsoft.com/office/drawing/2014/main" id="{83C847D7-DBD7-D2D8-AB38-282164D7B49C}"/>
              </a:ext>
            </a:extLst>
          </p:cNvPr>
          <p:cNvSpPr>
            <a:spLocks noGrp="1"/>
          </p:cNvSpPr>
          <p:nvPr>
            <p:ph type="subTitle" idx="14" hasCustomPrompt="1"/>
          </p:nvPr>
        </p:nvSpPr>
        <p:spPr>
          <a:xfrm>
            <a:off x="5550499" y="1874520"/>
            <a:ext cx="5955702" cy="293117"/>
          </a:xfrm>
        </p:spPr>
        <p:txBody>
          <a:bodyPr lIns="0" tIns="0" rIns="0" bIns="0"/>
          <a:lstStyle>
            <a:lvl1pPr marL="0" indent="0" algn="l">
              <a:buFont typeface="IBM Plex Sans" panose="020B0503050203000203" pitchFamily="34" charset="0"/>
              <a:buNone/>
              <a:defRPr sz="2000" b="0" cap="all" baseline="0">
                <a:solidFill>
                  <a:schemeClr val="accent1">
                    <a:lumMod val="50000"/>
                  </a:schemeClr>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Content Placeholder 11">
            <a:extLst>
              <a:ext uri="{FF2B5EF4-FFF2-40B4-BE49-F238E27FC236}">
                <a16:creationId xmlns:a16="http://schemas.microsoft.com/office/drawing/2014/main" id="{6ACB9B06-BECE-E324-7CDA-AEEF2FE12DB2}"/>
              </a:ext>
            </a:extLst>
          </p:cNvPr>
          <p:cNvSpPr>
            <a:spLocks noGrp="1"/>
          </p:cNvSpPr>
          <p:nvPr>
            <p:ph sz="quarter" idx="18"/>
          </p:nvPr>
        </p:nvSpPr>
        <p:spPr>
          <a:xfrm>
            <a:off x="5550499" y="2507530"/>
            <a:ext cx="5955702" cy="3710390"/>
          </a:xfrm>
        </p:spPr>
        <p:txBody>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E6AFCD03-FF82-93D6-447B-1598C10B5013}"/>
              </a:ext>
            </a:extLst>
          </p:cNvPr>
          <p:cNvPicPr>
            <a:picLocks noChangeAspect="1"/>
          </p:cNvPicPr>
          <p:nvPr userDrawn="1"/>
        </p:nvPicPr>
        <p:blipFill>
          <a:blip r:embed="rId2"/>
          <a:stretch>
            <a:fillRect/>
          </a:stretch>
        </p:blipFill>
        <p:spPr>
          <a:xfrm>
            <a:off x="232914" y="223760"/>
            <a:ext cx="5596613" cy="6389162"/>
          </a:xfrm>
          <a:prstGeom prst="rect">
            <a:avLst/>
          </a:prstGeom>
        </p:spPr>
      </p:pic>
      <p:sp>
        <p:nvSpPr>
          <p:cNvPr id="3" name="Date Placeholder 2">
            <a:extLst>
              <a:ext uri="{FF2B5EF4-FFF2-40B4-BE49-F238E27FC236}">
                <a16:creationId xmlns:a16="http://schemas.microsoft.com/office/drawing/2014/main" id="{618DECF7-7824-820B-B0D4-23B1B7CE469F}"/>
              </a:ext>
            </a:extLst>
          </p:cNvPr>
          <p:cNvSpPr>
            <a:spLocks noGrp="1"/>
          </p:cNvSpPr>
          <p:nvPr>
            <p:ph type="dt" sz="half" idx="19"/>
          </p:nvPr>
        </p:nvSpPr>
        <p:spPr/>
        <p:txBody>
          <a:bodyPr/>
          <a:lstStyle/>
          <a:p>
            <a:fld id="{228D026D-C07B-48C8-8C2B-C561E4D51E16}" type="datetime1">
              <a:rPr lang="en-US" smtClean="0"/>
              <a:t>11/19/2024</a:t>
            </a:fld>
            <a:endParaRPr lang="en-US"/>
          </a:p>
        </p:txBody>
      </p:sp>
      <p:sp>
        <p:nvSpPr>
          <p:cNvPr id="5" name="Footer Placeholder 4">
            <a:extLst>
              <a:ext uri="{FF2B5EF4-FFF2-40B4-BE49-F238E27FC236}">
                <a16:creationId xmlns:a16="http://schemas.microsoft.com/office/drawing/2014/main" id="{AF158A49-1802-6C0A-507E-85C729FA9BA1}"/>
              </a:ext>
            </a:extLst>
          </p:cNvPr>
          <p:cNvSpPr>
            <a:spLocks noGrp="1"/>
          </p:cNvSpPr>
          <p:nvPr>
            <p:ph type="ftr" sz="quarter" idx="20"/>
          </p:nvPr>
        </p:nvSpPr>
        <p:spPr/>
        <p:txBody>
          <a:bodyPr/>
          <a:lstStyle/>
          <a:p>
            <a:r>
              <a:rPr lang="en-US"/>
              <a:t>CONFIDENTIAL</a:t>
            </a:r>
          </a:p>
        </p:txBody>
      </p:sp>
      <p:sp>
        <p:nvSpPr>
          <p:cNvPr id="6" name="Slide Number Placeholder 5">
            <a:extLst>
              <a:ext uri="{FF2B5EF4-FFF2-40B4-BE49-F238E27FC236}">
                <a16:creationId xmlns:a16="http://schemas.microsoft.com/office/drawing/2014/main" id="{002E0FC6-8E71-6FDB-6F5B-E0C5DE23DC0A}"/>
              </a:ext>
            </a:extLst>
          </p:cNvPr>
          <p:cNvSpPr>
            <a:spLocks noGrp="1"/>
          </p:cNvSpPr>
          <p:nvPr>
            <p:ph type="sldNum" sz="quarter" idx="21"/>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148018598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Dexcom">
    <p:spTree>
      <p:nvGrpSpPr>
        <p:cNvPr id="1" name=""/>
        <p:cNvGrpSpPr/>
        <p:nvPr/>
      </p:nvGrpSpPr>
      <p:grpSpPr>
        <a:xfrm>
          <a:off x="0" y="0"/>
          <a:ext cx="0" cy="0"/>
          <a:chOff x="0" y="0"/>
          <a:chExt cx="0" cy="0"/>
        </a:xfrm>
      </p:grpSpPr>
      <p:sp>
        <p:nvSpPr>
          <p:cNvPr id="3" name="Graphic 17">
            <a:extLst>
              <a:ext uri="{FF2B5EF4-FFF2-40B4-BE49-F238E27FC236}">
                <a16:creationId xmlns:a16="http://schemas.microsoft.com/office/drawing/2014/main" id="{94906A67-3048-D494-1E00-AF1FF9D2965E}"/>
              </a:ext>
            </a:extLst>
          </p:cNvPr>
          <p:cNvSpPr/>
          <p:nvPr userDrawn="1"/>
        </p:nvSpPr>
        <p:spPr>
          <a:xfrm>
            <a:off x="0" y="0"/>
            <a:ext cx="4957010" cy="3528279"/>
          </a:xfrm>
          <a:custGeom>
            <a:avLst/>
            <a:gdLst>
              <a:gd name="connsiteX0" fmla="*/ 0 w 5158820"/>
              <a:gd name="connsiteY0" fmla="*/ 3585115 h 3585114"/>
              <a:gd name="connsiteX1" fmla="*/ 0 w 5158820"/>
              <a:gd name="connsiteY1" fmla="*/ 0 h 3585114"/>
              <a:gd name="connsiteX2" fmla="*/ 5158820 w 5158820"/>
              <a:gd name="connsiteY2" fmla="*/ 0 h 3585114"/>
              <a:gd name="connsiteX3" fmla="*/ 5158820 w 5158820"/>
              <a:gd name="connsiteY3" fmla="*/ 2407730 h 3585114"/>
              <a:gd name="connsiteX4" fmla="*/ 3569424 w 5158820"/>
              <a:gd name="connsiteY4" fmla="*/ 3585115 h 3585114"/>
              <a:gd name="connsiteX5" fmla="*/ 0 w 5158820"/>
              <a:gd name="connsiteY5" fmla="*/ 3585115 h 3585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58820" h="3585114">
                <a:moveTo>
                  <a:pt x="0" y="3585115"/>
                </a:moveTo>
                <a:lnTo>
                  <a:pt x="0" y="0"/>
                </a:lnTo>
                <a:lnTo>
                  <a:pt x="5158820" y="0"/>
                </a:lnTo>
                <a:cubicBezTo>
                  <a:pt x="5158820" y="0"/>
                  <a:pt x="5158820" y="2407730"/>
                  <a:pt x="5158820" y="2407730"/>
                </a:cubicBezTo>
                <a:cubicBezTo>
                  <a:pt x="5158820" y="3058001"/>
                  <a:pt x="4447250" y="3585115"/>
                  <a:pt x="3569424" y="3585115"/>
                </a:cubicBezTo>
                <a:lnTo>
                  <a:pt x="0" y="3585115"/>
                </a:lnTo>
                <a:close/>
              </a:path>
            </a:pathLst>
          </a:custGeom>
          <a:solidFill>
            <a:schemeClr val="accent1"/>
          </a:solidFill>
          <a:ln w="12836" cap="flat">
            <a:noFill/>
            <a:prstDash val="solid"/>
            <a:miter/>
          </a:ln>
        </p:spPr>
        <p:txBody>
          <a:bodyPr rtlCol="0" anchor="ctr"/>
          <a:lstStyle/>
          <a:p>
            <a:endParaRPr lang="en-US"/>
          </a:p>
        </p:txBody>
      </p:sp>
      <p:sp>
        <p:nvSpPr>
          <p:cNvPr id="11" name="Title 1">
            <a:extLst>
              <a:ext uri="{FF2B5EF4-FFF2-40B4-BE49-F238E27FC236}">
                <a16:creationId xmlns:a16="http://schemas.microsoft.com/office/drawing/2014/main" id="{7B315C9C-CCDB-2247-3B9F-1E5F89783DBE}"/>
              </a:ext>
            </a:extLst>
          </p:cNvPr>
          <p:cNvSpPr>
            <a:spLocks noGrp="1"/>
          </p:cNvSpPr>
          <p:nvPr>
            <p:ph type="title" hasCustomPrompt="1"/>
          </p:nvPr>
        </p:nvSpPr>
        <p:spPr>
          <a:xfrm>
            <a:off x="5550499" y="616693"/>
            <a:ext cx="5955702" cy="1188720"/>
          </a:xfrm>
        </p:spPr>
        <p:txBody>
          <a:bodyPr lIns="0" tIns="0" rIns="0" bIns="0"/>
          <a:lstStyle>
            <a:lvl1pPr>
              <a:defRPr sz="4000"/>
            </a:lvl1pPr>
          </a:lstStyle>
          <a:p>
            <a:r>
              <a:rPr lang="en-US"/>
              <a:t>Title Goes Here</a:t>
            </a:r>
          </a:p>
        </p:txBody>
      </p:sp>
      <p:sp>
        <p:nvSpPr>
          <p:cNvPr id="13" name="Subtitle 2">
            <a:extLst>
              <a:ext uri="{FF2B5EF4-FFF2-40B4-BE49-F238E27FC236}">
                <a16:creationId xmlns:a16="http://schemas.microsoft.com/office/drawing/2014/main" id="{3DC7443E-F434-9D06-185F-B2D867056088}"/>
              </a:ext>
            </a:extLst>
          </p:cNvPr>
          <p:cNvSpPr>
            <a:spLocks noGrp="1"/>
          </p:cNvSpPr>
          <p:nvPr>
            <p:ph type="subTitle" idx="14" hasCustomPrompt="1"/>
          </p:nvPr>
        </p:nvSpPr>
        <p:spPr>
          <a:xfrm>
            <a:off x="5550499" y="1874520"/>
            <a:ext cx="5955702" cy="293117"/>
          </a:xfrm>
        </p:spPr>
        <p:txBody>
          <a:bodyPr vert="horz" lIns="0" tIns="0" rIns="0" bIns="0" rtlCol="0">
            <a:noAutofit/>
          </a:bodyPr>
          <a:lstStyle>
            <a:lvl1pPr marL="0" indent="0">
              <a:buNone/>
              <a:defRPr lang="en-US" sz="2000" b="0" cap="all" baseline="0" dirty="0">
                <a:solidFill>
                  <a:schemeClr val="accent1">
                    <a:lumMod val="50000"/>
                  </a:schemeClr>
                </a:solidFill>
              </a:defRPr>
            </a:lvl1pPr>
          </a:lstStyle>
          <a:p>
            <a:pPr marL="228600" lvl="0" indent="-228600"/>
            <a:r>
              <a:rPr lang="en-US"/>
              <a:t>CLICK TO EDIT MASTER SUBTITLE STYLE</a:t>
            </a:r>
          </a:p>
        </p:txBody>
      </p:sp>
      <p:sp>
        <p:nvSpPr>
          <p:cNvPr id="10" name="Content Placeholder 9">
            <a:extLst>
              <a:ext uri="{FF2B5EF4-FFF2-40B4-BE49-F238E27FC236}">
                <a16:creationId xmlns:a16="http://schemas.microsoft.com/office/drawing/2014/main" id="{5CC7B76A-3FE1-EF24-93CE-29D50F924EAE}"/>
              </a:ext>
            </a:extLst>
          </p:cNvPr>
          <p:cNvSpPr>
            <a:spLocks noGrp="1"/>
          </p:cNvSpPr>
          <p:nvPr>
            <p:ph sz="quarter" idx="18"/>
          </p:nvPr>
        </p:nvSpPr>
        <p:spPr>
          <a:xfrm>
            <a:off x="5550499" y="3200400"/>
            <a:ext cx="5955702" cy="3017520"/>
          </a:xfrm>
        </p:spPr>
        <p:txBody>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FB01B9AE-C8D8-86DB-2677-8893DD6DD7DA}"/>
              </a:ext>
            </a:extLst>
          </p:cNvPr>
          <p:cNvPicPr>
            <a:picLocks noChangeAspect="1"/>
          </p:cNvPicPr>
          <p:nvPr userDrawn="1"/>
        </p:nvPicPr>
        <p:blipFill>
          <a:blip r:embed="rId2"/>
          <a:stretch>
            <a:fillRect/>
          </a:stretch>
        </p:blipFill>
        <p:spPr>
          <a:xfrm>
            <a:off x="104153" y="2796016"/>
            <a:ext cx="5297883" cy="2469094"/>
          </a:xfrm>
          <a:prstGeom prst="rect">
            <a:avLst/>
          </a:prstGeom>
        </p:spPr>
      </p:pic>
      <p:sp>
        <p:nvSpPr>
          <p:cNvPr id="4" name="Date Placeholder 3">
            <a:extLst>
              <a:ext uri="{FF2B5EF4-FFF2-40B4-BE49-F238E27FC236}">
                <a16:creationId xmlns:a16="http://schemas.microsoft.com/office/drawing/2014/main" id="{BC99AFBA-AC76-580D-BD75-FC95298C70EC}"/>
              </a:ext>
            </a:extLst>
          </p:cNvPr>
          <p:cNvSpPr>
            <a:spLocks noGrp="1"/>
          </p:cNvSpPr>
          <p:nvPr>
            <p:ph type="dt" sz="half" idx="19"/>
          </p:nvPr>
        </p:nvSpPr>
        <p:spPr/>
        <p:txBody>
          <a:bodyPr/>
          <a:lstStyle/>
          <a:p>
            <a:fld id="{228D026D-C07B-48C8-8C2B-C561E4D51E16}" type="datetime1">
              <a:rPr lang="en-US" smtClean="0"/>
              <a:t>11/19/2024</a:t>
            </a:fld>
            <a:endParaRPr lang="en-US"/>
          </a:p>
        </p:txBody>
      </p:sp>
      <p:sp>
        <p:nvSpPr>
          <p:cNvPr id="5" name="Footer Placeholder 4">
            <a:extLst>
              <a:ext uri="{FF2B5EF4-FFF2-40B4-BE49-F238E27FC236}">
                <a16:creationId xmlns:a16="http://schemas.microsoft.com/office/drawing/2014/main" id="{C66941A8-2E0D-F7EE-3E88-751D5CCDB773}"/>
              </a:ext>
            </a:extLst>
          </p:cNvPr>
          <p:cNvSpPr>
            <a:spLocks noGrp="1"/>
          </p:cNvSpPr>
          <p:nvPr>
            <p:ph type="ftr" sz="quarter" idx="20"/>
          </p:nvPr>
        </p:nvSpPr>
        <p:spPr/>
        <p:txBody>
          <a:bodyPr/>
          <a:lstStyle/>
          <a:p>
            <a:r>
              <a:rPr lang="en-US"/>
              <a:t>CONFIDENTIAL</a:t>
            </a:r>
          </a:p>
        </p:txBody>
      </p:sp>
      <p:sp>
        <p:nvSpPr>
          <p:cNvPr id="6" name="Slide Number Placeholder 5">
            <a:extLst>
              <a:ext uri="{FF2B5EF4-FFF2-40B4-BE49-F238E27FC236}">
                <a16:creationId xmlns:a16="http://schemas.microsoft.com/office/drawing/2014/main" id="{1E45CA9D-3791-EFEC-8F47-18123B9E7D47}"/>
              </a:ext>
            </a:extLst>
          </p:cNvPr>
          <p:cNvSpPr>
            <a:spLocks noGrp="1"/>
          </p:cNvSpPr>
          <p:nvPr>
            <p:ph type="sldNum" sz="quarter" idx="21"/>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361318608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Device">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7B315C9C-CCDB-2247-3B9F-1E5F89783DBE}"/>
              </a:ext>
            </a:extLst>
          </p:cNvPr>
          <p:cNvSpPr>
            <a:spLocks noGrp="1"/>
          </p:cNvSpPr>
          <p:nvPr>
            <p:ph type="title" hasCustomPrompt="1"/>
          </p:nvPr>
        </p:nvSpPr>
        <p:spPr>
          <a:xfrm>
            <a:off x="5550499" y="616693"/>
            <a:ext cx="5955702" cy="1188720"/>
          </a:xfrm>
        </p:spPr>
        <p:txBody>
          <a:bodyPr lIns="0" tIns="0" rIns="0" bIns="0"/>
          <a:lstStyle>
            <a:lvl1pPr>
              <a:defRPr sz="4000"/>
            </a:lvl1pPr>
          </a:lstStyle>
          <a:p>
            <a:r>
              <a:rPr lang="en-US"/>
              <a:t>Title Goes Here</a:t>
            </a:r>
          </a:p>
        </p:txBody>
      </p:sp>
      <p:sp>
        <p:nvSpPr>
          <p:cNvPr id="13" name="Subtitle 2">
            <a:extLst>
              <a:ext uri="{FF2B5EF4-FFF2-40B4-BE49-F238E27FC236}">
                <a16:creationId xmlns:a16="http://schemas.microsoft.com/office/drawing/2014/main" id="{3DC7443E-F434-9D06-185F-B2D867056088}"/>
              </a:ext>
            </a:extLst>
          </p:cNvPr>
          <p:cNvSpPr>
            <a:spLocks noGrp="1"/>
          </p:cNvSpPr>
          <p:nvPr>
            <p:ph type="subTitle" idx="14" hasCustomPrompt="1"/>
          </p:nvPr>
        </p:nvSpPr>
        <p:spPr>
          <a:xfrm>
            <a:off x="5550499" y="1874520"/>
            <a:ext cx="5955702" cy="293117"/>
          </a:xfrm>
        </p:spPr>
        <p:txBody>
          <a:bodyPr vert="horz" lIns="0" tIns="0" rIns="0" bIns="0" rtlCol="0">
            <a:noAutofit/>
          </a:bodyPr>
          <a:lstStyle>
            <a:lvl1pPr marL="0" indent="0">
              <a:buNone/>
              <a:defRPr lang="en-US" sz="2000" b="0" cap="all" baseline="0" dirty="0">
                <a:solidFill>
                  <a:schemeClr val="accent1">
                    <a:lumMod val="50000"/>
                  </a:schemeClr>
                </a:solidFill>
              </a:defRPr>
            </a:lvl1pPr>
          </a:lstStyle>
          <a:p>
            <a:pPr marL="228600" lvl="0" indent="-228600"/>
            <a:r>
              <a:rPr lang="en-US"/>
              <a:t>CLICK TO EDIT MASTER SUBTITLE STYLE</a:t>
            </a:r>
          </a:p>
        </p:txBody>
      </p:sp>
      <p:sp>
        <p:nvSpPr>
          <p:cNvPr id="7" name="Rectangle 6">
            <a:extLst>
              <a:ext uri="{FF2B5EF4-FFF2-40B4-BE49-F238E27FC236}">
                <a16:creationId xmlns:a16="http://schemas.microsoft.com/office/drawing/2014/main" id="{6BFD9499-C9DA-AA6E-6279-6C374DEF5197}"/>
              </a:ext>
            </a:extLst>
          </p:cNvPr>
          <p:cNvSpPr/>
          <p:nvPr userDrawn="1"/>
        </p:nvSpPr>
        <p:spPr>
          <a:xfrm>
            <a:off x="1216866" y="662838"/>
            <a:ext cx="3254602" cy="273229"/>
          </a:xfrm>
          <a:prstGeom prst="rect">
            <a:avLst/>
          </a:prstGeom>
          <a:solidFill>
            <a:schemeClr val="tx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gn="ctr">
              <a:lnSpc>
                <a:spcPct val="85000"/>
              </a:lnSpc>
            </a:pPr>
            <a:endParaRPr lang="en-US" sz="2400">
              <a:solidFill>
                <a:schemeClr val="bg1"/>
              </a:solidFill>
            </a:endParaRPr>
          </a:p>
        </p:txBody>
      </p:sp>
      <p:pic>
        <p:nvPicPr>
          <p:cNvPr id="9" name="Picture 8">
            <a:extLst>
              <a:ext uri="{FF2B5EF4-FFF2-40B4-BE49-F238E27FC236}">
                <a16:creationId xmlns:a16="http://schemas.microsoft.com/office/drawing/2014/main" id="{2DE50CAA-95E2-06AC-A71F-7DA0A7D918BB}"/>
              </a:ext>
            </a:extLst>
          </p:cNvPr>
          <p:cNvPicPr>
            <a:picLocks noChangeAspect="1"/>
          </p:cNvPicPr>
          <p:nvPr userDrawn="1"/>
        </p:nvPicPr>
        <p:blipFill rotWithShape="1">
          <a:blip r:embed="rId2"/>
          <a:srcRect b="11579"/>
          <a:stretch/>
        </p:blipFill>
        <p:spPr>
          <a:xfrm>
            <a:off x="1036094" y="457200"/>
            <a:ext cx="3656623" cy="6400800"/>
          </a:xfrm>
          <a:prstGeom prst="rect">
            <a:avLst/>
          </a:prstGeom>
          <a:noFill/>
        </p:spPr>
      </p:pic>
      <p:sp>
        <p:nvSpPr>
          <p:cNvPr id="15" name="Content Placeholder 9">
            <a:extLst>
              <a:ext uri="{FF2B5EF4-FFF2-40B4-BE49-F238E27FC236}">
                <a16:creationId xmlns:a16="http://schemas.microsoft.com/office/drawing/2014/main" id="{3A12FC7B-D326-1E66-AB21-B47C92F863C0}"/>
              </a:ext>
            </a:extLst>
          </p:cNvPr>
          <p:cNvSpPr>
            <a:spLocks noGrp="1"/>
          </p:cNvSpPr>
          <p:nvPr>
            <p:ph sz="quarter" idx="15" hasCustomPrompt="1"/>
          </p:nvPr>
        </p:nvSpPr>
        <p:spPr>
          <a:xfrm>
            <a:off x="1286337" y="936067"/>
            <a:ext cx="3157816" cy="5921932"/>
          </a:xfrm>
          <a:solidFill>
            <a:schemeClr val="bg1">
              <a:lumMod val="75000"/>
            </a:schemeClr>
          </a:solidFill>
        </p:spPr>
        <p:txBody>
          <a:bodyPr anchor="ctr"/>
          <a:lstStyle>
            <a:lvl1pPr marL="0" indent="0" algn="ctr">
              <a:buNone/>
              <a:defRPr sz="2000"/>
            </a:lvl1pPr>
          </a:lstStyle>
          <a:p>
            <a:pPr lvl="0"/>
            <a:r>
              <a:rPr lang="en-US"/>
              <a:t>Click to add </a:t>
            </a:r>
            <a:br>
              <a:rPr lang="en-US"/>
            </a:br>
            <a:r>
              <a:rPr lang="en-US"/>
              <a:t>image or video</a:t>
            </a:r>
          </a:p>
        </p:txBody>
      </p:sp>
      <p:sp>
        <p:nvSpPr>
          <p:cNvPr id="14" name="Content Placeholder 13">
            <a:extLst>
              <a:ext uri="{FF2B5EF4-FFF2-40B4-BE49-F238E27FC236}">
                <a16:creationId xmlns:a16="http://schemas.microsoft.com/office/drawing/2014/main" id="{93DCDF15-06D5-723B-2FE7-286F29E052F2}"/>
              </a:ext>
            </a:extLst>
          </p:cNvPr>
          <p:cNvSpPr>
            <a:spLocks noGrp="1"/>
          </p:cNvSpPr>
          <p:nvPr>
            <p:ph sz="quarter" idx="19"/>
          </p:nvPr>
        </p:nvSpPr>
        <p:spPr>
          <a:xfrm>
            <a:off x="5550499" y="3200400"/>
            <a:ext cx="5955702" cy="3017520"/>
          </a:xfrm>
        </p:spPr>
        <p:txBody>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9489015-9CBA-1B5D-E78D-F55949B2963F}"/>
              </a:ext>
            </a:extLst>
          </p:cNvPr>
          <p:cNvSpPr>
            <a:spLocks noGrp="1"/>
          </p:cNvSpPr>
          <p:nvPr>
            <p:ph type="dt" sz="half" idx="20"/>
          </p:nvPr>
        </p:nvSpPr>
        <p:spPr/>
        <p:txBody>
          <a:bodyPr/>
          <a:lstStyle/>
          <a:p>
            <a:fld id="{228D026D-C07B-48C8-8C2B-C561E4D51E16}" type="datetime1">
              <a:rPr lang="en-US" smtClean="0"/>
              <a:t>11/19/2024</a:t>
            </a:fld>
            <a:endParaRPr lang="en-US"/>
          </a:p>
        </p:txBody>
      </p:sp>
      <p:sp>
        <p:nvSpPr>
          <p:cNvPr id="6" name="Footer Placeholder 5">
            <a:extLst>
              <a:ext uri="{FF2B5EF4-FFF2-40B4-BE49-F238E27FC236}">
                <a16:creationId xmlns:a16="http://schemas.microsoft.com/office/drawing/2014/main" id="{8AB01CE8-4B41-75FF-DEB5-B636021CE092}"/>
              </a:ext>
            </a:extLst>
          </p:cNvPr>
          <p:cNvSpPr>
            <a:spLocks noGrp="1"/>
          </p:cNvSpPr>
          <p:nvPr>
            <p:ph type="ftr" sz="quarter" idx="21"/>
          </p:nvPr>
        </p:nvSpPr>
        <p:spPr/>
        <p:txBody>
          <a:bodyPr/>
          <a:lstStyle/>
          <a:p>
            <a:r>
              <a:rPr lang="en-US"/>
              <a:t>CONFIDENTIAL</a:t>
            </a:r>
          </a:p>
        </p:txBody>
      </p:sp>
      <p:sp>
        <p:nvSpPr>
          <p:cNvPr id="8" name="Slide Number Placeholder 7">
            <a:extLst>
              <a:ext uri="{FF2B5EF4-FFF2-40B4-BE49-F238E27FC236}">
                <a16:creationId xmlns:a16="http://schemas.microsoft.com/office/drawing/2014/main" id="{AF5B5605-B167-E94F-F99B-9098F0AFF668}"/>
              </a:ext>
            </a:extLst>
          </p:cNvPr>
          <p:cNvSpPr>
            <a:spLocks noGrp="1"/>
          </p:cNvSpPr>
          <p:nvPr>
            <p:ph type="sldNum" sz="quarter" idx="22"/>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29263518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Devic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B3C3F-A771-EED2-6857-E02099E5B092}"/>
              </a:ext>
            </a:extLst>
          </p:cNvPr>
          <p:cNvSpPr>
            <a:spLocks noGrp="1"/>
          </p:cNvSpPr>
          <p:nvPr>
            <p:ph type="title" hasCustomPrompt="1"/>
          </p:nvPr>
        </p:nvSpPr>
        <p:spPr>
          <a:xfrm>
            <a:off x="6765223" y="616693"/>
            <a:ext cx="4740977" cy="1188720"/>
          </a:xfrm>
        </p:spPr>
        <p:txBody>
          <a:bodyPr lIns="0" tIns="0" rIns="0" bIns="0"/>
          <a:lstStyle>
            <a:lvl1pPr marL="0" indent="0">
              <a:buFont typeface="IBM Plex Sans" panose="020B0503050203000203" pitchFamily="34" charset="0"/>
              <a:buNone/>
              <a:defRPr lang="en-US" sz="4000" b="1" kern="1200" cap="none" baseline="0" dirty="0">
                <a:solidFill>
                  <a:schemeClr val="accent1">
                    <a:lumMod val="50000"/>
                  </a:schemeClr>
                </a:solidFill>
                <a:latin typeface="+mj-lt"/>
                <a:ea typeface="+mj-ea"/>
                <a:cs typeface="+mj-cs"/>
              </a:defRPr>
            </a:lvl1pPr>
          </a:lstStyle>
          <a:p>
            <a:r>
              <a:rPr lang="en-US"/>
              <a:t>Title Goes Here</a:t>
            </a:r>
          </a:p>
        </p:txBody>
      </p:sp>
      <p:sp>
        <p:nvSpPr>
          <p:cNvPr id="6" name="Subtitle 2">
            <a:extLst>
              <a:ext uri="{FF2B5EF4-FFF2-40B4-BE49-F238E27FC236}">
                <a16:creationId xmlns:a16="http://schemas.microsoft.com/office/drawing/2014/main" id="{A2625E43-5BF1-FD2F-F6DC-D00BC056CFE1}"/>
              </a:ext>
            </a:extLst>
          </p:cNvPr>
          <p:cNvSpPr>
            <a:spLocks noGrp="1"/>
          </p:cNvSpPr>
          <p:nvPr>
            <p:ph type="subTitle" idx="14" hasCustomPrompt="1"/>
          </p:nvPr>
        </p:nvSpPr>
        <p:spPr>
          <a:xfrm>
            <a:off x="6765223" y="1874520"/>
            <a:ext cx="4740978" cy="293117"/>
          </a:xfrm>
        </p:spPr>
        <p:txBody>
          <a:bodyPr vert="horz" lIns="0" tIns="0" rIns="0" bIns="0" rtlCol="0">
            <a:noAutofit/>
          </a:bodyPr>
          <a:lstStyle>
            <a:lvl1pPr marL="0" indent="0">
              <a:buNone/>
              <a:defRPr lang="en-US" sz="2000" b="0" cap="all" baseline="0" dirty="0">
                <a:solidFill>
                  <a:schemeClr val="accent1">
                    <a:lumMod val="50000"/>
                  </a:schemeClr>
                </a:solidFill>
              </a:defRPr>
            </a:lvl1pPr>
          </a:lstStyle>
          <a:p>
            <a:pPr marL="228600" lvl="0" indent="-228600"/>
            <a:r>
              <a:rPr lang="en-US"/>
              <a:t>CLICK TO EDIT MASTER SUBTITLE</a:t>
            </a:r>
          </a:p>
        </p:txBody>
      </p:sp>
      <p:pic>
        <p:nvPicPr>
          <p:cNvPr id="5" name="Picture 4">
            <a:extLst>
              <a:ext uri="{FF2B5EF4-FFF2-40B4-BE49-F238E27FC236}">
                <a16:creationId xmlns:a16="http://schemas.microsoft.com/office/drawing/2014/main" id="{FFA828C9-5EC5-9288-B6E2-A03B389A99B7}"/>
              </a:ext>
            </a:extLst>
          </p:cNvPr>
          <p:cNvPicPr>
            <a:picLocks noChangeAspect="1"/>
          </p:cNvPicPr>
          <p:nvPr userDrawn="1"/>
        </p:nvPicPr>
        <p:blipFill rotWithShape="1">
          <a:blip r:embed="rId2"/>
          <a:srcRect l="25218" t="4088" r="6471" b="16512"/>
          <a:stretch/>
        </p:blipFill>
        <p:spPr>
          <a:xfrm>
            <a:off x="0" y="553171"/>
            <a:ext cx="6442440" cy="6304829"/>
          </a:xfrm>
          <a:prstGeom prst="rect">
            <a:avLst/>
          </a:prstGeom>
        </p:spPr>
      </p:pic>
      <p:sp>
        <p:nvSpPr>
          <p:cNvPr id="9" name="Content Placeholder 8">
            <a:extLst>
              <a:ext uri="{FF2B5EF4-FFF2-40B4-BE49-F238E27FC236}">
                <a16:creationId xmlns:a16="http://schemas.microsoft.com/office/drawing/2014/main" id="{F75640B4-E538-C367-4581-6156E3BB994A}"/>
              </a:ext>
            </a:extLst>
          </p:cNvPr>
          <p:cNvSpPr>
            <a:spLocks noGrp="1"/>
          </p:cNvSpPr>
          <p:nvPr>
            <p:ph sz="quarter" idx="16" hasCustomPrompt="1"/>
          </p:nvPr>
        </p:nvSpPr>
        <p:spPr>
          <a:xfrm>
            <a:off x="0" y="1209672"/>
            <a:ext cx="6038850" cy="4043366"/>
          </a:xfrm>
          <a:solidFill>
            <a:schemeClr val="bg1">
              <a:lumMod val="75000"/>
            </a:schemeClr>
          </a:solidFill>
        </p:spPr>
        <p:txBody>
          <a:bodyPr anchor="ctr"/>
          <a:lstStyle>
            <a:lvl1pPr marL="0" indent="0" algn="ctr">
              <a:buNone/>
              <a:defRPr/>
            </a:lvl1pPr>
          </a:lstStyle>
          <a:p>
            <a:pPr lvl="0"/>
            <a:r>
              <a:rPr lang="en-US"/>
              <a:t>Click to add </a:t>
            </a:r>
            <a:br>
              <a:rPr lang="en-US"/>
            </a:br>
            <a:r>
              <a:rPr lang="en-US"/>
              <a:t>image or video</a:t>
            </a:r>
          </a:p>
        </p:txBody>
      </p:sp>
      <p:sp>
        <p:nvSpPr>
          <p:cNvPr id="13" name="Content Placeholder 12">
            <a:extLst>
              <a:ext uri="{FF2B5EF4-FFF2-40B4-BE49-F238E27FC236}">
                <a16:creationId xmlns:a16="http://schemas.microsoft.com/office/drawing/2014/main" id="{5EA4375F-1E91-C28A-D7E5-232257B0BA98}"/>
              </a:ext>
            </a:extLst>
          </p:cNvPr>
          <p:cNvSpPr>
            <a:spLocks noGrp="1"/>
          </p:cNvSpPr>
          <p:nvPr>
            <p:ph sz="quarter" idx="20"/>
          </p:nvPr>
        </p:nvSpPr>
        <p:spPr>
          <a:xfrm>
            <a:off x="6765223" y="2507529"/>
            <a:ext cx="4740978" cy="3710391"/>
          </a:xfrm>
        </p:spPr>
        <p:txBody>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54012F32-6EE0-CAFD-FEC4-AB1162F8443A}"/>
              </a:ext>
            </a:extLst>
          </p:cNvPr>
          <p:cNvSpPr>
            <a:spLocks noGrp="1"/>
          </p:cNvSpPr>
          <p:nvPr>
            <p:ph type="dt" sz="half" idx="21"/>
          </p:nvPr>
        </p:nvSpPr>
        <p:spPr/>
        <p:txBody>
          <a:bodyPr/>
          <a:lstStyle/>
          <a:p>
            <a:fld id="{228D026D-C07B-48C8-8C2B-C561E4D51E16}" type="datetime1">
              <a:rPr lang="en-US" smtClean="0"/>
              <a:t>11/19/2024</a:t>
            </a:fld>
            <a:endParaRPr lang="en-US"/>
          </a:p>
        </p:txBody>
      </p:sp>
      <p:sp>
        <p:nvSpPr>
          <p:cNvPr id="10" name="Footer Placeholder 9">
            <a:extLst>
              <a:ext uri="{FF2B5EF4-FFF2-40B4-BE49-F238E27FC236}">
                <a16:creationId xmlns:a16="http://schemas.microsoft.com/office/drawing/2014/main" id="{F6630292-EA74-B8C0-FCA8-166B143908CF}"/>
              </a:ext>
            </a:extLst>
          </p:cNvPr>
          <p:cNvSpPr>
            <a:spLocks noGrp="1"/>
          </p:cNvSpPr>
          <p:nvPr>
            <p:ph type="ftr" sz="quarter" idx="22"/>
          </p:nvPr>
        </p:nvSpPr>
        <p:spPr/>
        <p:txBody>
          <a:bodyPr/>
          <a:lstStyle/>
          <a:p>
            <a:r>
              <a:rPr lang="en-US"/>
              <a:t>CONFIDENTIAL</a:t>
            </a:r>
          </a:p>
        </p:txBody>
      </p:sp>
      <p:sp>
        <p:nvSpPr>
          <p:cNvPr id="11" name="Slide Number Placeholder 10">
            <a:extLst>
              <a:ext uri="{FF2B5EF4-FFF2-40B4-BE49-F238E27FC236}">
                <a16:creationId xmlns:a16="http://schemas.microsoft.com/office/drawing/2014/main" id="{3B06D116-0972-9E81-4E91-6C9409CD0E80}"/>
              </a:ext>
            </a:extLst>
          </p:cNvPr>
          <p:cNvSpPr>
            <a:spLocks noGrp="1"/>
          </p:cNvSpPr>
          <p:nvPr>
            <p:ph type="sldNum" sz="quarter" idx="23"/>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8683921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Devices">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C22C79A9-5E0F-2D9B-48B8-93F52AEB8C30}"/>
              </a:ext>
            </a:extLst>
          </p:cNvPr>
          <p:cNvSpPr/>
          <p:nvPr userDrawn="1"/>
        </p:nvSpPr>
        <p:spPr>
          <a:xfrm>
            <a:off x="6919985" y="2020174"/>
            <a:ext cx="2471539" cy="227578"/>
          </a:xfrm>
          <a:prstGeom prst="rect">
            <a:avLst/>
          </a:prstGeom>
          <a:solidFill>
            <a:schemeClr val="tx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gn="ctr">
              <a:lnSpc>
                <a:spcPct val="85000"/>
              </a:lnSpc>
            </a:pPr>
            <a:endParaRPr lang="en-US" sz="2400">
              <a:solidFill>
                <a:schemeClr val="bg1"/>
              </a:solidFill>
            </a:endParaRPr>
          </a:p>
        </p:txBody>
      </p:sp>
      <p:pic>
        <p:nvPicPr>
          <p:cNvPr id="19" name="Picture 18">
            <a:extLst>
              <a:ext uri="{FF2B5EF4-FFF2-40B4-BE49-F238E27FC236}">
                <a16:creationId xmlns:a16="http://schemas.microsoft.com/office/drawing/2014/main" id="{B4AAECE5-BE0E-F77B-7245-F66981C85236}"/>
              </a:ext>
            </a:extLst>
          </p:cNvPr>
          <p:cNvPicPr>
            <a:picLocks noChangeAspect="1"/>
          </p:cNvPicPr>
          <p:nvPr userDrawn="1"/>
        </p:nvPicPr>
        <p:blipFill rotWithShape="1">
          <a:blip r:embed="rId2"/>
          <a:srcRect b="9645"/>
          <a:stretch/>
        </p:blipFill>
        <p:spPr>
          <a:xfrm>
            <a:off x="6760370" y="1890912"/>
            <a:ext cx="2776834" cy="4967088"/>
          </a:xfrm>
          <a:prstGeom prst="rect">
            <a:avLst/>
          </a:prstGeom>
        </p:spPr>
      </p:pic>
      <p:sp>
        <p:nvSpPr>
          <p:cNvPr id="17" name="Content Placeholder 9">
            <a:extLst>
              <a:ext uri="{FF2B5EF4-FFF2-40B4-BE49-F238E27FC236}">
                <a16:creationId xmlns:a16="http://schemas.microsoft.com/office/drawing/2014/main" id="{642B7814-D2D8-7223-29EB-819AFFBB3A9F}"/>
              </a:ext>
            </a:extLst>
          </p:cNvPr>
          <p:cNvSpPr>
            <a:spLocks noGrp="1"/>
          </p:cNvSpPr>
          <p:nvPr>
            <p:ph sz="quarter" idx="16" hasCustomPrompt="1"/>
          </p:nvPr>
        </p:nvSpPr>
        <p:spPr>
          <a:xfrm>
            <a:off x="6955276" y="2247754"/>
            <a:ext cx="2391482" cy="4610246"/>
          </a:xfrm>
          <a:solidFill>
            <a:schemeClr val="bg1">
              <a:lumMod val="75000"/>
            </a:schemeClr>
          </a:solidFill>
        </p:spPr>
        <p:txBody>
          <a:bodyPr anchor="ctr"/>
          <a:lstStyle>
            <a:lvl1pPr marL="0" indent="0" algn="ctr">
              <a:buNone/>
              <a:defRPr sz="2000"/>
            </a:lvl1pPr>
          </a:lstStyle>
          <a:p>
            <a:pPr lvl="0"/>
            <a:r>
              <a:rPr lang="en-US"/>
              <a:t>Click to add </a:t>
            </a:r>
            <a:br>
              <a:rPr lang="en-US"/>
            </a:br>
            <a:r>
              <a:rPr lang="en-US"/>
              <a:t>image or video</a:t>
            </a:r>
          </a:p>
        </p:txBody>
      </p:sp>
      <p:sp>
        <p:nvSpPr>
          <p:cNvPr id="4" name="Rectangle 3">
            <a:extLst>
              <a:ext uri="{FF2B5EF4-FFF2-40B4-BE49-F238E27FC236}">
                <a16:creationId xmlns:a16="http://schemas.microsoft.com/office/drawing/2014/main" id="{521F1EAD-68B8-E30F-F846-DF73DBE6C902}"/>
              </a:ext>
            </a:extLst>
          </p:cNvPr>
          <p:cNvSpPr/>
          <p:nvPr userDrawn="1"/>
        </p:nvSpPr>
        <p:spPr>
          <a:xfrm>
            <a:off x="2922714" y="2020172"/>
            <a:ext cx="2471539" cy="227578"/>
          </a:xfrm>
          <a:prstGeom prst="rect">
            <a:avLst/>
          </a:prstGeom>
          <a:solidFill>
            <a:schemeClr val="tx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gn="ctr">
              <a:lnSpc>
                <a:spcPct val="85000"/>
              </a:lnSpc>
            </a:pPr>
            <a:endParaRPr lang="en-US" sz="2400">
              <a:solidFill>
                <a:schemeClr val="bg1"/>
              </a:solidFill>
            </a:endParaRPr>
          </a:p>
        </p:txBody>
      </p:sp>
      <p:pic>
        <p:nvPicPr>
          <p:cNvPr id="11" name="Picture 10">
            <a:extLst>
              <a:ext uri="{FF2B5EF4-FFF2-40B4-BE49-F238E27FC236}">
                <a16:creationId xmlns:a16="http://schemas.microsoft.com/office/drawing/2014/main" id="{0C332574-8D10-9AF3-9093-EBCB26DD90B6}"/>
              </a:ext>
            </a:extLst>
          </p:cNvPr>
          <p:cNvPicPr>
            <a:picLocks noChangeAspect="1"/>
          </p:cNvPicPr>
          <p:nvPr userDrawn="1"/>
        </p:nvPicPr>
        <p:blipFill rotWithShape="1">
          <a:blip r:embed="rId2"/>
          <a:srcRect b="9645"/>
          <a:stretch/>
        </p:blipFill>
        <p:spPr>
          <a:xfrm>
            <a:off x="2763099" y="1890910"/>
            <a:ext cx="2776834" cy="4967090"/>
          </a:xfrm>
          <a:prstGeom prst="rect">
            <a:avLst/>
          </a:prstGeom>
        </p:spPr>
      </p:pic>
      <p:sp>
        <p:nvSpPr>
          <p:cNvPr id="12" name="Content Placeholder 9">
            <a:extLst>
              <a:ext uri="{FF2B5EF4-FFF2-40B4-BE49-F238E27FC236}">
                <a16:creationId xmlns:a16="http://schemas.microsoft.com/office/drawing/2014/main" id="{798D3975-5C9D-EFCF-A3CA-63670CEE6A7C}"/>
              </a:ext>
            </a:extLst>
          </p:cNvPr>
          <p:cNvSpPr>
            <a:spLocks noGrp="1"/>
          </p:cNvSpPr>
          <p:nvPr>
            <p:ph sz="quarter" idx="17" hasCustomPrompt="1"/>
          </p:nvPr>
        </p:nvSpPr>
        <p:spPr>
          <a:xfrm>
            <a:off x="2958005" y="2247752"/>
            <a:ext cx="2391482" cy="4610248"/>
          </a:xfrm>
          <a:solidFill>
            <a:schemeClr val="bg1">
              <a:lumMod val="75000"/>
            </a:schemeClr>
          </a:solidFill>
        </p:spPr>
        <p:txBody>
          <a:bodyPr anchor="ctr"/>
          <a:lstStyle>
            <a:lvl1pPr marL="0" indent="0" algn="ctr">
              <a:buNone/>
              <a:defRPr sz="2000"/>
            </a:lvl1pPr>
          </a:lstStyle>
          <a:p>
            <a:pPr lvl="0"/>
            <a:r>
              <a:rPr lang="en-US"/>
              <a:t>Click to add </a:t>
            </a:r>
            <a:br>
              <a:rPr lang="en-US"/>
            </a:br>
            <a:r>
              <a:rPr lang="en-US"/>
              <a:t>image or video</a:t>
            </a:r>
          </a:p>
        </p:txBody>
      </p:sp>
      <p:sp>
        <p:nvSpPr>
          <p:cNvPr id="3" name="Date Placeholder 2">
            <a:extLst>
              <a:ext uri="{FF2B5EF4-FFF2-40B4-BE49-F238E27FC236}">
                <a16:creationId xmlns:a16="http://schemas.microsoft.com/office/drawing/2014/main" id="{34CA2612-05F3-4A38-B595-60B89FF9523F}"/>
              </a:ext>
            </a:extLst>
          </p:cNvPr>
          <p:cNvSpPr>
            <a:spLocks noGrp="1"/>
          </p:cNvSpPr>
          <p:nvPr>
            <p:ph type="dt" sz="half" idx="18"/>
          </p:nvPr>
        </p:nvSpPr>
        <p:spPr/>
        <p:txBody>
          <a:bodyPr/>
          <a:lstStyle/>
          <a:p>
            <a:fld id="{228D026D-C07B-48C8-8C2B-C561E4D51E16}" type="datetime1">
              <a:rPr lang="en-US" smtClean="0"/>
              <a:t>11/19/2024</a:t>
            </a:fld>
            <a:endParaRPr lang="en-US"/>
          </a:p>
        </p:txBody>
      </p:sp>
      <p:sp>
        <p:nvSpPr>
          <p:cNvPr id="5" name="Footer Placeholder 4">
            <a:extLst>
              <a:ext uri="{FF2B5EF4-FFF2-40B4-BE49-F238E27FC236}">
                <a16:creationId xmlns:a16="http://schemas.microsoft.com/office/drawing/2014/main" id="{6486B8C5-6089-CF14-86C4-D117A5BCC301}"/>
              </a:ext>
            </a:extLst>
          </p:cNvPr>
          <p:cNvSpPr>
            <a:spLocks noGrp="1"/>
          </p:cNvSpPr>
          <p:nvPr>
            <p:ph type="ftr" sz="quarter" idx="19"/>
          </p:nvPr>
        </p:nvSpPr>
        <p:spPr/>
        <p:txBody>
          <a:bodyPr/>
          <a:lstStyle/>
          <a:p>
            <a:r>
              <a:rPr lang="en-US"/>
              <a:t>CONFIDENTIAL</a:t>
            </a:r>
          </a:p>
        </p:txBody>
      </p:sp>
      <p:sp>
        <p:nvSpPr>
          <p:cNvPr id="8" name="Slide Number Placeholder 7">
            <a:extLst>
              <a:ext uri="{FF2B5EF4-FFF2-40B4-BE49-F238E27FC236}">
                <a16:creationId xmlns:a16="http://schemas.microsoft.com/office/drawing/2014/main" id="{5EA89FBB-727D-08A9-ECCC-891CD51ED316}"/>
              </a:ext>
            </a:extLst>
          </p:cNvPr>
          <p:cNvSpPr>
            <a:spLocks noGrp="1"/>
          </p:cNvSpPr>
          <p:nvPr>
            <p:ph type="sldNum" sz="quarter" idx="20"/>
          </p:nvPr>
        </p:nvSpPr>
        <p:spPr/>
        <p:txBody>
          <a:bodyPr/>
          <a:lstStyle/>
          <a:p>
            <a:fld id="{4F90343F-D056-4E24-BE3D-A305BDC1A23E}" type="slidenum">
              <a:rPr lang="en-US" smtClean="0"/>
              <a:pPr/>
              <a:t>‹#›</a:t>
            </a:fld>
            <a:endParaRPr lang="en-US"/>
          </a:p>
        </p:txBody>
      </p:sp>
      <p:sp>
        <p:nvSpPr>
          <p:cNvPr id="6" name="Title 5">
            <a:extLst>
              <a:ext uri="{FF2B5EF4-FFF2-40B4-BE49-F238E27FC236}">
                <a16:creationId xmlns:a16="http://schemas.microsoft.com/office/drawing/2014/main" id="{D2A4A058-F0F8-453E-5CA5-D89E4BA4DD3B}"/>
              </a:ext>
            </a:extLst>
          </p:cNvPr>
          <p:cNvSpPr>
            <a:spLocks noGrp="1"/>
          </p:cNvSpPr>
          <p:nvPr>
            <p:ph type="title" hasCustomPrompt="1"/>
          </p:nvPr>
        </p:nvSpPr>
        <p:spPr/>
        <p:txBody>
          <a:bodyPr/>
          <a:lstStyle/>
          <a:p>
            <a:r>
              <a:rPr lang="en-US"/>
              <a:t>Title Goes Here</a:t>
            </a:r>
            <a:br>
              <a:rPr lang="en-US"/>
            </a:br>
            <a:r>
              <a:rPr lang="en-US"/>
              <a:t>Titles Are IBM Sans Plex Bold 36pt Font</a:t>
            </a:r>
          </a:p>
        </p:txBody>
      </p:sp>
    </p:spTree>
    <p:extLst>
      <p:ext uri="{BB962C8B-B14F-4D97-AF65-F5344CB8AC3E}">
        <p14:creationId xmlns:p14="http://schemas.microsoft.com/office/powerpoint/2010/main" val="4186619653"/>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evices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CEB3122A-7232-8134-5B7E-76F61BB95C27}"/>
              </a:ext>
            </a:extLst>
          </p:cNvPr>
          <p:cNvSpPr/>
          <p:nvPr userDrawn="1"/>
        </p:nvSpPr>
        <p:spPr>
          <a:xfrm>
            <a:off x="8050620" y="662838"/>
            <a:ext cx="3254602" cy="273229"/>
          </a:xfrm>
          <a:prstGeom prst="rect">
            <a:avLst/>
          </a:prstGeom>
          <a:solidFill>
            <a:schemeClr val="tx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gn="ctr">
              <a:lnSpc>
                <a:spcPct val="85000"/>
              </a:lnSpc>
            </a:pPr>
            <a:endParaRPr lang="en-US" sz="2400">
              <a:solidFill>
                <a:schemeClr val="bg1"/>
              </a:solidFill>
            </a:endParaRPr>
          </a:p>
        </p:txBody>
      </p:sp>
      <p:pic>
        <p:nvPicPr>
          <p:cNvPr id="13" name="Picture 12">
            <a:extLst>
              <a:ext uri="{FF2B5EF4-FFF2-40B4-BE49-F238E27FC236}">
                <a16:creationId xmlns:a16="http://schemas.microsoft.com/office/drawing/2014/main" id="{B9FEE055-ECC1-E9CA-244D-DB54D5CA7411}"/>
              </a:ext>
            </a:extLst>
          </p:cNvPr>
          <p:cNvPicPr>
            <a:picLocks noChangeAspect="1"/>
          </p:cNvPicPr>
          <p:nvPr userDrawn="1"/>
        </p:nvPicPr>
        <p:blipFill rotWithShape="1">
          <a:blip r:embed="rId2"/>
          <a:srcRect b="11579"/>
          <a:stretch/>
        </p:blipFill>
        <p:spPr>
          <a:xfrm>
            <a:off x="7840499" y="457200"/>
            <a:ext cx="3656623" cy="6400800"/>
          </a:xfrm>
          <a:prstGeom prst="rect">
            <a:avLst/>
          </a:prstGeom>
          <a:noFill/>
        </p:spPr>
      </p:pic>
      <p:pic>
        <p:nvPicPr>
          <p:cNvPr id="15" name="Picture 14">
            <a:extLst>
              <a:ext uri="{FF2B5EF4-FFF2-40B4-BE49-F238E27FC236}">
                <a16:creationId xmlns:a16="http://schemas.microsoft.com/office/drawing/2014/main" id="{F2DA65E9-4AAA-3A64-C568-A4E85702672A}"/>
              </a:ext>
            </a:extLst>
          </p:cNvPr>
          <p:cNvPicPr>
            <a:picLocks noChangeAspect="1"/>
          </p:cNvPicPr>
          <p:nvPr userDrawn="1"/>
        </p:nvPicPr>
        <p:blipFill rotWithShape="1">
          <a:blip r:embed="rId3"/>
          <a:srcRect l="17600" t="4006" r="6342" b="14778"/>
          <a:stretch/>
        </p:blipFill>
        <p:spPr>
          <a:xfrm>
            <a:off x="0" y="277405"/>
            <a:ext cx="7319389" cy="6580595"/>
          </a:xfrm>
          <a:prstGeom prst="rect">
            <a:avLst/>
          </a:prstGeom>
        </p:spPr>
      </p:pic>
      <p:sp>
        <p:nvSpPr>
          <p:cNvPr id="11" name="Content Placeholder 9">
            <a:extLst>
              <a:ext uri="{FF2B5EF4-FFF2-40B4-BE49-F238E27FC236}">
                <a16:creationId xmlns:a16="http://schemas.microsoft.com/office/drawing/2014/main" id="{E4360432-E4BE-7582-A0C6-10F7F7780932}"/>
              </a:ext>
            </a:extLst>
          </p:cNvPr>
          <p:cNvSpPr>
            <a:spLocks noGrp="1"/>
          </p:cNvSpPr>
          <p:nvPr>
            <p:ph sz="quarter" idx="15" hasCustomPrompt="1"/>
          </p:nvPr>
        </p:nvSpPr>
        <p:spPr>
          <a:xfrm>
            <a:off x="8090742" y="936067"/>
            <a:ext cx="3157816" cy="5921932"/>
          </a:xfrm>
          <a:solidFill>
            <a:schemeClr val="bg1">
              <a:lumMod val="75000"/>
            </a:schemeClr>
          </a:solidFill>
        </p:spPr>
        <p:txBody>
          <a:bodyPr anchor="ctr"/>
          <a:lstStyle>
            <a:lvl1pPr marL="0" indent="0" algn="ctr">
              <a:buNone/>
              <a:defRPr sz="2000"/>
            </a:lvl1pPr>
          </a:lstStyle>
          <a:p>
            <a:pPr lvl="0"/>
            <a:r>
              <a:rPr lang="en-US"/>
              <a:t>Click to add </a:t>
            </a:r>
            <a:br>
              <a:rPr lang="en-US"/>
            </a:br>
            <a:r>
              <a:rPr lang="en-US"/>
              <a:t>image or video</a:t>
            </a:r>
          </a:p>
        </p:txBody>
      </p:sp>
      <p:sp>
        <p:nvSpPr>
          <p:cNvPr id="17" name="Content Placeholder 16">
            <a:extLst>
              <a:ext uri="{FF2B5EF4-FFF2-40B4-BE49-F238E27FC236}">
                <a16:creationId xmlns:a16="http://schemas.microsoft.com/office/drawing/2014/main" id="{E590EF3E-2B16-707D-F913-0F58A3EA093B}"/>
              </a:ext>
            </a:extLst>
          </p:cNvPr>
          <p:cNvSpPr>
            <a:spLocks noGrp="1"/>
          </p:cNvSpPr>
          <p:nvPr>
            <p:ph sz="quarter" idx="16" hasCustomPrompt="1"/>
          </p:nvPr>
        </p:nvSpPr>
        <p:spPr>
          <a:xfrm>
            <a:off x="-8461" y="936067"/>
            <a:ext cx="6888561" cy="4143933"/>
          </a:xfrm>
          <a:solidFill>
            <a:schemeClr val="bg1">
              <a:lumMod val="75000"/>
            </a:schemeClr>
          </a:solidFill>
        </p:spPr>
        <p:txBody>
          <a:bodyPr anchor="ctr"/>
          <a:lstStyle>
            <a:lvl1pPr marL="0" indent="0" algn="ctr">
              <a:buNone/>
              <a:defRPr/>
            </a:lvl1pPr>
          </a:lstStyle>
          <a:p>
            <a:pPr lvl="0"/>
            <a:r>
              <a:rPr lang="en-US"/>
              <a:t>Click to add image or video</a:t>
            </a:r>
          </a:p>
        </p:txBody>
      </p:sp>
      <p:sp>
        <p:nvSpPr>
          <p:cNvPr id="2" name="Date Placeholder 1">
            <a:extLst>
              <a:ext uri="{FF2B5EF4-FFF2-40B4-BE49-F238E27FC236}">
                <a16:creationId xmlns:a16="http://schemas.microsoft.com/office/drawing/2014/main" id="{CEFB332F-D17B-D155-3465-AE27A6B022EC}"/>
              </a:ext>
            </a:extLst>
          </p:cNvPr>
          <p:cNvSpPr>
            <a:spLocks noGrp="1"/>
          </p:cNvSpPr>
          <p:nvPr>
            <p:ph type="dt" sz="half" idx="17"/>
          </p:nvPr>
        </p:nvSpPr>
        <p:spPr/>
        <p:txBody>
          <a:bodyPr/>
          <a:lstStyle/>
          <a:p>
            <a:fld id="{228D026D-C07B-48C8-8C2B-C561E4D51E16}" type="datetime1">
              <a:rPr lang="en-US" smtClean="0"/>
              <a:t>11/19/2024</a:t>
            </a:fld>
            <a:endParaRPr lang="en-US"/>
          </a:p>
        </p:txBody>
      </p:sp>
      <p:sp>
        <p:nvSpPr>
          <p:cNvPr id="3" name="Footer Placeholder 2">
            <a:extLst>
              <a:ext uri="{FF2B5EF4-FFF2-40B4-BE49-F238E27FC236}">
                <a16:creationId xmlns:a16="http://schemas.microsoft.com/office/drawing/2014/main" id="{8ED596C7-54F3-C54B-8A2C-892DE41ED459}"/>
              </a:ext>
            </a:extLst>
          </p:cNvPr>
          <p:cNvSpPr>
            <a:spLocks noGrp="1"/>
          </p:cNvSpPr>
          <p:nvPr>
            <p:ph type="ftr" sz="quarter" idx="18"/>
          </p:nvPr>
        </p:nvSpPr>
        <p:spPr/>
        <p:txBody>
          <a:bodyPr/>
          <a:lstStyle/>
          <a:p>
            <a:r>
              <a:rPr lang="en-US"/>
              <a:t>CONFIDENTIAL</a:t>
            </a:r>
          </a:p>
        </p:txBody>
      </p:sp>
      <p:sp>
        <p:nvSpPr>
          <p:cNvPr id="4" name="Slide Number Placeholder 3">
            <a:extLst>
              <a:ext uri="{FF2B5EF4-FFF2-40B4-BE49-F238E27FC236}">
                <a16:creationId xmlns:a16="http://schemas.microsoft.com/office/drawing/2014/main" id="{1DB154AF-40F4-354B-D8BE-2C6DB7CDD7F2}"/>
              </a:ext>
            </a:extLst>
          </p:cNvPr>
          <p:cNvSpPr>
            <a:spLocks noGrp="1"/>
          </p:cNvSpPr>
          <p:nvPr>
            <p:ph type="sldNum" sz="quarter" idx="19"/>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97042506"/>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6966790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Date Placeholder 5">
            <a:extLst>
              <a:ext uri="{FF2B5EF4-FFF2-40B4-BE49-F238E27FC236}">
                <a16:creationId xmlns:a16="http://schemas.microsoft.com/office/drawing/2014/main" id="{0403400F-5126-18F0-EF54-D4DAA44A265A}"/>
              </a:ext>
            </a:extLst>
          </p:cNvPr>
          <p:cNvSpPr>
            <a:spLocks noGrp="1"/>
          </p:cNvSpPr>
          <p:nvPr>
            <p:ph type="dt" sz="half" idx="10"/>
          </p:nvPr>
        </p:nvSpPr>
        <p:spPr/>
        <p:txBody>
          <a:bodyPr/>
          <a:lstStyle/>
          <a:p>
            <a:fld id="{228D026D-C07B-48C8-8C2B-C561E4D51E16}" type="datetime1">
              <a:rPr lang="en-US" smtClean="0"/>
              <a:t>11/19/2024</a:t>
            </a:fld>
            <a:endParaRPr lang="en-US"/>
          </a:p>
        </p:txBody>
      </p:sp>
      <p:sp>
        <p:nvSpPr>
          <p:cNvPr id="7" name="Footer Placeholder 6">
            <a:extLst>
              <a:ext uri="{FF2B5EF4-FFF2-40B4-BE49-F238E27FC236}">
                <a16:creationId xmlns:a16="http://schemas.microsoft.com/office/drawing/2014/main" id="{C056D92E-73D7-8BD2-B9F6-65034E3AB783}"/>
              </a:ext>
            </a:extLst>
          </p:cNvPr>
          <p:cNvSpPr>
            <a:spLocks noGrp="1"/>
          </p:cNvSpPr>
          <p:nvPr>
            <p:ph type="ftr" sz="quarter" idx="11"/>
          </p:nvPr>
        </p:nvSpPr>
        <p:spPr/>
        <p:txBody>
          <a:bodyPr/>
          <a:lstStyle/>
          <a:p>
            <a:r>
              <a:rPr lang="en-US"/>
              <a:t>CONFIDENTIAL</a:t>
            </a:r>
          </a:p>
        </p:txBody>
      </p:sp>
      <p:sp>
        <p:nvSpPr>
          <p:cNvPr id="8" name="Slide Number Placeholder 7">
            <a:extLst>
              <a:ext uri="{FF2B5EF4-FFF2-40B4-BE49-F238E27FC236}">
                <a16:creationId xmlns:a16="http://schemas.microsoft.com/office/drawing/2014/main" id="{A3AB2E31-BCCA-920F-707C-4C1BD0FD65C0}"/>
              </a:ext>
            </a:extLst>
          </p:cNvPr>
          <p:cNvSpPr>
            <a:spLocks noGrp="1"/>
          </p:cNvSpPr>
          <p:nvPr>
            <p:ph type="sldNum" sz="quarter" idx="12"/>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819726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Full Frame">
    <p:bg bwMode="ltGray">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6966790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Rectangle 2">
            <a:extLst>
              <a:ext uri="{FF2B5EF4-FFF2-40B4-BE49-F238E27FC236}">
                <a16:creationId xmlns:a16="http://schemas.microsoft.com/office/drawing/2014/main" id="{043FB31E-C22E-EE54-E138-1C12FEF144B3}"/>
              </a:ext>
            </a:extLst>
          </p:cNvPr>
          <p:cNvSpPr/>
          <p:nvPr userDrawn="1"/>
        </p:nvSpPr>
        <p:spPr>
          <a:xfrm>
            <a:off x="224589" y="252663"/>
            <a:ext cx="11742821" cy="6352673"/>
          </a:xfrm>
          <a:prstGeom prst="rect">
            <a:avLst/>
          </a:prstGeom>
          <a:solidFill>
            <a:schemeClr val="bg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gn="ctr">
              <a:lnSpc>
                <a:spcPct val="85000"/>
              </a:lnSpc>
            </a:pPr>
            <a:endParaRPr lang="en-US" sz="2400">
              <a:solidFill>
                <a:schemeClr val="bg1"/>
              </a:solidFill>
            </a:endParaRPr>
          </a:p>
        </p:txBody>
      </p:sp>
      <p:sp>
        <p:nvSpPr>
          <p:cNvPr id="6" name="Date Placeholder 5">
            <a:extLst>
              <a:ext uri="{FF2B5EF4-FFF2-40B4-BE49-F238E27FC236}">
                <a16:creationId xmlns:a16="http://schemas.microsoft.com/office/drawing/2014/main" id="{651AE86A-CCCD-3277-E5CF-CC8CBFF5D097}"/>
              </a:ext>
            </a:extLst>
          </p:cNvPr>
          <p:cNvSpPr>
            <a:spLocks noGrp="1"/>
          </p:cNvSpPr>
          <p:nvPr>
            <p:ph type="dt" sz="half" idx="10"/>
          </p:nvPr>
        </p:nvSpPr>
        <p:spPr/>
        <p:txBody>
          <a:bodyPr/>
          <a:lstStyle>
            <a:lvl1pPr>
              <a:defRPr>
                <a:solidFill>
                  <a:schemeClr val="bg1"/>
                </a:solidFill>
              </a:defRPr>
            </a:lvl1pPr>
          </a:lstStyle>
          <a:p>
            <a:fld id="{228D026D-C07B-48C8-8C2B-C561E4D51E16}" type="datetime1">
              <a:rPr lang="en-US" smtClean="0"/>
              <a:pPr/>
              <a:t>11/19/2024</a:t>
            </a:fld>
            <a:endParaRPr lang="en-US"/>
          </a:p>
        </p:txBody>
      </p:sp>
      <p:sp>
        <p:nvSpPr>
          <p:cNvPr id="7" name="Footer Placeholder 6">
            <a:extLst>
              <a:ext uri="{FF2B5EF4-FFF2-40B4-BE49-F238E27FC236}">
                <a16:creationId xmlns:a16="http://schemas.microsoft.com/office/drawing/2014/main" id="{A573B23F-8770-1250-50EF-162E61E9BD92}"/>
              </a:ext>
            </a:extLst>
          </p:cNvPr>
          <p:cNvSpPr>
            <a:spLocks noGrp="1"/>
          </p:cNvSpPr>
          <p:nvPr>
            <p:ph type="ftr" sz="quarter" idx="11"/>
          </p:nvPr>
        </p:nvSpPr>
        <p:spPr/>
        <p:txBody>
          <a:bodyPr/>
          <a:lstStyle>
            <a:lvl1pPr>
              <a:defRPr>
                <a:solidFill>
                  <a:schemeClr val="bg1"/>
                </a:solidFill>
              </a:defRPr>
            </a:lvl1pPr>
          </a:lstStyle>
          <a:p>
            <a:r>
              <a:rPr lang="en-US"/>
              <a:t>CONFIDENTIAL</a:t>
            </a:r>
          </a:p>
        </p:txBody>
      </p:sp>
      <p:sp>
        <p:nvSpPr>
          <p:cNvPr id="8" name="Slide Number Placeholder 7">
            <a:extLst>
              <a:ext uri="{FF2B5EF4-FFF2-40B4-BE49-F238E27FC236}">
                <a16:creationId xmlns:a16="http://schemas.microsoft.com/office/drawing/2014/main" id="{CC5F5E5D-4F49-233B-C36D-23E20AA17E04}"/>
              </a:ext>
            </a:extLst>
          </p:cNvPr>
          <p:cNvSpPr>
            <a:spLocks noGrp="1"/>
          </p:cNvSpPr>
          <p:nvPr>
            <p:ph type="sldNum" sz="quarter" idx="12"/>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2253014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Disclaimer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0DBA4-4E4F-BD16-A0F6-C59DBB7843CB}"/>
              </a:ext>
            </a:extLst>
          </p:cNvPr>
          <p:cNvSpPr>
            <a:spLocks noGrp="1"/>
          </p:cNvSpPr>
          <p:nvPr>
            <p:ph type="title" hasCustomPrompt="1"/>
          </p:nvPr>
        </p:nvSpPr>
        <p:spPr>
          <a:xfrm>
            <a:off x="457200" y="266010"/>
            <a:ext cx="11273991" cy="1188720"/>
          </a:xfrm>
        </p:spPr>
        <p:txBody>
          <a:bodyPr/>
          <a:lstStyle>
            <a:lvl1pPr>
              <a:defRPr>
                <a:solidFill>
                  <a:schemeClr val="accent1">
                    <a:lumMod val="50000"/>
                  </a:schemeClr>
                </a:solidFill>
              </a:defRPr>
            </a:lvl1pPr>
          </a:lstStyle>
          <a:p>
            <a:r>
              <a:rPr lang="en-US"/>
              <a:t>Title Goes Here</a:t>
            </a:r>
            <a:br>
              <a:rPr lang="en-US"/>
            </a:br>
            <a:r>
              <a:rPr lang="en-US"/>
              <a:t>Titles Are IBM Sans Plex Bold 36pt Font</a:t>
            </a:r>
          </a:p>
        </p:txBody>
      </p:sp>
      <p:sp>
        <p:nvSpPr>
          <p:cNvPr id="11" name="Text Placeholder 3">
            <a:extLst>
              <a:ext uri="{FF2B5EF4-FFF2-40B4-BE49-F238E27FC236}">
                <a16:creationId xmlns:a16="http://schemas.microsoft.com/office/drawing/2014/main" id="{31FCDC0D-676F-ADC5-5E8A-5CF9E7A0018F}"/>
              </a:ext>
            </a:extLst>
          </p:cNvPr>
          <p:cNvSpPr>
            <a:spLocks noGrp="1"/>
          </p:cNvSpPr>
          <p:nvPr>
            <p:ph type="body" sz="quarter" idx="13"/>
          </p:nvPr>
        </p:nvSpPr>
        <p:spPr>
          <a:xfrm>
            <a:off x="457200" y="1737360"/>
            <a:ext cx="11273991" cy="4405543"/>
          </a:xfrm>
        </p:spPr>
        <p:txBody>
          <a:bodyPr vert="horz" lIns="0" tIns="0" rIns="0" bIns="0" rtlCol="0">
            <a:noAutofit/>
          </a:bodyPr>
          <a:lstStyle>
            <a:lvl1pPr>
              <a:buClr>
                <a:schemeClr val="tx1">
                  <a:lumMod val="50000"/>
                  <a:lumOff val="50000"/>
                </a:schemeClr>
              </a:buClr>
              <a:defRPr lang="en-US" sz="1600" dirty="0">
                <a:solidFill>
                  <a:schemeClr val="tx1">
                    <a:lumMod val="50000"/>
                    <a:lumOff val="50000"/>
                  </a:schemeClr>
                </a:solidFill>
              </a:defRPr>
            </a:lvl1pPr>
            <a:lvl2pPr>
              <a:buClr>
                <a:schemeClr val="tx1">
                  <a:lumMod val="50000"/>
                  <a:lumOff val="50000"/>
                </a:schemeClr>
              </a:buClr>
              <a:defRPr lang="en-US" sz="1400" dirty="0">
                <a:solidFill>
                  <a:schemeClr val="tx1">
                    <a:lumMod val="50000"/>
                    <a:lumOff val="50000"/>
                  </a:schemeClr>
                </a:solidFill>
              </a:defRPr>
            </a:lvl2pPr>
            <a:lvl3pPr>
              <a:buClr>
                <a:schemeClr val="tx1">
                  <a:lumMod val="50000"/>
                  <a:lumOff val="50000"/>
                </a:schemeClr>
              </a:buClr>
              <a:defRPr lang="en-US" sz="1200" dirty="0">
                <a:solidFill>
                  <a:schemeClr val="tx1">
                    <a:lumMod val="50000"/>
                    <a:lumOff val="50000"/>
                  </a:schemeClr>
                </a:solidFill>
              </a:defRPr>
            </a:lvl3pPr>
            <a:lvl4pPr>
              <a:buClr>
                <a:schemeClr val="tx1">
                  <a:lumMod val="50000"/>
                  <a:lumOff val="50000"/>
                </a:schemeClr>
              </a:buClr>
              <a:defRPr lang="en-US" sz="1100" dirty="0">
                <a:solidFill>
                  <a:schemeClr val="tx1">
                    <a:lumMod val="50000"/>
                    <a:lumOff val="50000"/>
                  </a:schemeClr>
                </a:solidFill>
              </a:defRPr>
            </a:lvl4pPr>
            <a:lvl5pPr>
              <a:buClr>
                <a:schemeClr val="tx1">
                  <a:lumMod val="50000"/>
                  <a:lumOff val="50000"/>
                </a:schemeClr>
              </a:buClr>
              <a:defRPr lang="en-US" sz="1050" dirty="0">
                <a:solidFill>
                  <a:schemeClr val="tx1">
                    <a:lumMod val="50000"/>
                    <a:lumOff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4">
            <a:extLst>
              <a:ext uri="{FF2B5EF4-FFF2-40B4-BE49-F238E27FC236}">
                <a16:creationId xmlns:a16="http://schemas.microsoft.com/office/drawing/2014/main" id="{A2F8CEA1-FF41-8382-B857-A8A236F840C0}"/>
              </a:ext>
            </a:extLst>
          </p:cNvPr>
          <p:cNvSpPr>
            <a:spLocks noGrp="1"/>
          </p:cNvSpPr>
          <p:nvPr>
            <p:ph type="body" sz="quarter" idx="14" hasCustomPrompt="1"/>
          </p:nvPr>
        </p:nvSpPr>
        <p:spPr>
          <a:xfrm>
            <a:off x="463681" y="6160143"/>
            <a:ext cx="10522515" cy="204281"/>
          </a:xfrm>
        </p:spPr>
        <p:txBody>
          <a:bodyPr lIns="0" tIns="0" rIns="0" bIns="0" anchor="b"/>
          <a:lstStyle>
            <a:lvl1pPr marL="0" indent="0">
              <a:lnSpc>
                <a:spcPct val="80000"/>
              </a:lnSpc>
              <a:spcBef>
                <a:spcPts val="0"/>
              </a:spcBef>
              <a:buFontTx/>
              <a:buNone/>
              <a:defRPr sz="800">
                <a:solidFill>
                  <a:schemeClr val="tx1">
                    <a:lumMod val="50000"/>
                    <a:lumOff val="50000"/>
                  </a:schemeClr>
                </a:solidFill>
              </a:defRPr>
            </a:lvl1pPr>
            <a:lvl2pPr marL="228600" indent="0">
              <a:buFontTx/>
              <a:buNone/>
              <a:defRPr sz="800">
                <a:solidFill>
                  <a:schemeClr val="tx1">
                    <a:lumMod val="50000"/>
                    <a:lumOff val="50000"/>
                  </a:schemeClr>
                </a:solidFill>
              </a:defRPr>
            </a:lvl2pPr>
            <a:lvl3pPr marL="457200" indent="0">
              <a:buFontTx/>
              <a:buNone/>
              <a:defRPr sz="800">
                <a:solidFill>
                  <a:schemeClr val="tx1">
                    <a:lumMod val="50000"/>
                    <a:lumOff val="50000"/>
                  </a:schemeClr>
                </a:solidFill>
              </a:defRPr>
            </a:lvl3pPr>
            <a:lvl4pPr marL="685800" indent="0">
              <a:buFontTx/>
              <a:buNone/>
              <a:defRPr sz="800">
                <a:solidFill>
                  <a:schemeClr val="tx1">
                    <a:lumMod val="50000"/>
                    <a:lumOff val="50000"/>
                  </a:schemeClr>
                </a:solidFill>
              </a:defRPr>
            </a:lvl4pPr>
            <a:lvl5pPr marL="914400" indent="0">
              <a:buFontTx/>
              <a:buNone/>
              <a:defRPr sz="800">
                <a:solidFill>
                  <a:schemeClr val="tx1">
                    <a:lumMod val="50000"/>
                    <a:lumOff val="50000"/>
                  </a:schemeClr>
                </a:solidFill>
              </a:defRPr>
            </a:lvl5pPr>
          </a:lstStyle>
          <a:p>
            <a:pPr lvl="0"/>
            <a:r>
              <a:rPr lang="en-US"/>
              <a:t>Click to edit reference</a:t>
            </a:r>
          </a:p>
        </p:txBody>
      </p:sp>
      <p:sp>
        <p:nvSpPr>
          <p:cNvPr id="16" name="Text Placeholder 14">
            <a:extLst>
              <a:ext uri="{FF2B5EF4-FFF2-40B4-BE49-F238E27FC236}">
                <a16:creationId xmlns:a16="http://schemas.microsoft.com/office/drawing/2014/main" id="{8D861E4B-A5EE-5E8F-F1DC-7A6D22D1AA93}"/>
              </a:ext>
            </a:extLst>
          </p:cNvPr>
          <p:cNvSpPr>
            <a:spLocks noGrp="1"/>
          </p:cNvSpPr>
          <p:nvPr>
            <p:ph type="body" sz="quarter" idx="15" hasCustomPrompt="1"/>
          </p:nvPr>
        </p:nvSpPr>
        <p:spPr>
          <a:xfrm>
            <a:off x="463681" y="6381665"/>
            <a:ext cx="10522515" cy="204281"/>
          </a:xfrm>
        </p:spPr>
        <p:txBody>
          <a:bodyPr lIns="0" tIns="0" rIns="0" bIns="0" anchor="b"/>
          <a:lstStyle>
            <a:lvl1pPr marL="0" indent="0">
              <a:lnSpc>
                <a:spcPct val="80000"/>
              </a:lnSpc>
              <a:spcBef>
                <a:spcPts val="0"/>
              </a:spcBef>
              <a:buFontTx/>
              <a:buNone/>
              <a:defRPr sz="800">
                <a:solidFill>
                  <a:schemeClr val="tx1">
                    <a:lumMod val="50000"/>
                    <a:lumOff val="50000"/>
                  </a:schemeClr>
                </a:solidFill>
              </a:defRPr>
            </a:lvl1pPr>
            <a:lvl2pPr marL="228600" indent="0">
              <a:buFontTx/>
              <a:buNone/>
              <a:defRPr sz="800">
                <a:solidFill>
                  <a:schemeClr val="tx1">
                    <a:lumMod val="50000"/>
                    <a:lumOff val="50000"/>
                  </a:schemeClr>
                </a:solidFill>
              </a:defRPr>
            </a:lvl2pPr>
            <a:lvl3pPr marL="457200" indent="0">
              <a:buFontTx/>
              <a:buNone/>
              <a:defRPr sz="800">
                <a:solidFill>
                  <a:schemeClr val="tx1">
                    <a:lumMod val="50000"/>
                    <a:lumOff val="50000"/>
                  </a:schemeClr>
                </a:solidFill>
              </a:defRPr>
            </a:lvl3pPr>
            <a:lvl4pPr marL="685800" indent="0">
              <a:buFontTx/>
              <a:buNone/>
              <a:defRPr sz="800">
                <a:solidFill>
                  <a:schemeClr val="tx1">
                    <a:lumMod val="50000"/>
                    <a:lumOff val="50000"/>
                  </a:schemeClr>
                </a:solidFill>
              </a:defRPr>
            </a:lvl4pPr>
            <a:lvl5pPr marL="914400" indent="0">
              <a:buFontTx/>
              <a:buNone/>
              <a:defRPr sz="800">
                <a:solidFill>
                  <a:schemeClr val="tx1">
                    <a:lumMod val="50000"/>
                    <a:lumOff val="50000"/>
                  </a:schemeClr>
                </a:solidFill>
              </a:defRPr>
            </a:lvl5pPr>
          </a:lstStyle>
          <a:p>
            <a:pPr lvl="0"/>
            <a:r>
              <a:rPr lang="en-US"/>
              <a:t>Click to edit citation</a:t>
            </a:r>
          </a:p>
        </p:txBody>
      </p:sp>
      <p:sp>
        <p:nvSpPr>
          <p:cNvPr id="6" name="Date Placeholder 5">
            <a:extLst>
              <a:ext uri="{FF2B5EF4-FFF2-40B4-BE49-F238E27FC236}">
                <a16:creationId xmlns:a16="http://schemas.microsoft.com/office/drawing/2014/main" id="{01570278-4B9D-72AF-1DBE-0D82CF13F44F}"/>
              </a:ext>
            </a:extLst>
          </p:cNvPr>
          <p:cNvSpPr>
            <a:spLocks noGrp="1"/>
          </p:cNvSpPr>
          <p:nvPr>
            <p:ph type="dt" sz="half" idx="16"/>
          </p:nvPr>
        </p:nvSpPr>
        <p:spPr/>
        <p:txBody>
          <a:bodyPr/>
          <a:lstStyle/>
          <a:p>
            <a:fld id="{228D026D-C07B-48C8-8C2B-C561E4D51E16}" type="datetime1">
              <a:rPr lang="en-US" smtClean="0"/>
              <a:t>11/19/2024</a:t>
            </a:fld>
            <a:endParaRPr lang="en-US"/>
          </a:p>
        </p:txBody>
      </p:sp>
      <p:sp>
        <p:nvSpPr>
          <p:cNvPr id="7" name="Footer Placeholder 6">
            <a:extLst>
              <a:ext uri="{FF2B5EF4-FFF2-40B4-BE49-F238E27FC236}">
                <a16:creationId xmlns:a16="http://schemas.microsoft.com/office/drawing/2014/main" id="{DA219BFA-3946-59DE-9BE2-2EB55F82D447}"/>
              </a:ext>
            </a:extLst>
          </p:cNvPr>
          <p:cNvSpPr>
            <a:spLocks noGrp="1"/>
          </p:cNvSpPr>
          <p:nvPr>
            <p:ph type="ftr" sz="quarter" idx="17"/>
          </p:nvPr>
        </p:nvSpPr>
        <p:spPr/>
        <p:txBody>
          <a:bodyPr/>
          <a:lstStyle/>
          <a:p>
            <a:r>
              <a:rPr lang="en-US"/>
              <a:t>CONFIDENTIAL</a:t>
            </a:r>
          </a:p>
        </p:txBody>
      </p:sp>
      <p:sp>
        <p:nvSpPr>
          <p:cNvPr id="8" name="Slide Number Placeholder 7">
            <a:extLst>
              <a:ext uri="{FF2B5EF4-FFF2-40B4-BE49-F238E27FC236}">
                <a16:creationId xmlns:a16="http://schemas.microsoft.com/office/drawing/2014/main" id="{A86AA452-BEDD-FFD8-3581-A1EC6144C1F1}"/>
              </a:ext>
            </a:extLst>
          </p:cNvPr>
          <p:cNvSpPr>
            <a:spLocks noGrp="1"/>
          </p:cNvSpPr>
          <p:nvPr>
            <p:ph type="sldNum" sz="quarter" idx="18"/>
          </p:nvPr>
        </p:nvSpPr>
        <p:spPr/>
        <p:txBody>
          <a:bodyPr/>
          <a:lstStyle/>
          <a:p>
            <a:fld id="{4F90343F-D056-4E24-BE3D-A305BDC1A23E}" type="slidenum">
              <a:rPr lang="en-US" smtClean="0"/>
              <a:pPr/>
              <a:t>‹#›</a:t>
            </a:fld>
            <a:endParaRPr lang="en-US"/>
          </a:p>
        </p:txBody>
      </p:sp>
    </p:spTree>
    <p:extLst>
      <p:ext uri="{BB962C8B-B14F-4D97-AF65-F5344CB8AC3E}">
        <p14:creationId xmlns:p14="http://schemas.microsoft.com/office/powerpoint/2010/main" val="1037692659"/>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Left Sidebar">
    <p:bg>
      <p:bgPr>
        <a:solidFill>
          <a:schemeClr val="bg1"/>
        </a:solidFill>
        <a:effectLst/>
      </p:bgPr>
    </p:bg>
    <p:spTree>
      <p:nvGrpSpPr>
        <p:cNvPr id="1" name=""/>
        <p:cNvGrpSpPr/>
        <p:nvPr/>
      </p:nvGrpSpPr>
      <p:grpSpPr>
        <a:xfrm>
          <a:off x="0" y="0"/>
          <a:ext cx="0" cy="0"/>
          <a:chOff x="0" y="0"/>
          <a:chExt cx="0" cy="0"/>
        </a:xfrm>
      </p:grpSpPr>
      <p:sp>
        <p:nvSpPr>
          <p:cNvPr id="11" name="Rectangle: Single Corner Rounded 10">
            <a:extLst>
              <a:ext uri="{FF2B5EF4-FFF2-40B4-BE49-F238E27FC236}">
                <a16:creationId xmlns:a16="http://schemas.microsoft.com/office/drawing/2014/main" id="{AEE35F75-2417-4B4F-9DF5-9023C46AD6FA}"/>
              </a:ext>
            </a:extLst>
          </p:cNvPr>
          <p:cNvSpPr/>
          <p:nvPr/>
        </p:nvSpPr>
        <p:spPr>
          <a:xfrm>
            <a:off x="-5301" y="0"/>
            <a:ext cx="2940525" cy="6858000"/>
          </a:xfrm>
          <a:prstGeom prst="round1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A45283F8-8F7B-4C65-ACF5-A62A96620988}"/>
              </a:ext>
            </a:extLst>
          </p:cNvPr>
          <p:cNvSpPr>
            <a:spLocks noGrp="1"/>
          </p:cNvSpPr>
          <p:nvPr>
            <p:ph type="title" hasCustomPrompt="1"/>
          </p:nvPr>
        </p:nvSpPr>
        <p:spPr>
          <a:xfrm>
            <a:off x="3291839" y="731520"/>
            <a:ext cx="8442959" cy="600878"/>
          </a:xfrm>
        </p:spPr>
        <p:txBody>
          <a:bodyPr tIns="91440" anchor="b"/>
          <a:lstStyle>
            <a:lvl1pPr>
              <a:defRPr sz="3600">
                <a:solidFill>
                  <a:schemeClr val="accent1">
                    <a:lumMod val="50000"/>
                  </a:schemeClr>
                </a:solidFill>
              </a:defRPr>
            </a:lvl1pPr>
          </a:lstStyle>
          <a:p>
            <a:r>
              <a:rPr lang="en-US"/>
              <a:t>Title Goes Here</a:t>
            </a:r>
          </a:p>
        </p:txBody>
      </p:sp>
      <p:sp>
        <p:nvSpPr>
          <p:cNvPr id="13" name="Content Placeholder 12">
            <a:extLst>
              <a:ext uri="{FF2B5EF4-FFF2-40B4-BE49-F238E27FC236}">
                <a16:creationId xmlns:a16="http://schemas.microsoft.com/office/drawing/2014/main" id="{CD8B1B5D-3594-E519-9D5C-FF927479CDD6}"/>
              </a:ext>
            </a:extLst>
          </p:cNvPr>
          <p:cNvSpPr>
            <a:spLocks noGrp="1"/>
          </p:cNvSpPr>
          <p:nvPr>
            <p:ph sz="quarter" idx="13"/>
          </p:nvPr>
        </p:nvSpPr>
        <p:spPr>
          <a:xfrm>
            <a:off x="3291840" y="1463040"/>
            <a:ext cx="8442959" cy="47548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16">
            <a:extLst>
              <a:ext uri="{FF2B5EF4-FFF2-40B4-BE49-F238E27FC236}">
                <a16:creationId xmlns:a16="http://schemas.microsoft.com/office/drawing/2014/main" id="{6EF944E3-9B5B-38B0-0EB3-81E7BF1AD30A}"/>
              </a:ext>
            </a:extLst>
          </p:cNvPr>
          <p:cNvSpPr>
            <a:spLocks noGrp="1"/>
          </p:cNvSpPr>
          <p:nvPr>
            <p:ph type="body" sz="quarter" idx="14" hasCustomPrompt="1"/>
          </p:nvPr>
        </p:nvSpPr>
        <p:spPr>
          <a:xfrm>
            <a:off x="457199" y="1463041"/>
            <a:ext cx="2083869" cy="4754879"/>
          </a:xfrm>
        </p:spPr>
        <p:txBody>
          <a:bodyPr/>
          <a:lstStyle>
            <a:lvl1pPr marL="0" indent="0">
              <a:buClr>
                <a:schemeClr val="bg1"/>
              </a:buClr>
              <a:buFont typeface="IBM Plex Sans" panose="020B0503050203000203" pitchFamily="34" charset="0"/>
              <a:buNone/>
              <a:defRPr sz="2200">
                <a:solidFill>
                  <a:schemeClr val="bg1"/>
                </a:solidFill>
              </a:defRPr>
            </a:lvl1pPr>
            <a:lvl2pPr marL="228600" indent="0">
              <a:buClr>
                <a:schemeClr val="bg1"/>
              </a:buClr>
              <a:buNone/>
              <a:defRPr>
                <a:solidFill>
                  <a:schemeClr val="bg1"/>
                </a:solidFill>
              </a:defRPr>
            </a:lvl2pPr>
            <a:lvl3pPr marL="457200" indent="0">
              <a:buClr>
                <a:schemeClr val="bg1"/>
              </a:buClr>
              <a:buNone/>
              <a:defRPr>
                <a:solidFill>
                  <a:schemeClr val="bg1"/>
                </a:solidFill>
              </a:defRPr>
            </a:lvl3pPr>
            <a:lvl4pPr marL="685800" indent="0">
              <a:buClr>
                <a:schemeClr val="bg1"/>
              </a:buClr>
              <a:buNone/>
              <a:defRPr>
                <a:solidFill>
                  <a:schemeClr val="bg1"/>
                </a:solidFill>
              </a:defRPr>
            </a:lvl4pPr>
            <a:lvl5pPr marL="914400" indent="0">
              <a:buClr>
                <a:schemeClr val="bg1"/>
              </a:buClr>
              <a:buNone/>
              <a:defRPr>
                <a:solidFill>
                  <a:schemeClr val="bg1"/>
                </a:solidFill>
              </a:defRPr>
            </a:lvl5pPr>
          </a:lstStyle>
          <a:p>
            <a:pPr lvl="0"/>
            <a:r>
              <a:rPr lang="en-US"/>
              <a:t>Click to edit text</a:t>
            </a:r>
          </a:p>
        </p:txBody>
      </p:sp>
      <p:sp>
        <p:nvSpPr>
          <p:cNvPr id="18" name="Date Placeholder 17">
            <a:extLst>
              <a:ext uri="{FF2B5EF4-FFF2-40B4-BE49-F238E27FC236}">
                <a16:creationId xmlns:a16="http://schemas.microsoft.com/office/drawing/2014/main" id="{8E73BCA9-1263-BB7C-9303-45EEFEBF551E}"/>
              </a:ext>
            </a:extLst>
          </p:cNvPr>
          <p:cNvSpPr>
            <a:spLocks noGrp="1"/>
          </p:cNvSpPr>
          <p:nvPr>
            <p:ph type="dt" sz="half" idx="15"/>
          </p:nvPr>
        </p:nvSpPr>
        <p:spPr/>
        <p:txBody>
          <a:bodyPr/>
          <a:lstStyle/>
          <a:p>
            <a:fld id="{228D026D-C07B-48C8-8C2B-C561E4D51E16}" type="datetime1">
              <a:rPr lang="en-US" smtClean="0"/>
              <a:t>11/19/2024</a:t>
            </a:fld>
            <a:endParaRPr lang="en-US"/>
          </a:p>
        </p:txBody>
      </p:sp>
      <p:sp>
        <p:nvSpPr>
          <p:cNvPr id="19" name="Footer Placeholder 18">
            <a:extLst>
              <a:ext uri="{FF2B5EF4-FFF2-40B4-BE49-F238E27FC236}">
                <a16:creationId xmlns:a16="http://schemas.microsoft.com/office/drawing/2014/main" id="{B6187CEF-044B-FFA0-C0B4-5CDDFBA5DE4B}"/>
              </a:ext>
            </a:extLst>
          </p:cNvPr>
          <p:cNvSpPr>
            <a:spLocks noGrp="1"/>
          </p:cNvSpPr>
          <p:nvPr>
            <p:ph type="ftr" sz="quarter" idx="16"/>
          </p:nvPr>
        </p:nvSpPr>
        <p:spPr/>
        <p:txBody>
          <a:bodyPr/>
          <a:lstStyle/>
          <a:p>
            <a:r>
              <a:rPr lang="en-US"/>
              <a:t>CONFIDENTIAL</a:t>
            </a:r>
          </a:p>
        </p:txBody>
      </p:sp>
      <p:sp>
        <p:nvSpPr>
          <p:cNvPr id="20" name="Slide Number Placeholder 19">
            <a:extLst>
              <a:ext uri="{FF2B5EF4-FFF2-40B4-BE49-F238E27FC236}">
                <a16:creationId xmlns:a16="http://schemas.microsoft.com/office/drawing/2014/main" id="{1FD94FA0-E529-0425-530A-BA941F9417C2}"/>
              </a:ext>
            </a:extLst>
          </p:cNvPr>
          <p:cNvSpPr>
            <a:spLocks noGrp="1"/>
          </p:cNvSpPr>
          <p:nvPr>
            <p:ph type="sldNum" sz="quarter" idx="17"/>
          </p:nvPr>
        </p:nvSpPr>
        <p:spPr/>
        <p:txBody>
          <a:bodyPr/>
          <a:lstStyle>
            <a:lvl1pPr>
              <a:defRPr>
                <a:solidFill>
                  <a:schemeClr val="bg1"/>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161590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Thank You">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7667103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3" name="Object 2"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Box 7">
            <a:extLst>
              <a:ext uri="{FF2B5EF4-FFF2-40B4-BE49-F238E27FC236}">
                <a16:creationId xmlns:a16="http://schemas.microsoft.com/office/drawing/2014/main" id="{78BF7DE2-5E66-DADA-726D-FEB6F2434727}"/>
              </a:ext>
            </a:extLst>
          </p:cNvPr>
          <p:cNvSpPr txBox="1"/>
          <p:nvPr userDrawn="1"/>
        </p:nvSpPr>
        <p:spPr bwMode="black">
          <a:xfrm>
            <a:off x="2342866" y="1828800"/>
            <a:ext cx="7506269" cy="2743200"/>
          </a:xfrm>
          <a:prstGeom prst="rect">
            <a:avLst/>
          </a:prstGeom>
          <a:noFill/>
        </p:spPr>
        <p:txBody>
          <a:bodyPr wrap="square" lIns="91440" tIns="0" rIns="91440" bIns="0" rtlCol="0" anchor="ctr">
            <a:noAutofit/>
          </a:bodyPr>
          <a:lstStyle/>
          <a:p>
            <a:pPr algn="ctr">
              <a:lnSpc>
                <a:spcPct val="85000"/>
              </a:lnSpc>
            </a:pPr>
            <a:r>
              <a:rPr lang="en-US" sz="7200">
                <a:solidFill>
                  <a:schemeClr val="accent1"/>
                </a:solidFill>
                <a:latin typeface="IBM Plex Sans SemiBold" panose="020B0703050203000203" pitchFamily="34" charset="0"/>
              </a:rPr>
              <a:t>Thank You</a:t>
            </a:r>
          </a:p>
        </p:txBody>
      </p:sp>
      <p:sp>
        <p:nvSpPr>
          <p:cNvPr id="4" name="Date Placeholder 3">
            <a:extLst>
              <a:ext uri="{FF2B5EF4-FFF2-40B4-BE49-F238E27FC236}">
                <a16:creationId xmlns:a16="http://schemas.microsoft.com/office/drawing/2014/main" id="{8CC20B7D-7BE4-5586-A05C-9DCBB317B56A}"/>
              </a:ext>
            </a:extLst>
          </p:cNvPr>
          <p:cNvSpPr>
            <a:spLocks noGrp="1"/>
          </p:cNvSpPr>
          <p:nvPr>
            <p:ph type="dt" sz="half" idx="10"/>
          </p:nvPr>
        </p:nvSpPr>
        <p:spPr/>
        <p:txBody>
          <a:bodyPr/>
          <a:lstStyle/>
          <a:p>
            <a:fld id="{228D026D-C07B-48C8-8C2B-C561E4D51E16}" type="datetime1">
              <a:rPr lang="en-US" smtClean="0"/>
              <a:t>11/19/2024</a:t>
            </a:fld>
            <a:endParaRPr lang="en-US"/>
          </a:p>
        </p:txBody>
      </p:sp>
      <p:sp>
        <p:nvSpPr>
          <p:cNvPr id="9" name="Footer Placeholder 8">
            <a:extLst>
              <a:ext uri="{FF2B5EF4-FFF2-40B4-BE49-F238E27FC236}">
                <a16:creationId xmlns:a16="http://schemas.microsoft.com/office/drawing/2014/main" id="{92B66E42-9128-EF73-BDE0-2A953E26D24E}"/>
              </a:ext>
            </a:extLst>
          </p:cNvPr>
          <p:cNvSpPr>
            <a:spLocks noGrp="1"/>
          </p:cNvSpPr>
          <p:nvPr>
            <p:ph type="ftr" sz="quarter" idx="11"/>
          </p:nvPr>
        </p:nvSpPr>
        <p:spPr/>
        <p:txBody>
          <a:bodyPr/>
          <a:lstStyle/>
          <a:p>
            <a:r>
              <a:rPr lang="en-US"/>
              <a:t>CONFIDENTIAL</a:t>
            </a:r>
          </a:p>
        </p:txBody>
      </p:sp>
      <p:sp>
        <p:nvSpPr>
          <p:cNvPr id="10" name="Slide Number Placeholder 9">
            <a:extLst>
              <a:ext uri="{FF2B5EF4-FFF2-40B4-BE49-F238E27FC236}">
                <a16:creationId xmlns:a16="http://schemas.microsoft.com/office/drawing/2014/main" id="{31796335-D95F-7D3E-7144-05D8639F2D78}"/>
              </a:ext>
            </a:extLst>
          </p:cNvPr>
          <p:cNvSpPr>
            <a:spLocks noGrp="1"/>
          </p:cNvSpPr>
          <p:nvPr>
            <p:ph type="sldNum" sz="quarter" idx="12"/>
          </p:nvPr>
        </p:nvSpPr>
        <p:spPr/>
        <p:txBody>
          <a:bodyPr/>
          <a:lstStyle/>
          <a:p>
            <a:fld id="{4F90343F-D056-4E24-BE3D-A305BDC1A23E}" type="slidenum">
              <a:rPr lang="en-US" smtClean="0"/>
              <a:pPr/>
              <a:t>‹#›</a:t>
            </a:fld>
            <a:endParaRPr lang="en-US"/>
          </a:p>
        </p:txBody>
      </p:sp>
      <p:grpSp>
        <p:nvGrpSpPr>
          <p:cNvPr id="6" name="Group 5">
            <a:extLst>
              <a:ext uri="{FF2B5EF4-FFF2-40B4-BE49-F238E27FC236}">
                <a16:creationId xmlns:a16="http://schemas.microsoft.com/office/drawing/2014/main" id="{D03267F4-687E-2CFA-E9A3-257334AC01EC}"/>
              </a:ext>
            </a:extLst>
          </p:cNvPr>
          <p:cNvGrpSpPr/>
          <p:nvPr userDrawn="1"/>
        </p:nvGrpSpPr>
        <p:grpSpPr>
          <a:xfrm>
            <a:off x="10408962" y="6131833"/>
            <a:ext cx="1549676" cy="462092"/>
            <a:chOff x="11074630" y="5946246"/>
            <a:chExt cx="911089" cy="271674"/>
          </a:xfrm>
        </p:grpSpPr>
        <p:sp>
          <p:nvSpPr>
            <p:cNvPr id="7" name="Freeform: Shape 6">
              <a:extLst>
                <a:ext uri="{FF2B5EF4-FFF2-40B4-BE49-F238E27FC236}">
                  <a16:creationId xmlns:a16="http://schemas.microsoft.com/office/drawing/2014/main" id="{2F55657E-8496-8BC4-23E7-75FA342F2545}"/>
                </a:ext>
              </a:extLst>
            </p:cNvPr>
            <p:cNvSpPr/>
            <p:nvPr/>
          </p:nvSpPr>
          <p:spPr>
            <a:xfrm>
              <a:off x="11074630" y="5946246"/>
              <a:ext cx="32607" cy="266264"/>
            </a:xfrm>
            <a:custGeom>
              <a:avLst/>
              <a:gdLst>
                <a:gd name="connsiteX0" fmla="*/ 0 w 212407"/>
                <a:gd name="connsiteY0" fmla="*/ 4763 h 1734502"/>
                <a:gd name="connsiteX1" fmla="*/ 60007 w 212407"/>
                <a:gd name="connsiteY1" fmla="*/ 0 h 1734502"/>
                <a:gd name="connsiteX2" fmla="*/ 172402 w 212407"/>
                <a:gd name="connsiteY2" fmla="*/ 40005 h 1734502"/>
                <a:gd name="connsiteX3" fmla="*/ 212407 w 212407"/>
                <a:gd name="connsiteY3" fmla="*/ 152400 h 1734502"/>
                <a:gd name="connsiteX4" fmla="*/ 212407 w 212407"/>
                <a:gd name="connsiteY4" fmla="*/ 1734502 h 1734502"/>
                <a:gd name="connsiteX5" fmla="*/ 0 w 212407"/>
                <a:gd name="connsiteY5" fmla="*/ 1734502 h 1734502"/>
                <a:gd name="connsiteX6" fmla="*/ 0 w 212407"/>
                <a:gd name="connsiteY6" fmla="*/ 4763 h 1734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407" h="1734502">
                  <a:moveTo>
                    <a:pt x="0" y="4763"/>
                  </a:moveTo>
                  <a:cubicBezTo>
                    <a:pt x="25717" y="1905"/>
                    <a:pt x="45720" y="0"/>
                    <a:pt x="60007" y="0"/>
                  </a:cubicBezTo>
                  <a:cubicBezTo>
                    <a:pt x="108585" y="0"/>
                    <a:pt x="145732" y="13335"/>
                    <a:pt x="172402" y="40005"/>
                  </a:cubicBezTo>
                  <a:cubicBezTo>
                    <a:pt x="199072" y="66675"/>
                    <a:pt x="212407" y="103823"/>
                    <a:pt x="212407" y="152400"/>
                  </a:cubicBezTo>
                  <a:lnTo>
                    <a:pt x="212407" y="1734502"/>
                  </a:lnTo>
                  <a:lnTo>
                    <a:pt x="0" y="1734502"/>
                  </a:lnTo>
                  <a:lnTo>
                    <a:pt x="0" y="4763"/>
                  </a:lnTo>
                  <a:close/>
                </a:path>
              </a:pathLst>
            </a:custGeom>
            <a:solidFill>
              <a:srgbClr val="743DBC"/>
            </a:solid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9AF2233-D094-235F-78F2-E4162C27767A}"/>
                </a:ext>
              </a:extLst>
            </p:cNvPr>
            <p:cNvSpPr/>
            <p:nvPr/>
          </p:nvSpPr>
          <p:spPr>
            <a:xfrm>
              <a:off x="11141306" y="6033977"/>
              <a:ext cx="146657" cy="178240"/>
            </a:xfrm>
            <a:custGeom>
              <a:avLst/>
              <a:gdLst>
                <a:gd name="connsiteX0" fmla="*/ 0 w 955357"/>
                <a:gd name="connsiteY0" fmla="*/ 21908 h 1161097"/>
                <a:gd name="connsiteX1" fmla="*/ 40958 w 955357"/>
                <a:gd name="connsiteY1" fmla="*/ 19050 h 1161097"/>
                <a:gd name="connsiteX2" fmla="*/ 147638 w 955357"/>
                <a:gd name="connsiteY2" fmla="*/ 50483 h 1161097"/>
                <a:gd name="connsiteX3" fmla="*/ 196215 w 955357"/>
                <a:gd name="connsiteY3" fmla="*/ 141923 h 1161097"/>
                <a:gd name="connsiteX4" fmla="*/ 361950 w 955357"/>
                <a:gd name="connsiteY4" fmla="*/ 37148 h 1161097"/>
                <a:gd name="connsiteX5" fmla="*/ 573405 w 955357"/>
                <a:gd name="connsiteY5" fmla="*/ 0 h 1161097"/>
                <a:gd name="connsiteX6" fmla="*/ 813435 w 955357"/>
                <a:gd name="connsiteY6" fmla="*/ 64770 h 1161097"/>
                <a:gd name="connsiteX7" fmla="*/ 938213 w 955357"/>
                <a:gd name="connsiteY7" fmla="*/ 253365 h 1161097"/>
                <a:gd name="connsiteX8" fmla="*/ 955358 w 955357"/>
                <a:gd name="connsiteY8" fmla="*/ 475298 h 1161097"/>
                <a:gd name="connsiteX9" fmla="*/ 955358 w 955357"/>
                <a:gd name="connsiteY9" fmla="*/ 1161098 h 1161097"/>
                <a:gd name="connsiteX10" fmla="*/ 750570 w 955357"/>
                <a:gd name="connsiteY10" fmla="*/ 1161098 h 1161097"/>
                <a:gd name="connsiteX11" fmla="*/ 750570 w 955357"/>
                <a:gd name="connsiteY11" fmla="*/ 483870 h 1161097"/>
                <a:gd name="connsiteX12" fmla="*/ 736283 w 955357"/>
                <a:gd name="connsiteY12" fmla="*/ 317183 h 1161097"/>
                <a:gd name="connsiteX13" fmla="*/ 661035 w 955357"/>
                <a:gd name="connsiteY13" fmla="*/ 218123 h 1161097"/>
                <a:gd name="connsiteX14" fmla="*/ 508635 w 955357"/>
                <a:gd name="connsiteY14" fmla="*/ 186690 h 1161097"/>
                <a:gd name="connsiteX15" fmla="*/ 353378 w 955357"/>
                <a:gd name="connsiteY15" fmla="*/ 210503 h 1161097"/>
                <a:gd name="connsiteX16" fmla="*/ 245745 w 955357"/>
                <a:gd name="connsiteY16" fmla="*/ 274320 h 1161097"/>
                <a:gd name="connsiteX17" fmla="*/ 206692 w 955357"/>
                <a:gd name="connsiteY17" fmla="*/ 357188 h 1161097"/>
                <a:gd name="connsiteX18" fmla="*/ 206692 w 955357"/>
                <a:gd name="connsiteY18" fmla="*/ 1161098 h 1161097"/>
                <a:gd name="connsiteX19" fmla="*/ 1905 w 955357"/>
                <a:gd name="connsiteY19" fmla="*/ 1161098 h 1161097"/>
                <a:gd name="connsiteX20" fmla="*/ 1905 w 955357"/>
                <a:gd name="connsiteY20" fmla="*/ 21908 h 1161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55357" h="1161097">
                  <a:moveTo>
                    <a:pt x="0" y="21908"/>
                  </a:moveTo>
                  <a:cubicBezTo>
                    <a:pt x="14288" y="20003"/>
                    <a:pt x="28575" y="19050"/>
                    <a:pt x="40958" y="19050"/>
                  </a:cubicBezTo>
                  <a:cubicBezTo>
                    <a:pt x="84773" y="19050"/>
                    <a:pt x="120015" y="29528"/>
                    <a:pt x="147638" y="50483"/>
                  </a:cubicBezTo>
                  <a:cubicBezTo>
                    <a:pt x="175260" y="71438"/>
                    <a:pt x="191453" y="101917"/>
                    <a:pt x="196215" y="141923"/>
                  </a:cubicBezTo>
                  <a:cubicBezTo>
                    <a:pt x="240983" y="97155"/>
                    <a:pt x="296228" y="61913"/>
                    <a:pt x="361950" y="37148"/>
                  </a:cubicBezTo>
                  <a:cubicBezTo>
                    <a:pt x="426720" y="12383"/>
                    <a:pt x="497205" y="0"/>
                    <a:pt x="573405" y="0"/>
                  </a:cubicBezTo>
                  <a:cubicBezTo>
                    <a:pt x="671513" y="0"/>
                    <a:pt x="751523" y="21908"/>
                    <a:pt x="813435" y="64770"/>
                  </a:cubicBezTo>
                  <a:cubicBezTo>
                    <a:pt x="875348" y="108585"/>
                    <a:pt x="917258" y="171450"/>
                    <a:pt x="938213" y="253365"/>
                  </a:cubicBezTo>
                  <a:cubicBezTo>
                    <a:pt x="949643" y="297180"/>
                    <a:pt x="955358" y="370523"/>
                    <a:pt x="955358" y="475298"/>
                  </a:cubicBezTo>
                  <a:lnTo>
                    <a:pt x="955358" y="1161098"/>
                  </a:lnTo>
                  <a:lnTo>
                    <a:pt x="750570" y="1161098"/>
                  </a:lnTo>
                  <a:lnTo>
                    <a:pt x="750570" y="483870"/>
                  </a:lnTo>
                  <a:cubicBezTo>
                    <a:pt x="750570" y="404813"/>
                    <a:pt x="745808" y="349567"/>
                    <a:pt x="736283" y="317183"/>
                  </a:cubicBezTo>
                  <a:cubicBezTo>
                    <a:pt x="722948" y="272415"/>
                    <a:pt x="698183" y="239078"/>
                    <a:pt x="661035" y="218123"/>
                  </a:cubicBezTo>
                  <a:cubicBezTo>
                    <a:pt x="623888" y="197167"/>
                    <a:pt x="573405" y="186690"/>
                    <a:pt x="508635" y="186690"/>
                  </a:cubicBezTo>
                  <a:cubicBezTo>
                    <a:pt x="450533" y="186690"/>
                    <a:pt x="399098" y="194310"/>
                    <a:pt x="353378" y="210503"/>
                  </a:cubicBezTo>
                  <a:cubicBezTo>
                    <a:pt x="307658" y="226695"/>
                    <a:pt x="271463" y="247650"/>
                    <a:pt x="245745" y="274320"/>
                  </a:cubicBezTo>
                  <a:cubicBezTo>
                    <a:pt x="220028" y="300990"/>
                    <a:pt x="206692" y="328613"/>
                    <a:pt x="206692" y="357188"/>
                  </a:cubicBezTo>
                  <a:lnTo>
                    <a:pt x="206692" y="1161098"/>
                  </a:lnTo>
                  <a:lnTo>
                    <a:pt x="1905" y="1161098"/>
                  </a:lnTo>
                  <a:lnTo>
                    <a:pt x="1905" y="21908"/>
                  </a:lnTo>
                  <a:close/>
                </a:path>
              </a:pathLst>
            </a:custGeom>
            <a:solidFill>
              <a:srgbClr val="743DBC"/>
            </a:solid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9608F74-E5FB-9840-AD8B-3CA38C671A40}"/>
                </a:ext>
              </a:extLst>
            </p:cNvPr>
            <p:cNvSpPr/>
            <p:nvPr/>
          </p:nvSpPr>
          <p:spPr>
            <a:xfrm>
              <a:off x="11314282" y="6033831"/>
              <a:ext cx="125309" cy="183504"/>
            </a:xfrm>
            <a:custGeom>
              <a:avLst/>
              <a:gdLst>
                <a:gd name="connsiteX0" fmla="*/ 708660 w 816292"/>
                <a:gd name="connsiteY0" fmla="*/ 293370 h 1195387"/>
                <a:gd name="connsiteX1" fmla="*/ 582930 w 816292"/>
                <a:gd name="connsiteY1" fmla="*/ 202882 h 1195387"/>
                <a:gd name="connsiteX2" fmla="*/ 421005 w 816292"/>
                <a:gd name="connsiteY2" fmla="*/ 167640 h 1195387"/>
                <a:gd name="connsiteX3" fmla="*/ 263843 w 816292"/>
                <a:gd name="connsiteY3" fmla="*/ 204788 h 1195387"/>
                <a:gd name="connsiteX4" fmla="*/ 205740 w 816292"/>
                <a:gd name="connsiteY4" fmla="*/ 312420 h 1195387"/>
                <a:gd name="connsiteX5" fmla="*/ 226695 w 816292"/>
                <a:gd name="connsiteY5" fmla="*/ 381000 h 1195387"/>
                <a:gd name="connsiteX6" fmla="*/ 295275 w 816292"/>
                <a:gd name="connsiteY6" fmla="*/ 434340 h 1195387"/>
                <a:gd name="connsiteX7" fmla="*/ 444818 w 816292"/>
                <a:gd name="connsiteY7" fmla="*/ 481013 h 1195387"/>
                <a:gd name="connsiteX8" fmla="*/ 662940 w 816292"/>
                <a:gd name="connsiteY8" fmla="*/ 561022 h 1195387"/>
                <a:gd name="connsiteX9" fmla="*/ 779145 w 816292"/>
                <a:gd name="connsiteY9" fmla="*/ 675322 h 1195387"/>
                <a:gd name="connsiteX10" fmla="*/ 816293 w 816292"/>
                <a:gd name="connsiteY10" fmla="*/ 838200 h 1195387"/>
                <a:gd name="connsiteX11" fmla="*/ 693420 w 816292"/>
                <a:gd name="connsiteY11" fmla="*/ 1097280 h 1195387"/>
                <a:gd name="connsiteX12" fmla="*/ 374332 w 816292"/>
                <a:gd name="connsiteY12" fmla="*/ 1195388 h 1195387"/>
                <a:gd name="connsiteX13" fmla="*/ 108585 w 816292"/>
                <a:gd name="connsiteY13" fmla="*/ 1149667 h 1195387"/>
                <a:gd name="connsiteX14" fmla="*/ 0 w 816292"/>
                <a:gd name="connsiteY14" fmla="*/ 1048703 h 1195387"/>
                <a:gd name="connsiteX15" fmla="*/ 12382 w 816292"/>
                <a:gd name="connsiteY15" fmla="*/ 994410 h 1195387"/>
                <a:gd name="connsiteX16" fmla="*/ 60960 w 816292"/>
                <a:gd name="connsiteY16" fmla="*/ 905828 h 1195387"/>
                <a:gd name="connsiteX17" fmla="*/ 213360 w 816292"/>
                <a:gd name="connsiteY17" fmla="*/ 996315 h 1195387"/>
                <a:gd name="connsiteX18" fmla="*/ 381953 w 816292"/>
                <a:gd name="connsiteY18" fmla="*/ 1028700 h 1195387"/>
                <a:gd name="connsiteX19" fmla="*/ 553403 w 816292"/>
                <a:gd name="connsiteY19" fmla="*/ 983932 h 1195387"/>
                <a:gd name="connsiteX20" fmla="*/ 613410 w 816292"/>
                <a:gd name="connsiteY20" fmla="*/ 854392 h 1195387"/>
                <a:gd name="connsiteX21" fmla="*/ 560070 w 816292"/>
                <a:gd name="connsiteY21" fmla="*/ 735330 h 1195387"/>
                <a:gd name="connsiteX22" fmla="*/ 361950 w 816292"/>
                <a:gd name="connsiteY22" fmla="*/ 659130 h 1195387"/>
                <a:gd name="connsiteX23" fmla="*/ 87630 w 816292"/>
                <a:gd name="connsiteY23" fmla="*/ 537210 h 1195387"/>
                <a:gd name="connsiteX24" fmla="*/ 4763 w 816292"/>
                <a:gd name="connsiteY24" fmla="*/ 323850 h 1195387"/>
                <a:gd name="connsiteX25" fmla="*/ 120968 w 816292"/>
                <a:gd name="connsiteY25" fmla="*/ 88582 h 1195387"/>
                <a:gd name="connsiteX26" fmla="*/ 415290 w 816292"/>
                <a:gd name="connsiteY26" fmla="*/ 0 h 1195387"/>
                <a:gd name="connsiteX27" fmla="*/ 579120 w 816292"/>
                <a:gd name="connsiteY27" fmla="*/ 18097 h 1195387"/>
                <a:gd name="connsiteX28" fmla="*/ 704850 w 816292"/>
                <a:gd name="connsiteY28" fmla="*/ 64770 h 1195387"/>
                <a:gd name="connsiteX29" fmla="*/ 786765 w 816292"/>
                <a:gd name="connsiteY29" fmla="*/ 159067 h 1195387"/>
                <a:gd name="connsiteX30" fmla="*/ 741045 w 816292"/>
                <a:gd name="connsiteY30" fmla="*/ 289560 h 1195387"/>
                <a:gd name="connsiteX31" fmla="*/ 708660 w 816292"/>
                <a:gd name="connsiteY31" fmla="*/ 293370 h 1195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16292" h="1195387">
                  <a:moveTo>
                    <a:pt x="708660" y="293370"/>
                  </a:moveTo>
                  <a:cubicBezTo>
                    <a:pt x="678180" y="256222"/>
                    <a:pt x="636270" y="225742"/>
                    <a:pt x="582930" y="202882"/>
                  </a:cubicBezTo>
                  <a:cubicBezTo>
                    <a:pt x="529590" y="180022"/>
                    <a:pt x="476250" y="167640"/>
                    <a:pt x="421005" y="167640"/>
                  </a:cubicBezTo>
                  <a:cubicBezTo>
                    <a:pt x="355282" y="167640"/>
                    <a:pt x="302895" y="180022"/>
                    <a:pt x="263843" y="204788"/>
                  </a:cubicBezTo>
                  <a:cubicBezTo>
                    <a:pt x="224790" y="229552"/>
                    <a:pt x="205740" y="265747"/>
                    <a:pt x="205740" y="312420"/>
                  </a:cubicBezTo>
                  <a:cubicBezTo>
                    <a:pt x="205740" y="338138"/>
                    <a:pt x="212407" y="360997"/>
                    <a:pt x="226695" y="381000"/>
                  </a:cubicBezTo>
                  <a:cubicBezTo>
                    <a:pt x="240030" y="401003"/>
                    <a:pt x="262890" y="419100"/>
                    <a:pt x="295275" y="434340"/>
                  </a:cubicBezTo>
                  <a:cubicBezTo>
                    <a:pt x="327660" y="449580"/>
                    <a:pt x="377190" y="465772"/>
                    <a:pt x="444818" y="481013"/>
                  </a:cubicBezTo>
                  <a:cubicBezTo>
                    <a:pt x="538163" y="503872"/>
                    <a:pt x="610553" y="530542"/>
                    <a:pt x="662940" y="561022"/>
                  </a:cubicBezTo>
                  <a:cubicBezTo>
                    <a:pt x="715328" y="591503"/>
                    <a:pt x="753428" y="629603"/>
                    <a:pt x="779145" y="675322"/>
                  </a:cubicBezTo>
                  <a:cubicBezTo>
                    <a:pt x="803910" y="721042"/>
                    <a:pt x="816293" y="775335"/>
                    <a:pt x="816293" y="838200"/>
                  </a:cubicBezTo>
                  <a:cubicBezTo>
                    <a:pt x="816293" y="945832"/>
                    <a:pt x="775335" y="1032510"/>
                    <a:pt x="693420" y="1097280"/>
                  </a:cubicBezTo>
                  <a:cubicBezTo>
                    <a:pt x="611505" y="1162050"/>
                    <a:pt x="504825" y="1195388"/>
                    <a:pt x="374332" y="1195388"/>
                  </a:cubicBezTo>
                  <a:cubicBezTo>
                    <a:pt x="266700" y="1195388"/>
                    <a:pt x="178118" y="1180148"/>
                    <a:pt x="108585" y="1149667"/>
                  </a:cubicBezTo>
                  <a:cubicBezTo>
                    <a:pt x="36195" y="1121092"/>
                    <a:pt x="0" y="1086803"/>
                    <a:pt x="0" y="1048703"/>
                  </a:cubicBezTo>
                  <a:cubicBezTo>
                    <a:pt x="0" y="1032510"/>
                    <a:pt x="3810" y="1014413"/>
                    <a:pt x="12382" y="994410"/>
                  </a:cubicBezTo>
                  <a:cubicBezTo>
                    <a:pt x="20003" y="974407"/>
                    <a:pt x="36195" y="944880"/>
                    <a:pt x="60960" y="905828"/>
                  </a:cubicBezTo>
                  <a:cubicBezTo>
                    <a:pt x="105728" y="944880"/>
                    <a:pt x="157163" y="974407"/>
                    <a:pt x="213360" y="996315"/>
                  </a:cubicBezTo>
                  <a:cubicBezTo>
                    <a:pt x="269557" y="1018222"/>
                    <a:pt x="325755" y="1028700"/>
                    <a:pt x="381953" y="1028700"/>
                  </a:cubicBezTo>
                  <a:cubicBezTo>
                    <a:pt x="456247" y="1028700"/>
                    <a:pt x="513397" y="1013460"/>
                    <a:pt x="553403" y="983932"/>
                  </a:cubicBezTo>
                  <a:cubicBezTo>
                    <a:pt x="593407" y="954405"/>
                    <a:pt x="613410" y="911542"/>
                    <a:pt x="613410" y="854392"/>
                  </a:cubicBezTo>
                  <a:cubicBezTo>
                    <a:pt x="613410" y="804863"/>
                    <a:pt x="595313" y="764857"/>
                    <a:pt x="560070" y="735330"/>
                  </a:cubicBezTo>
                  <a:cubicBezTo>
                    <a:pt x="524828" y="705803"/>
                    <a:pt x="459105" y="680085"/>
                    <a:pt x="361950" y="659130"/>
                  </a:cubicBezTo>
                  <a:cubicBezTo>
                    <a:pt x="235268" y="631507"/>
                    <a:pt x="143828" y="591503"/>
                    <a:pt x="87630" y="537210"/>
                  </a:cubicBezTo>
                  <a:cubicBezTo>
                    <a:pt x="32385" y="482917"/>
                    <a:pt x="4763" y="412432"/>
                    <a:pt x="4763" y="323850"/>
                  </a:cubicBezTo>
                  <a:cubicBezTo>
                    <a:pt x="4763" y="225742"/>
                    <a:pt x="43815" y="147638"/>
                    <a:pt x="120968" y="88582"/>
                  </a:cubicBezTo>
                  <a:cubicBezTo>
                    <a:pt x="198120" y="29527"/>
                    <a:pt x="296228" y="0"/>
                    <a:pt x="415290" y="0"/>
                  </a:cubicBezTo>
                  <a:cubicBezTo>
                    <a:pt x="473393" y="0"/>
                    <a:pt x="527685" y="5715"/>
                    <a:pt x="579120" y="18097"/>
                  </a:cubicBezTo>
                  <a:cubicBezTo>
                    <a:pt x="630555" y="30480"/>
                    <a:pt x="672465" y="45720"/>
                    <a:pt x="704850" y="64770"/>
                  </a:cubicBezTo>
                  <a:cubicBezTo>
                    <a:pt x="759143" y="95250"/>
                    <a:pt x="786765" y="126682"/>
                    <a:pt x="786765" y="159067"/>
                  </a:cubicBezTo>
                  <a:cubicBezTo>
                    <a:pt x="786765" y="192405"/>
                    <a:pt x="771525" y="236220"/>
                    <a:pt x="741045" y="289560"/>
                  </a:cubicBezTo>
                  <a:lnTo>
                    <a:pt x="708660" y="293370"/>
                  </a:lnTo>
                  <a:close/>
                </a:path>
              </a:pathLst>
            </a:custGeom>
            <a:solidFill>
              <a:srgbClr val="743DBC"/>
            </a:solid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441D14F5-A2F2-AD60-B555-7B26368DC3A2}"/>
                </a:ext>
              </a:extLst>
            </p:cNvPr>
            <p:cNvSpPr/>
            <p:nvPr/>
          </p:nvSpPr>
          <p:spPr>
            <a:xfrm>
              <a:off x="11466789" y="6035878"/>
              <a:ext cx="145780" cy="182042"/>
            </a:xfrm>
            <a:custGeom>
              <a:avLst/>
              <a:gdLst>
                <a:gd name="connsiteX0" fmla="*/ 0 w 949642"/>
                <a:gd name="connsiteY0" fmla="*/ 2858 h 1185862"/>
                <a:gd name="connsiteX1" fmla="*/ 43815 w 949642"/>
                <a:gd name="connsiteY1" fmla="*/ 0 h 1185862"/>
                <a:gd name="connsiteX2" fmla="*/ 205740 w 949642"/>
                <a:gd name="connsiteY2" fmla="*/ 163830 h 1185862"/>
                <a:gd name="connsiteX3" fmla="*/ 205740 w 949642"/>
                <a:gd name="connsiteY3" fmla="*/ 726757 h 1185862"/>
                <a:gd name="connsiteX4" fmla="*/ 220028 w 949642"/>
                <a:gd name="connsiteY4" fmla="*/ 883920 h 1185862"/>
                <a:gd name="connsiteX5" fmla="*/ 273368 w 949642"/>
                <a:gd name="connsiteY5" fmla="*/ 961072 h 1185862"/>
                <a:gd name="connsiteX6" fmla="*/ 346710 w 949642"/>
                <a:gd name="connsiteY6" fmla="*/ 996315 h 1185862"/>
                <a:gd name="connsiteX7" fmla="*/ 449580 w 949642"/>
                <a:gd name="connsiteY7" fmla="*/ 1006793 h 1185862"/>
                <a:gd name="connsiteX8" fmla="*/ 595313 w 949642"/>
                <a:gd name="connsiteY8" fmla="*/ 979170 h 1185862"/>
                <a:gd name="connsiteX9" fmla="*/ 702945 w 949642"/>
                <a:gd name="connsiteY9" fmla="*/ 910590 h 1185862"/>
                <a:gd name="connsiteX10" fmla="*/ 743903 w 949642"/>
                <a:gd name="connsiteY10" fmla="*/ 833438 h 1185862"/>
                <a:gd name="connsiteX11" fmla="*/ 743903 w 949642"/>
                <a:gd name="connsiteY11" fmla="*/ 2858 h 1185862"/>
                <a:gd name="connsiteX12" fmla="*/ 787718 w 949642"/>
                <a:gd name="connsiteY12" fmla="*/ 0 h 1185862"/>
                <a:gd name="connsiteX13" fmla="*/ 949643 w 949642"/>
                <a:gd name="connsiteY13" fmla="*/ 163830 h 1185862"/>
                <a:gd name="connsiteX14" fmla="*/ 949643 w 949642"/>
                <a:gd name="connsiteY14" fmla="*/ 1148715 h 1185862"/>
                <a:gd name="connsiteX15" fmla="*/ 744855 w 949642"/>
                <a:gd name="connsiteY15" fmla="*/ 1148715 h 1185862"/>
                <a:gd name="connsiteX16" fmla="*/ 744855 w 949642"/>
                <a:gd name="connsiteY16" fmla="*/ 1042988 h 1185862"/>
                <a:gd name="connsiteX17" fmla="*/ 384810 w 949642"/>
                <a:gd name="connsiteY17" fmla="*/ 1185863 h 1185862"/>
                <a:gd name="connsiteX18" fmla="*/ 214313 w 949642"/>
                <a:gd name="connsiteY18" fmla="*/ 1162050 h 1185862"/>
                <a:gd name="connsiteX19" fmla="*/ 93345 w 949642"/>
                <a:gd name="connsiteY19" fmla="*/ 1088707 h 1185862"/>
                <a:gd name="connsiteX20" fmla="*/ 22860 w 949642"/>
                <a:gd name="connsiteY20" fmla="*/ 961072 h 1185862"/>
                <a:gd name="connsiteX21" fmla="*/ 0 w 949642"/>
                <a:gd name="connsiteY21" fmla="*/ 727710 h 1185862"/>
                <a:gd name="connsiteX22" fmla="*/ 0 w 949642"/>
                <a:gd name="connsiteY22" fmla="*/ 2858 h 1185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49642" h="1185862">
                  <a:moveTo>
                    <a:pt x="0" y="2858"/>
                  </a:moveTo>
                  <a:cubicBezTo>
                    <a:pt x="14288" y="953"/>
                    <a:pt x="28575" y="0"/>
                    <a:pt x="43815" y="0"/>
                  </a:cubicBezTo>
                  <a:cubicBezTo>
                    <a:pt x="151448" y="0"/>
                    <a:pt x="205740" y="54292"/>
                    <a:pt x="205740" y="163830"/>
                  </a:cubicBezTo>
                  <a:lnTo>
                    <a:pt x="205740" y="726757"/>
                  </a:lnTo>
                  <a:cubicBezTo>
                    <a:pt x="205740" y="797243"/>
                    <a:pt x="210503" y="849630"/>
                    <a:pt x="220028" y="883920"/>
                  </a:cubicBezTo>
                  <a:cubicBezTo>
                    <a:pt x="229553" y="917257"/>
                    <a:pt x="247650" y="943928"/>
                    <a:pt x="273368" y="961072"/>
                  </a:cubicBezTo>
                  <a:cubicBezTo>
                    <a:pt x="296228" y="977265"/>
                    <a:pt x="320040" y="988695"/>
                    <a:pt x="346710" y="996315"/>
                  </a:cubicBezTo>
                  <a:cubicBezTo>
                    <a:pt x="373380" y="1003935"/>
                    <a:pt x="407670" y="1006793"/>
                    <a:pt x="449580" y="1006793"/>
                  </a:cubicBezTo>
                  <a:cubicBezTo>
                    <a:pt x="502920" y="1006793"/>
                    <a:pt x="551498" y="997268"/>
                    <a:pt x="595313" y="979170"/>
                  </a:cubicBezTo>
                  <a:cubicBezTo>
                    <a:pt x="639128" y="961072"/>
                    <a:pt x="675323" y="937260"/>
                    <a:pt x="702945" y="910590"/>
                  </a:cubicBezTo>
                  <a:cubicBezTo>
                    <a:pt x="730568" y="882968"/>
                    <a:pt x="743903" y="857250"/>
                    <a:pt x="743903" y="833438"/>
                  </a:cubicBezTo>
                  <a:lnTo>
                    <a:pt x="743903" y="2858"/>
                  </a:lnTo>
                  <a:cubicBezTo>
                    <a:pt x="758190" y="953"/>
                    <a:pt x="772478" y="0"/>
                    <a:pt x="787718" y="0"/>
                  </a:cubicBezTo>
                  <a:cubicBezTo>
                    <a:pt x="895350" y="0"/>
                    <a:pt x="949643" y="54292"/>
                    <a:pt x="949643" y="163830"/>
                  </a:cubicBezTo>
                  <a:lnTo>
                    <a:pt x="949643" y="1148715"/>
                  </a:lnTo>
                  <a:lnTo>
                    <a:pt x="744855" y="1148715"/>
                  </a:lnTo>
                  <a:lnTo>
                    <a:pt x="744855" y="1042988"/>
                  </a:lnTo>
                  <a:cubicBezTo>
                    <a:pt x="662940" y="1138238"/>
                    <a:pt x="542925" y="1185863"/>
                    <a:pt x="384810" y="1185863"/>
                  </a:cubicBezTo>
                  <a:cubicBezTo>
                    <a:pt x="320040" y="1185863"/>
                    <a:pt x="263843" y="1178243"/>
                    <a:pt x="214313" y="1162050"/>
                  </a:cubicBezTo>
                  <a:cubicBezTo>
                    <a:pt x="164783" y="1145857"/>
                    <a:pt x="124778" y="1121093"/>
                    <a:pt x="93345" y="1088707"/>
                  </a:cubicBezTo>
                  <a:cubicBezTo>
                    <a:pt x="61913" y="1055370"/>
                    <a:pt x="39053" y="1013460"/>
                    <a:pt x="22860" y="961072"/>
                  </a:cubicBezTo>
                  <a:cubicBezTo>
                    <a:pt x="7620" y="908685"/>
                    <a:pt x="0" y="831532"/>
                    <a:pt x="0" y="727710"/>
                  </a:cubicBezTo>
                  <a:lnTo>
                    <a:pt x="0" y="2858"/>
                  </a:lnTo>
                  <a:close/>
                </a:path>
              </a:pathLst>
            </a:custGeom>
            <a:solidFill>
              <a:srgbClr val="743DBC"/>
            </a:solid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F17809A1-5E41-C5B4-C19B-F634F910509B}"/>
                </a:ext>
              </a:extLst>
            </p:cNvPr>
            <p:cNvSpPr/>
            <p:nvPr/>
          </p:nvSpPr>
          <p:spPr>
            <a:xfrm>
              <a:off x="11644737" y="5963354"/>
              <a:ext cx="49422" cy="251057"/>
            </a:xfrm>
            <a:custGeom>
              <a:avLst/>
              <a:gdLst>
                <a:gd name="connsiteX0" fmla="*/ 0 w 321944"/>
                <a:gd name="connsiteY0" fmla="*/ 2858 h 1635442"/>
                <a:gd name="connsiteX1" fmla="*/ 43815 w 321944"/>
                <a:gd name="connsiteY1" fmla="*/ 0 h 1635442"/>
                <a:gd name="connsiteX2" fmla="*/ 205740 w 321944"/>
                <a:gd name="connsiteY2" fmla="*/ 163830 h 1635442"/>
                <a:gd name="connsiteX3" fmla="*/ 205740 w 321944"/>
                <a:gd name="connsiteY3" fmla="*/ 1394460 h 1635442"/>
                <a:gd name="connsiteX4" fmla="*/ 215265 w 321944"/>
                <a:gd name="connsiteY4" fmla="*/ 1485900 h 1635442"/>
                <a:gd name="connsiteX5" fmla="*/ 249555 w 321944"/>
                <a:gd name="connsiteY5" fmla="*/ 1521143 h 1635442"/>
                <a:gd name="connsiteX6" fmla="*/ 321945 w 321944"/>
                <a:gd name="connsiteY6" fmla="*/ 1531620 h 1635442"/>
                <a:gd name="connsiteX7" fmla="*/ 321945 w 321944"/>
                <a:gd name="connsiteY7" fmla="*/ 1618298 h 1635442"/>
                <a:gd name="connsiteX8" fmla="*/ 189548 w 321944"/>
                <a:gd name="connsiteY8" fmla="*/ 1635443 h 1635442"/>
                <a:gd name="connsiteX9" fmla="*/ 82868 w 321944"/>
                <a:gd name="connsiteY9" fmla="*/ 1613535 h 1635442"/>
                <a:gd name="connsiteX10" fmla="*/ 20955 w 321944"/>
                <a:gd name="connsiteY10" fmla="*/ 1544955 h 1635442"/>
                <a:gd name="connsiteX11" fmla="*/ 0 w 321944"/>
                <a:gd name="connsiteY11" fmla="*/ 1386840 h 1635442"/>
                <a:gd name="connsiteX12" fmla="*/ 0 w 321944"/>
                <a:gd name="connsiteY12" fmla="*/ 2858 h 16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1944" h="1635442">
                  <a:moveTo>
                    <a:pt x="0" y="2858"/>
                  </a:moveTo>
                  <a:cubicBezTo>
                    <a:pt x="14288" y="953"/>
                    <a:pt x="28575" y="0"/>
                    <a:pt x="43815" y="0"/>
                  </a:cubicBezTo>
                  <a:cubicBezTo>
                    <a:pt x="151448" y="0"/>
                    <a:pt x="205740" y="54293"/>
                    <a:pt x="205740" y="163830"/>
                  </a:cubicBezTo>
                  <a:lnTo>
                    <a:pt x="205740" y="1394460"/>
                  </a:lnTo>
                  <a:cubicBezTo>
                    <a:pt x="205740" y="1439228"/>
                    <a:pt x="208598" y="1469708"/>
                    <a:pt x="215265" y="1485900"/>
                  </a:cubicBezTo>
                  <a:cubicBezTo>
                    <a:pt x="221932" y="1502093"/>
                    <a:pt x="233363" y="1513523"/>
                    <a:pt x="249555" y="1521143"/>
                  </a:cubicBezTo>
                  <a:cubicBezTo>
                    <a:pt x="265748" y="1528763"/>
                    <a:pt x="289560" y="1531620"/>
                    <a:pt x="321945" y="1531620"/>
                  </a:cubicBezTo>
                  <a:lnTo>
                    <a:pt x="321945" y="1618298"/>
                  </a:lnTo>
                  <a:cubicBezTo>
                    <a:pt x="288607" y="1629728"/>
                    <a:pt x="243840" y="1635443"/>
                    <a:pt x="189548" y="1635443"/>
                  </a:cubicBezTo>
                  <a:cubicBezTo>
                    <a:pt x="145732" y="1635443"/>
                    <a:pt x="110490" y="1627823"/>
                    <a:pt x="82868" y="1613535"/>
                  </a:cubicBezTo>
                  <a:cubicBezTo>
                    <a:pt x="55245" y="1599248"/>
                    <a:pt x="35243" y="1576388"/>
                    <a:pt x="20955" y="1544955"/>
                  </a:cubicBezTo>
                  <a:cubicBezTo>
                    <a:pt x="7620" y="1513523"/>
                    <a:pt x="0" y="1461135"/>
                    <a:pt x="0" y="1386840"/>
                  </a:cubicBezTo>
                  <a:lnTo>
                    <a:pt x="0" y="2858"/>
                  </a:lnTo>
                  <a:close/>
                </a:path>
              </a:pathLst>
            </a:custGeom>
            <a:solidFill>
              <a:srgbClr val="743DBC"/>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B1F4DC86-474F-30AB-9C6C-D8BBCD491A3D}"/>
                </a:ext>
              </a:extLst>
            </p:cNvPr>
            <p:cNvSpPr/>
            <p:nvPr/>
          </p:nvSpPr>
          <p:spPr>
            <a:xfrm>
              <a:off x="11709950" y="6033831"/>
              <a:ext cx="150898" cy="183943"/>
            </a:xfrm>
            <a:custGeom>
              <a:avLst/>
              <a:gdLst>
                <a:gd name="connsiteX0" fmla="*/ 212408 w 982980"/>
                <a:gd name="connsiteY0" fmla="*/ 634365 h 1198244"/>
                <a:gd name="connsiteX1" fmla="*/ 310515 w 982980"/>
                <a:gd name="connsiteY1" fmla="*/ 923925 h 1198244"/>
                <a:gd name="connsiteX2" fmla="*/ 569595 w 982980"/>
                <a:gd name="connsiteY2" fmla="*/ 1024890 h 1198244"/>
                <a:gd name="connsiteX3" fmla="*/ 888683 w 982980"/>
                <a:gd name="connsiteY3" fmla="*/ 887730 h 1198244"/>
                <a:gd name="connsiteX4" fmla="*/ 937260 w 982980"/>
                <a:gd name="connsiteY4" fmla="*/ 961072 h 1198244"/>
                <a:gd name="connsiteX5" fmla="*/ 956310 w 982980"/>
                <a:gd name="connsiteY5" fmla="*/ 1020128 h 1198244"/>
                <a:gd name="connsiteX6" fmla="*/ 902970 w 982980"/>
                <a:gd name="connsiteY6" fmla="*/ 1102042 h 1198244"/>
                <a:gd name="connsiteX7" fmla="*/ 550545 w 982980"/>
                <a:gd name="connsiteY7" fmla="*/ 1198245 h 1198244"/>
                <a:gd name="connsiteX8" fmla="*/ 142875 w 982980"/>
                <a:gd name="connsiteY8" fmla="*/ 1041082 h 1198244"/>
                <a:gd name="connsiteX9" fmla="*/ 0 w 982980"/>
                <a:gd name="connsiteY9" fmla="*/ 584835 h 1198244"/>
                <a:gd name="connsiteX10" fmla="*/ 66675 w 982980"/>
                <a:gd name="connsiteY10" fmla="*/ 270510 h 1198244"/>
                <a:gd name="connsiteX11" fmla="*/ 252413 w 982980"/>
                <a:gd name="connsiteY11" fmla="*/ 70485 h 1198244"/>
                <a:gd name="connsiteX12" fmla="*/ 519113 w 982980"/>
                <a:gd name="connsiteY12" fmla="*/ 0 h 1198244"/>
                <a:gd name="connsiteX13" fmla="*/ 770573 w 982980"/>
                <a:gd name="connsiteY13" fmla="*/ 61913 h 1198244"/>
                <a:gd name="connsiteX14" fmla="*/ 928688 w 982980"/>
                <a:gd name="connsiteY14" fmla="*/ 237172 h 1198244"/>
                <a:gd name="connsiteX15" fmla="*/ 982980 w 982980"/>
                <a:gd name="connsiteY15" fmla="*/ 498157 h 1198244"/>
                <a:gd name="connsiteX16" fmla="*/ 975360 w 982980"/>
                <a:gd name="connsiteY16" fmla="*/ 633413 h 1198244"/>
                <a:gd name="connsiteX17" fmla="*/ 212408 w 982980"/>
                <a:gd name="connsiteY17" fmla="*/ 633413 h 1198244"/>
                <a:gd name="connsiteX18" fmla="*/ 777240 w 982980"/>
                <a:gd name="connsiteY18" fmla="*/ 480060 h 1198244"/>
                <a:gd name="connsiteX19" fmla="*/ 509588 w 982980"/>
                <a:gd name="connsiteY19" fmla="*/ 171450 h 1198244"/>
                <a:gd name="connsiteX20" fmla="*/ 301943 w 982980"/>
                <a:gd name="connsiteY20" fmla="*/ 254317 h 1198244"/>
                <a:gd name="connsiteX21" fmla="*/ 212408 w 982980"/>
                <a:gd name="connsiteY21" fmla="*/ 480060 h 1198244"/>
                <a:gd name="connsiteX22" fmla="*/ 777240 w 982980"/>
                <a:gd name="connsiteY22" fmla="*/ 480060 h 119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82980" h="1198244">
                  <a:moveTo>
                    <a:pt x="212408" y="634365"/>
                  </a:moveTo>
                  <a:cubicBezTo>
                    <a:pt x="217170" y="760095"/>
                    <a:pt x="249555" y="856297"/>
                    <a:pt x="310515" y="923925"/>
                  </a:cubicBezTo>
                  <a:cubicBezTo>
                    <a:pt x="370523" y="991553"/>
                    <a:pt x="457200" y="1024890"/>
                    <a:pt x="569595" y="1024890"/>
                  </a:cubicBezTo>
                  <a:cubicBezTo>
                    <a:pt x="702945" y="1024890"/>
                    <a:pt x="809625" y="979170"/>
                    <a:pt x="888683" y="887730"/>
                  </a:cubicBezTo>
                  <a:cubicBezTo>
                    <a:pt x="907733" y="911542"/>
                    <a:pt x="923925" y="936307"/>
                    <a:pt x="937260" y="961072"/>
                  </a:cubicBezTo>
                  <a:cubicBezTo>
                    <a:pt x="950595" y="985838"/>
                    <a:pt x="956310" y="1005840"/>
                    <a:pt x="956310" y="1020128"/>
                  </a:cubicBezTo>
                  <a:cubicBezTo>
                    <a:pt x="956310" y="1047750"/>
                    <a:pt x="938213" y="1074420"/>
                    <a:pt x="902970" y="1102042"/>
                  </a:cubicBezTo>
                  <a:cubicBezTo>
                    <a:pt x="816293" y="1166813"/>
                    <a:pt x="698183" y="1198245"/>
                    <a:pt x="550545" y="1198245"/>
                  </a:cubicBezTo>
                  <a:cubicBezTo>
                    <a:pt x="373380" y="1198245"/>
                    <a:pt x="237173" y="1145857"/>
                    <a:pt x="142875" y="1041082"/>
                  </a:cubicBezTo>
                  <a:cubicBezTo>
                    <a:pt x="47625" y="936307"/>
                    <a:pt x="0" y="783907"/>
                    <a:pt x="0" y="584835"/>
                  </a:cubicBezTo>
                  <a:cubicBezTo>
                    <a:pt x="0" y="462915"/>
                    <a:pt x="21908" y="358140"/>
                    <a:pt x="66675" y="270510"/>
                  </a:cubicBezTo>
                  <a:cubicBezTo>
                    <a:pt x="110490" y="183832"/>
                    <a:pt x="173355" y="117157"/>
                    <a:pt x="252413" y="70485"/>
                  </a:cubicBezTo>
                  <a:cubicBezTo>
                    <a:pt x="332423" y="23813"/>
                    <a:pt x="421005" y="0"/>
                    <a:pt x="519113" y="0"/>
                  </a:cubicBezTo>
                  <a:cubicBezTo>
                    <a:pt x="617220" y="0"/>
                    <a:pt x="701040" y="20955"/>
                    <a:pt x="770573" y="61913"/>
                  </a:cubicBezTo>
                  <a:cubicBezTo>
                    <a:pt x="840105" y="102870"/>
                    <a:pt x="892493" y="160972"/>
                    <a:pt x="928688" y="237172"/>
                  </a:cubicBezTo>
                  <a:cubicBezTo>
                    <a:pt x="964883" y="312420"/>
                    <a:pt x="982980" y="400050"/>
                    <a:pt x="982980" y="498157"/>
                  </a:cubicBezTo>
                  <a:cubicBezTo>
                    <a:pt x="982980" y="561022"/>
                    <a:pt x="980123" y="605790"/>
                    <a:pt x="975360" y="633413"/>
                  </a:cubicBezTo>
                  <a:lnTo>
                    <a:pt x="212408" y="633413"/>
                  </a:lnTo>
                  <a:close/>
                  <a:moveTo>
                    <a:pt x="777240" y="480060"/>
                  </a:moveTo>
                  <a:cubicBezTo>
                    <a:pt x="777240" y="274320"/>
                    <a:pt x="687705" y="171450"/>
                    <a:pt x="509588" y="171450"/>
                  </a:cubicBezTo>
                  <a:cubicBezTo>
                    <a:pt x="423863" y="171450"/>
                    <a:pt x="355283" y="199072"/>
                    <a:pt x="301943" y="254317"/>
                  </a:cubicBezTo>
                  <a:cubicBezTo>
                    <a:pt x="248603" y="309563"/>
                    <a:pt x="219075" y="384810"/>
                    <a:pt x="212408" y="480060"/>
                  </a:cubicBezTo>
                  <a:lnTo>
                    <a:pt x="777240" y="480060"/>
                  </a:lnTo>
                  <a:close/>
                </a:path>
              </a:pathLst>
            </a:custGeom>
            <a:solidFill>
              <a:srgbClr val="743DBC"/>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EEF79C27-EA9E-926D-9A6D-93F44C7E4AD0}"/>
                </a:ext>
              </a:extLst>
            </p:cNvPr>
            <p:cNvSpPr/>
            <p:nvPr/>
          </p:nvSpPr>
          <p:spPr>
            <a:xfrm>
              <a:off x="11888484" y="5984409"/>
              <a:ext cx="97235" cy="233218"/>
            </a:xfrm>
            <a:custGeom>
              <a:avLst/>
              <a:gdLst>
                <a:gd name="connsiteX0" fmla="*/ 0 w 633412"/>
                <a:gd name="connsiteY0" fmla="*/ 2858 h 1519237"/>
                <a:gd name="connsiteX1" fmla="*/ 43815 w 633412"/>
                <a:gd name="connsiteY1" fmla="*/ 0 h 1519237"/>
                <a:gd name="connsiteX2" fmla="*/ 205740 w 633412"/>
                <a:gd name="connsiteY2" fmla="*/ 163830 h 1519237"/>
                <a:gd name="connsiteX3" fmla="*/ 205740 w 633412"/>
                <a:gd name="connsiteY3" fmla="*/ 349567 h 1519237"/>
                <a:gd name="connsiteX4" fmla="*/ 565785 w 633412"/>
                <a:gd name="connsiteY4" fmla="*/ 349567 h 1519237"/>
                <a:gd name="connsiteX5" fmla="*/ 565785 w 633412"/>
                <a:gd name="connsiteY5" fmla="*/ 523875 h 1519237"/>
                <a:gd name="connsiteX6" fmla="*/ 205740 w 633412"/>
                <a:gd name="connsiteY6" fmla="*/ 523875 h 1519237"/>
                <a:gd name="connsiteX7" fmla="*/ 205740 w 633412"/>
                <a:gd name="connsiteY7" fmla="*/ 1146810 h 1519237"/>
                <a:gd name="connsiteX8" fmla="*/ 362902 w 633412"/>
                <a:gd name="connsiteY8" fmla="*/ 1344930 h 1519237"/>
                <a:gd name="connsiteX9" fmla="*/ 443865 w 633412"/>
                <a:gd name="connsiteY9" fmla="*/ 1327785 h 1519237"/>
                <a:gd name="connsiteX10" fmla="*/ 517207 w 633412"/>
                <a:gd name="connsiteY10" fmla="*/ 1283970 h 1519237"/>
                <a:gd name="connsiteX11" fmla="*/ 562927 w 633412"/>
                <a:gd name="connsiteY11" fmla="*/ 1240155 h 1519237"/>
                <a:gd name="connsiteX12" fmla="*/ 633413 w 633412"/>
                <a:gd name="connsiteY12" fmla="*/ 1375410 h 1519237"/>
                <a:gd name="connsiteX13" fmla="*/ 587693 w 633412"/>
                <a:gd name="connsiteY13" fmla="*/ 1444943 h 1519237"/>
                <a:gd name="connsiteX14" fmla="*/ 475297 w 633412"/>
                <a:gd name="connsiteY14" fmla="*/ 1500187 h 1519237"/>
                <a:gd name="connsiteX15" fmla="*/ 331470 w 633412"/>
                <a:gd name="connsiteY15" fmla="*/ 1519237 h 1519237"/>
                <a:gd name="connsiteX16" fmla="*/ 24765 w 633412"/>
                <a:gd name="connsiteY16" fmla="*/ 1338262 h 1519237"/>
                <a:gd name="connsiteX17" fmla="*/ 952 w 633412"/>
                <a:gd name="connsiteY17" fmla="*/ 1130618 h 1519237"/>
                <a:gd name="connsiteX18" fmla="*/ 952 w 633412"/>
                <a:gd name="connsiteY18" fmla="*/ 2858 h 1519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33412" h="1519237">
                  <a:moveTo>
                    <a:pt x="0" y="2858"/>
                  </a:moveTo>
                  <a:cubicBezTo>
                    <a:pt x="14288" y="952"/>
                    <a:pt x="28575" y="0"/>
                    <a:pt x="43815" y="0"/>
                  </a:cubicBezTo>
                  <a:cubicBezTo>
                    <a:pt x="151447" y="0"/>
                    <a:pt x="205740" y="54292"/>
                    <a:pt x="205740" y="163830"/>
                  </a:cubicBezTo>
                  <a:lnTo>
                    <a:pt x="205740" y="349567"/>
                  </a:lnTo>
                  <a:lnTo>
                    <a:pt x="565785" y="349567"/>
                  </a:lnTo>
                  <a:lnTo>
                    <a:pt x="565785" y="523875"/>
                  </a:lnTo>
                  <a:lnTo>
                    <a:pt x="205740" y="523875"/>
                  </a:lnTo>
                  <a:lnTo>
                    <a:pt x="205740" y="1146810"/>
                  </a:lnTo>
                  <a:cubicBezTo>
                    <a:pt x="205740" y="1279208"/>
                    <a:pt x="258127" y="1344930"/>
                    <a:pt x="362902" y="1344930"/>
                  </a:cubicBezTo>
                  <a:cubicBezTo>
                    <a:pt x="390525" y="1344930"/>
                    <a:pt x="417195" y="1339215"/>
                    <a:pt x="443865" y="1327785"/>
                  </a:cubicBezTo>
                  <a:cubicBezTo>
                    <a:pt x="470535" y="1316355"/>
                    <a:pt x="495300" y="1302068"/>
                    <a:pt x="517207" y="1283970"/>
                  </a:cubicBezTo>
                  <a:cubicBezTo>
                    <a:pt x="540068" y="1265873"/>
                    <a:pt x="555307" y="1251585"/>
                    <a:pt x="562927" y="1240155"/>
                  </a:cubicBezTo>
                  <a:cubicBezTo>
                    <a:pt x="609600" y="1298258"/>
                    <a:pt x="633413" y="1343025"/>
                    <a:pt x="633413" y="1375410"/>
                  </a:cubicBezTo>
                  <a:cubicBezTo>
                    <a:pt x="633413" y="1398270"/>
                    <a:pt x="618172" y="1421130"/>
                    <a:pt x="587693" y="1444943"/>
                  </a:cubicBezTo>
                  <a:cubicBezTo>
                    <a:pt x="557213" y="1468755"/>
                    <a:pt x="520065" y="1487805"/>
                    <a:pt x="475297" y="1500187"/>
                  </a:cubicBezTo>
                  <a:cubicBezTo>
                    <a:pt x="430530" y="1513523"/>
                    <a:pt x="382905" y="1519237"/>
                    <a:pt x="331470" y="1519237"/>
                  </a:cubicBezTo>
                  <a:cubicBezTo>
                    <a:pt x="170497" y="1519237"/>
                    <a:pt x="68580" y="1459230"/>
                    <a:pt x="24765" y="1338262"/>
                  </a:cubicBezTo>
                  <a:cubicBezTo>
                    <a:pt x="8572" y="1293495"/>
                    <a:pt x="952" y="1223962"/>
                    <a:pt x="952" y="1130618"/>
                  </a:cubicBezTo>
                  <a:lnTo>
                    <a:pt x="952" y="2858"/>
                  </a:lnTo>
                  <a:close/>
                </a:path>
              </a:pathLst>
            </a:custGeom>
            <a:solidFill>
              <a:srgbClr val="743DBC"/>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3713171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blank" preserve="1">
  <p:cSld name="Thank You Purple">
    <p:bg bwMode="gray">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01130632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84" imgH="384" progId="TCLayout.ActiveDocument.1">
                  <p:embed/>
                </p:oleObj>
              </mc:Choice>
              <mc:Fallback>
                <p:oleObj name="think-cell Slide" r:id="rId3" imgW="384" imgH="384"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TextBox 4">
            <a:extLst>
              <a:ext uri="{FF2B5EF4-FFF2-40B4-BE49-F238E27FC236}">
                <a16:creationId xmlns:a16="http://schemas.microsoft.com/office/drawing/2014/main" id="{3F3605C7-AAA5-01AE-B8AE-03E979113310}"/>
              </a:ext>
            </a:extLst>
          </p:cNvPr>
          <p:cNvSpPr txBox="1"/>
          <p:nvPr userDrawn="1"/>
        </p:nvSpPr>
        <p:spPr bwMode="white">
          <a:xfrm>
            <a:off x="2342866" y="1828800"/>
            <a:ext cx="7506269" cy="2743200"/>
          </a:xfrm>
          <a:prstGeom prst="rect">
            <a:avLst/>
          </a:prstGeom>
          <a:noFill/>
        </p:spPr>
        <p:txBody>
          <a:bodyPr wrap="square" lIns="91440" tIns="0" rIns="91440" bIns="0" rtlCol="0" anchor="ctr">
            <a:noAutofit/>
          </a:bodyPr>
          <a:lstStyle/>
          <a:p>
            <a:pPr algn="ctr">
              <a:lnSpc>
                <a:spcPct val="85000"/>
              </a:lnSpc>
            </a:pPr>
            <a:r>
              <a:rPr lang="en-US" sz="7200">
                <a:solidFill>
                  <a:schemeClr val="bg1"/>
                </a:solidFill>
                <a:latin typeface="IBM Plex Sans SemiBold" panose="020B0703050203000203" pitchFamily="34" charset="0"/>
              </a:rPr>
              <a:t>Thank You</a:t>
            </a:r>
          </a:p>
        </p:txBody>
      </p:sp>
      <p:sp>
        <p:nvSpPr>
          <p:cNvPr id="4" name="Date Placeholder 3">
            <a:extLst>
              <a:ext uri="{FF2B5EF4-FFF2-40B4-BE49-F238E27FC236}">
                <a16:creationId xmlns:a16="http://schemas.microsoft.com/office/drawing/2014/main" id="{F925D23F-2E7D-F0FB-81F9-5C5E827D2380}"/>
              </a:ext>
            </a:extLst>
          </p:cNvPr>
          <p:cNvSpPr>
            <a:spLocks noGrp="1"/>
          </p:cNvSpPr>
          <p:nvPr>
            <p:ph type="dt" sz="half" idx="10"/>
          </p:nvPr>
        </p:nvSpPr>
        <p:spPr/>
        <p:txBody>
          <a:bodyPr/>
          <a:lstStyle>
            <a:lvl1pPr>
              <a:defRPr>
                <a:solidFill>
                  <a:schemeClr val="bg1"/>
                </a:solidFill>
              </a:defRPr>
            </a:lvl1pPr>
          </a:lstStyle>
          <a:p>
            <a:fld id="{228D026D-C07B-48C8-8C2B-C561E4D51E16}" type="datetime1">
              <a:rPr lang="en-US" smtClean="0"/>
              <a:pPr/>
              <a:t>11/19/2024</a:t>
            </a:fld>
            <a:endParaRPr lang="en-US"/>
          </a:p>
        </p:txBody>
      </p:sp>
      <p:sp>
        <p:nvSpPr>
          <p:cNvPr id="8" name="Footer Placeholder 7">
            <a:extLst>
              <a:ext uri="{FF2B5EF4-FFF2-40B4-BE49-F238E27FC236}">
                <a16:creationId xmlns:a16="http://schemas.microsoft.com/office/drawing/2014/main" id="{BD35C8A1-886E-5128-8CFD-E870D2EB3E1E}"/>
              </a:ext>
            </a:extLst>
          </p:cNvPr>
          <p:cNvSpPr>
            <a:spLocks noGrp="1"/>
          </p:cNvSpPr>
          <p:nvPr>
            <p:ph type="ftr" sz="quarter" idx="11"/>
          </p:nvPr>
        </p:nvSpPr>
        <p:spPr/>
        <p:txBody>
          <a:bodyPr/>
          <a:lstStyle>
            <a:lvl1pPr>
              <a:defRPr>
                <a:solidFill>
                  <a:schemeClr val="bg1"/>
                </a:solidFill>
              </a:defRPr>
            </a:lvl1pPr>
          </a:lstStyle>
          <a:p>
            <a:r>
              <a:rPr lang="en-US"/>
              <a:t>CONFIDENTIAL</a:t>
            </a:r>
          </a:p>
        </p:txBody>
      </p:sp>
      <p:sp>
        <p:nvSpPr>
          <p:cNvPr id="9" name="Slide Number Placeholder 8">
            <a:extLst>
              <a:ext uri="{FF2B5EF4-FFF2-40B4-BE49-F238E27FC236}">
                <a16:creationId xmlns:a16="http://schemas.microsoft.com/office/drawing/2014/main" id="{CE4601A3-7ADD-2A78-4835-49AC0DA2D419}"/>
              </a:ext>
            </a:extLst>
          </p:cNvPr>
          <p:cNvSpPr>
            <a:spLocks noGrp="1"/>
          </p:cNvSpPr>
          <p:nvPr>
            <p:ph type="sldNum" sz="quarter" idx="12"/>
          </p:nvPr>
        </p:nvSpPr>
        <p:spPr/>
        <p:txBody>
          <a:bodyPr/>
          <a:lstStyle>
            <a:lvl1pPr>
              <a:defRPr>
                <a:solidFill>
                  <a:schemeClr val="bg1"/>
                </a:solidFill>
              </a:defRPr>
            </a:lvl1pPr>
          </a:lstStyle>
          <a:p>
            <a:fld id="{4F90343F-D056-4E24-BE3D-A305BDC1A23E}" type="slidenum">
              <a:rPr lang="en-US" smtClean="0"/>
              <a:pPr/>
              <a:t>‹#›</a:t>
            </a:fld>
            <a:endParaRPr lang="en-US"/>
          </a:p>
        </p:txBody>
      </p:sp>
      <p:grpSp>
        <p:nvGrpSpPr>
          <p:cNvPr id="6" name="Group 5">
            <a:extLst>
              <a:ext uri="{FF2B5EF4-FFF2-40B4-BE49-F238E27FC236}">
                <a16:creationId xmlns:a16="http://schemas.microsoft.com/office/drawing/2014/main" id="{3195B0C9-6237-6865-7F88-9AC63DC50F62}"/>
              </a:ext>
            </a:extLst>
          </p:cNvPr>
          <p:cNvGrpSpPr/>
          <p:nvPr userDrawn="1"/>
        </p:nvGrpSpPr>
        <p:grpSpPr>
          <a:xfrm>
            <a:off x="10408962" y="6131833"/>
            <a:ext cx="1549676" cy="462092"/>
            <a:chOff x="11074630" y="5946246"/>
            <a:chExt cx="911089" cy="271674"/>
          </a:xfrm>
          <a:solidFill>
            <a:schemeClr val="bg1"/>
          </a:solidFill>
        </p:grpSpPr>
        <p:sp>
          <p:nvSpPr>
            <p:cNvPr id="7" name="Freeform: Shape 6">
              <a:extLst>
                <a:ext uri="{FF2B5EF4-FFF2-40B4-BE49-F238E27FC236}">
                  <a16:creationId xmlns:a16="http://schemas.microsoft.com/office/drawing/2014/main" id="{4242CD0E-379D-BC81-2AEB-9D907290B906}"/>
                </a:ext>
              </a:extLst>
            </p:cNvPr>
            <p:cNvSpPr/>
            <p:nvPr/>
          </p:nvSpPr>
          <p:spPr>
            <a:xfrm>
              <a:off x="11074630" y="5946246"/>
              <a:ext cx="32607" cy="266264"/>
            </a:xfrm>
            <a:custGeom>
              <a:avLst/>
              <a:gdLst>
                <a:gd name="connsiteX0" fmla="*/ 0 w 212407"/>
                <a:gd name="connsiteY0" fmla="*/ 4763 h 1734502"/>
                <a:gd name="connsiteX1" fmla="*/ 60007 w 212407"/>
                <a:gd name="connsiteY1" fmla="*/ 0 h 1734502"/>
                <a:gd name="connsiteX2" fmla="*/ 172402 w 212407"/>
                <a:gd name="connsiteY2" fmla="*/ 40005 h 1734502"/>
                <a:gd name="connsiteX3" fmla="*/ 212407 w 212407"/>
                <a:gd name="connsiteY3" fmla="*/ 152400 h 1734502"/>
                <a:gd name="connsiteX4" fmla="*/ 212407 w 212407"/>
                <a:gd name="connsiteY4" fmla="*/ 1734502 h 1734502"/>
                <a:gd name="connsiteX5" fmla="*/ 0 w 212407"/>
                <a:gd name="connsiteY5" fmla="*/ 1734502 h 1734502"/>
                <a:gd name="connsiteX6" fmla="*/ 0 w 212407"/>
                <a:gd name="connsiteY6" fmla="*/ 4763 h 1734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407" h="1734502">
                  <a:moveTo>
                    <a:pt x="0" y="4763"/>
                  </a:moveTo>
                  <a:cubicBezTo>
                    <a:pt x="25717" y="1905"/>
                    <a:pt x="45720" y="0"/>
                    <a:pt x="60007" y="0"/>
                  </a:cubicBezTo>
                  <a:cubicBezTo>
                    <a:pt x="108585" y="0"/>
                    <a:pt x="145732" y="13335"/>
                    <a:pt x="172402" y="40005"/>
                  </a:cubicBezTo>
                  <a:cubicBezTo>
                    <a:pt x="199072" y="66675"/>
                    <a:pt x="212407" y="103823"/>
                    <a:pt x="212407" y="152400"/>
                  </a:cubicBezTo>
                  <a:lnTo>
                    <a:pt x="212407" y="1734502"/>
                  </a:lnTo>
                  <a:lnTo>
                    <a:pt x="0" y="1734502"/>
                  </a:lnTo>
                  <a:lnTo>
                    <a:pt x="0" y="4763"/>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7CD6FBE-F7AB-B7B7-43AE-66863B0F56AF}"/>
                </a:ext>
              </a:extLst>
            </p:cNvPr>
            <p:cNvSpPr/>
            <p:nvPr/>
          </p:nvSpPr>
          <p:spPr>
            <a:xfrm>
              <a:off x="11141306" y="6033977"/>
              <a:ext cx="146657" cy="178240"/>
            </a:xfrm>
            <a:custGeom>
              <a:avLst/>
              <a:gdLst>
                <a:gd name="connsiteX0" fmla="*/ 0 w 955357"/>
                <a:gd name="connsiteY0" fmla="*/ 21908 h 1161097"/>
                <a:gd name="connsiteX1" fmla="*/ 40958 w 955357"/>
                <a:gd name="connsiteY1" fmla="*/ 19050 h 1161097"/>
                <a:gd name="connsiteX2" fmla="*/ 147638 w 955357"/>
                <a:gd name="connsiteY2" fmla="*/ 50483 h 1161097"/>
                <a:gd name="connsiteX3" fmla="*/ 196215 w 955357"/>
                <a:gd name="connsiteY3" fmla="*/ 141923 h 1161097"/>
                <a:gd name="connsiteX4" fmla="*/ 361950 w 955357"/>
                <a:gd name="connsiteY4" fmla="*/ 37148 h 1161097"/>
                <a:gd name="connsiteX5" fmla="*/ 573405 w 955357"/>
                <a:gd name="connsiteY5" fmla="*/ 0 h 1161097"/>
                <a:gd name="connsiteX6" fmla="*/ 813435 w 955357"/>
                <a:gd name="connsiteY6" fmla="*/ 64770 h 1161097"/>
                <a:gd name="connsiteX7" fmla="*/ 938213 w 955357"/>
                <a:gd name="connsiteY7" fmla="*/ 253365 h 1161097"/>
                <a:gd name="connsiteX8" fmla="*/ 955358 w 955357"/>
                <a:gd name="connsiteY8" fmla="*/ 475298 h 1161097"/>
                <a:gd name="connsiteX9" fmla="*/ 955358 w 955357"/>
                <a:gd name="connsiteY9" fmla="*/ 1161098 h 1161097"/>
                <a:gd name="connsiteX10" fmla="*/ 750570 w 955357"/>
                <a:gd name="connsiteY10" fmla="*/ 1161098 h 1161097"/>
                <a:gd name="connsiteX11" fmla="*/ 750570 w 955357"/>
                <a:gd name="connsiteY11" fmla="*/ 483870 h 1161097"/>
                <a:gd name="connsiteX12" fmla="*/ 736283 w 955357"/>
                <a:gd name="connsiteY12" fmla="*/ 317183 h 1161097"/>
                <a:gd name="connsiteX13" fmla="*/ 661035 w 955357"/>
                <a:gd name="connsiteY13" fmla="*/ 218123 h 1161097"/>
                <a:gd name="connsiteX14" fmla="*/ 508635 w 955357"/>
                <a:gd name="connsiteY14" fmla="*/ 186690 h 1161097"/>
                <a:gd name="connsiteX15" fmla="*/ 353378 w 955357"/>
                <a:gd name="connsiteY15" fmla="*/ 210503 h 1161097"/>
                <a:gd name="connsiteX16" fmla="*/ 245745 w 955357"/>
                <a:gd name="connsiteY16" fmla="*/ 274320 h 1161097"/>
                <a:gd name="connsiteX17" fmla="*/ 206692 w 955357"/>
                <a:gd name="connsiteY17" fmla="*/ 357188 h 1161097"/>
                <a:gd name="connsiteX18" fmla="*/ 206692 w 955357"/>
                <a:gd name="connsiteY18" fmla="*/ 1161098 h 1161097"/>
                <a:gd name="connsiteX19" fmla="*/ 1905 w 955357"/>
                <a:gd name="connsiteY19" fmla="*/ 1161098 h 1161097"/>
                <a:gd name="connsiteX20" fmla="*/ 1905 w 955357"/>
                <a:gd name="connsiteY20" fmla="*/ 21908 h 1161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55357" h="1161097">
                  <a:moveTo>
                    <a:pt x="0" y="21908"/>
                  </a:moveTo>
                  <a:cubicBezTo>
                    <a:pt x="14288" y="20003"/>
                    <a:pt x="28575" y="19050"/>
                    <a:pt x="40958" y="19050"/>
                  </a:cubicBezTo>
                  <a:cubicBezTo>
                    <a:pt x="84773" y="19050"/>
                    <a:pt x="120015" y="29528"/>
                    <a:pt x="147638" y="50483"/>
                  </a:cubicBezTo>
                  <a:cubicBezTo>
                    <a:pt x="175260" y="71438"/>
                    <a:pt x="191453" y="101917"/>
                    <a:pt x="196215" y="141923"/>
                  </a:cubicBezTo>
                  <a:cubicBezTo>
                    <a:pt x="240983" y="97155"/>
                    <a:pt x="296228" y="61913"/>
                    <a:pt x="361950" y="37148"/>
                  </a:cubicBezTo>
                  <a:cubicBezTo>
                    <a:pt x="426720" y="12383"/>
                    <a:pt x="497205" y="0"/>
                    <a:pt x="573405" y="0"/>
                  </a:cubicBezTo>
                  <a:cubicBezTo>
                    <a:pt x="671513" y="0"/>
                    <a:pt x="751523" y="21908"/>
                    <a:pt x="813435" y="64770"/>
                  </a:cubicBezTo>
                  <a:cubicBezTo>
                    <a:pt x="875348" y="108585"/>
                    <a:pt x="917258" y="171450"/>
                    <a:pt x="938213" y="253365"/>
                  </a:cubicBezTo>
                  <a:cubicBezTo>
                    <a:pt x="949643" y="297180"/>
                    <a:pt x="955358" y="370523"/>
                    <a:pt x="955358" y="475298"/>
                  </a:cubicBezTo>
                  <a:lnTo>
                    <a:pt x="955358" y="1161098"/>
                  </a:lnTo>
                  <a:lnTo>
                    <a:pt x="750570" y="1161098"/>
                  </a:lnTo>
                  <a:lnTo>
                    <a:pt x="750570" y="483870"/>
                  </a:lnTo>
                  <a:cubicBezTo>
                    <a:pt x="750570" y="404813"/>
                    <a:pt x="745808" y="349567"/>
                    <a:pt x="736283" y="317183"/>
                  </a:cubicBezTo>
                  <a:cubicBezTo>
                    <a:pt x="722948" y="272415"/>
                    <a:pt x="698183" y="239078"/>
                    <a:pt x="661035" y="218123"/>
                  </a:cubicBezTo>
                  <a:cubicBezTo>
                    <a:pt x="623888" y="197167"/>
                    <a:pt x="573405" y="186690"/>
                    <a:pt x="508635" y="186690"/>
                  </a:cubicBezTo>
                  <a:cubicBezTo>
                    <a:pt x="450533" y="186690"/>
                    <a:pt x="399098" y="194310"/>
                    <a:pt x="353378" y="210503"/>
                  </a:cubicBezTo>
                  <a:cubicBezTo>
                    <a:pt x="307658" y="226695"/>
                    <a:pt x="271463" y="247650"/>
                    <a:pt x="245745" y="274320"/>
                  </a:cubicBezTo>
                  <a:cubicBezTo>
                    <a:pt x="220028" y="300990"/>
                    <a:pt x="206692" y="328613"/>
                    <a:pt x="206692" y="357188"/>
                  </a:cubicBezTo>
                  <a:lnTo>
                    <a:pt x="206692" y="1161098"/>
                  </a:lnTo>
                  <a:lnTo>
                    <a:pt x="1905" y="1161098"/>
                  </a:lnTo>
                  <a:lnTo>
                    <a:pt x="1905" y="21908"/>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085AE13-B381-10CD-40BC-6DD1256BCC96}"/>
                </a:ext>
              </a:extLst>
            </p:cNvPr>
            <p:cNvSpPr/>
            <p:nvPr/>
          </p:nvSpPr>
          <p:spPr>
            <a:xfrm>
              <a:off x="11314282" y="6033831"/>
              <a:ext cx="125309" cy="183504"/>
            </a:xfrm>
            <a:custGeom>
              <a:avLst/>
              <a:gdLst>
                <a:gd name="connsiteX0" fmla="*/ 708660 w 816292"/>
                <a:gd name="connsiteY0" fmla="*/ 293370 h 1195387"/>
                <a:gd name="connsiteX1" fmla="*/ 582930 w 816292"/>
                <a:gd name="connsiteY1" fmla="*/ 202882 h 1195387"/>
                <a:gd name="connsiteX2" fmla="*/ 421005 w 816292"/>
                <a:gd name="connsiteY2" fmla="*/ 167640 h 1195387"/>
                <a:gd name="connsiteX3" fmla="*/ 263843 w 816292"/>
                <a:gd name="connsiteY3" fmla="*/ 204788 h 1195387"/>
                <a:gd name="connsiteX4" fmla="*/ 205740 w 816292"/>
                <a:gd name="connsiteY4" fmla="*/ 312420 h 1195387"/>
                <a:gd name="connsiteX5" fmla="*/ 226695 w 816292"/>
                <a:gd name="connsiteY5" fmla="*/ 381000 h 1195387"/>
                <a:gd name="connsiteX6" fmla="*/ 295275 w 816292"/>
                <a:gd name="connsiteY6" fmla="*/ 434340 h 1195387"/>
                <a:gd name="connsiteX7" fmla="*/ 444818 w 816292"/>
                <a:gd name="connsiteY7" fmla="*/ 481013 h 1195387"/>
                <a:gd name="connsiteX8" fmla="*/ 662940 w 816292"/>
                <a:gd name="connsiteY8" fmla="*/ 561022 h 1195387"/>
                <a:gd name="connsiteX9" fmla="*/ 779145 w 816292"/>
                <a:gd name="connsiteY9" fmla="*/ 675322 h 1195387"/>
                <a:gd name="connsiteX10" fmla="*/ 816293 w 816292"/>
                <a:gd name="connsiteY10" fmla="*/ 838200 h 1195387"/>
                <a:gd name="connsiteX11" fmla="*/ 693420 w 816292"/>
                <a:gd name="connsiteY11" fmla="*/ 1097280 h 1195387"/>
                <a:gd name="connsiteX12" fmla="*/ 374332 w 816292"/>
                <a:gd name="connsiteY12" fmla="*/ 1195388 h 1195387"/>
                <a:gd name="connsiteX13" fmla="*/ 108585 w 816292"/>
                <a:gd name="connsiteY13" fmla="*/ 1149667 h 1195387"/>
                <a:gd name="connsiteX14" fmla="*/ 0 w 816292"/>
                <a:gd name="connsiteY14" fmla="*/ 1048703 h 1195387"/>
                <a:gd name="connsiteX15" fmla="*/ 12382 w 816292"/>
                <a:gd name="connsiteY15" fmla="*/ 994410 h 1195387"/>
                <a:gd name="connsiteX16" fmla="*/ 60960 w 816292"/>
                <a:gd name="connsiteY16" fmla="*/ 905828 h 1195387"/>
                <a:gd name="connsiteX17" fmla="*/ 213360 w 816292"/>
                <a:gd name="connsiteY17" fmla="*/ 996315 h 1195387"/>
                <a:gd name="connsiteX18" fmla="*/ 381953 w 816292"/>
                <a:gd name="connsiteY18" fmla="*/ 1028700 h 1195387"/>
                <a:gd name="connsiteX19" fmla="*/ 553403 w 816292"/>
                <a:gd name="connsiteY19" fmla="*/ 983932 h 1195387"/>
                <a:gd name="connsiteX20" fmla="*/ 613410 w 816292"/>
                <a:gd name="connsiteY20" fmla="*/ 854392 h 1195387"/>
                <a:gd name="connsiteX21" fmla="*/ 560070 w 816292"/>
                <a:gd name="connsiteY21" fmla="*/ 735330 h 1195387"/>
                <a:gd name="connsiteX22" fmla="*/ 361950 w 816292"/>
                <a:gd name="connsiteY22" fmla="*/ 659130 h 1195387"/>
                <a:gd name="connsiteX23" fmla="*/ 87630 w 816292"/>
                <a:gd name="connsiteY23" fmla="*/ 537210 h 1195387"/>
                <a:gd name="connsiteX24" fmla="*/ 4763 w 816292"/>
                <a:gd name="connsiteY24" fmla="*/ 323850 h 1195387"/>
                <a:gd name="connsiteX25" fmla="*/ 120968 w 816292"/>
                <a:gd name="connsiteY25" fmla="*/ 88582 h 1195387"/>
                <a:gd name="connsiteX26" fmla="*/ 415290 w 816292"/>
                <a:gd name="connsiteY26" fmla="*/ 0 h 1195387"/>
                <a:gd name="connsiteX27" fmla="*/ 579120 w 816292"/>
                <a:gd name="connsiteY27" fmla="*/ 18097 h 1195387"/>
                <a:gd name="connsiteX28" fmla="*/ 704850 w 816292"/>
                <a:gd name="connsiteY28" fmla="*/ 64770 h 1195387"/>
                <a:gd name="connsiteX29" fmla="*/ 786765 w 816292"/>
                <a:gd name="connsiteY29" fmla="*/ 159067 h 1195387"/>
                <a:gd name="connsiteX30" fmla="*/ 741045 w 816292"/>
                <a:gd name="connsiteY30" fmla="*/ 289560 h 1195387"/>
                <a:gd name="connsiteX31" fmla="*/ 708660 w 816292"/>
                <a:gd name="connsiteY31" fmla="*/ 293370 h 1195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16292" h="1195387">
                  <a:moveTo>
                    <a:pt x="708660" y="293370"/>
                  </a:moveTo>
                  <a:cubicBezTo>
                    <a:pt x="678180" y="256222"/>
                    <a:pt x="636270" y="225742"/>
                    <a:pt x="582930" y="202882"/>
                  </a:cubicBezTo>
                  <a:cubicBezTo>
                    <a:pt x="529590" y="180022"/>
                    <a:pt x="476250" y="167640"/>
                    <a:pt x="421005" y="167640"/>
                  </a:cubicBezTo>
                  <a:cubicBezTo>
                    <a:pt x="355282" y="167640"/>
                    <a:pt x="302895" y="180022"/>
                    <a:pt x="263843" y="204788"/>
                  </a:cubicBezTo>
                  <a:cubicBezTo>
                    <a:pt x="224790" y="229552"/>
                    <a:pt x="205740" y="265747"/>
                    <a:pt x="205740" y="312420"/>
                  </a:cubicBezTo>
                  <a:cubicBezTo>
                    <a:pt x="205740" y="338138"/>
                    <a:pt x="212407" y="360997"/>
                    <a:pt x="226695" y="381000"/>
                  </a:cubicBezTo>
                  <a:cubicBezTo>
                    <a:pt x="240030" y="401003"/>
                    <a:pt x="262890" y="419100"/>
                    <a:pt x="295275" y="434340"/>
                  </a:cubicBezTo>
                  <a:cubicBezTo>
                    <a:pt x="327660" y="449580"/>
                    <a:pt x="377190" y="465772"/>
                    <a:pt x="444818" y="481013"/>
                  </a:cubicBezTo>
                  <a:cubicBezTo>
                    <a:pt x="538163" y="503872"/>
                    <a:pt x="610553" y="530542"/>
                    <a:pt x="662940" y="561022"/>
                  </a:cubicBezTo>
                  <a:cubicBezTo>
                    <a:pt x="715328" y="591503"/>
                    <a:pt x="753428" y="629603"/>
                    <a:pt x="779145" y="675322"/>
                  </a:cubicBezTo>
                  <a:cubicBezTo>
                    <a:pt x="803910" y="721042"/>
                    <a:pt x="816293" y="775335"/>
                    <a:pt x="816293" y="838200"/>
                  </a:cubicBezTo>
                  <a:cubicBezTo>
                    <a:pt x="816293" y="945832"/>
                    <a:pt x="775335" y="1032510"/>
                    <a:pt x="693420" y="1097280"/>
                  </a:cubicBezTo>
                  <a:cubicBezTo>
                    <a:pt x="611505" y="1162050"/>
                    <a:pt x="504825" y="1195388"/>
                    <a:pt x="374332" y="1195388"/>
                  </a:cubicBezTo>
                  <a:cubicBezTo>
                    <a:pt x="266700" y="1195388"/>
                    <a:pt x="178118" y="1180148"/>
                    <a:pt x="108585" y="1149667"/>
                  </a:cubicBezTo>
                  <a:cubicBezTo>
                    <a:pt x="36195" y="1121092"/>
                    <a:pt x="0" y="1086803"/>
                    <a:pt x="0" y="1048703"/>
                  </a:cubicBezTo>
                  <a:cubicBezTo>
                    <a:pt x="0" y="1032510"/>
                    <a:pt x="3810" y="1014413"/>
                    <a:pt x="12382" y="994410"/>
                  </a:cubicBezTo>
                  <a:cubicBezTo>
                    <a:pt x="20003" y="974407"/>
                    <a:pt x="36195" y="944880"/>
                    <a:pt x="60960" y="905828"/>
                  </a:cubicBezTo>
                  <a:cubicBezTo>
                    <a:pt x="105728" y="944880"/>
                    <a:pt x="157163" y="974407"/>
                    <a:pt x="213360" y="996315"/>
                  </a:cubicBezTo>
                  <a:cubicBezTo>
                    <a:pt x="269557" y="1018222"/>
                    <a:pt x="325755" y="1028700"/>
                    <a:pt x="381953" y="1028700"/>
                  </a:cubicBezTo>
                  <a:cubicBezTo>
                    <a:pt x="456247" y="1028700"/>
                    <a:pt x="513397" y="1013460"/>
                    <a:pt x="553403" y="983932"/>
                  </a:cubicBezTo>
                  <a:cubicBezTo>
                    <a:pt x="593407" y="954405"/>
                    <a:pt x="613410" y="911542"/>
                    <a:pt x="613410" y="854392"/>
                  </a:cubicBezTo>
                  <a:cubicBezTo>
                    <a:pt x="613410" y="804863"/>
                    <a:pt x="595313" y="764857"/>
                    <a:pt x="560070" y="735330"/>
                  </a:cubicBezTo>
                  <a:cubicBezTo>
                    <a:pt x="524828" y="705803"/>
                    <a:pt x="459105" y="680085"/>
                    <a:pt x="361950" y="659130"/>
                  </a:cubicBezTo>
                  <a:cubicBezTo>
                    <a:pt x="235268" y="631507"/>
                    <a:pt x="143828" y="591503"/>
                    <a:pt x="87630" y="537210"/>
                  </a:cubicBezTo>
                  <a:cubicBezTo>
                    <a:pt x="32385" y="482917"/>
                    <a:pt x="4763" y="412432"/>
                    <a:pt x="4763" y="323850"/>
                  </a:cubicBezTo>
                  <a:cubicBezTo>
                    <a:pt x="4763" y="225742"/>
                    <a:pt x="43815" y="147638"/>
                    <a:pt x="120968" y="88582"/>
                  </a:cubicBezTo>
                  <a:cubicBezTo>
                    <a:pt x="198120" y="29527"/>
                    <a:pt x="296228" y="0"/>
                    <a:pt x="415290" y="0"/>
                  </a:cubicBezTo>
                  <a:cubicBezTo>
                    <a:pt x="473393" y="0"/>
                    <a:pt x="527685" y="5715"/>
                    <a:pt x="579120" y="18097"/>
                  </a:cubicBezTo>
                  <a:cubicBezTo>
                    <a:pt x="630555" y="30480"/>
                    <a:pt x="672465" y="45720"/>
                    <a:pt x="704850" y="64770"/>
                  </a:cubicBezTo>
                  <a:cubicBezTo>
                    <a:pt x="759143" y="95250"/>
                    <a:pt x="786765" y="126682"/>
                    <a:pt x="786765" y="159067"/>
                  </a:cubicBezTo>
                  <a:cubicBezTo>
                    <a:pt x="786765" y="192405"/>
                    <a:pt x="771525" y="236220"/>
                    <a:pt x="741045" y="289560"/>
                  </a:cubicBezTo>
                  <a:lnTo>
                    <a:pt x="708660" y="29337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CDFF0780-7D85-FFA8-A464-E18DA55411B4}"/>
                </a:ext>
              </a:extLst>
            </p:cNvPr>
            <p:cNvSpPr/>
            <p:nvPr/>
          </p:nvSpPr>
          <p:spPr>
            <a:xfrm>
              <a:off x="11466789" y="6035878"/>
              <a:ext cx="145780" cy="182042"/>
            </a:xfrm>
            <a:custGeom>
              <a:avLst/>
              <a:gdLst>
                <a:gd name="connsiteX0" fmla="*/ 0 w 949642"/>
                <a:gd name="connsiteY0" fmla="*/ 2858 h 1185862"/>
                <a:gd name="connsiteX1" fmla="*/ 43815 w 949642"/>
                <a:gd name="connsiteY1" fmla="*/ 0 h 1185862"/>
                <a:gd name="connsiteX2" fmla="*/ 205740 w 949642"/>
                <a:gd name="connsiteY2" fmla="*/ 163830 h 1185862"/>
                <a:gd name="connsiteX3" fmla="*/ 205740 w 949642"/>
                <a:gd name="connsiteY3" fmla="*/ 726757 h 1185862"/>
                <a:gd name="connsiteX4" fmla="*/ 220028 w 949642"/>
                <a:gd name="connsiteY4" fmla="*/ 883920 h 1185862"/>
                <a:gd name="connsiteX5" fmla="*/ 273368 w 949642"/>
                <a:gd name="connsiteY5" fmla="*/ 961072 h 1185862"/>
                <a:gd name="connsiteX6" fmla="*/ 346710 w 949642"/>
                <a:gd name="connsiteY6" fmla="*/ 996315 h 1185862"/>
                <a:gd name="connsiteX7" fmla="*/ 449580 w 949642"/>
                <a:gd name="connsiteY7" fmla="*/ 1006793 h 1185862"/>
                <a:gd name="connsiteX8" fmla="*/ 595313 w 949642"/>
                <a:gd name="connsiteY8" fmla="*/ 979170 h 1185862"/>
                <a:gd name="connsiteX9" fmla="*/ 702945 w 949642"/>
                <a:gd name="connsiteY9" fmla="*/ 910590 h 1185862"/>
                <a:gd name="connsiteX10" fmla="*/ 743903 w 949642"/>
                <a:gd name="connsiteY10" fmla="*/ 833438 h 1185862"/>
                <a:gd name="connsiteX11" fmla="*/ 743903 w 949642"/>
                <a:gd name="connsiteY11" fmla="*/ 2858 h 1185862"/>
                <a:gd name="connsiteX12" fmla="*/ 787718 w 949642"/>
                <a:gd name="connsiteY12" fmla="*/ 0 h 1185862"/>
                <a:gd name="connsiteX13" fmla="*/ 949643 w 949642"/>
                <a:gd name="connsiteY13" fmla="*/ 163830 h 1185862"/>
                <a:gd name="connsiteX14" fmla="*/ 949643 w 949642"/>
                <a:gd name="connsiteY14" fmla="*/ 1148715 h 1185862"/>
                <a:gd name="connsiteX15" fmla="*/ 744855 w 949642"/>
                <a:gd name="connsiteY15" fmla="*/ 1148715 h 1185862"/>
                <a:gd name="connsiteX16" fmla="*/ 744855 w 949642"/>
                <a:gd name="connsiteY16" fmla="*/ 1042988 h 1185862"/>
                <a:gd name="connsiteX17" fmla="*/ 384810 w 949642"/>
                <a:gd name="connsiteY17" fmla="*/ 1185863 h 1185862"/>
                <a:gd name="connsiteX18" fmla="*/ 214313 w 949642"/>
                <a:gd name="connsiteY18" fmla="*/ 1162050 h 1185862"/>
                <a:gd name="connsiteX19" fmla="*/ 93345 w 949642"/>
                <a:gd name="connsiteY19" fmla="*/ 1088707 h 1185862"/>
                <a:gd name="connsiteX20" fmla="*/ 22860 w 949642"/>
                <a:gd name="connsiteY20" fmla="*/ 961072 h 1185862"/>
                <a:gd name="connsiteX21" fmla="*/ 0 w 949642"/>
                <a:gd name="connsiteY21" fmla="*/ 727710 h 1185862"/>
                <a:gd name="connsiteX22" fmla="*/ 0 w 949642"/>
                <a:gd name="connsiteY22" fmla="*/ 2858 h 1185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49642" h="1185862">
                  <a:moveTo>
                    <a:pt x="0" y="2858"/>
                  </a:moveTo>
                  <a:cubicBezTo>
                    <a:pt x="14288" y="953"/>
                    <a:pt x="28575" y="0"/>
                    <a:pt x="43815" y="0"/>
                  </a:cubicBezTo>
                  <a:cubicBezTo>
                    <a:pt x="151448" y="0"/>
                    <a:pt x="205740" y="54292"/>
                    <a:pt x="205740" y="163830"/>
                  </a:cubicBezTo>
                  <a:lnTo>
                    <a:pt x="205740" y="726757"/>
                  </a:lnTo>
                  <a:cubicBezTo>
                    <a:pt x="205740" y="797243"/>
                    <a:pt x="210503" y="849630"/>
                    <a:pt x="220028" y="883920"/>
                  </a:cubicBezTo>
                  <a:cubicBezTo>
                    <a:pt x="229553" y="917257"/>
                    <a:pt x="247650" y="943928"/>
                    <a:pt x="273368" y="961072"/>
                  </a:cubicBezTo>
                  <a:cubicBezTo>
                    <a:pt x="296228" y="977265"/>
                    <a:pt x="320040" y="988695"/>
                    <a:pt x="346710" y="996315"/>
                  </a:cubicBezTo>
                  <a:cubicBezTo>
                    <a:pt x="373380" y="1003935"/>
                    <a:pt x="407670" y="1006793"/>
                    <a:pt x="449580" y="1006793"/>
                  </a:cubicBezTo>
                  <a:cubicBezTo>
                    <a:pt x="502920" y="1006793"/>
                    <a:pt x="551498" y="997268"/>
                    <a:pt x="595313" y="979170"/>
                  </a:cubicBezTo>
                  <a:cubicBezTo>
                    <a:pt x="639128" y="961072"/>
                    <a:pt x="675323" y="937260"/>
                    <a:pt x="702945" y="910590"/>
                  </a:cubicBezTo>
                  <a:cubicBezTo>
                    <a:pt x="730568" y="882968"/>
                    <a:pt x="743903" y="857250"/>
                    <a:pt x="743903" y="833438"/>
                  </a:cubicBezTo>
                  <a:lnTo>
                    <a:pt x="743903" y="2858"/>
                  </a:lnTo>
                  <a:cubicBezTo>
                    <a:pt x="758190" y="953"/>
                    <a:pt x="772478" y="0"/>
                    <a:pt x="787718" y="0"/>
                  </a:cubicBezTo>
                  <a:cubicBezTo>
                    <a:pt x="895350" y="0"/>
                    <a:pt x="949643" y="54292"/>
                    <a:pt x="949643" y="163830"/>
                  </a:cubicBezTo>
                  <a:lnTo>
                    <a:pt x="949643" y="1148715"/>
                  </a:lnTo>
                  <a:lnTo>
                    <a:pt x="744855" y="1148715"/>
                  </a:lnTo>
                  <a:lnTo>
                    <a:pt x="744855" y="1042988"/>
                  </a:lnTo>
                  <a:cubicBezTo>
                    <a:pt x="662940" y="1138238"/>
                    <a:pt x="542925" y="1185863"/>
                    <a:pt x="384810" y="1185863"/>
                  </a:cubicBezTo>
                  <a:cubicBezTo>
                    <a:pt x="320040" y="1185863"/>
                    <a:pt x="263843" y="1178243"/>
                    <a:pt x="214313" y="1162050"/>
                  </a:cubicBezTo>
                  <a:cubicBezTo>
                    <a:pt x="164783" y="1145857"/>
                    <a:pt x="124778" y="1121093"/>
                    <a:pt x="93345" y="1088707"/>
                  </a:cubicBezTo>
                  <a:cubicBezTo>
                    <a:pt x="61913" y="1055370"/>
                    <a:pt x="39053" y="1013460"/>
                    <a:pt x="22860" y="961072"/>
                  </a:cubicBezTo>
                  <a:cubicBezTo>
                    <a:pt x="7620" y="908685"/>
                    <a:pt x="0" y="831532"/>
                    <a:pt x="0" y="727710"/>
                  </a:cubicBezTo>
                  <a:lnTo>
                    <a:pt x="0" y="2858"/>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CBE432DD-0912-8D41-20AD-A7DC040B4731}"/>
                </a:ext>
              </a:extLst>
            </p:cNvPr>
            <p:cNvSpPr/>
            <p:nvPr/>
          </p:nvSpPr>
          <p:spPr>
            <a:xfrm>
              <a:off x="11644737" y="5963354"/>
              <a:ext cx="49422" cy="251057"/>
            </a:xfrm>
            <a:custGeom>
              <a:avLst/>
              <a:gdLst>
                <a:gd name="connsiteX0" fmla="*/ 0 w 321944"/>
                <a:gd name="connsiteY0" fmla="*/ 2858 h 1635442"/>
                <a:gd name="connsiteX1" fmla="*/ 43815 w 321944"/>
                <a:gd name="connsiteY1" fmla="*/ 0 h 1635442"/>
                <a:gd name="connsiteX2" fmla="*/ 205740 w 321944"/>
                <a:gd name="connsiteY2" fmla="*/ 163830 h 1635442"/>
                <a:gd name="connsiteX3" fmla="*/ 205740 w 321944"/>
                <a:gd name="connsiteY3" fmla="*/ 1394460 h 1635442"/>
                <a:gd name="connsiteX4" fmla="*/ 215265 w 321944"/>
                <a:gd name="connsiteY4" fmla="*/ 1485900 h 1635442"/>
                <a:gd name="connsiteX5" fmla="*/ 249555 w 321944"/>
                <a:gd name="connsiteY5" fmla="*/ 1521143 h 1635442"/>
                <a:gd name="connsiteX6" fmla="*/ 321945 w 321944"/>
                <a:gd name="connsiteY6" fmla="*/ 1531620 h 1635442"/>
                <a:gd name="connsiteX7" fmla="*/ 321945 w 321944"/>
                <a:gd name="connsiteY7" fmla="*/ 1618298 h 1635442"/>
                <a:gd name="connsiteX8" fmla="*/ 189548 w 321944"/>
                <a:gd name="connsiteY8" fmla="*/ 1635443 h 1635442"/>
                <a:gd name="connsiteX9" fmla="*/ 82868 w 321944"/>
                <a:gd name="connsiteY9" fmla="*/ 1613535 h 1635442"/>
                <a:gd name="connsiteX10" fmla="*/ 20955 w 321944"/>
                <a:gd name="connsiteY10" fmla="*/ 1544955 h 1635442"/>
                <a:gd name="connsiteX11" fmla="*/ 0 w 321944"/>
                <a:gd name="connsiteY11" fmla="*/ 1386840 h 1635442"/>
                <a:gd name="connsiteX12" fmla="*/ 0 w 321944"/>
                <a:gd name="connsiteY12" fmla="*/ 2858 h 16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1944" h="1635442">
                  <a:moveTo>
                    <a:pt x="0" y="2858"/>
                  </a:moveTo>
                  <a:cubicBezTo>
                    <a:pt x="14288" y="953"/>
                    <a:pt x="28575" y="0"/>
                    <a:pt x="43815" y="0"/>
                  </a:cubicBezTo>
                  <a:cubicBezTo>
                    <a:pt x="151448" y="0"/>
                    <a:pt x="205740" y="54293"/>
                    <a:pt x="205740" y="163830"/>
                  </a:cubicBezTo>
                  <a:lnTo>
                    <a:pt x="205740" y="1394460"/>
                  </a:lnTo>
                  <a:cubicBezTo>
                    <a:pt x="205740" y="1439228"/>
                    <a:pt x="208598" y="1469708"/>
                    <a:pt x="215265" y="1485900"/>
                  </a:cubicBezTo>
                  <a:cubicBezTo>
                    <a:pt x="221932" y="1502093"/>
                    <a:pt x="233363" y="1513523"/>
                    <a:pt x="249555" y="1521143"/>
                  </a:cubicBezTo>
                  <a:cubicBezTo>
                    <a:pt x="265748" y="1528763"/>
                    <a:pt x="289560" y="1531620"/>
                    <a:pt x="321945" y="1531620"/>
                  </a:cubicBezTo>
                  <a:lnTo>
                    <a:pt x="321945" y="1618298"/>
                  </a:lnTo>
                  <a:cubicBezTo>
                    <a:pt x="288607" y="1629728"/>
                    <a:pt x="243840" y="1635443"/>
                    <a:pt x="189548" y="1635443"/>
                  </a:cubicBezTo>
                  <a:cubicBezTo>
                    <a:pt x="145732" y="1635443"/>
                    <a:pt x="110490" y="1627823"/>
                    <a:pt x="82868" y="1613535"/>
                  </a:cubicBezTo>
                  <a:cubicBezTo>
                    <a:pt x="55245" y="1599248"/>
                    <a:pt x="35243" y="1576388"/>
                    <a:pt x="20955" y="1544955"/>
                  </a:cubicBezTo>
                  <a:cubicBezTo>
                    <a:pt x="7620" y="1513523"/>
                    <a:pt x="0" y="1461135"/>
                    <a:pt x="0" y="1386840"/>
                  </a:cubicBezTo>
                  <a:lnTo>
                    <a:pt x="0" y="2858"/>
                  </a:ln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D5686D43-D478-25F5-8D79-260ED9D0E531}"/>
                </a:ext>
              </a:extLst>
            </p:cNvPr>
            <p:cNvSpPr/>
            <p:nvPr/>
          </p:nvSpPr>
          <p:spPr>
            <a:xfrm>
              <a:off x="11709950" y="6033831"/>
              <a:ext cx="150898" cy="183943"/>
            </a:xfrm>
            <a:custGeom>
              <a:avLst/>
              <a:gdLst>
                <a:gd name="connsiteX0" fmla="*/ 212408 w 982980"/>
                <a:gd name="connsiteY0" fmla="*/ 634365 h 1198244"/>
                <a:gd name="connsiteX1" fmla="*/ 310515 w 982980"/>
                <a:gd name="connsiteY1" fmla="*/ 923925 h 1198244"/>
                <a:gd name="connsiteX2" fmla="*/ 569595 w 982980"/>
                <a:gd name="connsiteY2" fmla="*/ 1024890 h 1198244"/>
                <a:gd name="connsiteX3" fmla="*/ 888683 w 982980"/>
                <a:gd name="connsiteY3" fmla="*/ 887730 h 1198244"/>
                <a:gd name="connsiteX4" fmla="*/ 937260 w 982980"/>
                <a:gd name="connsiteY4" fmla="*/ 961072 h 1198244"/>
                <a:gd name="connsiteX5" fmla="*/ 956310 w 982980"/>
                <a:gd name="connsiteY5" fmla="*/ 1020128 h 1198244"/>
                <a:gd name="connsiteX6" fmla="*/ 902970 w 982980"/>
                <a:gd name="connsiteY6" fmla="*/ 1102042 h 1198244"/>
                <a:gd name="connsiteX7" fmla="*/ 550545 w 982980"/>
                <a:gd name="connsiteY7" fmla="*/ 1198245 h 1198244"/>
                <a:gd name="connsiteX8" fmla="*/ 142875 w 982980"/>
                <a:gd name="connsiteY8" fmla="*/ 1041082 h 1198244"/>
                <a:gd name="connsiteX9" fmla="*/ 0 w 982980"/>
                <a:gd name="connsiteY9" fmla="*/ 584835 h 1198244"/>
                <a:gd name="connsiteX10" fmla="*/ 66675 w 982980"/>
                <a:gd name="connsiteY10" fmla="*/ 270510 h 1198244"/>
                <a:gd name="connsiteX11" fmla="*/ 252413 w 982980"/>
                <a:gd name="connsiteY11" fmla="*/ 70485 h 1198244"/>
                <a:gd name="connsiteX12" fmla="*/ 519113 w 982980"/>
                <a:gd name="connsiteY12" fmla="*/ 0 h 1198244"/>
                <a:gd name="connsiteX13" fmla="*/ 770573 w 982980"/>
                <a:gd name="connsiteY13" fmla="*/ 61913 h 1198244"/>
                <a:gd name="connsiteX14" fmla="*/ 928688 w 982980"/>
                <a:gd name="connsiteY14" fmla="*/ 237172 h 1198244"/>
                <a:gd name="connsiteX15" fmla="*/ 982980 w 982980"/>
                <a:gd name="connsiteY15" fmla="*/ 498157 h 1198244"/>
                <a:gd name="connsiteX16" fmla="*/ 975360 w 982980"/>
                <a:gd name="connsiteY16" fmla="*/ 633413 h 1198244"/>
                <a:gd name="connsiteX17" fmla="*/ 212408 w 982980"/>
                <a:gd name="connsiteY17" fmla="*/ 633413 h 1198244"/>
                <a:gd name="connsiteX18" fmla="*/ 777240 w 982980"/>
                <a:gd name="connsiteY18" fmla="*/ 480060 h 1198244"/>
                <a:gd name="connsiteX19" fmla="*/ 509588 w 982980"/>
                <a:gd name="connsiteY19" fmla="*/ 171450 h 1198244"/>
                <a:gd name="connsiteX20" fmla="*/ 301943 w 982980"/>
                <a:gd name="connsiteY20" fmla="*/ 254317 h 1198244"/>
                <a:gd name="connsiteX21" fmla="*/ 212408 w 982980"/>
                <a:gd name="connsiteY21" fmla="*/ 480060 h 1198244"/>
                <a:gd name="connsiteX22" fmla="*/ 777240 w 982980"/>
                <a:gd name="connsiteY22" fmla="*/ 480060 h 119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82980" h="1198244">
                  <a:moveTo>
                    <a:pt x="212408" y="634365"/>
                  </a:moveTo>
                  <a:cubicBezTo>
                    <a:pt x="217170" y="760095"/>
                    <a:pt x="249555" y="856297"/>
                    <a:pt x="310515" y="923925"/>
                  </a:cubicBezTo>
                  <a:cubicBezTo>
                    <a:pt x="370523" y="991553"/>
                    <a:pt x="457200" y="1024890"/>
                    <a:pt x="569595" y="1024890"/>
                  </a:cubicBezTo>
                  <a:cubicBezTo>
                    <a:pt x="702945" y="1024890"/>
                    <a:pt x="809625" y="979170"/>
                    <a:pt x="888683" y="887730"/>
                  </a:cubicBezTo>
                  <a:cubicBezTo>
                    <a:pt x="907733" y="911542"/>
                    <a:pt x="923925" y="936307"/>
                    <a:pt x="937260" y="961072"/>
                  </a:cubicBezTo>
                  <a:cubicBezTo>
                    <a:pt x="950595" y="985838"/>
                    <a:pt x="956310" y="1005840"/>
                    <a:pt x="956310" y="1020128"/>
                  </a:cubicBezTo>
                  <a:cubicBezTo>
                    <a:pt x="956310" y="1047750"/>
                    <a:pt x="938213" y="1074420"/>
                    <a:pt x="902970" y="1102042"/>
                  </a:cubicBezTo>
                  <a:cubicBezTo>
                    <a:pt x="816293" y="1166813"/>
                    <a:pt x="698183" y="1198245"/>
                    <a:pt x="550545" y="1198245"/>
                  </a:cubicBezTo>
                  <a:cubicBezTo>
                    <a:pt x="373380" y="1198245"/>
                    <a:pt x="237173" y="1145857"/>
                    <a:pt x="142875" y="1041082"/>
                  </a:cubicBezTo>
                  <a:cubicBezTo>
                    <a:pt x="47625" y="936307"/>
                    <a:pt x="0" y="783907"/>
                    <a:pt x="0" y="584835"/>
                  </a:cubicBezTo>
                  <a:cubicBezTo>
                    <a:pt x="0" y="462915"/>
                    <a:pt x="21908" y="358140"/>
                    <a:pt x="66675" y="270510"/>
                  </a:cubicBezTo>
                  <a:cubicBezTo>
                    <a:pt x="110490" y="183832"/>
                    <a:pt x="173355" y="117157"/>
                    <a:pt x="252413" y="70485"/>
                  </a:cubicBezTo>
                  <a:cubicBezTo>
                    <a:pt x="332423" y="23813"/>
                    <a:pt x="421005" y="0"/>
                    <a:pt x="519113" y="0"/>
                  </a:cubicBezTo>
                  <a:cubicBezTo>
                    <a:pt x="617220" y="0"/>
                    <a:pt x="701040" y="20955"/>
                    <a:pt x="770573" y="61913"/>
                  </a:cubicBezTo>
                  <a:cubicBezTo>
                    <a:pt x="840105" y="102870"/>
                    <a:pt x="892493" y="160972"/>
                    <a:pt x="928688" y="237172"/>
                  </a:cubicBezTo>
                  <a:cubicBezTo>
                    <a:pt x="964883" y="312420"/>
                    <a:pt x="982980" y="400050"/>
                    <a:pt x="982980" y="498157"/>
                  </a:cubicBezTo>
                  <a:cubicBezTo>
                    <a:pt x="982980" y="561022"/>
                    <a:pt x="980123" y="605790"/>
                    <a:pt x="975360" y="633413"/>
                  </a:cubicBezTo>
                  <a:lnTo>
                    <a:pt x="212408" y="633413"/>
                  </a:lnTo>
                  <a:close/>
                  <a:moveTo>
                    <a:pt x="777240" y="480060"/>
                  </a:moveTo>
                  <a:cubicBezTo>
                    <a:pt x="777240" y="274320"/>
                    <a:pt x="687705" y="171450"/>
                    <a:pt x="509588" y="171450"/>
                  </a:cubicBezTo>
                  <a:cubicBezTo>
                    <a:pt x="423863" y="171450"/>
                    <a:pt x="355283" y="199072"/>
                    <a:pt x="301943" y="254317"/>
                  </a:cubicBezTo>
                  <a:cubicBezTo>
                    <a:pt x="248603" y="309563"/>
                    <a:pt x="219075" y="384810"/>
                    <a:pt x="212408" y="480060"/>
                  </a:cubicBezTo>
                  <a:lnTo>
                    <a:pt x="777240" y="480060"/>
                  </a:ln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7ED7391-A644-169F-608D-AC0D72DC9831}"/>
                </a:ext>
              </a:extLst>
            </p:cNvPr>
            <p:cNvSpPr/>
            <p:nvPr/>
          </p:nvSpPr>
          <p:spPr>
            <a:xfrm>
              <a:off x="11888484" y="5984409"/>
              <a:ext cx="97235" cy="233218"/>
            </a:xfrm>
            <a:custGeom>
              <a:avLst/>
              <a:gdLst>
                <a:gd name="connsiteX0" fmla="*/ 0 w 633412"/>
                <a:gd name="connsiteY0" fmla="*/ 2858 h 1519237"/>
                <a:gd name="connsiteX1" fmla="*/ 43815 w 633412"/>
                <a:gd name="connsiteY1" fmla="*/ 0 h 1519237"/>
                <a:gd name="connsiteX2" fmla="*/ 205740 w 633412"/>
                <a:gd name="connsiteY2" fmla="*/ 163830 h 1519237"/>
                <a:gd name="connsiteX3" fmla="*/ 205740 w 633412"/>
                <a:gd name="connsiteY3" fmla="*/ 349567 h 1519237"/>
                <a:gd name="connsiteX4" fmla="*/ 565785 w 633412"/>
                <a:gd name="connsiteY4" fmla="*/ 349567 h 1519237"/>
                <a:gd name="connsiteX5" fmla="*/ 565785 w 633412"/>
                <a:gd name="connsiteY5" fmla="*/ 523875 h 1519237"/>
                <a:gd name="connsiteX6" fmla="*/ 205740 w 633412"/>
                <a:gd name="connsiteY6" fmla="*/ 523875 h 1519237"/>
                <a:gd name="connsiteX7" fmla="*/ 205740 w 633412"/>
                <a:gd name="connsiteY7" fmla="*/ 1146810 h 1519237"/>
                <a:gd name="connsiteX8" fmla="*/ 362902 w 633412"/>
                <a:gd name="connsiteY8" fmla="*/ 1344930 h 1519237"/>
                <a:gd name="connsiteX9" fmla="*/ 443865 w 633412"/>
                <a:gd name="connsiteY9" fmla="*/ 1327785 h 1519237"/>
                <a:gd name="connsiteX10" fmla="*/ 517207 w 633412"/>
                <a:gd name="connsiteY10" fmla="*/ 1283970 h 1519237"/>
                <a:gd name="connsiteX11" fmla="*/ 562927 w 633412"/>
                <a:gd name="connsiteY11" fmla="*/ 1240155 h 1519237"/>
                <a:gd name="connsiteX12" fmla="*/ 633413 w 633412"/>
                <a:gd name="connsiteY12" fmla="*/ 1375410 h 1519237"/>
                <a:gd name="connsiteX13" fmla="*/ 587693 w 633412"/>
                <a:gd name="connsiteY13" fmla="*/ 1444943 h 1519237"/>
                <a:gd name="connsiteX14" fmla="*/ 475297 w 633412"/>
                <a:gd name="connsiteY14" fmla="*/ 1500187 h 1519237"/>
                <a:gd name="connsiteX15" fmla="*/ 331470 w 633412"/>
                <a:gd name="connsiteY15" fmla="*/ 1519237 h 1519237"/>
                <a:gd name="connsiteX16" fmla="*/ 24765 w 633412"/>
                <a:gd name="connsiteY16" fmla="*/ 1338262 h 1519237"/>
                <a:gd name="connsiteX17" fmla="*/ 952 w 633412"/>
                <a:gd name="connsiteY17" fmla="*/ 1130618 h 1519237"/>
                <a:gd name="connsiteX18" fmla="*/ 952 w 633412"/>
                <a:gd name="connsiteY18" fmla="*/ 2858 h 1519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33412" h="1519237">
                  <a:moveTo>
                    <a:pt x="0" y="2858"/>
                  </a:moveTo>
                  <a:cubicBezTo>
                    <a:pt x="14288" y="952"/>
                    <a:pt x="28575" y="0"/>
                    <a:pt x="43815" y="0"/>
                  </a:cubicBezTo>
                  <a:cubicBezTo>
                    <a:pt x="151447" y="0"/>
                    <a:pt x="205740" y="54292"/>
                    <a:pt x="205740" y="163830"/>
                  </a:cubicBezTo>
                  <a:lnTo>
                    <a:pt x="205740" y="349567"/>
                  </a:lnTo>
                  <a:lnTo>
                    <a:pt x="565785" y="349567"/>
                  </a:lnTo>
                  <a:lnTo>
                    <a:pt x="565785" y="523875"/>
                  </a:lnTo>
                  <a:lnTo>
                    <a:pt x="205740" y="523875"/>
                  </a:lnTo>
                  <a:lnTo>
                    <a:pt x="205740" y="1146810"/>
                  </a:lnTo>
                  <a:cubicBezTo>
                    <a:pt x="205740" y="1279208"/>
                    <a:pt x="258127" y="1344930"/>
                    <a:pt x="362902" y="1344930"/>
                  </a:cubicBezTo>
                  <a:cubicBezTo>
                    <a:pt x="390525" y="1344930"/>
                    <a:pt x="417195" y="1339215"/>
                    <a:pt x="443865" y="1327785"/>
                  </a:cubicBezTo>
                  <a:cubicBezTo>
                    <a:pt x="470535" y="1316355"/>
                    <a:pt x="495300" y="1302068"/>
                    <a:pt x="517207" y="1283970"/>
                  </a:cubicBezTo>
                  <a:cubicBezTo>
                    <a:pt x="540068" y="1265873"/>
                    <a:pt x="555307" y="1251585"/>
                    <a:pt x="562927" y="1240155"/>
                  </a:cubicBezTo>
                  <a:cubicBezTo>
                    <a:pt x="609600" y="1298258"/>
                    <a:pt x="633413" y="1343025"/>
                    <a:pt x="633413" y="1375410"/>
                  </a:cubicBezTo>
                  <a:cubicBezTo>
                    <a:pt x="633413" y="1398270"/>
                    <a:pt x="618172" y="1421130"/>
                    <a:pt x="587693" y="1444943"/>
                  </a:cubicBezTo>
                  <a:cubicBezTo>
                    <a:pt x="557213" y="1468755"/>
                    <a:pt x="520065" y="1487805"/>
                    <a:pt x="475297" y="1500187"/>
                  </a:cubicBezTo>
                  <a:cubicBezTo>
                    <a:pt x="430530" y="1513523"/>
                    <a:pt x="382905" y="1519237"/>
                    <a:pt x="331470" y="1519237"/>
                  </a:cubicBezTo>
                  <a:cubicBezTo>
                    <a:pt x="170497" y="1519237"/>
                    <a:pt x="68580" y="1459230"/>
                    <a:pt x="24765" y="1338262"/>
                  </a:cubicBezTo>
                  <a:cubicBezTo>
                    <a:pt x="8572" y="1293495"/>
                    <a:pt x="952" y="1223962"/>
                    <a:pt x="952" y="1130618"/>
                  </a:cubicBezTo>
                  <a:lnTo>
                    <a:pt x="952" y="2858"/>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47875357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75CAE1F3-FDCA-8A80-82A7-02196E6432F2}"/>
              </a:ext>
            </a:extLst>
          </p:cNvPr>
          <p:cNvGrpSpPr/>
          <p:nvPr userDrawn="1"/>
        </p:nvGrpSpPr>
        <p:grpSpPr>
          <a:xfrm>
            <a:off x="11132045" y="6312755"/>
            <a:ext cx="836706" cy="249494"/>
            <a:chOff x="11074630" y="5946246"/>
            <a:chExt cx="911089" cy="271674"/>
          </a:xfrm>
        </p:grpSpPr>
        <p:sp>
          <p:nvSpPr>
            <p:cNvPr id="11" name="Freeform: Shape 10">
              <a:extLst>
                <a:ext uri="{FF2B5EF4-FFF2-40B4-BE49-F238E27FC236}">
                  <a16:creationId xmlns:a16="http://schemas.microsoft.com/office/drawing/2014/main" id="{50570A7F-0D07-FFAC-23E9-3C44A9EE7864}"/>
                </a:ext>
              </a:extLst>
            </p:cNvPr>
            <p:cNvSpPr/>
            <p:nvPr/>
          </p:nvSpPr>
          <p:spPr>
            <a:xfrm>
              <a:off x="11074630" y="5946246"/>
              <a:ext cx="32607" cy="266264"/>
            </a:xfrm>
            <a:custGeom>
              <a:avLst/>
              <a:gdLst>
                <a:gd name="connsiteX0" fmla="*/ 0 w 212407"/>
                <a:gd name="connsiteY0" fmla="*/ 4763 h 1734502"/>
                <a:gd name="connsiteX1" fmla="*/ 60007 w 212407"/>
                <a:gd name="connsiteY1" fmla="*/ 0 h 1734502"/>
                <a:gd name="connsiteX2" fmla="*/ 172402 w 212407"/>
                <a:gd name="connsiteY2" fmla="*/ 40005 h 1734502"/>
                <a:gd name="connsiteX3" fmla="*/ 212407 w 212407"/>
                <a:gd name="connsiteY3" fmla="*/ 152400 h 1734502"/>
                <a:gd name="connsiteX4" fmla="*/ 212407 w 212407"/>
                <a:gd name="connsiteY4" fmla="*/ 1734502 h 1734502"/>
                <a:gd name="connsiteX5" fmla="*/ 0 w 212407"/>
                <a:gd name="connsiteY5" fmla="*/ 1734502 h 1734502"/>
                <a:gd name="connsiteX6" fmla="*/ 0 w 212407"/>
                <a:gd name="connsiteY6" fmla="*/ 4763 h 1734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407" h="1734502">
                  <a:moveTo>
                    <a:pt x="0" y="4763"/>
                  </a:moveTo>
                  <a:cubicBezTo>
                    <a:pt x="25717" y="1905"/>
                    <a:pt x="45720" y="0"/>
                    <a:pt x="60007" y="0"/>
                  </a:cubicBezTo>
                  <a:cubicBezTo>
                    <a:pt x="108585" y="0"/>
                    <a:pt x="145732" y="13335"/>
                    <a:pt x="172402" y="40005"/>
                  </a:cubicBezTo>
                  <a:cubicBezTo>
                    <a:pt x="199072" y="66675"/>
                    <a:pt x="212407" y="103823"/>
                    <a:pt x="212407" y="152400"/>
                  </a:cubicBezTo>
                  <a:lnTo>
                    <a:pt x="212407" y="1734502"/>
                  </a:lnTo>
                  <a:lnTo>
                    <a:pt x="0" y="1734502"/>
                  </a:lnTo>
                  <a:lnTo>
                    <a:pt x="0" y="4763"/>
                  </a:lnTo>
                  <a:close/>
                </a:path>
              </a:pathLst>
            </a:custGeom>
            <a:solidFill>
              <a:srgbClr val="743DBC"/>
            </a:solid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E70F090-F8C9-CC8A-E573-453FA0C29BBE}"/>
                </a:ext>
              </a:extLst>
            </p:cNvPr>
            <p:cNvSpPr/>
            <p:nvPr/>
          </p:nvSpPr>
          <p:spPr>
            <a:xfrm>
              <a:off x="11141306" y="6033977"/>
              <a:ext cx="146657" cy="178240"/>
            </a:xfrm>
            <a:custGeom>
              <a:avLst/>
              <a:gdLst>
                <a:gd name="connsiteX0" fmla="*/ 0 w 955357"/>
                <a:gd name="connsiteY0" fmla="*/ 21908 h 1161097"/>
                <a:gd name="connsiteX1" fmla="*/ 40958 w 955357"/>
                <a:gd name="connsiteY1" fmla="*/ 19050 h 1161097"/>
                <a:gd name="connsiteX2" fmla="*/ 147638 w 955357"/>
                <a:gd name="connsiteY2" fmla="*/ 50483 h 1161097"/>
                <a:gd name="connsiteX3" fmla="*/ 196215 w 955357"/>
                <a:gd name="connsiteY3" fmla="*/ 141923 h 1161097"/>
                <a:gd name="connsiteX4" fmla="*/ 361950 w 955357"/>
                <a:gd name="connsiteY4" fmla="*/ 37148 h 1161097"/>
                <a:gd name="connsiteX5" fmla="*/ 573405 w 955357"/>
                <a:gd name="connsiteY5" fmla="*/ 0 h 1161097"/>
                <a:gd name="connsiteX6" fmla="*/ 813435 w 955357"/>
                <a:gd name="connsiteY6" fmla="*/ 64770 h 1161097"/>
                <a:gd name="connsiteX7" fmla="*/ 938213 w 955357"/>
                <a:gd name="connsiteY7" fmla="*/ 253365 h 1161097"/>
                <a:gd name="connsiteX8" fmla="*/ 955358 w 955357"/>
                <a:gd name="connsiteY8" fmla="*/ 475298 h 1161097"/>
                <a:gd name="connsiteX9" fmla="*/ 955358 w 955357"/>
                <a:gd name="connsiteY9" fmla="*/ 1161098 h 1161097"/>
                <a:gd name="connsiteX10" fmla="*/ 750570 w 955357"/>
                <a:gd name="connsiteY10" fmla="*/ 1161098 h 1161097"/>
                <a:gd name="connsiteX11" fmla="*/ 750570 w 955357"/>
                <a:gd name="connsiteY11" fmla="*/ 483870 h 1161097"/>
                <a:gd name="connsiteX12" fmla="*/ 736283 w 955357"/>
                <a:gd name="connsiteY12" fmla="*/ 317183 h 1161097"/>
                <a:gd name="connsiteX13" fmla="*/ 661035 w 955357"/>
                <a:gd name="connsiteY13" fmla="*/ 218123 h 1161097"/>
                <a:gd name="connsiteX14" fmla="*/ 508635 w 955357"/>
                <a:gd name="connsiteY14" fmla="*/ 186690 h 1161097"/>
                <a:gd name="connsiteX15" fmla="*/ 353378 w 955357"/>
                <a:gd name="connsiteY15" fmla="*/ 210503 h 1161097"/>
                <a:gd name="connsiteX16" fmla="*/ 245745 w 955357"/>
                <a:gd name="connsiteY16" fmla="*/ 274320 h 1161097"/>
                <a:gd name="connsiteX17" fmla="*/ 206692 w 955357"/>
                <a:gd name="connsiteY17" fmla="*/ 357188 h 1161097"/>
                <a:gd name="connsiteX18" fmla="*/ 206692 w 955357"/>
                <a:gd name="connsiteY18" fmla="*/ 1161098 h 1161097"/>
                <a:gd name="connsiteX19" fmla="*/ 1905 w 955357"/>
                <a:gd name="connsiteY19" fmla="*/ 1161098 h 1161097"/>
                <a:gd name="connsiteX20" fmla="*/ 1905 w 955357"/>
                <a:gd name="connsiteY20" fmla="*/ 21908 h 1161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55357" h="1161097">
                  <a:moveTo>
                    <a:pt x="0" y="21908"/>
                  </a:moveTo>
                  <a:cubicBezTo>
                    <a:pt x="14288" y="20003"/>
                    <a:pt x="28575" y="19050"/>
                    <a:pt x="40958" y="19050"/>
                  </a:cubicBezTo>
                  <a:cubicBezTo>
                    <a:pt x="84773" y="19050"/>
                    <a:pt x="120015" y="29528"/>
                    <a:pt x="147638" y="50483"/>
                  </a:cubicBezTo>
                  <a:cubicBezTo>
                    <a:pt x="175260" y="71438"/>
                    <a:pt x="191453" y="101917"/>
                    <a:pt x="196215" y="141923"/>
                  </a:cubicBezTo>
                  <a:cubicBezTo>
                    <a:pt x="240983" y="97155"/>
                    <a:pt x="296228" y="61913"/>
                    <a:pt x="361950" y="37148"/>
                  </a:cubicBezTo>
                  <a:cubicBezTo>
                    <a:pt x="426720" y="12383"/>
                    <a:pt x="497205" y="0"/>
                    <a:pt x="573405" y="0"/>
                  </a:cubicBezTo>
                  <a:cubicBezTo>
                    <a:pt x="671513" y="0"/>
                    <a:pt x="751523" y="21908"/>
                    <a:pt x="813435" y="64770"/>
                  </a:cubicBezTo>
                  <a:cubicBezTo>
                    <a:pt x="875348" y="108585"/>
                    <a:pt x="917258" y="171450"/>
                    <a:pt x="938213" y="253365"/>
                  </a:cubicBezTo>
                  <a:cubicBezTo>
                    <a:pt x="949643" y="297180"/>
                    <a:pt x="955358" y="370523"/>
                    <a:pt x="955358" y="475298"/>
                  </a:cubicBezTo>
                  <a:lnTo>
                    <a:pt x="955358" y="1161098"/>
                  </a:lnTo>
                  <a:lnTo>
                    <a:pt x="750570" y="1161098"/>
                  </a:lnTo>
                  <a:lnTo>
                    <a:pt x="750570" y="483870"/>
                  </a:lnTo>
                  <a:cubicBezTo>
                    <a:pt x="750570" y="404813"/>
                    <a:pt x="745808" y="349567"/>
                    <a:pt x="736283" y="317183"/>
                  </a:cubicBezTo>
                  <a:cubicBezTo>
                    <a:pt x="722948" y="272415"/>
                    <a:pt x="698183" y="239078"/>
                    <a:pt x="661035" y="218123"/>
                  </a:cubicBezTo>
                  <a:cubicBezTo>
                    <a:pt x="623888" y="197167"/>
                    <a:pt x="573405" y="186690"/>
                    <a:pt x="508635" y="186690"/>
                  </a:cubicBezTo>
                  <a:cubicBezTo>
                    <a:pt x="450533" y="186690"/>
                    <a:pt x="399098" y="194310"/>
                    <a:pt x="353378" y="210503"/>
                  </a:cubicBezTo>
                  <a:cubicBezTo>
                    <a:pt x="307658" y="226695"/>
                    <a:pt x="271463" y="247650"/>
                    <a:pt x="245745" y="274320"/>
                  </a:cubicBezTo>
                  <a:cubicBezTo>
                    <a:pt x="220028" y="300990"/>
                    <a:pt x="206692" y="328613"/>
                    <a:pt x="206692" y="357188"/>
                  </a:cubicBezTo>
                  <a:lnTo>
                    <a:pt x="206692" y="1161098"/>
                  </a:lnTo>
                  <a:lnTo>
                    <a:pt x="1905" y="1161098"/>
                  </a:lnTo>
                  <a:lnTo>
                    <a:pt x="1905" y="21908"/>
                  </a:lnTo>
                  <a:close/>
                </a:path>
              </a:pathLst>
            </a:custGeom>
            <a:solidFill>
              <a:srgbClr val="743DBC"/>
            </a:solid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E9B7A83B-A062-749D-6075-9CF774FE5735}"/>
                </a:ext>
              </a:extLst>
            </p:cNvPr>
            <p:cNvSpPr/>
            <p:nvPr/>
          </p:nvSpPr>
          <p:spPr>
            <a:xfrm>
              <a:off x="11314282" y="6033831"/>
              <a:ext cx="125309" cy="183504"/>
            </a:xfrm>
            <a:custGeom>
              <a:avLst/>
              <a:gdLst>
                <a:gd name="connsiteX0" fmla="*/ 708660 w 816292"/>
                <a:gd name="connsiteY0" fmla="*/ 293370 h 1195387"/>
                <a:gd name="connsiteX1" fmla="*/ 582930 w 816292"/>
                <a:gd name="connsiteY1" fmla="*/ 202882 h 1195387"/>
                <a:gd name="connsiteX2" fmla="*/ 421005 w 816292"/>
                <a:gd name="connsiteY2" fmla="*/ 167640 h 1195387"/>
                <a:gd name="connsiteX3" fmla="*/ 263843 w 816292"/>
                <a:gd name="connsiteY3" fmla="*/ 204788 h 1195387"/>
                <a:gd name="connsiteX4" fmla="*/ 205740 w 816292"/>
                <a:gd name="connsiteY4" fmla="*/ 312420 h 1195387"/>
                <a:gd name="connsiteX5" fmla="*/ 226695 w 816292"/>
                <a:gd name="connsiteY5" fmla="*/ 381000 h 1195387"/>
                <a:gd name="connsiteX6" fmla="*/ 295275 w 816292"/>
                <a:gd name="connsiteY6" fmla="*/ 434340 h 1195387"/>
                <a:gd name="connsiteX7" fmla="*/ 444818 w 816292"/>
                <a:gd name="connsiteY7" fmla="*/ 481013 h 1195387"/>
                <a:gd name="connsiteX8" fmla="*/ 662940 w 816292"/>
                <a:gd name="connsiteY8" fmla="*/ 561022 h 1195387"/>
                <a:gd name="connsiteX9" fmla="*/ 779145 w 816292"/>
                <a:gd name="connsiteY9" fmla="*/ 675322 h 1195387"/>
                <a:gd name="connsiteX10" fmla="*/ 816293 w 816292"/>
                <a:gd name="connsiteY10" fmla="*/ 838200 h 1195387"/>
                <a:gd name="connsiteX11" fmla="*/ 693420 w 816292"/>
                <a:gd name="connsiteY11" fmla="*/ 1097280 h 1195387"/>
                <a:gd name="connsiteX12" fmla="*/ 374332 w 816292"/>
                <a:gd name="connsiteY12" fmla="*/ 1195388 h 1195387"/>
                <a:gd name="connsiteX13" fmla="*/ 108585 w 816292"/>
                <a:gd name="connsiteY13" fmla="*/ 1149667 h 1195387"/>
                <a:gd name="connsiteX14" fmla="*/ 0 w 816292"/>
                <a:gd name="connsiteY14" fmla="*/ 1048703 h 1195387"/>
                <a:gd name="connsiteX15" fmla="*/ 12382 w 816292"/>
                <a:gd name="connsiteY15" fmla="*/ 994410 h 1195387"/>
                <a:gd name="connsiteX16" fmla="*/ 60960 w 816292"/>
                <a:gd name="connsiteY16" fmla="*/ 905828 h 1195387"/>
                <a:gd name="connsiteX17" fmla="*/ 213360 w 816292"/>
                <a:gd name="connsiteY17" fmla="*/ 996315 h 1195387"/>
                <a:gd name="connsiteX18" fmla="*/ 381953 w 816292"/>
                <a:gd name="connsiteY18" fmla="*/ 1028700 h 1195387"/>
                <a:gd name="connsiteX19" fmla="*/ 553403 w 816292"/>
                <a:gd name="connsiteY19" fmla="*/ 983932 h 1195387"/>
                <a:gd name="connsiteX20" fmla="*/ 613410 w 816292"/>
                <a:gd name="connsiteY20" fmla="*/ 854392 h 1195387"/>
                <a:gd name="connsiteX21" fmla="*/ 560070 w 816292"/>
                <a:gd name="connsiteY21" fmla="*/ 735330 h 1195387"/>
                <a:gd name="connsiteX22" fmla="*/ 361950 w 816292"/>
                <a:gd name="connsiteY22" fmla="*/ 659130 h 1195387"/>
                <a:gd name="connsiteX23" fmla="*/ 87630 w 816292"/>
                <a:gd name="connsiteY23" fmla="*/ 537210 h 1195387"/>
                <a:gd name="connsiteX24" fmla="*/ 4763 w 816292"/>
                <a:gd name="connsiteY24" fmla="*/ 323850 h 1195387"/>
                <a:gd name="connsiteX25" fmla="*/ 120968 w 816292"/>
                <a:gd name="connsiteY25" fmla="*/ 88582 h 1195387"/>
                <a:gd name="connsiteX26" fmla="*/ 415290 w 816292"/>
                <a:gd name="connsiteY26" fmla="*/ 0 h 1195387"/>
                <a:gd name="connsiteX27" fmla="*/ 579120 w 816292"/>
                <a:gd name="connsiteY27" fmla="*/ 18097 h 1195387"/>
                <a:gd name="connsiteX28" fmla="*/ 704850 w 816292"/>
                <a:gd name="connsiteY28" fmla="*/ 64770 h 1195387"/>
                <a:gd name="connsiteX29" fmla="*/ 786765 w 816292"/>
                <a:gd name="connsiteY29" fmla="*/ 159067 h 1195387"/>
                <a:gd name="connsiteX30" fmla="*/ 741045 w 816292"/>
                <a:gd name="connsiteY30" fmla="*/ 289560 h 1195387"/>
                <a:gd name="connsiteX31" fmla="*/ 708660 w 816292"/>
                <a:gd name="connsiteY31" fmla="*/ 293370 h 1195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16292" h="1195387">
                  <a:moveTo>
                    <a:pt x="708660" y="293370"/>
                  </a:moveTo>
                  <a:cubicBezTo>
                    <a:pt x="678180" y="256222"/>
                    <a:pt x="636270" y="225742"/>
                    <a:pt x="582930" y="202882"/>
                  </a:cubicBezTo>
                  <a:cubicBezTo>
                    <a:pt x="529590" y="180022"/>
                    <a:pt x="476250" y="167640"/>
                    <a:pt x="421005" y="167640"/>
                  </a:cubicBezTo>
                  <a:cubicBezTo>
                    <a:pt x="355282" y="167640"/>
                    <a:pt x="302895" y="180022"/>
                    <a:pt x="263843" y="204788"/>
                  </a:cubicBezTo>
                  <a:cubicBezTo>
                    <a:pt x="224790" y="229552"/>
                    <a:pt x="205740" y="265747"/>
                    <a:pt x="205740" y="312420"/>
                  </a:cubicBezTo>
                  <a:cubicBezTo>
                    <a:pt x="205740" y="338138"/>
                    <a:pt x="212407" y="360997"/>
                    <a:pt x="226695" y="381000"/>
                  </a:cubicBezTo>
                  <a:cubicBezTo>
                    <a:pt x="240030" y="401003"/>
                    <a:pt x="262890" y="419100"/>
                    <a:pt x="295275" y="434340"/>
                  </a:cubicBezTo>
                  <a:cubicBezTo>
                    <a:pt x="327660" y="449580"/>
                    <a:pt x="377190" y="465772"/>
                    <a:pt x="444818" y="481013"/>
                  </a:cubicBezTo>
                  <a:cubicBezTo>
                    <a:pt x="538163" y="503872"/>
                    <a:pt x="610553" y="530542"/>
                    <a:pt x="662940" y="561022"/>
                  </a:cubicBezTo>
                  <a:cubicBezTo>
                    <a:pt x="715328" y="591503"/>
                    <a:pt x="753428" y="629603"/>
                    <a:pt x="779145" y="675322"/>
                  </a:cubicBezTo>
                  <a:cubicBezTo>
                    <a:pt x="803910" y="721042"/>
                    <a:pt x="816293" y="775335"/>
                    <a:pt x="816293" y="838200"/>
                  </a:cubicBezTo>
                  <a:cubicBezTo>
                    <a:pt x="816293" y="945832"/>
                    <a:pt x="775335" y="1032510"/>
                    <a:pt x="693420" y="1097280"/>
                  </a:cubicBezTo>
                  <a:cubicBezTo>
                    <a:pt x="611505" y="1162050"/>
                    <a:pt x="504825" y="1195388"/>
                    <a:pt x="374332" y="1195388"/>
                  </a:cubicBezTo>
                  <a:cubicBezTo>
                    <a:pt x="266700" y="1195388"/>
                    <a:pt x="178118" y="1180148"/>
                    <a:pt x="108585" y="1149667"/>
                  </a:cubicBezTo>
                  <a:cubicBezTo>
                    <a:pt x="36195" y="1121092"/>
                    <a:pt x="0" y="1086803"/>
                    <a:pt x="0" y="1048703"/>
                  </a:cubicBezTo>
                  <a:cubicBezTo>
                    <a:pt x="0" y="1032510"/>
                    <a:pt x="3810" y="1014413"/>
                    <a:pt x="12382" y="994410"/>
                  </a:cubicBezTo>
                  <a:cubicBezTo>
                    <a:pt x="20003" y="974407"/>
                    <a:pt x="36195" y="944880"/>
                    <a:pt x="60960" y="905828"/>
                  </a:cubicBezTo>
                  <a:cubicBezTo>
                    <a:pt x="105728" y="944880"/>
                    <a:pt x="157163" y="974407"/>
                    <a:pt x="213360" y="996315"/>
                  </a:cubicBezTo>
                  <a:cubicBezTo>
                    <a:pt x="269557" y="1018222"/>
                    <a:pt x="325755" y="1028700"/>
                    <a:pt x="381953" y="1028700"/>
                  </a:cubicBezTo>
                  <a:cubicBezTo>
                    <a:pt x="456247" y="1028700"/>
                    <a:pt x="513397" y="1013460"/>
                    <a:pt x="553403" y="983932"/>
                  </a:cubicBezTo>
                  <a:cubicBezTo>
                    <a:pt x="593407" y="954405"/>
                    <a:pt x="613410" y="911542"/>
                    <a:pt x="613410" y="854392"/>
                  </a:cubicBezTo>
                  <a:cubicBezTo>
                    <a:pt x="613410" y="804863"/>
                    <a:pt x="595313" y="764857"/>
                    <a:pt x="560070" y="735330"/>
                  </a:cubicBezTo>
                  <a:cubicBezTo>
                    <a:pt x="524828" y="705803"/>
                    <a:pt x="459105" y="680085"/>
                    <a:pt x="361950" y="659130"/>
                  </a:cubicBezTo>
                  <a:cubicBezTo>
                    <a:pt x="235268" y="631507"/>
                    <a:pt x="143828" y="591503"/>
                    <a:pt x="87630" y="537210"/>
                  </a:cubicBezTo>
                  <a:cubicBezTo>
                    <a:pt x="32385" y="482917"/>
                    <a:pt x="4763" y="412432"/>
                    <a:pt x="4763" y="323850"/>
                  </a:cubicBezTo>
                  <a:cubicBezTo>
                    <a:pt x="4763" y="225742"/>
                    <a:pt x="43815" y="147638"/>
                    <a:pt x="120968" y="88582"/>
                  </a:cubicBezTo>
                  <a:cubicBezTo>
                    <a:pt x="198120" y="29527"/>
                    <a:pt x="296228" y="0"/>
                    <a:pt x="415290" y="0"/>
                  </a:cubicBezTo>
                  <a:cubicBezTo>
                    <a:pt x="473393" y="0"/>
                    <a:pt x="527685" y="5715"/>
                    <a:pt x="579120" y="18097"/>
                  </a:cubicBezTo>
                  <a:cubicBezTo>
                    <a:pt x="630555" y="30480"/>
                    <a:pt x="672465" y="45720"/>
                    <a:pt x="704850" y="64770"/>
                  </a:cubicBezTo>
                  <a:cubicBezTo>
                    <a:pt x="759143" y="95250"/>
                    <a:pt x="786765" y="126682"/>
                    <a:pt x="786765" y="159067"/>
                  </a:cubicBezTo>
                  <a:cubicBezTo>
                    <a:pt x="786765" y="192405"/>
                    <a:pt x="771525" y="236220"/>
                    <a:pt x="741045" y="289560"/>
                  </a:cubicBezTo>
                  <a:lnTo>
                    <a:pt x="708660" y="293370"/>
                  </a:lnTo>
                  <a:close/>
                </a:path>
              </a:pathLst>
            </a:custGeom>
            <a:solidFill>
              <a:srgbClr val="743DBC"/>
            </a:solid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6E293ADC-3579-C78A-AD96-B5AEFE31670A}"/>
                </a:ext>
              </a:extLst>
            </p:cNvPr>
            <p:cNvSpPr/>
            <p:nvPr/>
          </p:nvSpPr>
          <p:spPr>
            <a:xfrm>
              <a:off x="11466789" y="6035878"/>
              <a:ext cx="145780" cy="182042"/>
            </a:xfrm>
            <a:custGeom>
              <a:avLst/>
              <a:gdLst>
                <a:gd name="connsiteX0" fmla="*/ 0 w 949642"/>
                <a:gd name="connsiteY0" fmla="*/ 2858 h 1185862"/>
                <a:gd name="connsiteX1" fmla="*/ 43815 w 949642"/>
                <a:gd name="connsiteY1" fmla="*/ 0 h 1185862"/>
                <a:gd name="connsiteX2" fmla="*/ 205740 w 949642"/>
                <a:gd name="connsiteY2" fmla="*/ 163830 h 1185862"/>
                <a:gd name="connsiteX3" fmla="*/ 205740 w 949642"/>
                <a:gd name="connsiteY3" fmla="*/ 726757 h 1185862"/>
                <a:gd name="connsiteX4" fmla="*/ 220028 w 949642"/>
                <a:gd name="connsiteY4" fmla="*/ 883920 h 1185862"/>
                <a:gd name="connsiteX5" fmla="*/ 273368 w 949642"/>
                <a:gd name="connsiteY5" fmla="*/ 961072 h 1185862"/>
                <a:gd name="connsiteX6" fmla="*/ 346710 w 949642"/>
                <a:gd name="connsiteY6" fmla="*/ 996315 h 1185862"/>
                <a:gd name="connsiteX7" fmla="*/ 449580 w 949642"/>
                <a:gd name="connsiteY7" fmla="*/ 1006793 h 1185862"/>
                <a:gd name="connsiteX8" fmla="*/ 595313 w 949642"/>
                <a:gd name="connsiteY8" fmla="*/ 979170 h 1185862"/>
                <a:gd name="connsiteX9" fmla="*/ 702945 w 949642"/>
                <a:gd name="connsiteY9" fmla="*/ 910590 h 1185862"/>
                <a:gd name="connsiteX10" fmla="*/ 743903 w 949642"/>
                <a:gd name="connsiteY10" fmla="*/ 833438 h 1185862"/>
                <a:gd name="connsiteX11" fmla="*/ 743903 w 949642"/>
                <a:gd name="connsiteY11" fmla="*/ 2858 h 1185862"/>
                <a:gd name="connsiteX12" fmla="*/ 787718 w 949642"/>
                <a:gd name="connsiteY12" fmla="*/ 0 h 1185862"/>
                <a:gd name="connsiteX13" fmla="*/ 949643 w 949642"/>
                <a:gd name="connsiteY13" fmla="*/ 163830 h 1185862"/>
                <a:gd name="connsiteX14" fmla="*/ 949643 w 949642"/>
                <a:gd name="connsiteY14" fmla="*/ 1148715 h 1185862"/>
                <a:gd name="connsiteX15" fmla="*/ 744855 w 949642"/>
                <a:gd name="connsiteY15" fmla="*/ 1148715 h 1185862"/>
                <a:gd name="connsiteX16" fmla="*/ 744855 w 949642"/>
                <a:gd name="connsiteY16" fmla="*/ 1042988 h 1185862"/>
                <a:gd name="connsiteX17" fmla="*/ 384810 w 949642"/>
                <a:gd name="connsiteY17" fmla="*/ 1185863 h 1185862"/>
                <a:gd name="connsiteX18" fmla="*/ 214313 w 949642"/>
                <a:gd name="connsiteY18" fmla="*/ 1162050 h 1185862"/>
                <a:gd name="connsiteX19" fmla="*/ 93345 w 949642"/>
                <a:gd name="connsiteY19" fmla="*/ 1088707 h 1185862"/>
                <a:gd name="connsiteX20" fmla="*/ 22860 w 949642"/>
                <a:gd name="connsiteY20" fmla="*/ 961072 h 1185862"/>
                <a:gd name="connsiteX21" fmla="*/ 0 w 949642"/>
                <a:gd name="connsiteY21" fmla="*/ 727710 h 1185862"/>
                <a:gd name="connsiteX22" fmla="*/ 0 w 949642"/>
                <a:gd name="connsiteY22" fmla="*/ 2858 h 1185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49642" h="1185862">
                  <a:moveTo>
                    <a:pt x="0" y="2858"/>
                  </a:moveTo>
                  <a:cubicBezTo>
                    <a:pt x="14288" y="953"/>
                    <a:pt x="28575" y="0"/>
                    <a:pt x="43815" y="0"/>
                  </a:cubicBezTo>
                  <a:cubicBezTo>
                    <a:pt x="151448" y="0"/>
                    <a:pt x="205740" y="54292"/>
                    <a:pt x="205740" y="163830"/>
                  </a:cubicBezTo>
                  <a:lnTo>
                    <a:pt x="205740" y="726757"/>
                  </a:lnTo>
                  <a:cubicBezTo>
                    <a:pt x="205740" y="797243"/>
                    <a:pt x="210503" y="849630"/>
                    <a:pt x="220028" y="883920"/>
                  </a:cubicBezTo>
                  <a:cubicBezTo>
                    <a:pt x="229553" y="917257"/>
                    <a:pt x="247650" y="943928"/>
                    <a:pt x="273368" y="961072"/>
                  </a:cubicBezTo>
                  <a:cubicBezTo>
                    <a:pt x="296228" y="977265"/>
                    <a:pt x="320040" y="988695"/>
                    <a:pt x="346710" y="996315"/>
                  </a:cubicBezTo>
                  <a:cubicBezTo>
                    <a:pt x="373380" y="1003935"/>
                    <a:pt x="407670" y="1006793"/>
                    <a:pt x="449580" y="1006793"/>
                  </a:cubicBezTo>
                  <a:cubicBezTo>
                    <a:pt x="502920" y="1006793"/>
                    <a:pt x="551498" y="997268"/>
                    <a:pt x="595313" y="979170"/>
                  </a:cubicBezTo>
                  <a:cubicBezTo>
                    <a:pt x="639128" y="961072"/>
                    <a:pt x="675323" y="937260"/>
                    <a:pt x="702945" y="910590"/>
                  </a:cubicBezTo>
                  <a:cubicBezTo>
                    <a:pt x="730568" y="882968"/>
                    <a:pt x="743903" y="857250"/>
                    <a:pt x="743903" y="833438"/>
                  </a:cubicBezTo>
                  <a:lnTo>
                    <a:pt x="743903" y="2858"/>
                  </a:lnTo>
                  <a:cubicBezTo>
                    <a:pt x="758190" y="953"/>
                    <a:pt x="772478" y="0"/>
                    <a:pt x="787718" y="0"/>
                  </a:cubicBezTo>
                  <a:cubicBezTo>
                    <a:pt x="895350" y="0"/>
                    <a:pt x="949643" y="54292"/>
                    <a:pt x="949643" y="163830"/>
                  </a:cubicBezTo>
                  <a:lnTo>
                    <a:pt x="949643" y="1148715"/>
                  </a:lnTo>
                  <a:lnTo>
                    <a:pt x="744855" y="1148715"/>
                  </a:lnTo>
                  <a:lnTo>
                    <a:pt x="744855" y="1042988"/>
                  </a:lnTo>
                  <a:cubicBezTo>
                    <a:pt x="662940" y="1138238"/>
                    <a:pt x="542925" y="1185863"/>
                    <a:pt x="384810" y="1185863"/>
                  </a:cubicBezTo>
                  <a:cubicBezTo>
                    <a:pt x="320040" y="1185863"/>
                    <a:pt x="263843" y="1178243"/>
                    <a:pt x="214313" y="1162050"/>
                  </a:cubicBezTo>
                  <a:cubicBezTo>
                    <a:pt x="164783" y="1145857"/>
                    <a:pt x="124778" y="1121093"/>
                    <a:pt x="93345" y="1088707"/>
                  </a:cubicBezTo>
                  <a:cubicBezTo>
                    <a:pt x="61913" y="1055370"/>
                    <a:pt x="39053" y="1013460"/>
                    <a:pt x="22860" y="961072"/>
                  </a:cubicBezTo>
                  <a:cubicBezTo>
                    <a:pt x="7620" y="908685"/>
                    <a:pt x="0" y="831532"/>
                    <a:pt x="0" y="727710"/>
                  </a:cubicBezTo>
                  <a:lnTo>
                    <a:pt x="0" y="2858"/>
                  </a:lnTo>
                  <a:close/>
                </a:path>
              </a:pathLst>
            </a:custGeom>
            <a:solidFill>
              <a:srgbClr val="743DBC"/>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3CDEB448-6F3F-F5F2-2E76-142E75C8C59E}"/>
                </a:ext>
              </a:extLst>
            </p:cNvPr>
            <p:cNvSpPr/>
            <p:nvPr/>
          </p:nvSpPr>
          <p:spPr>
            <a:xfrm>
              <a:off x="11644737" y="5963354"/>
              <a:ext cx="49422" cy="251057"/>
            </a:xfrm>
            <a:custGeom>
              <a:avLst/>
              <a:gdLst>
                <a:gd name="connsiteX0" fmla="*/ 0 w 321944"/>
                <a:gd name="connsiteY0" fmla="*/ 2858 h 1635442"/>
                <a:gd name="connsiteX1" fmla="*/ 43815 w 321944"/>
                <a:gd name="connsiteY1" fmla="*/ 0 h 1635442"/>
                <a:gd name="connsiteX2" fmla="*/ 205740 w 321944"/>
                <a:gd name="connsiteY2" fmla="*/ 163830 h 1635442"/>
                <a:gd name="connsiteX3" fmla="*/ 205740 w 321944"/>
                <a:gd name="connsiteY3" fmla="*/ 1394460 h 1635442"/>
                <a:gd name="connsiteX4" fmla="*/ 215265 w 321944"/>
                <a:gd name="connsiteY4" fmla="*/ 1485900 h 1635442"/>
                <a:gd name="connsiteX5" fmla="*/ 249555 w 321944"/>
                <a:gd name="connsiteY5" fmla="*/ 1521143 h 1635442"/>
                <a:gd name="connsiteX6" fmla="*/ 321945 w 321944"/>
                <a:gd name="connsiteY6" fmla="*/ 1531620 h 1635442"/>
                <a:gd name="connsiteX7" fmla="*/ 321945 w 321944"/>
                <a:gd name="connsiteY7" fmla="*/ 1618298 h 1635442"/>
                <a:gd name="connsiteX8" fmla="*/ 189548 w 321944"/>
                <a:gd name="connsiteY8" fmla="*/ 1635443 h 1635442"/>
                <a:gd name="connsiteX9" fmla="*/ 82868 w 321944"/>
                <a:gd name="connsiteY9" fmla="*/ 1613535 h 1635442"/>
                <a:gd name="connsiteX10" fmla="*/ 20955 w 321944"/>
                <a:gd name="connsiteY10" fmla="*/ 1544955 h 1635442"/>
                <a:gd name="connsiteX11" fmla="*/ 0 w 321944"/>
                <a:gd name="connsiteY11" fmla="*/ 1386840 h 1635442"/>
                <a:gd name="connsiteX12" fmla="*/ 0 w 321944"/>
                <a:gd name="connsiteY12" fmla="*/ 2858 h 16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1944" h="1635442">
                  <a:moveTo>
                    <a:pt x="0" y="2858"/>
                  </a:moveTo>
                  <a:cubicBezTo>
                    <a:pt x="14288" y="953"/>
                    <a:pt x="28575" y="0"/>
                    <a:pt x="43815" y="0"/>
                  </a:cubicBezTo>
                  <a:cubicBezTo>
                    <a:pt x="151448" y="0"/>
                    <a:pt x="205740" y="54293"/>
                    <a:pt x="205740" y="163830"/>
                  </a:cubicBezTo>
                  <a:lnTo>
                    <a:pt x="205740" y="1394460"/>
                  </a:lnTo>
                  <a:cubicBezTo>
                    <a:pt x="205740" y="1439228"/>
                    <a:pt x="208598" y="1469708"/>
                    <a:pt x="215265" y="1485900"/>
                  </a:cubicBezTo>
                  <a:cubicBezTo>
                    <a:pt x="221932" y="1502093"/>
                    <a:pt x="233363" y="1513523"/>
                    <a:pt x="249555" y="1521143"/>
                  </a:cubicBezTo>
                  <a:cubicBezTo>
                    <a:pt x="265748" y="1528763"/>
                    <a:pt x="289560" y="1531620"/>
                    <a:pt x="321945" y="1531620"/>
                  </a:cubicBezTo>
                  <a:lnTo>
                    <a:pt x="321945" y="1618298"/>
                  </a:lnTo>
                  <a:cubicBezTo>
                    <a:pt x="288607" y="1629728"/>
                    <a:pt x="243840" y="1635443"/>
                    <a:pt x="189548" y="1635443"/>
                  </a:cubicBezTo>
                  <a:cubicBezTo>
                    <a:pt x="145732" y="1635443"/>
                    <a:pt x="110490" y="1627823"/>
                    <a:pt x="82868" y="1613535"/>
                  </a:cubicBezTo>
                  <a:cubicBezTo>
                    <a:pt x="55245" y="1599248"/>
                    <a:pt x="35243" y="1576388"/>
                    <a:pt x="20955" y="1544955"/>
                  </a:cubicBezTo>
                  <a:cubicBezTo>
                    <a:pt x="7620" y="1513523"/>
                    <a:pt x="0" y="1461135"/>
                    <a:pt x="0" y="1386840"/>
                  </a:cubicBezTo>
                  <a:lnTo>
                    <a:pt x="0" y="2858"/>
                  </a:lnTo>
                  <a:close/>
                </a:path>
              </a:pathLst>
            </a:custGeom>
            <a:solidFill>
              <a:srgbClr val="743DBC"/>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C53B8508-F4D8-625D-3348-7C82B2F7F849}"/>
                </a:ext>
              </a:extLst>
            </p:cNvPr>
            <p:cNvSpPr/>
            <p:nvPr/>
          </p:nvSpPr>
          <p:spPr>
            <a:xfrm>
              <a:off x="11709950" y="6033831"/>
              <a:ext cx="150898" cy="183943"/>
            </a:xfrm>
            <a:custGeom>
              <a:avLst/>
              <a:gdLst>
                <a:gd name="connsiteX0" fmla="*/ 212408 w 982980"/>
                <a:gd name="connsiteY0" fmla="*/ 634365 h 1198244"/>
                <a:gd name="connsiteX1" fmla="*/ 310515 w 982980"/>
                <a:gd name="connsiteY1" fmla="*/ 923925 h 1198244"/>
                <a:gd name="connsiteX2" fmla="*/ 569595 w 982980"/>
                <a:gd name="connsiteY2" fmla="*/ 1024890 h 1198244"/>
                <a:gd name="connsiteX3" fmla="*/ 888683 w 982980"/>
                <a:gd name="connsiteY3" fmla="*/ 887730 h 1198244"/>
                <a:gd name="connsiteX4" fmla="*/ 937260 w 982980"/>
                <a:gd name="connsiteY4" fmla="*/ 961072 h 1198244"/>
                <a:gd name="connsiteX5" fmla="*/ 956310 w 982980"/>
                <a:gd name="connsiteY5" fmla="*/ 1020128 h 1198244"/>
                <a:gd name="connsiteX6" fmla="*/ 902970 w 982980"/>
                <a:gd name="connsiteY6" fmla="*/ 1102042 h 1198244"/>
                <a:gd name="connsiteX7" fmla="*/ 550545 w 982980"/>
                <a:gd name="connsiteY7" fmla="*/ 1198245 h 1198244"/>
                <a:gd name="connsiteX8" fmla="*/ 142875 w 982980"/>
                <a:gd name="connsiteY8" fmla="*/ 1041082 h 1198244"/>
                <a:gd name="connsiteX9" fmla="*/ 0 w 982980"/>
                <a:gd name="connsiteY9" fmla="*/ 584835 h 1198244"/>
                <a:gd name="connsiteX10" fmla="*/ 66675 w 982980"/>
                <a:gd name="connsiteY10" fmla="*/ 270510 h 1198244"/>
                <a:gd name="connsiteX11" fmla="*/ 252413 w 982980"/>
                <a:gd name="connsiteY11" fmla="*/ 70485 h 1198244"/>
                <a:gd name="connsiteX12" fmla="*/ 519113 w 982980"/>
                <a:gd name="connsiteY12" fmla="*/ 0 h 1198244"/>
                <a:gd name="connsiteX13" fmla="*/ 770573 w 982980"/>
                <a:gd name="connsiteY13" fmla="*/ 61913 h 1198244"/>
                <a:gd name="connsiteX14" fmla="*/ 928688 w 982980"/>
                <a:gd name="connsiteY14" fmla="*/ 237172 h 1198244"/>
                <a:gd name="connsiteX15" fmla="*/ 982980 w 982980"/>
                <a:gd name="connsiteY15" fmla="*/ 498157 h 1198244"/>
                <a:gd name="connsiteX16" fmla="*/ 975360 w 982980"/>
                <a:gd name="connsiteY16" fmla="*/ 633413 h 1198244"/>
                <a:gd name="connsiteX17" fmla="*/ 212408 w 982980"/>
                <a:gd name="connsiteY17" fmla="*/ 633413 h 1198244"/>
                <a:gd name="connsiteX18" fmla="*/ 777240 w 982980"/>
                <a:gd name="connsiteY18" fmla="*/ 480060 h 1198244"/>
                <a:gd name="connsiteX19" fmla="*/ 509588 w 982980"/>
                <a:gd name="connsiteY19" fmla="*/ 171450 h 1198244"/>
                <a:gd name="connsiteX20" fmla="*/ 301943 w 982980"/>
                <a:gd name="connsiteY20" fmla="*/ 254317 h 1198244"/>
                <a:gd name="connsiteX21" fmla="*/ 212408 w 982980"/>
                <a:gd name="connsiteY21" fmla="*/ 480060 h 1198244"/>
                <a:gd name="connsiteX22" fmla="*/ 777240 w 982980"/>
                <a:gd name="connsiteY22" fmla="*/ 480060 h 119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82980" h="1198244">
                  <a:moveTo>
                    <a:pt x="212408" y="634365"/>
                  </a:moveTo>
                  <a:cubicBezTo>
                    <a:pt x="217170" y="760095"/>
                    <a:pt x="249555" y="856297"/>
                    <a:pt x="310515" y="923925"/>
                  </a:cubicBezTo>
                  <a:cubicBezTo>
                    <a:pt x="370523" y="991553"/>
                    <a:pt x="457200" y="1024890"/>
                    <a:pt x="569595" y="1024890"/>
                  </a:cubicBezTo>
                  <a:cubicBezTo>
                    <a:pt x="702945" y="1024890"/>
                    <a:pt x="809625" y="979170"/>
                    <a:pt x="888683" y="887730"/>
                  </a:cubicBezTo>
                  <a:cubicBezTo>
                    <a:pt x="907733" y="911542"/>
                    <a:pt x="923925" y="936307"/>
                    <a:pt x="937260" y="961072"/>
                  </a:cubicBezTo>
                  <a:cubicBezTo>
                    <a:pt x="950595" y="985838"/>
                    <a:pt x="956310" y="1005840"/>
                    <a:pt x="956310" y="1020128"/>
                  </a:cubicBezTo>
                  <a:cubicBezTo>
                    <a:pt x="956310" y="1047750"/>
                    <a:pt x="938213" y="1074420"/>
                    <a:pt x="902970" y="1102042"/>
                  </a:cubicBezTo>
                  <a:cubicBezTo>
                    <a:pt x="816293" y="1166813"/>
                    <a:pt x="698183" y="1198245"/>
                    <a:pt x="550545" y="1198245"/>
                  </a:cubicBezTo>
                  <a:cubicBezTo>
                    <a:pt x="373380" y="1198245"/>
                    <a:pt x="237173" y="1145857"/>
                    <a:pt x="142875" y="1041082"/>
                  </a:cubicBezTo>
                  <a:cubicBezTo>
                    <a:pt x="47625" y="936307"/>
                    <a:pt x="0" y="783907"/>
                    <a:pt x="0" y="584835"/>
                  </a:cubicBezTo>
                  <a:cubicBezTo>
                    <a:pt x="0" y="462915"/>
                    <a:pt x="21908" y="358140"/>
                    <a:pt x="66675" y="270510"/>
                  </a:cubicBezTo>
                  <a:cubicBezTo>
                    <a:pt x="110490" y="183832"/>
                    <a:pt x="173355" y="117157"/>
                    <a:pt x="252413" y="70485"/>
                  </a:cubicBezTo>
                  <a:cubicBezTo>
                    <a:pt x="332423" y="23813"/>
                    <a:pt x="421005" y="0"/>
                    <a:pt x="519113" y="0"/>
                  </a:cubicBezTo>
                  <a:cubicBezTo>
                    <a:pt x="617220" y="0"/>
                    <a:pt x="701040" y="20955"/>
                    <a:pt x="770573" y="61913"/>
                  </a:cubicBezTo>
                  <a:cubicBezTo>
                    <a:pt x="840105" y="102870"/>
                    <a:pt x="892493" y="160972"/>
                    <a:pt x="928688" y="237172"/>
                  </a:cubicBezTo>
                  <a:cubicBezTo>
                    <a:pt x="964883" y="312420"/>
                    <a:pt x="982980" y="400050"/>
                    <a:pt x="982980" y="498157"/>
                  </a:cubicBezTo>
                  <a:cubicBezTo>
                    <a:pt x="982980" y="561022"/>
                    <a:pt x="980123" y="605790"/>
                    <a:pt x="975360" y="633413"/>
                  </a:cubicBezTo>
                  <a:lnTo>
                    <a:pt x="212408" y="633413"/>
                  </a:lnTo>
                  <a:close/>
                  <a:moveTo>
                    <a:pt x="777240" y="480060"/>
                  </a:moveTo>
                  <a:cubicBezTo>
                    <a:pt x="777240" y="274320"/>
                    <a:pt x="687705" y="171450"/>
                    <a:pt x="509588" y="171450"/>
                  </a:cubicBezTo>
                  <a:cubicBezTo>
                    <a:pt x="423863" y="171450"/>
                    <a:pt x="355283" y="199072"/>
                    <a:pt x="301943" y="254317"/>
                  </a:cubicBezTo>
                  <a:cubicBezTo>
                    <a:pt x="248603" y="309563"/>
                    <a:pt x="219075" y="384810"/>
                    <a:pt x="212408" y="480060"/>
                  </a:cubicBezTo>
                  <a:lnTo>
                    <a:pt x="777240" y="480060"/>
                  </a:lnTo>
                  <a:close/>
                </a:path>
              </a:pathLst>
            </a:custGeom>
            <a:solidFill>
              <a:srgbClr val="743DBC"/>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B9C1406D-C6AE-9DE6-FE4A-3964BFA6E58C}"/>
                </a:ext>
              </a:extLst>
            </p:cNvPr>
            <p:cNvSpPr/>
            <p:nvPr/>
          </p:nvSpPr>
          <p:spPr>
            <a:xfrm>
              <a:off x="11888484" y="5984409"/>
              <a:ext cx="97235" cy="233218"/>
            </a:xfrm>
            <a:custGeom>
              <a:avLst/>
              <a:gdLst>
                <a:gd name="connsiteX0" fmla="*/ 0 w 633412"/>
                <a:gd name="connsiteY0" fmla="*/ 2858 h 1519237"/>
                <a:gd name="connsiteX1" fmla="*/ 43815 w 633412"/>
                <a:gd name="connsiteY1" fmla="*/ 0 h 1519237"/>
                <a:gd name="connsiteX2" fmla="*/ 205740 w 633412"/>
                <a:gd name="connsiteY2" fmla="*/ 163830 h 1519237"/>
                <a:gd name="connsiteX3" fmla="*/ 205740 w 633412"/>
                <a:gd name="connsiteY3" fmla="*/ 349567 h 1519237"/>
                <a:gd name="connsiteX4" fmla="*/ 565785 w 633412"/>
                <a:gd name="connsiteY4" fmla="*/ 349567 h 1519237"/>
                <a:gd name="connsiteX5" fmla="*/ 565785 w 633412"/>
                <a:gd name="connsiteY5" fmla="*/ 523875 h 1519237"/>
                <a:gd name="connsiteX6" fmla="*/ 205740 w 633412"/>
                <a:gd name="connsiteY6" fmla="*/ 523875 h 1519237"/>
                <a:gd name="connsiteX7" fmla="*/ 205740 w 633412"/>
                <a:gd name="connsiteY7" fmla="*/ 1146810 h 1519237"/>
                <a:gd name="connsiteX8" fmla="*/ 362902 w 633412"/>
                <a:gd name="connsiteY8" fmla="*/ 1344930 h 1519237"/>
                <a:gd name="connsiteX9" fmla="*/ 443865 w 633412"/>
                <a:gd name="connsiteY9" fmla="*/ 1327785 h 1519237"/>
                <a:gd name="connsiteX10" fmla="*/ 517207 w 633412"/>
                <a:gd name="connsiteY10" fmla="*/ 1283970 h 1519237"/>
                <a:gd name="connsiteX11" fmla="*/ 562927 w 633412"/>
                <a:gd name="connsiteY11" fmla="*/ 1240155 h 1519237"/>
                <a:gd name="connsiteX12" fmla="*/ 633413 w 633412"/>
                <a:gd name="connsiteY12" fmla="*/ 1375410 h 1519237"/>
                <a:gd name="connsiteX13" fmla="*/ 587693 w 633412"/>
                <a:gd name="connsiteY13" fmla="*/ 1444943 h 1519237"/>
                <a:gd name="connsiteX14" fmla="*/ 475297 w 633412"/>
                <a:gd name="connsiteY14" fmla="*/ 1500187 h 1519237"/>
                <a:gd name="connsiteX15" fmla="*/ 331470 w 633412"/>
                <a:gd name="connsiteY15" fmla="*/ 1519237 h 1519237"/>
                <a:gd name="connsiteX16" fmla="*/ 24765 w 633412"/>
                <a:gd name="connsiteY16" fmla="*/ 1338262 h 1519237"/>
                <a:gd name="connsiteX17" fmla="*/ 952 w 633412"/>
                <a:gd name="connsiteY17" fmla="*/ 1130618 h 1519237"/>
                <a:gd name="connsiteX18" fmla="*/ 952 w 633412"/>
                <a:gd name="connsiteY18" fmla="*/ 2858 h 1519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33412" h="1519237">
                  <a:moveTo>
                    <a:pt x="0" y="2858"/>
                  </a:moveTo>
                  <a:cubicBezTo>
                    <a:pt x="14288" y="952"/>
                    <a:pt x="28575" y="0"/>
                    <a:pt x="43815" y="0"/>
                  </a:cubicBezTo>
                  <a:cubicBezTo>
                    <a:pt x="151447" y="0"/>
                    <a:pt x="205740" y="54292"/>
                    <a:pt x="205740" y="163830"/>
                  </a:cubicBezTo>
                  <a:lnTo>
                    <a:pt x="205740" y="349567"/>
                  </a:lnTo>
                  <a:lnTo>
                    <a:pt x="565785" y="349567"/>
                  </a:lnTo>
                  <a:lnTo>
                    <a:pt x="565785" y="523875"/>
                  </a:lnTo>
                  <a:lnTo>
                    <a:pt x="205740" y="523875"/>
                  </a:lnTo>
                  <a:lnTo>
                    <a:pt x="205740" y="1146810"/>
                  </a:lnTo>
                  <a:cubicBezTo>
                    <a:pt x="205740" y="1279208"/>
                    <a:pt x="258127" y="1344930"/>
                    <a:pt x="362902" y="1344930"/>
                  </a:cubicBezTo>
                  <a:cubicBezTo>
                    <a:pt x="390525" y="1344930"/>
                    <a:pt x="417195" y="1339215"/>
                    <a:pt x="443865" y="1327785"/>
                  </a:cubicBezTo>
                  <a:cubicBezTo>
                    <a:pt x="470535" y="1316355"/>
                    <a:pt x="495300" y="1302068"/>
                    <a:pt x="517207" y="1283970"/>
                  </a:cubicBezTo>
                  <a:cubicBezTo>
                    <a:pt x="540068" y="1265873"/>
                    <a:pt x="555307" y="1251585"/>
                    <a:pt x="562927" y="1240155"/>
                  </a:cubicBezTo>
                  <a:cubicBezTo>
                    <a:pt x="609600" y="1298258"/>
                    <a:pt x="633413" y="1343025"/>
                    <a:pt x="633413" y="1375410"/>
                  </a:cubicBezTo>
                  <a:cubicBezTo>
                    <a:pt x="633413" y="1398270"/>
                    <a:pt x="618172" y="1421130"/>
                    <a:pt x="587693" y="1444943"/>
                  </a:cubicBezTo>
                  <a:cubicBezTo>
                    <a:pt x="557213" y="1468755"/>
                    <a:pt x="520065" y="1487805"/>
                    <a:pt x="475297" y="1500187"/>
                  </a:cubicBezTo>
                  <a:cubicBezTo>
                    <a:pt x="430530" y="1513523"/>
                    <a:pt x="382905" y="1519237"/>
                    <a:pt x="331470" y="1519237"/>
                  </a:cubicBezTo>
                  <a:cubicBezTo>
                    <a:pt x="170497" y="1519237"/>
                    <a:pt x="68580" y="1459230"/>
                    <a:pt x="24765" y="1338262"/>
                  </a:cubicBezTo>
                  <a:cubicBezTo>
                    <a:pt x="8572" y="1293495"/>
                    <a:pt x="952" y="1223962"/>
                    <a:pt x="952" y="1130618"/>
                  </a:cubicBezTo>
                  <a:lnTo>
                    <a:pt x="952" y="2858"/>
                  </a:lnTo>
                  <a:close/>
                </a:path>
              </a:pathLst>
            </a:custGeom>
            <a:solidFill>
              <a:srgbClr val="743DBC"/>
            </a:solidFill>
            <a:ln w="9525" cap="flat">
              <a:noFill/>
              <a:prstDash val="solid"/>
              <a:miter/>
            </a:ln>
          </p:spPr>
          <p:txBody>
            <a:bodyPr rtlCol="0" anchor="ctr"/>
            <a:lstStyle/>
            <a:p>
              <a:endParaRPr lang="en-US"/>
            </a:p>
          </p:txBody>
        </p:sp>
      </p:grpSp>
      <p:sp>
        <p:nvSpPr>
          <p:cNvPr id="2" name="Title Placeholder 1"/>
          <p:cNvSpPr>
            <a:spLocks noGrp="1"/>
          </p:cNvSpPr>
          <p:nvPr>
            <p:ph type="title"/>
          </p:nvPr>
        </p:nvSpPr>
        <p:spPr>
          <a:xfrm>
            <a:off x="457200" y="274320"/>
            <a:ext cx="11273991" cy="1147160"/>
          </a:xfrm>
          <a:prstGeom prst="rect">
            <a:avLst/>
          </a:prstGeom>
        </p:spPr>
        <p:txBody>
          <a:bodyPr vert="horz" lIns="0" tIns="0" rIns="0" bIns="0" rtlCol="0" anchor="b">
            <a:noAutofit/>
          </a:bodyPr>
          <a:lstStyle/>
          <a:p>
            <a:r>
              <a:rPr lang="en-US"/>
              <a:t>Title Goes Here</a:t>
            </a:r>
            <a:br>
              <a:rPr lang="en-US"/>
            </a:br>
            <a:r>
              <a:rPr lang="en-US"/>
              <a:t>Titles Are IBM Sans Plex Bold 40pt Font</a:t>
            </a:r>
          </a:p>
        </p:txBody>
      </p:sp>
      <p:sp>
        <p:nvSpPr>
          <p:cNvPr id="3" name="Text Placeholder 2"/>
          <p:cNvSpPr>
            <a:spLocks noGrp="1"/>
          </p:cNvSpPr>
          <p:nvPr>
            <p:ph type="body" idx="1"/>
          </p:nvPr>
        </p:nvSpPr>
        <p:spPr>
          <a:xfrm>
            <a:off x="457201" y="1737360"/>
            <a:ext cx="11273990" cy="4480560"/>
          </a:xfrm>
          <a:prstGeom prst="rect">
            <a:avLst/>
          </a:prstGeom>
        </p:spPr>
        <p:txBody>
          <a:bodyPr vert="horz" lIns="0" tIns="0" rIns="0" bIns="0" rtlCol="0">
            <a:noAutofit/>
          </a:bodyPr>
          <a:lstStyle/>
          <a:p>
            <a:pPr lvl="0"/>
            <a:r>
              <a:rPr lang="en-US"/>
              <a:t>Add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4" name="Date Placeholder 3"/>
          <p:cNvSpPr>
            <a:spLocks noGrp="1"/>
          </p:cNvSpPr>
          <p:nvPr>
            <p:ph type="dt" sz="half" idx="2"/>
          </p:nvPr>
        </p:nvSpPr>
        <p:spPr>
          <a:xfrm>
            <a:off x="11244411" y="6583680"/>
            <a:ext cx="741308" cy="204281"/>
          </a:xfrm>
          <a:prstGeom prst="rect">
            <a:avLst/>
          </a:prstGeom>
        </p:spPr>
        <p:txBody>
          <a:bodyPr vert="horz" lIns="0" tIns="0" rIns="0" bIns="45720" rtlCol="0" anchor="b"/>
          <a:lstStyle>
            <a:lvl1pPr algn="r">
              <a:lnSpc>
                <a:spcPct val="80000"/>
              </a:lnSpc>
              <a:defRPr sz="900">
                <a:solidFill>
                  <a:schemeClr val="tx1">
                    <a:lumMod val="50000"/>
                    <a:lumOff val="50000"/>
                  </a:schemeClr>
                </a:solidFill>
              </a:defRPr>
            </a:lvl1pPr>
          </a:lstStyle>
          <a:p>
            <a:fld id="{228D026D-C07B-48C8-8C2B-C561E4D51E16}" type="datetime1">
              <a:rPr lang="en-US" smtClean="0"/>
              <a:t>11/19/2024</a:t>
            </a:fld>
            <a:endParaRPr lang="en-US"/>
          </a:p>
        </p:txBody>
      </p:sp>
      <p:sp>
        <p:nvSpPr>
          <p:cNvPr id="5" name="Footer Placeholder 4"/>
          <p:cNvSpPr>
            <a:spLocks noGrp="1"/>
          </p:cNvSpPr>
          <p:nvPr>
            <p:ph type="ftr" sz="quarter" idx="3"/>
          </p:nvPr>
        </p:nvSpPr>
        <p:spPr>
          <a:xfrm>
            <a:off x="1205803" y="6583680"/>
            <a:ext cx="9784080" cy="204281"/>
          </a:xfrm>
          <a:prstGeom prst="rect">
            <a:avLst/>
          </a:prstGeom>
        </p:spPr>
        <p:txBody>
          <a:bodyPr vert="horz" lIns="0" tIns="0" rIns="0" bIns="45720" rtlCol="0" anchor="b"/>
          <a:lstStyle>
            <a:lvl1pPr algn="ctr">
              <a:lnSpc>
                <a:spcPct val="80000"/>
              </a:lnSpc>
              <a:defRPr sz="900">
                <a:solidFill>
                  <a:schemeClr val="tx1">
                    <a:lumMod val="50000"/>
                    <a:lumOff val="50000"/>
                  </a:schemeClr>
                </a:solidFill>
              </a:defRPr>
            </a:lvl1pPr>
          </a:lstStyle>
          <a:p>
            <a:r>
              <a:rPr lang="en-US"/>
              <a:t>CONFIDENTIAL</a:t>
            </a:r>
          </a:p>
        </p:txBody>
      </p:sp>
      <p:sp>
        <p:nvSpPr>
          <p:cNvPr id="6" name="Slide Number Placeholder 5"/>
          <p:cNvSpPr>
            <a:spLocks noGrp="1"/>
          </p:cNvSpPr>
          <p:nvPr>
            <p:ph type="sldNum" sz="quarter" idx="4"/>
          </p:nvPr>
        </p:nvSpPr>
        <p:spPr>
          <a:xfrm>
            <a:off x="200422" y="6583680"/>
            <a:ext cx="469680" cy="204281"/>
          </a:xfrm>
          <a:prstGeom prst="rect">
            <a:avLst/>
          </a:prstGeom>
        </p:spPr>
        <p:txBody>
          <a:bodyPr vert="horz" lIns="0" tIns="0" rIns="0" bIns="45720" rtlCol="0" anchor="b"/>
          <a:lstStyle>
            <a:lvl1pPr algn="l">
              <a:lnSpc>
                <a:spcPct val="80000"/>
              </a:lnSpc>
              <a:defRPr sz="900">
                <a:solidFill>
                  <a:schemeClr val="tx1">
                    <a:lumMod val="50000"/>
                    <a:lumOff val="50000"/>
                  </a:schemeClr>
                </a:solidFill>
              </a:defRPr>
            </a:lvl1pPr>
          </a:lstStyle>
          <a:p>
            <a:fld id="{4F90343F-D056-4E24-BE3D-A305BDC1A23E}" type="slidenum">
              <a:rPr lang="en-US" smtClean="0"/>
              <a:pPr/>
              <a:t>‹#›</a:t>
            </a:fld>
            <a:endParaRPr lang="en-US"/>
          </a:p>
        </p:txBody>
      </p:sp>
    </p:spTree>
    <p:extLst>
      <p:ext uri="{BB962C8B-B14F-4D97-AF65-F5344CB8AC3E}">
        <p14:creationId xmlns:p14="http://schemas.microsoft.com/office/powerpoint/2010/main" val="19704963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Lst>
  <p:transition>
    <p:fade/>
  </p:transition>
  <p:hf hdr="0" dt="0"/>
  <p:txStyles>
    <p:titleStyle>
      <a:lvl1pPr algn="l" defTabSz="1219170" rtl="0" eaLnBrk="1" latinLnBrk="0" hangingPunct="1">
        <a:lnSpc>
          <a:spcPct val="90000"/>
        </a:lnSpc>
        <a:spcBef>
          <a:spcPct val="0"/>
        </a:spcBef>
        <a:buNone/>
        <a:defRPr sz="4000" b="1" kern="1200" cap="none" baseline="0">
          <a:solidFill>
            <a:schemeClr val="accent1">
              <a:lumMod val="50000"/>
            </a:schemeClr>
          </a:solidFill>
          <a:latin typeface="+mn-lt"/>
          <a:ea typeface="+mj-ea"/>
          <a:cs typeface="+mj-cs"/>
        </a:defRPr>
      </a:lvl1pPr>
    </p:titleStyle>
    <p:bodyStyle>
      <a:lvl1pPr marL="228600" indent="-228600" algn="l" defTabSz="1219170" rtl="0" eaLnBrk="1" latinLnBrk="0" hangingPunct="1">
        <a:lnSpc>
          <a:spcPct val="90000"/>
        </a:lnSpc>
        <a:spcBef>
          <a:spcPts val="1200"/>
        </a:spcBef>
        <a:buClr>
          <a:schemeClr val="accent1"/>
        </a:buClr>
        <a:buFont typeface="IBM Plex Sans" panose="020B0503050203000203" pitchFamily="34" charset="0"/>
        <a:buChar char="•"/>
        <a:defRPr sz="2200" kern="1200">
          <a:solidFill>
            <a:schemeClr val="tx1"/>
          </a:solidFill>
          <a:latin typeface="+mn-lt"/>
          <a:ea typeface="+mn-ea"/>
          <a:cs typeface="+mn-cs"/>
        </a:defRPr>
      </a:lvl1pPr>
      <a:lvl2pPr marL="457200" indent="-228600" algn="l" defTabSz="1219170" rtl="0" eaLnBrk="1" latinLnBrk="0" hangingPunct="1">
        <a:lnSpc>
          <a:spcPct val="90000"/>
        </a:lnSpc>
        <a:spcBef>
          <a:spcPts val="600"/>
        </a:spcBef>
        <a:buClr>
          <a:schemeClr val="accent1"/>
        </a:buClr>
        <a:buFont typeface="IBM Plex Sans" panose="020B0503050203000203" pitchFamily="34" charset="0"/>
        <a:buChar char="–"/>
        <a:defRPr sz="2000" kern="1200">
          <a:solidFill>
            <a:schemeClr val="tx1"/>
          </a:solidFill>
          <a:latin typeface="+mn-lt"/>
          <a:ea typeface="+mn-ea"/>
          <a:cs typeface="+mn-cs"/>
        </a:defRPr>
      </a:lvl2pPr>
      <a:lvl3pPr marL="685800" indent="-228600" algn="l" defTabSz="1219170" rtl="0" eaLnBrk="1" latinLnBrk="0" hangingPunct="1">
        <a:lnSpc>
          <a:spcPct val="90000"/>
        </a:lnSpc>
        <a:spcBef>
          <a:spcPts val="600"/>
        </a:spcBef>
        <a:buClr>
          <a:schemeClr val="accent1"/>
        </a:buClr>
        <a:buFont typeface="IBM Plex Sans" panose="020B0503050203000203" pitchFamily="34" charset="0"/>
        <a:buChar char="–"/>
        <a:defRPr sz="1800" kern="1200">
          <a:solidFill>
            <a:schemeClr val="tx1"/>
          </a:solidFill>
          <a:latin typeface="+mn-lt"/>
          <a:ea typeface="+mn-ea"/>
          <a:cs typeface="+mn-cs"/>
        </a:defRPr>
      </a:lvl3pPr>
      <a:lvl4pPr marL="914400" indent="-228600" algn="l" defTabSz="1219170" rtl="0" eaLnBrk="1" latinLnBrk="0" hangingPunct="1">
        <a:lnSpc>
          <a:spcPct val="90000"/>
        </a:lnSpc>
        <a:spcBef>
          <a:spcPts val="300"/>
        </a:spcBef>
        <a:buClr>
          <a:schemeClr val="accent1"/>
        </a:buClr>
        <a:buFont typeface="IBM Plex Sans" panose="020B0503050203000203" pitchFamily="34" charset="0"/>
        <a:buChar char="–"/>
        <a:defRPr sz="1600" kern="1200">
          <a:solidFill>
            <a:schemeClr val="tx1"/>
          </a:solidFill>
          <a:latin typeface="+mn-lt"/>
          <a:ea typeface="+mn-ea"/>
          <a:cs typeface="+mn-cs"/>
        </a:defRPr>
      </a:lvl4pPr>
      <a:lvl5pPr marL="1143000" indent="-228600" algn="l" defTabSz="1219170" rtl="0" eaLnBrk="1" latinLnBrk="0" hangingPunct="1">
        <a:lnSpc>
          <a:spcPct val="90000"/>
        </a:lnSpc>
        <a:spcBef>
          <a:spcPts val="300"/>
        </a:spcBef>
        <a:buClr>
          <a:schemeClr val="accent1"/>
        </a:buClr>
        <a:buFont typeface="IBM Plex Sans" panose="020B0503050203000203" pitchFamily="34" charset="0"/>
        <a:buChar char="–"/>
        <a:tabLst/>
        <a:defRPr sz="1400" kern="1200">
          <a:solidFill>
            <a:schemeClr val="tx1"/>
          </a:solidFill>
          <a:latin typeface="+mn-lt"/>
          <a:ea typeface="+mn-ea"/>
          <a:cs typeface="+mn-cs"/>
        </a:defRPr>
      </a:lvl5pPr>
      <a:lvl6pPr marL="1371600" indent="-228600" algn="l" defTabSz="1219170" rtl="0" eaLnBrk="1" latinLnBrk="0" hangingPunct="1">
        <a:lnSpc>
          <a:spcPct val="90000"/>
        </a:lnSpc>
        <a:spcBef>
          <a:spcPts val="300"/>
        </a:spcBef>
        <a:buClr>
          <a:schemeClr val="accent1"/>
        </a:buClr>
        <a:buFont typeface="IBM Plex Sans" panose="020B0503050203000203" pitchFamily="34" charset="0"/>
        <a:buChar char="–"/>
        <a:defRPr sz="1200" kern="1200" baseline="0">
          <a:solidFill>
            <a:schemeClr val="tx1"/>
          </a:solidFill>
          <a:latin typeface="+mn-lt"/>
          <a:ea typeface="+mn-ea"/>
          <a:cs typeface="+mn-cs"/>
        </a:defRPr>
      </a:lvl6pPr>
      <a:lvl7pPr marL="1600200" indent="-228600" algn="l" defTabSz="1219170" rtl="0" eaLnBrk="1" latinLnBrk="0" hangingPunct="1">
        <a:lnSpc>
          <a:spcPct val="90000"/>
        </a:lnSpc>
        <a:spcBef>
          <a:spcPts val="300"/>
        </a:spcBef>
        <a:buClr>
          <a:schemeClr val="accent1"/>
        </a:buClr>
        <a:buFont typeface="IBM Plex Sans" panose="020B0503050203000203" pitchFamily="34" charset="0"/>
        <a:buChar char="–"/>
        <a:defRPr sz="1100" kern="1200" baseline="0">
          <a:solidFill>
            <a:schemeClr val="tx1"/>
          </a:solidFill>
          <a:latin typeface="+mn-lt"/>
          <a:ea typeface="+mn-ea"/>
          <a:cs typeface="+mn-cs"/>
        </a:defRPr>
      </a:lvl7pPr>
      <a:lvl8pPr marL="1828800" indent="-228600" algn="l" defTabSz="1219170" rtl="0" eaLnBrk="1" latinLnBrk="0" hangingPunct="1">
        <a:lnSpc>
          <a:spcPct val="90000"/>
        </a:lnSpc>
        <a:spcBef>
          <a:spcPts val="300"/>
        </a:spcBef>
        <a:buClr>
          <a:schemeClr val="accent1"/>
        </a:buClr>
        <a:buFont typeface="IBM Plex Sans" panose="020B0503050203000203" pitchFamily="34" charset="0"/>
        <a:buChar char="–"/>
        <a:defRPr sz="1050" kern="1200" baseline="0">
          <a:solidFill>
            <a:schemeClr val="tx1"/>
          </a:solidFill>
          <a:latin typeface="+mn-lt"/>
          <a:ea typeface="+mn-ea"/>
          <a:cs typeface="+mn-cs"/>
        </a:defRPr>
      </a:lvl8pPr>
      <a:lvl9pPr marL="2057400" indent="-228600" algn="l" defTabSz="1219170" rtl="0" eaLnBrk="1" latinLnBrk="0" hangingPunct="1">
        <a:lnSpc>
          <a:spcPct val="90000"/>
        </a:lnSpc>
        <a:spcBef>
          <a:spcPts val="300"/>
        </a:spcBef>
        <a:buClr>
          <a:schemeClr val="accent1"/>
        </a:buClr>
        <a:buFont typeface="IBM Plex Sans" panose="020B0503050203000203" pitchFamily="34" charset="0"/>
        <a:buChar char="–"/>
        <a:defRPr sz="1000" kern="1200" baseline="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17.xml"/><Relationship Id="rId5" Type="http://schemas.microsoft.com/office/2007/relationships/hdphoto" Target="../media/hdphoto1.wdp"/><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9.xml.rels><?xml version="1.0" encoding="UTF-8" standalone="yes"?>
<Relationships xmlns="http://schemas.openxmlformats.org/package/2006/relationships"><Relationship Id="rId3" Type="http://schemas.openxmlformats.org/officeDocument/2006/relationships/hyperlink" Target="https://insulet.sharepoint.com/:x:/r/sites/DataManagementInsights/_layouts/15/Doc2.aspx?action=edit&amp;sourcedoc=%7B89e2e451-5587-4d9b-9adf-268ddbf281de%7D&amp;wdOrigin=TEAMS-MAGLEV.undefined_ns.rwc&amp;wdExp=TEAMS-TREATMENT&amp;wdhostclicktime=1731958172789&amp;web=1" TargetMode="External"/><Relationship Id="rId2" Type="http://schemas.openxmlformats.org/officeDocument/2006/relationships/hyperlink" Target="https://confluence.insulet.com/display/DGBG/Performance+Test+Plan+Rel+1.5+FMR+2024%27Q4+and+2025%27Q1?focusedCommentId=245493322#comment-245493322" TargetMode="Externa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4.xml"/><Relationship Id="rId1" Type="http://schemas.openxmlformats.org/officeDocument/2006/relationships/slideLayout" Target="../slideLayouts/slideLayout1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9BDE9B6-E406-7EFA-C73F-F319F9AD0CA1}"/>
              </a:ext>
            </a:extLst>
          </p:cNvPr>
          <p:cNvSpPr>
            <a:spLocks noGrp="1"/>
          </p:cNvSpPr>
          <p:nvPr>
            <p:ph type="ctrTitle"/>
          </p:nvPr>
        </p:nvSpPr>
        <p:spPr>
          <a:xfrm>
            <a:off x="685014" y="2103120"/>
            <a:ext cx="10812544" cy="1325880"/>
          </a:xfrm>
        </p:spPr>
        <p:txBody>
          <a:bodyPr/>
          <a:lstStyle/>
          <a:p>
            <a:r>
              <a:rPr lang="en-US" sz="4000" dirty="0">
                <a:ea typeface="Calibri" panose="020F0502020204030204" pitchFamily="34" charset="0"/>
                <a:cs typeface="Calibri" panose="020F0502020204030204" pitchFamily="34" charset="0"/>
              </a:rPr>
              <a:t>Performance Test Plan for</a:t>
            </a:r>
            <a:br>
              <a:rPr lang="en-US" sz="4000" dirty="0">
                <a:ea typeface="Calibri" panose="020F0502020204030204" pitchFamily="34" charset="0"/>
                <a:cs typeface="Calibri" panose="020F0502020204030204" pitchFamily="34" charset="0"/>
              </a:rPr>
            </a:br>
            <a:r>
              <a:rPr lang="en-US" sz="4000" dirty="0">
                <a:ea typeface="Calibri" panose="020F0502020204030204" pitchFamily="34" charset="0"/>
                <a:cs typeface="Calibri" panose="020F0502020204030204" pitchFamily="34" charset="0"/>
              </a:rPr>
              <a:t>1.5 FMR Release API &amp; GUI</a:t>
            </a:r>
            <a:endParaRPr lang="en-US" sz="4000" dirty="0">
              <a:solidFill>
                <a:schemeClr val="accent2"/>
              </a:solidFill>
              <a:ea typeface="Calibri" panose="020F0502020204030204" pitchFamily="34" charset="0"/>
              <a:cs typeface="Calibri" panose="020F0502020204030204" pitchFamily="34" charset="0"/>
            </a:endParaRPr>
          </a:p>
        </p:txBody>
      </p:sp>
      <p:sp>
        <p:nvSpPr>
          <p:cNvPr id="8" name="Subtitle 7">
            <a:extLst>
              <a:ext uri="{FF2B5EF4-FFF2-40B4-BE49-F238E27FC236}">
                <a16:creationId xmlns:a16="http://schemas.microsoft.com/office/drawing/2014/main" id="{4B1EEB66-E41A-F0CB-6E64-3DFC37C1E63F}"/>
              </a:ext>
            </a:extLst>
          </p:cNvPr>
          <p:cNvSpPr>
            <a:spLocks noGrp="1"/>
          </p:cNvSpPr>
          <p:nvPr>
            <p:ph type="subTitle" idx="1"/>
          </p:nvPr>
        </p:nvSpPr>
        <p:spPr>
          <a:xfrm>
            <a:off x="685014" y="4516884"/>
            <a:ext cx="10812544" cy="1067765"/>
          </a:xfrm>
        </p:spPr>
        <p:txBody>
          <a:bodyPr/>
          <a:lstStyle/>
          <a:p>
            <a:r>
              <a:rPr lang="en-US" b="1" dirty="0">
                <a:latin typeface="Aptos" panose="020B0004020202020204" pitchFamily="34" charset="0"/>
              </a:rPr>
              <a:t>20</a:t>
            </a:r>
            <a:r>
              <a:rPr lang="en-US" b="1" baseline="30000" dirty="0">
                <a:latin typeface="Aptos" panose="020B0004020202020204" pitchFamily="34" charset="0"/>
              </a:rPr>
              <a:t>th</a:t>
            </a:r>
            <a:r>
              <a:rPr lang="en-US" b="1" dirty="0">
                <a:latin typeface="Aptos" panose="020B0004020202020204" pitchFamily="34" charset="0"/>
              </a:rPr>
              <a:t> Nov 2024</a:t>
            </a:r>
          </a:p>
        </p:txBody>
      </p:sp>
      <p:sp>
        <p:nvSpPr>
          <p:cNvPr id="2" name="Footer Placeholder 1">
            <a:extLst>
              <a:ext uri="{FF2B5EF4-FFF2-40B4-BE49-F238E27FC236}">
                <a16:creationId xmlns:a16="http://schemas.microsoft.com/office/drawing/2014/main" id="{3F258B3C-558A-B228-50A8-E4393C4D01F5}"/>
              </a:ext>
            </a:extLst>
          </p:cNvPr>
          <p:cNvSpPr>
            <a:spLocks noGrp="1"/>
          </p:cNvSpPr>
          <p:nvPr>
            <p:ph type="ftr" sz="quarter" idx="11"/>
          </p:nvPr>
        </p:nvSpPr>
        <p:spPr/>
        <p:txBody>
          <a:bodyPr/>
          <a:lstStyle/>
          <a:p>
            <a:pPr marL="0" marR="0" lvl="0" indent="0" algn="ctr" defTabSz="1219170" rtl="0" eaLnBrk="1" fontAlgn="auto" latinLnBrk="0" hangingPunct="1">
              <a:lnSpc>
                <a:spcPct val="8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lumMod val="50000"/>
                    <a:lumOff val="50000"/>
                  </a:srgbClr>
                </a:solidFill>
                <a:effectLst/>
                <a:uLnTx/>
                <a:uFillTx/>
                <a:latin typeface="IBM Plex Sans"/>
                <a:ea typeface="+mn-ea"/>
                <a:cs typeface="+mn-cs"/>
              </a:rPr>
              <a:t>CONFIDENTIAL</a:t>
            </a:r>
          </a:p>
        </p:txBody>
      </p:sp>
      <p:sp>
        <p:nvSpPr>
          <p:cNvPr id="4" name="Slide Number Placeholder 3">
            <a:extLst>
              <a:ext uri="{FF2B5EF4-FFF2-40B4-BE49-F238E27FC236}">
                <a16:creationId xmlns:a16="http://schemas.microsoft.com/office/drawing/2014/main" id="{6612BCA6-AC3B-B20F-60A4-26D08439399D}"/>
              </a:ext>
            </a:extLst>
          </p:cNvPr>
          <p:cNvSpPr>
            <a:spLocks noGrp="1"/>
          </p:cNvSpPr>
          <p:nvPr>
            <p:ph type="sldNum" sz="quarter" idx="12"/>
          </p:nvPr>
        </p:nvSpPr>
        <p:spPr/>
        <p:txBody>
          <a:bodyPr/>
          <a:lstStyle/>
          <a:p>
            <a:pPr marL="0" marR="0" lvl="0" indent="0" algn="l" defTabSz="1219170" rtl="0" eaLnBrk="1" fontAlgn="auto" latinLnBrk="0" hangingPunct="1">
              <a:lnSpc>
                <a:spcPct val="80000"/>
              </a:lnSpc>
              <a:spcBef>
                <a:spcPts val="0"/>
              </a:spcBef>
              <a:spcAft>
                <a:spcPts val="0"/>
              </a:spcAft>
              <a:buClrTx/>
              <a:buSzTx/>
              <a:buFontTx/>
              <a:buNone/>
              <a:tabLst/>
              <a:defRPr/>
            </a:pPr>
            <a:fld id="{4F90343F-D056-4E24-BE3D-A305BDC1A23E}" type="slidenum">
              <a:rPr kumimoji="0" lang="en-US" sz="900" b="0" i="0" u="none" strike="noStrike" kern="1200" cap="none" spc="0" normalizeH="0" baseline="0" noProof="0" smtClean="0">
                <a:ln>
                  <a:noFill/>
                </a:ln>
                <a:solidFill>
                  <a:srgbClr val="FFFFFF"/>
                </a:solidFill>
                <a:effectLst/>
                <a:uLnTx/>
                <a:uFillTx/>
                <a:latin typeface="IBM Plex Sans"/>
                <a:ea typeface="+mn-ea"/>
                <a:cs typeface="+mn-cs"/>
              </a:rPr>
              <a:pPr marL="0" marR="0" lvl="0" indent="0" algn="l" defTabSz="1219170" rtl="0" eaLnBrk="1" fontAlgn="auto" latinLnBrk="0" hangingPunct="1">
                <a:lnSpc>
                  <a:spcPct val="80000"/>
                </a:lnSpc>
                <a:spcBef>
                  <a:spcPts val="0"/>
                </a:spcBef>
                <a:spcAft>
                  <a:spcPts val="0"/>
                </a:spcAft>
                <a:buClrTx/>
                <a:buSzTx/>
                <a:buFontTx/>
                <a:buNone/>
                <a:tabLst/>
                <a:defRPr/>
              </a:pPr>
              <a:t>1</a:t>
            </a:fld>
            <a:endParaRPr kumimoji="0" lang="en-US" sz="900" b="0" i="0" u="none" strike="noStrike" kern="1200" cap="none" spc="0" normalizeH="0" baseline="0" noProof="0">
              <a:ln>
                <a:noFill/>
              </a:ln>
              <a:solidFill>
                <a:srgbClr val="FFFFFF"/>
              </a:solidFill>
              <a:effectLst/>
              <a:uLnTx/>
              <a:uFillTx/>
              <a:latin typeface="IBM Plex Sans"/>
              <a:ea typeface="+mn-ea"/>
              <a:cs typeface="+mn-cs"/>
            </a:endParaRPr>
          </a:p>
        </p:txBody>
      </p:sp>
    </p:spTree>
    <p:extLst>
      <p:ext uri="{BB962C8B-B14F-4D97-AF65-F5344CB8AC3E}">
        <p14:creationId xmlns:p14="http://schemas.microsoft.com/office/powerpoint/2010/main" val="16282001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44C676A5-126D-855C-F504-5216A72BD03A}"/>
              </a:ext>
            </a:extLst>
          </p:cNvPr>
          <p:cNvSpPr txBox="1"/>
          <p:nvPr/>
        </p:nvSpPr>
        <p:spPr>
          <a:xfrm>
            <a:off x="484414" y="752684"/>
            <a:ext cx="10509651" cy="5326073"/>
          </a:xfrm>
          <a:prstGeom prst="rect">
            <a:avLst/>
          </a:prstGeom>
          <a:noFill/>
        </p:spPr>
        <p:txBody>
          <a:bodyPr wrap="square">
            <a:spAutoFit/>
          </a:bodyPr>
          <a:lstStyle/>
          <a:p>
            <a:pPr marL="342900" indent="-342900">
              <a:lnSpc>
                <a:spcPct val="85000"/>
              </a:lnSpc>
              <a:spcAft>
                <a:spcPts val="600"/>
              </a:spcAft>
              <a:buFont typeface="+mj-lt"/>
              <a:buAutoNum type="arabicPeriod"/>
            </a:pPr>
            <a:r>
              <a:rPr lang="en-US" dirty="0">
                <a:latin typeface="+mj-lt"/>
                <a:cs typeface="Times New Roman" panose="02020603050405020304" pitchFamily="18" charset="0"/>
              </a:rPr>
              <a:t>Objective &amp; Feature Details</a:t>
            </a:r>
          </a:p>
          <a:p>
            <a:pPr marL="342900" indent="-342900">
              <a:lnSpc>
                <a:spcPct val="85000"/>
              </a:lnSpc>
              <a:spcAft>
                <a:spcPts val="600"/>
              </a:spcAft>
              <a:buFont typeface="+mj-lt"/>
              <a:buAutoNum type="arabicPeriod"/>
            </a:pPr>
            <a:r>
              <a:rPr lang="en-US" sz="1800" dirty="0"/>
              <a:t>Architecture Diagram</a:t>
            </a:r>
          </a:p>
          <a:p>
            <a:pPr marL="342900" indent="-342900">
              <a:lnSpc>
                <a:spcPct val="85000"/>
              </a:lnSpc>
              <a:spcAft>
                <a:spcPts val="600"/>
              </a:spcAft>
              <a:buFont typeface="+mj-lt"/>
              <a:buAutoNum type="arabicPeriod"/>
            </a:pPr>
            <a:r>
              <a:rPr lang="en-US" sz="1800" dirty="0"/>
              <a:t>Pre-requisites and Tools</a:t>
            </a:r>
          </a:p>
          <a:p>
            <a:pPr marL="342900" indent="-342900">
              <a:lnSpc>
                <a:spcPct val="85000"/>
              </a:lnSpc>
              <a:spcAft>
                <a:spcPts val="600"/>
              </a:spcAft>
              <a:buFont typeface="+mj-lt"/>
              <a:buAutoNum type="arabicPeriod"/>
            </a:pPr>
            <a:r>
              <a:rPr lang="en-US" dirty="0"/>
              <a:t>Dependencies</a:t>
            </a:r>
            <a:endParaRPr lang="en-US" sz="1800" dirty="0"/>
          </a:p>
          <a:p>
            <a:pPr marL="342900" indent="-342900">
              <a:lnSpc>
                <a:spcPct val="85000"/>
              </a:lnSpc>
              <a:spcAft>
                <a:spcPts val="600"/>
              </a:spcAft>
              <a:buFont typeface="+mj-lt"/>
              <a:buAutoNum type="arabicPeriod"/>
            </a:pPr>
            <a:r>
              <a:rPr lang="en-US" dirty="0">
                <a:latin typeface="+mj-lt"/>
                <a:cs typeface="Times New Roman" panose="02020603050405020304" pitchFamily="18" charset="0"/>
              </a:rPr>
              <a:t>NFRs and In-scope Scenarios</a:t>
            </a:r>
          </a:p>
          <a:p>
            <a:pPr marL="342900" indent="-342900">
              <a:lnSpc>
                <a:spcPct val="85000"/>
              </a:lnSpc>
              <a:spcAft>
                <a:spcPts val="600"/>
              </a:spcAft>
              <a:buFont typeface="+mj-lt"/>
              <a:buAutoNum type="arabicPeriod"/>
            </a:pPr>
            <a:r>
              <a:rPr lang="en-US" dirty="0">
                <a:latin typeface="+mj-lt"/>
                <a:cs typeface="Times New Roman" panose="02020603050405020304" pitchFamily="18" charset="0"/>
              </a:rPr>
              <a:t>Volume Details (API, GUI &amp; ETL)</a:t>
            </a:r>
          </a:p>
          <a:p>
            <a:pPr marL="342900" indent="-342900">
              <a:lnSpc>
                <a:spcPct val="85000"/>
              </a:lnSpc>
              <a:spcAft>
                <a:spcPts val="600"/>
              </a:spcAft>
              <a:buFont typeface="+mj-lt"/>
              <a:buAutoNum type="arabicPeriod"/>
            </a:pPr>
            <a:r>
              <a:rPr lang="en-US" dirty="0">
                <a:latin typeface="+mj-lt"/>
                <a:cs typeface="Times New Roman" panose="02020603050405020304" pitchFamily="18" charset="0"/>
              </a:rPr>
              <a:t>Overall Execution Summary for API and GUI</a:t>
            </a:r>
          </a:p>
          <a:p>
            <a:pPr marL="342900" indent="-342900">
              <a:lnSpc>
                <a:spcPct val="85000"/>
              </a:lnSpc>
              <a:spcAft>
                <a:spcPts val="600"/>
              </a:spcAft>
              <a:buFont typeface="+mj-lt"/>
              <a:buAutoNum type="arabicPeriod"/>
            </a:pPr>
            <a:r>
              <a:rPr lang="en-US" dirty="0">
                <a:latin typeface="+mj-lt"/>
                <a:cs typeface="Times New Roman" panose="02020603050405020304" pitchFamily="18" charset="0"/>
              </a:rPr>
              <a:t>API Goals</a:t>
            </a:r>
          </a:p>
          <a:p>
            <a:pPr marL="800100" lvl="1" indent="-342900">
              <a:lnSpc>
                <a:spcPct val="85000"/>
              </a:lnSpc>
              <a:spcAft>
                <a:spcPts val="600"/>
              </a:spcAft>
              <a:buFont typeface="+mj-lt"/>
              <a:buAutoNum type="arabicPeriod"/>
            </a:pPr>
            <a:r>
              <a:rPr lang="en-US" dirty="0">
                <a:latin typeface="+mj-lt"/>
                <a:cs typeface="Times New Roman" panose="02020603050405020304" pitchFamily="18" charset="0"/>
              </a:rPr>
              <a:t>Goal#1 – All in-scope Scenario except report generation</a:t>
            </a:r>
          </a:p>
          <a:p>
            <a:pPr marL="800100" lvl="1" indent="-342900">
              <a:lnSpc>
                <a:spcPct val="85000"/>
              </a:lnSpc>
              <a:spcAft>
                <a:spcPts val="600"/>
              </a:spcAft>
              <a:buFont typeface="+mj-lt"/>
              <a:buAutoNum type="arabicPeriod"/>
            </a:pPr>
            <a:r>
              <a:rPr lang="en-US" dirty="0">
                <a:latin typeface="+mj-lt"/>
                <a:cs typeface="Times New Roman" panose="02020603050405020304" pitchFamily="18" charset="0"/>
              </a:rPr>
              <a:t>Goal#2 – HCP &amp; </a:t>
            </a:r>
            <a:r>
              <a:rPr lang="en-US" dirty="0" err="1">
                <a:latin typeface="+mj-lt"/>
                <a:cs typeface="Times New Roman" panose="02020603050405020304" pitchFamily="18" charset="0"/>
              </a:rPr>
              <a:t>PwD</a:t>
            </a:r>
            <a:r>
              <a:rPr lang="en-US" dirty="0">
                <a:latin typeface="+mj-lt"/>
                <a:cs typeface="Times New Roman" panose="02020603050405020304" pitchFamily="18" charset="0"/>
              </a:rPr>
              <a:t> report generation (only)</a:t>
            </a:r>
          </a:p>
          <a:p>
            <a:pPr marL="342900" indent="-342900">
              <a:lnSpc>
                <a:spcPct val="85000"/>
              </a:lnSpc>
              <a:spcAft>
                <a:spcPts val="600"/>
              </a:spcAft>
              <a:buFont typeface="+mj-lt"/>
              <a:buAutoNum type="arabicPeriod"/>
            </a:pPr>
            <a:r>
              <a:rPr lang="en-US" dirty="0">
                <a:latin typeface="+mj-lt"/>
                <a:cs typeface="Times New Roman" panose="02020603050405020304" pitchFamily="18" charset="0"/>
              </a:rPr>
              <a:t>GUI Goals</a:t>
            </a:r>
          </a:p>
          <a:p>
            <a:pPr marL="800100" lvl="1" indent="-342900">
              <a:lnSpc>
                <a:spcPct val="85000"/>
              </a:lnSpc>
              <a:spcAft>
                <a:spcPts val="600"/>
              </a:spcAft>
              <a:buFont typeface="+mj-lt"/>
              <a:buAutoNum type="arabicPeriod"/>
            </a:pPr>
            <a:r>
              <a:rPr lang="en-US" dirty="0">
                <a:latin typeface="+mj-lt"/>
                <a:cs typeface="Times New Roman" panose="02020603050405020304" pitchFamily="18" charset="0"/>
              </a:rPr>
              <a:t>Goal#1 – All in-scope Scenario except Report Generation (PWD)  </a:t>
            </a:r>
          </a:p>
          <a:p>
            <a:pPr marL="800100" lvl="1" indent="-342900">
              <a:lnSpc>
                <a:spcPct val="85000"/>
              </a:lnSpc>
              <a:spcAft>
                <a:spcPts val="600"/>
              </a:spcAft>
              <a:buFont typeface="+mj-lt"/>
              <a:buAutoNum type="arabicPeriod"/>
            </a:pPr>
            <a:r>
              <a:rPr lang="en-US" dirty="0">
                <a:latin typeface="+mj-lt"/>
                <a:cs typeface="Times New Roman" panose="02020603050405020304" pitchFamily="18" charset="0"/>
              </a:rPr>
              <a:t>Goal#2 – PWD report generation only </a:t>
            </a:r>
          </a:p>
          <a:p>
            <a:pPr marL="800100" lvl="1" indent="-342900">
              <a:lnSpc>
                <a:spcPct val="85000"/>
              </a:lnSpc>
              <a:spcAft>
                <a:spcPts val="600"/>
              </a:spcAft>
              <a:buFont typeface="+mj-lt"/>
              <a:buAutoNum type="arabicPeriod"/>
            </a:pPr>
            <a:r>
              <a:rPr lang="en-US" dirty="0">
                <a:latin typeface="+mj-lt"/>
                <a:cs typeface="Times New Roman" panose="02020603050405020304" pitchFamily="18" charset="0"/>
              </a:rPr>
              <a:t>Goal#3 – All in-scope Scenario</a:t>
            </a:r>
          </a:p>
          <a:p>
            <a:pPr marL="342900" indent="-342900">
              <a:lnSpc>
                <a:spcPct val="85000"/>
              </a:lnSpc>
              <a:spcAft>
                <a:spcPts val="600"/>
              </a:spcAft>
              <a:buFont typeface="+mj-lt"/>
              <a:buAutoNum type="arabicPeriod"/>
            </a:pPr>
            <a:r>
              <a:rPr lang="en-US" dirty="0">
                <a:latin typeface="+mj-lt"/>
                <a:cs typeface="Times New Roman" panose="02020603050405020304" pitchFamily="18" charset="0"/>
              </a:rPr>
              <a:t>List of Functionalities and Architectural changes</a:t>
            </a:r>
          </a:p>
          <a:p>
            <a:pPr marL="342900" indent="-342900">
              <a:lnSpc>
                <a:spcPct val="85000"/>
              </a:lnSpc>
              <a:spcAft>
                <a:spcPts val="600"/>
              </a:spcAft>
              <a:buFont typeface="+mj-lt"/>
              <a:buAutoNum type="arabicPeriod"/>
            </a:pPr>
            <a:r>
              <a:rPr lang="en-US" dirty="0">
                <a:latin typeface="+mj-lt"/>
                <a:cs typeface="Times New Roman" panose="02020603050405020304" pitchFamily="18" charset="0"/>
              </a:rPr>
              <a:t>PT Environment Details</a:t>
            </a:r>
          </a:p>
          <a:p>
            <a:pPr marL="342900" indent="-342900">
              <a:lnSpc>
                <a:spcPct val="85000"/>
              </a:lnSpc>
              <a:spcAft>
                <a:spcPts val="600"/>
              </a:spcAft>
              <a:buFont typeface="+mj-lt"/>
              <a:buAutoNum type="arabicPeriod"/>
            </a:pPr>
            <a:endParaRPr lang="en-US" dirty="0">
              <a:latin typeface="+mj-lt"/>
            </a:endParaRPr>
          </a:p>
        </p:txBody>
      </p:sp>
      <p:sp>
        <p:nvSpPr>
          <p:cNvPr id="31" name="Rectangle 30">
            <a:extLst>
              <a:ext uri="{FF2B5EF4-FFF2-40B4-BE49-F238E27FC236}">
                <a16:creationId xmlns:a16="http://schemas.microsoft.com/office/drawing/2014/main" id="{F0E1B0BA-CC34-5EF8-6892-88184EF6B16F}"/>
              </a:ext>
            </a:extLst>
          </p:cNvPr>
          <p:cNvSpPr/>
          <p:nvPr/>
        </p:nvSpPr>
        <p:spPr>
          <a:xfrm>
            <a:off x="484414" y="228600"/>
            <a:ext cx="3755572" cy="348343"/>
          </a:xfrm>
          <a:prstGeom prst="rect">
            <a:avLst/>
          </a:prstGeom>
          <a:solidFill>
            <a:schemeClr val="accent6">
              <a:lumMod val="50000"/>
            </a:schemeClr>
          </a:solidFill>
          <a:ln>
            <a:solidFill>
              <a:schemeClr val="accent1"/>
            </a:solidFill>
          </a:ln>
        </p:spPr>
        <p:style>
          <a:lnRef idx="0">
            <a:scrgbClr r="0" g="0" b="0"/>
          </a:lnRef>
          <a:fillRef idx="0">
            <a:scrgbClr r="0" g="0" b="0"/>
          </a:fillRef>
          <a:effectRef idx="0">
            <a:scrgbClr r="0" g="0" b="0"/>
          </a:effectRef>
          <a:fontRef idx="minor">
            <a:schemeClr val="lt1"/>
          </a:fontRef>
        </p:style>
        <p:txBody>
          <a:bodyPr lIns="91440" tIns="0" rIns="91440" bIns="0" rtlCol="0" anchor="ctr"/>
          <a:lstStyle/>
          <a:p>
            <a:pPr>
              <a:lnSpc>
                <a:spcPct val="85000"/>
              </a:lnSpc>
            </a:pPr>
            <a:r>
              <a:rPr lang="en-US" sz="2400" b="1" dirty="0">
                <a:solidFill>
                  <a:schemeClr val="bg1"/>
                </a:solidFill>
                <a:latin typeface="+mj-lt"/>
              </a:rPr>
              <a:t>Table of Contents</a:t>
            </a:r>
          </a:p>
        </p:txBody>
      </p:sp>
    </p:spTree>
    <p:extLst>
      <p:ext uri="{BB962C8B-B14F-4D97-AF65-F5344CB8AC3E}">
        <p14:creationId xmlns:p14="http://schemas.microsoft.com/office/powerpoint/2010/main" val="26491273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67A19D8-E2D7-D1B5-FF41-BE6371194D9A}"/>
              </a:ext>
            </a:extLst>
          </p:cNvPr>
          <p:cNvSpPr>
            <a:spLocks noGrp="1"/>
          </p:cNvSpPr>
          <p:nvPr>
            <p:ph type="ftr" sz="quarter" idx="15"/>
          </p:nvPr>
        </p:nvSpPr>
        <p:spPr/>
        <p:txBody>
          <a:bodyPr/>
          <a:lstStyle/>
          <a:p>
            <a:r>
              <a:rPr lang="en-US" dirty="0">
                <a:latin typeface="+mj-lt"/>
              </a:rPr>
              <a:t>CONFIDENTIAL</a:t>
            </a:r>
          </a:p>
        </p:txBody>
      </p:sp>
      <p:sp>
        <p:nvSpPr>
          <p:cNvPr id="4" name="Slide Number Placeholder 3">
            <a:extLst>
              <a:ext uri="{FF2B5EF4-FFF2-40B4-BE49-F238E27FC236}">
                <a16:creationId xmlns:a16="http://schemas.microsoft.com/office/drawing/2014/main" id="{B7EFE9A0-6C6B-762D-88CB-299CCE105791}"/>
              </a:ext>
            </a:extLst>
          </p:cNvPr>
          <p:cNvSpPr>
            <a:spLocks noGrp="1"/>
          </p:cNvSpPr>
          <p:nvPr>
            <p:ph type="sldNum" sz="quarter" idx="16"/>
          </p:nvPr>
        </p:nvSpPr>
        <p:spPr/>
        <p:txBody>
          <a:bodyPr/>
          <a:lstStyle/>
          <a:p>
            <a:fld id="{4F90343F-D056-4E24-BE3D-A305BDC1A23E}" type="slidenum">
              <a:rPr lang="en-US" smtClean="0">
                <a:latin typeface="+mj-lt"/>
              </a:rPr>
              <a:pPr/>
              <a:t>3</a:t>
            </a:fld>
            <a:endParaRPr lang="en-US">
              <a:latin typeface="+mj-lt"/>
            </a:endParaRPr>
          </a:p>
        </p:txBody>
      </p:sp>
      <p:sp>
        <p:nvSpPr>
          <p:cNvPr id="20" name="TextBox 19">
            <a:extLst>
              <a:ext uri="{FF2B5EF4-FFF2-40B4-BE49-F238E27FC236}">
                <a16:creationId xmlns:a16="http://schemas.microsoft.com/office/drawing/2014/main" id="{6773766F-A7B9-B112-4C83-1FDA4536B7FA}"/>
              </a:ext>
            </a:extLst>
          </p:cNvPr>
          <p:cNvSpPr txBox="1"/>
          <p:nvPr/>
        </p:nvSpPr>
        <p:spPr>
          <a:xfrm>
            <a:off x="623522" y="744147"/>
            <a:ext cx="10823437" cy="815608"/>
          </a:xfrm>
          <a:prstGeom prst="rect">
            <a:avLst/>
          </a:prstGeom>
          <a:noFill/>
        </p:spPr>
        <p:txBody>
          <a:bodyPr wrap="square" lIns="91440" tIns="0" rIns="91440" bIns="0" rtlCol="0" anchor="ctr">
            <a:spAutoFit/>
          </a:bodyPr>
          <a:lstStyle/>
          <a:p>
            <a:pPr>
              <a:spcAft>
                <a:spcPts val="600"/>
              </a:spcAft>
            </a:pPr>
            <a:r>
              <a:rPr lang="en-US" sz="1200" b="1" dirty="0">
                <a:latin typeface="+mj-lt"/>
                <a:ea typeface="Calibri" panose="020F0502020204030204" pitchFamily="34" charset="0"/>
                <a:cs typeface="Calibri" panose="020F0502020204030204" pitchFamily="34" charset="0"/>
              </a:rPr>
              <a:t>Objective:</a:t>
            </a:r>
          </a:p>
          <a:p>
            <a:pPr>
              <a:spcAft>
                <a:spcPts val="600"/>
              </a:spcAft>
            </a:pPr>
            <a:r>
              <a:rPr lang="en-US" sz="1200" b="1" dirty="0">
                <a:latin typeface="+mj-lt"/>
                <a:ea typeface="Calibri" panose="020F0502020204030204" pitchFamily="34" charset="0"/>
                <a:cs typeface="Calibri" panose="020F0502020204030204" pitchFamily="34" charset="0"/>
              </a:rPr>
              <a:t> </a:t>
            </a:r>
            <a:r>
              <a:rPr lang="en-US" sz="1200" b="0" i="0" dirty="0">
                <a:solidFill>
                  <a:srgbClr val="000000"/>
                </a:solidFill>
                <a:effectLst/>
                <a:ea typeface="Calibri" panose="020F0502020204030204" pitchFamily="34" charset="0"/>
                <a:cs typeface="Calibri" panose="020F0502020204030204" pitchFamily="34" charset="0"/>
              </a:rPr>
              <a:t>For FMR release execute the below agreed Load tests for HCP and </a:t>
            </a:r>
            <a:r>
              <a:rPr lang="en-US" sz="1200" b="0" i="0" dirty="0" err="1">
                <a:solidFill>
                  <a:srgbClr val="000000"/>
                </a:solidFill>
                <a:effectLst/>
                <a:ea typeface="Calibri" panose="020F0502020204030204" pitchFamily="34" charset="0"/>
                <a:cs typeface="Calibri" panose="020F0502020204030204" pitchFamily="34" charset="0"/>
              </a:rPr>
              <a:t>PwD</a:t>
            </a:r>
            <a:r>
              <a:rPr lang="en-US" sz="1200" b="0" i="0" dirty="0">
                <a:solidFill>
                  <a:srgbClr val="000000"/>
                </a:solidFill>
                <a:effectLst/>
                <a:ea typeface="Calibri" panose="020F0502020204030204" pitchFamily="34" charset="0"/>
                <a:cs typeface="Calibri" panose="020F0502020204030204" pitchFamily="34" charset="0"/>
              </a:rPr>
              <a:t> scenarios to understand the overall systems behavior, stability and responsiveness of the API &amp; GUI performance for an application. Also, ensure that per NFR requirements, all the in-scope scenarios for HCP and </a:t>
            </a:r>
            <a:r>
              <a:rPr lang="en-US" sz="1200" b="0" i="0" dirty="0" err="1">
                <a:solidFill>
                  <a:srgbClr val="000000"/>
                </a:solidFill>
                <a:effectLst/>
                <a:ea typeface="Calibri" panose="020F0502020204030204" pitchFamily="34" charset="0"/>
                <a:cs typeface="Calibri" panose="020F0502020204030204" pitchFamily="34" charset="0"/>
              </a:rPr>
              <a:t>PwD</a:t>
            </a:r>
            <a:r>
              <a:rPr lang="en-US" sz="1200" b="0" i="0" dirty="0">
                <a:solidFill>
                  <a:srgbClr val="000000"/>
                </a:solidFill>
                <a:effectLst/>
                <a:ea typeface="Calibri" panose="020F0502020204030204" pitchFamily="34" charset="0"/>
                <a:cs typeface="Calibri" panose="020F0502020204030204" pitchFamily="34" charset="0"/>
              </a:rPr>
              <a:t> meet the targeted SLAs, server health is within the threshold limit</a:t>
            </a:r>
            <a:endParaRPr lang="en-US" sz="1200" dirty="0">
              <a:ea typeface="Calibri" panose="020F0502020204030204" pitchFamily="34" charset="0"/>
              <a:cs typeface="Calibri" panose="020F0502020204030204" pitchFamily="34" charset="0"/>
            </a:endParaRPr>
          </a:p>
        </p:txBody>
      </p:sp>
      <p:sp>
        <p:nvSpPr>
          <p:cNvPr id="25" name="TextBox 24">
            <a:extLst>
              <a:ext uri="{FF2B5EF4-FFF2-40B4-BE49-F238E27FC236}">
                <a16:creationId xmlns:a16="http://schemas.microsoft.com/office/drawing/2014/main" id="{86AE2499-1D27-245C-83DF-A347549684E3}"/>
              </a:ext>
            </a:extLst>
          </p:cNvPr>
          <p:cNvSpPr txBox="1"/>
          <p:nvPr/>
        </p:nvSpPr>
        <p:spPr>
          <a:xfrm>
            <a:off x="670102" y="1623198"/>
            <a:ext cx="3044964" cy="276999"/>
          </a:xfrm>
          <a:prstGeom prst="rect">
            <a:avLst/>
          </a:prstGeom>
          <a:noFill/>
        </p:spPr>
        <p:txBody>
          <a:bodyPr wrap="square">
            <a:spAutoFit/>
          </a:bodyPr>
          <a:lstStyle/>
          <a:p>
            <a:r>
              <a:rPr lang="en-US" sz="1200" b="1" i="0" dirty="0">
                <a:solidFill>
                  <a:srgbClr val="000000"/>
                </a:solidFill>
                <a:effectLst/>
                <a:latin typeface="+mj-lt"/>
                <a:ea typeface="Calibri" panose="020F0502020204030204" pitchFamily="34" charset="0"/>
                <a:cs typeface="Calibri" panose="020F0502020204030204" pitchFamily="34" charset="0"/>
              </a:rPr>
              <a:t>1.5 </a:t>
            </a:r>
            <a:r>
              <a:rPr lang="en-US" sz="1200" b="1" dirty="0">
                <a:latin typeface="+mj-lt"/>
                <a:ea typeface="Calibri" panose="020F0502020204030204" pitchFamily="34" charset="0"/>
                <a:cs typeface="Calibri" panose="020F0502020204030204" pitchFamily="34" charset="0"/>
              </a:rPr>
              <a:t>FMR</a:t>
            </a:r>
            <a:r>
              <a:rPr lang="en-US" sz="1200" b="1" i="0" dirty="0">
                <a:solidFill>
                  <a:srgbClr val="000000"/>
                </a:solidFill>
                <a:effectLst/>
                <a:latin typeface="+mj-lt"/>
                <a:ea typeface="Calibri" panose="020F0502020204030204" pitchFamily="34" charset="0"/>
                <a:cs typeface="Calibri" panose="020F0502020204030204" pitchFamily="34" charset="0"/>
              </a:rPr>
              <a:t> In-scope List of Features:</a:t>
            </a:r>
            <a:endParaRPr lang="en-US" sz="1200" b="1" dirty="0">
              <a:latin typeface="+mj-lt"/>
              <a:ea typeface="Calibri" panose="020F0502020204030204" pitchFamily="34" charset="0"/>
              <a:cs typeface="Calibri" panose="020F0502020204030204" pitchFamily="34" charset="0"/>
            </a:endParaRPr>
          </a:p>
        </p:txBody>
      </p:sp>
      <p:sp>
        <p:nvSpPr>
          <p:cNvPr id="36" name="Rectangle 35">
            <a:extLst>
              <a:ext uri="{FF2B5EF4-FFF2-40B4-BE49-F238E27FC236}">
                <a16:creationId xmlns:a16="http://schemas.microsoft.com/office/drawing/2014/main" id="{E5C6DA5B-6445-E301-709C-353A72D6E46D}"/>
              </a:ext>
            </a:extLst>
          </p:cNvPr>
          <p:cNvSpPr/>
          <p:nvPr/>
        </p:nvSpPr>
        <p:spPr>
          <a:xfrm>
            <a:off x="670102" y="152672"/>
            <a:ext cx="10776857" cy="522515"/>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nSpc>
                <a:spcPct val="85000"/>
              </a:lnSpc>
              <a:spcAft>
                <a:spcPts val="600"/>
              </a:spcAft>
            </a:pPr>
            <a:r>
              <a:rPr lang="en-US" sz="2400" b="1" dirty="0">
                <a:latin typeface="+mj-lt"/>
                <a:cs typeface="Times New Roman" panose="02020603050405020304" pitchFamily="18" charset="0"/>
              </a:rPr>
              <a:t>Objective &amp; Feature Details</a:t>
            </a:r>
          </a:p>
        </p:txBody>
      </p:sp>
      <p:graphicFrame>
        <p:nvGraphicFramePr>
          <p:cNvPr id="2" name="Table 1">
            <a:extLst>
              <a:ext uri="{FF2B5EF4-FFF2-40B4-BE49-F238E27FC236}">
                <a16:creationId xmlns:a16="http://schemas.microsoft.com/office/drawing/2014/main" id="{AD570D86-4735-2D0D-E54C-B20522D78261}"/>
              </a:ext>
            </a:extLst>
          </p:cNvPr>
          <p:cNvGraphicFramePr>
            <a:graphicFrameLocks noGrp="1"/>
          </p:cNvGraphicFramePr>
          <p:nvPr>
            <p:extLst>
              <p:ext uri="{D42A27DB-BD31-4B8C-83A1-F6EECF244321}">
                <p14:modId xmlns:p14="http://schemas.microsoft.com/office/powerpoint/2010/main" val="1171906739"/>
              </p:ext>
            </p:extLst>
          </p:nvPr>
        </p:nvGraphicFramePr>
        <p:xfrm>
          <a:off x="623522" y="1962073"/>
          <a:ext cx="10823439" cy="4315042"/>
        </p:xfrm>
        <a:graphic>
          <a:graphicData uri="http://schemas.openxmlformats.org/drawingml/2006/table">
            <a:tbl>
              <a:tblPr firstRow="1" bandRow="1">
                <a:tableStyleId>{5C22544A-7EE6-4342-B048-85BDC9FD1C3A}</a:tableStyleId>
              </a:tblPr>
              <a:tblGrid>
                <a:gridCol w="1488375">
                  <a:extLst>
                    <a:ext uri="{9D8B030D-6E8A-4147-A177-3AD203B41FA5}">
                      <a16:colId xmlns:a16="http://schemas.microsoft.com/office/drawing/2014/main" val="4162674647"/>
                    </a:ext>
                  </a:extLst>
                </a:gridCol>
                <a:gridCol w="1178088">
                  <a:extLst>
                    <a:ext uri="{9D8B030D-6E8A-4147-A177-3AD203B41FA5}">
                      <a16:colId xmlns:a16="http://schemas.microsoft.com/office/drawing/2014/main" val="2596175646"/>
                    </a:ext>
                  </a:extLst>
                </a:gridCol>
                <a:gridCol w="1103878">
                  <a:extLst>
                    <a:ext uri="{9D8B030D-6E8A-4147-A177-3AD203B41FA5}">
                      <a16:colId xmlns:a16="http://schemas.microsoft.com/office/drawing/2014/main" val="3391331019"/>
                    </a:ext>
                  </a:extLst>
                </a:gridCol>
                <a:gridCol w="5318887">
                  <a:extLst>
                    <a:ext uri="{9D8B030D-6E8A-4147-A177-3AD203B41FA5}">
                      <a16:colId xmlns:a16="http://schemas.microsoft.com/office/drawing/2014/main" val="748178747"/>
                    </a:ext>
                  </a:extLst>
                </a:gridCol>
                <a:gridCol w="1734211">
                  <a:extLst>
                    <a:ext uri="{9D8B030D-6E8A-4147-A177-3AD203B41FA5}">
                      <a16:colId xmlns:a16="http://schemas.microsoft.com/office/drawing/2014/main" val="954654562"/>
                    </a:ext>
                  </a:extLst>
                </a:gridCol>
              </a:tblGrid>
              <a:tr h="406221">
                <a:tc>
                  <a:txBody>
                    <a:bodyPr/>
                    <a:lstStyle/>
                    <a:p>
                      <a:pPr algn="ctr"/>
                      <a:r>
                        <a:rPr lang="en-US" sz="1100" dirty="0"/>
                        <a:t>Feature Number</a:t>
                      </a:r>
                    </a:p>
                  </a:txBody>
                  <a:tcPr/>
                </a:tc>
                <a:tc>
                  <a:txBody>
                    <a:bodyPr/>
                    <a:lstStyle/>
                    <a:p>
                      <a:pPr algn="ctr"/>
                      <a:r>
                        <a:rPr lang="en-US" sz="1100" dirty="0"/>
                        <a:t>Year &amp; Quarter </a:t>
                      </a:r>
                    </a:p>
                  </a:txBody>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100" dirty="0"/>
                        <a:t>Type of Feature </a:t>
                      </a:r>
                    </a:p>
                  </a:txBody>
                  <a:tcPr/>
                </a:tc>
                <a:tc>
                  <a:txBody>
                    <a:bodyPr/>
                    <a:lstStyle/>
                    <a:p>
                      <a:pPr algn="ctr"/>
                      <a:r>
                        <a:rPr lang="en-US" sz="1100" dirty="0"/>
                        <a:t>Description</a:t>
                      </a:r>
                    </a:p>
                  </a:txBody>
                  <a:tcPr/>
                </a:tc>
                <a:tc>
                  <a:txBody>
                    <a:bodyPr/>
                    <a:lstStyle/>
                    <a:p>
                      <a:pPr algn="ctr"/>
                      <a:r>
                        <a:rPr lang="en-US" sz="1100" dirty="0"/>
                        <a:t>Status</a:t>
                      </a:r>
                    </a:p>
                  </a:txBody>
                  <a:tcPr/>
                </a:tc>
                <a:extLst>
                  <a:ext uri="{0D108BD9-81ED-4DB2-BD59-A6C34878D82A}">
                    <a16:rowId xmlns:a16="http://schemas.microsoft.com/office/drawing/2014/main" val="1012688494"/>
                  </a:ext>
                </a:extLst>
              </a:tr>
              <a:tr h="565808">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mn-lt"/>
                          <a:ea typeface="Calibri" panose="020F0502020204030204" pitchFamily="34" charset="0"/>
                          <a:cs typeface="Calibri" panose="020F0502020204030204" pitchFamily="34" charset="0"/>
                        </a:rPr>
                        <a:t>INSIGHT-595</a:t>
                      </a:r>
                      <a:endParaRPr lang="en-US" sz="1100" kern="1200" dirty="0">
                        <a:solidFill>
                          <a:schemeClr val="dk1"/>
                        </a:solidFill>
                        <a:latin typeface="+mn-lt"/>
                        <a:ea typeface="+mn-ea"/>
                        <a:cs typeface="+mn-cs"/>
                      </a:endParaRPr>
                    </a:p>
                  </a:txBody>
                  <a:tcPr/>
                </a:tc>
                <a:tc>
                  <a:txBody>
                    <a:bodyPr/>
                    <a:lstStyle/>
                    <a:p>
                      <a:r>
                        <a:rPr lang="en-US" sz="1100" dirty="0"/>
                        <a:t>2024 &amp; Q4</a:t>
                      </a:r>
                    </a:p>
                  </a:txBody>
                  <a:tcPr/>
                </a:tc>
                <a:tc>
                  <a:txBody>
                    <a:bodyPr/>
                    <a:lstStyle/>
                    <a:p>
                      <a:r>
                        <a:rPr lang="en-US" sz="1100" dirty="0"/>
                        <a:t>API</a:t>
                      </a:r>
                    </a:p>
                  </a:txBody>
                  <a:tcPr/>
                </a:tc>
                <a:tc>
                  <a:txBody>
                    <a:bodyPr/>
                    <a:lstStyle/>
                    <a:p>
                      <a:r>
                        <a:rPr lang="en-US" sz="1100" dirty="0"/>
                        <a:t>Performance team will discover all the identified workflows (Navigations, search, invitations) in Q3, and scripting  and executions will be performed to identify the issues before Q4 that needs to be addressed.</a:t>
                      </a:r>
                    </a:p>
                  </a:txBody>
                  <a:tcPr/>
                </a:tc>
                <a:tc>
                  <a:txBody>
                    <a:bodyPr/>
                    <a:lstStyle/>
                    <a:p>
                      <a:r>
                        <a:rPr lang="en-US" sz="1100" dirty="0"/>
                        <a:t>Completed</a:t>
                      </a:r>
                    </a:p>
                  </a:txBody>
                  <a:tcPr/>
                </a:tc>
                <a:extLst>
                  <a:ext uri="{0D108BD9-81ED-4DB2-BD59-A6C34878D82A}">
                    <a16:rowId xmlns:a16="http://schemas.microsoft.com/office/drawing/2014/main" val="168465913"/>
                  </a:ext>
                </a:extLst>
              </a:tr>
              <a:tr h="565808">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mn-lt"/>
                          <a:ea typeface="Calibri" panose="020F0502020204030204" pitchFamily="34" charset="0"/>
                          <a:cs typeface="Calibri" panose="020F0502020204030204" pitchFamily="34" charset="0"/>
                        </a:rPr>
                        <a:t>INSIGHT-476</a:t>
                      </a:r>
                      <a:r>
                        <a:rPr lang="en-US" sz="1100" kern="1200" dirty="0">
                          <a:solidFill>
                            <a:schemeClr val="dk1"/>
                          </a:solidFill>
                          <a:latin typeface="+mn-lt"/>
                          <a:ea typeface="+mn-ea"/>
                          <a:cs typeface="+mn-cs"/>
                        </a:rPr>
                        <a:t> </a:t>
                      </a:r>
                      <a:endParaRPr lang="en-US" sz="1100" dirty="0"/>
                    </a:p>
                  </a:txBody>
                  <a:tcPr/>
                </a:tc>
                <a:tc>
                  <a:txBody>
                    <a:bodyPr/>
                    <a:lstStyle/>
                    <a:p>
                      <a:r>
                        <a:rPr lang="en-US" sz="1100" dirty="0"/>
                        <a:t>2024 &amp; Q4</a:t>
                      </a:r>
                    </a:p>
                  </a:txBody>
                  <a:tcPr/>
                </a:tc>
                <a:tc>
                  <a:txBody>
                    <a:bodyPr/>
                    <a:lstStyle/>
                    <a:p>
                      <a:r>
                        <a:rPr lang="en-US" sz="1100" dirty="0"/>
                        <a:t>API</a:t>
                      </a:r>
                    </a:p>
                  </a:txBody>
                  <a:tcPr/>
                </a:tc>
                <a:tc>
                  <a:txBody>
                    <a:bodyPr/>
                    <a:lstStyle/>
                    <a:p>
                      <a:r>
                        <a:rPr lang="en-US" sz="1100" dirty="0"/>
                        <a:t>Performance team worked with Azure DevOps team to created the azure pipeline for report generation load test automatically and successfully implemented on the same </a:t>
                      </a:r>
                    </a:p>
                  </a:txBody>
                  <a:tcPr/>
                </a:tc>
                <a:tc>
                  <a:txBody>
                    <a:bodyPr/>
                    <a:lstStyle/>
                    <a:p>
                      <a:r>
                        <a:rPr lang="en-US" sz="1100" dirty="0"/>
                        <a:t>Completed</a:t>
                      </a:r>
                    </a:p>
                  </a:txBody>
                  <a:tcPr/>
                </a:tc>
                <a:extLst>
                  <a:ext uri="{0D108BD9-81ED-4DB2-BD59-A6C34878D82A}">
                    <a16:rowId xmlns:a16="http://schemas.microsoft.com/office/drawing/2014/main" val="2237517643"/>
                  </a:ext>
                </a:extLst>
              </a:tr>
              <a:tr h="565808">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100" dirty="0"/>
                        <a:t>INSIGHT-477</a:t>
                      </a:r>
                    </a:p>
                  </a:txBody>
                  <a:tcPr/>
                </a:tc>
                <a:tc>
                  <a:txBody>
                    <a:bodyPr/>
                    <a:lstStyle/>
                    <a:p>
                      <a:r>
                        <a:rPr lang="en-US" sz="1100" dirty="0"/>
                        <a:t>2024 &amp; Q4</a:t>
                      </a:r>
                    </a:p>
                  </a:txBody>
                  <a:tcPr/>
                </a:tc>
                <a:tc>
                  <a:txBody>
                    <a:bodyPr/>
                    <a:lstStyle/>
                    <a:p>
                      <a:r>
                        <a:rPr lang="en-US" sz="1100" dirty="0"/>
                        <a:t>API</a:t>
                      </a:r>
                    </a:p>
                  </a:txBody>
                  <a:tcPr/>
                </a:tc>
                <a:tc>
                  <a:txBody>
                    <a:bodyPr/>
                    <a:lstStyle/>
                    <a:p>
                      <a:r>
                        <a:rPr lang="en-US" sz="1100" dirty="0"/>
                        <a:t>All in-scope scenario scripting completed in QA environment and validation completed. Waiting for PF environment to be available to migrate all the scripts from QA to new PF environment along with the validations</a:t>
                      </a:r>
                    </a:p>
                  </a:txBody>
                  <a:tcPr/>
                </a:tc>
                <a:tc>
                  <a:txBody>
                    <a:bodyPr/>
                    <a:lstStyle/>
                    <a:p>
                      <a:r>
                        <a:rPr lang="en-US" sz="1100" dirty="0"/>
                        <a:t>In-Progress</a:t>
                      </a:r>
                    </a:p>
                  </a:txBody>
                  <a:tcPr/>
                </a:tc>
                <a:extLst>
                  <a:ext uri="{0D108BD9-81ED-4DB2-BD59-A6C34878D82A}">
                    <a16:rowId xmlns:a16="http://schemas.microsoft.com/office/drawing/2014/main" val="3070229845"/>
                  </a:ext>
                </a:extLst>
              </a:tr>
              <a:tr h="458261">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100" dirty="0"/>
                        <a:t>INSIGHT-699</a:t>
                      </a:r>
                    </a:p>
                  </a:txBody>
                  <a:tcPr/>
                </a:tc>
                <a:tc>
                  <a:txBody>
                    <a:bodyPr/>
                    <a:lstStyle/>
                    <a:p>
                      <a:r>
                        <a:rPr lang="en-US" sz="1100" dirty="0"/>
                        <a:t>2024 &amp; Q4</a:t>
                      </a:r>
                    </a:p>
                  </a:txBody>
                  <a:tcPr/>
                </a:tc>
                <a:tc>
                  <a:txBody>
                    <a:bodyPr/>
                    <a:lstStyle/>
                    <a:p>
                      <a:r>
                        <a:rPr lang="en-US" sz="1100" dirty="0"/>
                        <a:t>API</a:t>
                      </a:r>
                    </a:p>
                  </a:txBody>
                  <a:tcPr/>
                </a:tc>
                <a:tc>
                  <a:txBody>
                    <a:bodyPr/>
                    <a:lstStyle/>
                    <a:p>
                      <a:r>
                        <a:rPr lang="en-US" sz="1100" dirty="0"/>
                        <a:t>Waiting for PF environment to be available to complete all in-scope scenarios as per the list of JIRA stories </a:t>
                      </a:r>
                    </a:p>
                  </a:txBody>
                  <a:tcPr/>
                </a:tc>
                <a:tc>
                  <a:txBody>
                    <a:bodyPr/>
                    <a:lstStyle/>
                    <a:p>
                      <a:r>
                        <a:rPr lang="en-US" sz="1100" dirty="0"/>
                        <a:t>In-Progress</a:t>
                      </a:r>
                    </a:p>
                  </a:txBody>
                  <a:tcPr/>
                </a:tc>
                <a:extLst>
                  <a:ext uri="{0D108BD9-81ED-4DB2-BD59-A6C34878D82A}">
                    <a16:rowId xmlns:a16="http://schemas.microsoft.com/office/drawing/2014/main" val="923586512"/>
                  </a:ext>
                </a:extLst>
              </a:tr>
              <a:tr h="458261">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100" dirty="0"/>
                        <a:t>INSIGH-384</a:t>
                      </a:r>
                    </a:p>
                  </a:txBody>
                  <a:tcPr/>
                </a:tc>
                <a:tc>
                  <a:txBody>
                    <a:bodyPr/>
                    <a:lstStyle/>
                    <a:p>
                      <a:r>
                        <a:rPr lang="en-US" sz="1100" dirty="0"/>
                        <a:t>2024 &amp; Q4</a:t>
                      </a:r>
                    </a:p>
                  </a:txBody>
                  <a:tcPr/>
                </a:tc>
                <a:tc>
                  <a:txBody>
                    <a:bodyPr/>
                    <a:lstStyle/>
                    <a:p>
                      <a:r>
                        <a:rPr lang="en-US" sz="1100" dirty="0"/>
                        <a:t>API</a:t>
                      </a:r>
                    </a:p>
                  </a:txBody>
                  <a:tcPr/>
                </a:tc>
                <a:tc>
                  <a:txBody>
                    <a:bodyPr/>
                    <a:lstStyle/>
                    <a:p>
                      <a:r>
                        <a:rPr lang="en-US" sz="1100" kern="1200" dirty="0">
                          <a:solidFill>
                            <a:schemeClr val="dk1"/>
                          </a:solidFill>
                          <a:latin typeface="+mn-lt"/>
                          <a:ea typeface="+mn-ea"/>
                          <a:cs typeface="+mn-cs"/>
                        </a:rPr>
                        <a:t>Architecture Benchmark - Cloud ETL</a:t>
                      </a:r>
                      <a:br>
                        <a:rPr lang="en-US" sz="1100" dirty="0"/>
                      </a:br>
                      <a:r>
                        <a:rPr lang="en-US" sz="1100" b="1" dirty="0"/>
                        <a:t>&lt;&lt;Need description from Suresh&gt;&gt;</a:t>
                      </a:r>
                    </a:p>
                  </a:txBody>
                  <a:tcPr/>
                </a:tc>
                <a:tc>
                  <a:txBody>
                    <a:bodyPr/>
                    <a:lstStyle/>
                    <a:p>
                      <a:r>
                        <a:rPr lang="en-US" sz="1100" dirty="0"/>
                        <a:t>In-Progress</a:t>
                      </a:r>
                    </a:p>
                  </a:txBody>
                  <a:tcPr/>
                </a:tc>
                <a:extLst>
                  <a:ext uri="{0D108BD9-81ED-4DB2-BD59-A6C34878D82A}">
                    <a16:rowId xmlns:a16="http://schemas.microsoft.com/office/drawing/2014/main" val="4012778273"/>
                  </a:ext>
                </a:extLst>
              </a:tr>
              <a:tr h="565808">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100" dirty="0"/>
                        <a:t>INSIGHT-723</a:t>
                      </a:r>
                    </a:p>
                  </a:txBody>
                  <a:tcPr/>
                </a:tc>
                <a:tc>
                  <a:txBody>
                    <a:bodyPr/>
                    <a:lstStyle/>
                    <a:p>
                      <a:r>
                        <a:rPr lang="en-US" sz="1100" dirty="0"/>
                        <a:t>2024 &amp; Q4</a:t>
                      </a:r>
                    </a:p>
                  </a:txBody>
                  <a:tcPr/>
                </a:tc>
                <a:tc>
                  <a:txBody>
                    <a:bodyPr/>
                    <a:lstStyle/>
                    <a:p>
                      <a:r>
                        <a:rPr lang="en-US" sz="1100" dirty="0"/>
                        <a:t>GUI</a:t>
                      </a:r>
                    </a:p>
                  </a:txBody>
                  <a:tcPr/>
                </a:tc>
                <a:tc>
                  <a:txBody>
                    <a:bodyPr/>
                    <a:lstStyle/>
                    <a:p>
                      <a:r>
                        <a:rPr lang="en-US" sz="1100" b="0" dirty="0"/>
                        <a:t>Performance team will be creating scripts in PF environment for all the in-scope scenarios and validate the same. Once all scripts completed, we will be executing smoke test to make sure all scripts are working as expected.</a:t>
                      </a:r>
                    </a:p>
                  </a:txBody>
                  <a:tcPr/>
                </a:tc>
                <a:tc>
                  <a:txBody>
                    <a:bodyPr/>
                    <a:lstStyle/>
                    <a:p>
                      <a:r>
                        <a:rPr lang="en-US" sz="1100" dirty="0"/>
                        <a:t>To-Do</a:t>
                      </a:r>
                    </a:p>
                  </a:txBody>
                  <a:tcPr/>
                </a:tc>
                <a:extLst>
                  <a:ext uri="{0D108BD9-81ED-4DB2-BD59-A6C34878D82A}">
                    <a16:rowId xmlns:a16="http://schemas.microsoft.com/office/drawing/2014/main" val="694349439"/>
                  </a:ext>
                </a:extLst>
              </a:tr>
              <a:tr h="565808">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100" dirty="0"/>
                        <a:t>INSIGHT-715</a:t>
                      </a:r>
                    </a:p>
                  </a:txBody>
                  <a:tcPr/>
                </a:tc>
                <a:tc>
                  <a:txBody>
                    <a:bodyPr/>
                    <a:lstStyle/>
                    <a:p>
                      <a:r>
                        <a:rPr lang="en-US" sz="1100" dirty="0"/>
                        <a:t>2025 &amp; Q1</a:t>
                      </a:r>
                    </a:p>
                  </a:txBody>
                  <a:tcPr/>
                </a:tc>
                <a:tc>
                  <a:txBody>
                    <a:bodyPr/>
                    <a:lstStyle/>
                    <a:p>
                      <a:r>
                        <a:rPr lang="en-US" sz="1100" dirty="0"/>
                        <a:t>GUI</a:t>
                      </a:r>
                    </a:p>
                  </a:txBody>
                  <a:tcPr/>
                </a:tc>
                <a:tc>
                  <a:txBody>
                    <a:bodyPr/>
                    <a:lstStyle/>
                    <a:p>
                      <a:r>
                        <a:rPr lang="en-US" sz="1100" b="0" dirty="0"/>
                        <a:t>Performance team will be executing all in-scope scenarios based on the Data Model volume numbers along with the types of scenarios. </a:t>
                      </a:r>
                    </a:p>
                    <a:p>
                      <a:r>
                        <a:rPr lang="en-US" sz="1100" b="0" dirty="0" err="1"/>
                        <a:t>PwD</a:t>
                      </a:r>
                      <a:r>
                        <a:rPr lang="en-US" sz="1100" b="0" dirty="0"/>
                        <a:t> – 50,000; HCP – 3500 &amp; Clinic - 500 </a:t>
                      </a:r>
                    </a:p>
                  </a:txBody>
                  <a:tcPr/>
                </a:tc>
                <a:tc>
                  <a:txBody>
                    <a:bodyPr/>
                    <a:lstStyle/>
                    <a:p>
                      <a:r>
                        <a:rPr lang="en-US" sz="1100" dirty="0"/>
                        <a:t>To-Do</a:t>
                      </a:r>
                    </a:p>
                  </a:txBody>
                  <a:tcPr/>
                </a:tc>
                <a:extLst>
                  <a:ext uri="{0D108BD9-81ED-4DB2-BD59-A6C34878D82A}">
                    <a16:rowId xmlns:a16="http://schemas.microsoft.com/office/drawing/2014/main" val="65856232"/>
                  </a:ext>
                </a:extLst>
              </a:tr>
            </a:tbl>
          </a:graphicData>
        </a:graphic>
      </p:graphicFrame>
    </p:spTree>
    <p:extLst>
      <p:ext uri="{BB962C8B-B14F-4D97-AF65-F5344CB8AC3E}">
        <p14:creationId xmlns:p14="http://schemas.microsoft.com/office/powerpoint/2010/main" val="3996948524"/>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67ACBB3-DBB9-EB3A-408A-D6F4D057457C}"/>
              </a:ext>
            </a:extLst>
          </p:cNvPr>
          <p:cNvSpPr>
            <a:spLocks noGrp="1"/>
          </p:cNvSpPr>
          <p:nvPr>
            <p:ph type="ftr" sz="quarter" idx="15"/>
          </p:nvPr>
        </p:nvSpPr>
        <p:spPr/>
        <p:txBody>
          <a:bodyPr/>
          <a:lstStyle/>
          <a:p>
            <a:r>
              <a:rPr lang="en-US"/>
              <a:t>CONFIDENTIAL</a:t>
            </a:r>
          </a:p>
        </p:txBody>
      </p:sp>
      <p:sp>
        <p:nvSpPr>
          <p:cNvPr id="3" name="Slide Number Placeholder 2">
            <a:extLst>
              <a:ext uri="{FF2B5EF4-FFF2-40B4-BE49-F238E27FC236}">
                <a16:creationId xmlns:a16="http://schemas.microsoft.com/office/drawing/2014/main" id="{DA3194EA-AF17-00FC-689B-31D616093C66}"/>
              </a:ext>
            </a:extLst>
          </p:cNvPr>
          <p:cNvSpPr>
            <a:spLocks noGrp="1"/>
          </p:cNvSpPr>
          <p:nvPr>
            <p:ph type="sldNum" sz="quarter" idx="16"/>
          </p:nvPr>
        </p:nvSpPr>
        <p:spPr/>
        <p:txBody>
          <a:bodyPr/>
          <a:lstStyle/>
          <a:p>
            <a:fld id="{4F90343F-D056-4E24-BE3D-A305BDC1A23E}" type="slidenum">
              <a:rPr lang="en-US" smtClean="0"/>
              <a:pPr/>
              <a:t>4</a:t>
            </a:fld>
            <a:endParaRPr lang="en-US"/>
          </a:p>
        </p:txBody>
      </p:sp>
      <p:sp>
        <p:nvSpPr>
          <p:cNvPr id="4" name="Rectangle 3">
            <a:extLst>
              <a:ext uri="{FF2B5EF4-FFF2-40B4-BE49-F238E27FC236}">
                <a16:creationId xmlns:a16="http://schemas.microsoft.com/office/drawing/2014/main" id="{929BDEF8-8727-4BE3-6E72-3562CDB5703D}"/>
              </a:ext>
            </a:extLst>
          </p:cNvPr>
          <p:cNvSpPr/>
          <p:nvPr/>
        </p:nvSpPr>
        <p:spPr>
          <a:xfrm>
            <a:off x="718456" y="123099"/>
            <a:ext cx="10776857" cy="522515"/>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nSpc>
                <a:spcPct val="85000"/>
              </a:lnSpc>
            </a:pPr>
            <a:r>
              <a:rPr lang="en-US" sz="2400" b="1" dirty="0">
                <a:solidFill>
                  <a:schemeClr val="bg1"/>
                </a:solidFill>
              </a:rPr>
              <a:t>Architecture Diagram</a:t>
            </a:r>
          </a:p>
        </p:txBody>
      </p:sp>
      <p:pic>
        <p:nvPicPr>
          <p:cNvPr id="21" name="Picture 20">
            <a:extLst>
              <a:ext uri="{FF2B5EF4-FFF2-40B4-BE49-F238E27FC236}">
                <a16:creationId xmlns:a16="http://schemas.microsoft.com/office/drawing/2014/main" id="{87C68C6E-EDE5-BF8C-118E-F7A6C6A6BD8C}"/>
              </a:ext>
            </a:extLst>
          </p:cNvPr>
          <p:cNvPicPr>
            <a:picLocks noChangeAspect="1"/>
          </p:cNvPicPr>
          <p:nvPr/>
        </p:nvPicPr>
        <p:blipFill>
          <a:blip r:embed="rId3"/>
          <a:stretch>
            <a:fillRect/>
          </a:stretch>
        </p:blipFill>
        <p:spPr>
          <a:xfrm>
            <a:off x="718456" y="686345"/>
            <a:ext cx="10776857" cy="5485309"/>
          </a:xfrm>
          <a:prstGeom prst="rect">
            <a:avLst/>
          </a:prstGeom>
        </p:spPr>
      </p:pic>
    </p:spTree>
    <p:extLst>
      <p:ext uri="{BB962C8B-B14F-4D97-AF65-F5344CB8AC3E}">
        <p14:creationId xmlns:p14="http://schemas.microsoft.com/office/powerpoint/2010/main" val="87637269"/>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46AE8-4B39-40AE-0EEA-162FA80401BF}"/>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AEB4E3AF-B61A-F5AC-56E1-8C2C4E13B756}"/>
              </a:ext>
            </a:extLst>
          </p:cNvPr>
          <p:cNvSpPr>
            <a:spLocks noGrp="1"/>
          </p:cNvSpPr>
          <p:nvPr>
            <p:ph type="ftr" sz="quarter" idx="15"/>
          </p:nvPr>
        </p:nvSpPr>
        <p:spPr/>
        <p:txBody>
          <a:bodyPr/>
          <a:lstStyle/>
          <a:p>
            <a:r>
              <a:rPr lang="en-US"/>
              <a:t>CONFIDENTIAL</a:t>
            </a:r>
          </a:p>
        </p:txBody>
      </p:sp>
      <p:sp>
        <p:nvSpPr>
          <p:cNvPr id="4" name="Slide Number Placeholder 3">
            <a:extLst>
              <a:ext uri="{FF2B5EF4-FFF2-40B4-BE49-F238E27FC236}">
                <a16:creationId xmlns:a16="http://schemas.microsoft.com/office/drawing/2014/main" id="{8632C05E-EA33-1759-C617-9B88EEC41338}"/>
              </a:ext>
            </a:extLst>
          </p:cNvPr>
          <p:cNvSpPr>
            <a:spLocks noGrp="1"/>
          </p:cNvSpPr>
          <p:nvPr>
            <p:ph type="sldNum" sz="quarter" idx="16"/>
          </p:nvPr>
        </p:nvSpPr>
        <p:spPr/>
        <p:txBody>
          <a:bodyPr/>
          <a:lstStyle/>
          <a:p>
            <a:fld id="{4F90343F-D056-4E24-BE3D-A305BDC1A23E}" type="slidenum">
              <a:rPr lang="en-US" smtClean="0"/>
              <a:pPr/>
              <a:t>5</a:t>
            </a:fld>
            <a:endParaRPr lang="en-US"/>
          </a:p>
        </p:txBody>
      </p:sp>
      <p:sp>
        <p:nvSpPr>
          <p:cNvPr id="2" name="Rectangle 1">
            <a:extLst>
              <a:ext uri="{FF2B5EF4-FFF2-40B4-BE49-F238E27FC236}">
                <a16:creationId xmlns:a16="http://schemas.microsoft.com/office/drawing/2014/main" id="{3448FC8C-4595-0735-1ACB-08E87AE59A9E}"/>
              </a:ext>
            </a:extLst>
          </p:cNvPr>
          <p:cNvSpPr/>
          <p:nvPr/>
        </p:nvSpPr>
        <p:spPr>
          <a:xfrm>
            <a:off x="718456" y="123100"/>
            <a:ext cx="10776857" cy="388530"/>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nSpc>
                <a:spcPct val="85000"/>
              </a:lnSpc>
            </a:pPr>
            <a:r>
              <a:rPr lang="en-US" sz="2400" b="1" dirty="0">
                <a:solidFill>
                  <a:schemeClr val="bg1"/>
                </a:solidFill>
              </a:rPr>
              <a:t>Pre-requisites and Tools</a:t>
            </a:r>
          </a:p>
        </p:txBody>
      </p:sp>
      <p:sp>
        <p:nvSpPr>
          <p:cNvPr id="5" name="TextBox 4">
            <a:extLst>
              <a:ext uri="{FF2B5EF4-FFF2-40B4-BE49-F238E27FC236}">
                <a16:creationId xmlns:a16="http://schemas.microsoft.com/office/drawing/2014/main" id="{DB60936F-A234-F549-81D2-30EE850E2346}"/>
              </a:ext>
            </a:extLst>
          </p:cNvPr>
          <p:cNvSpPr txBox="1"/>
          <p:nvPr/>
        </p:nvSpPr>
        <p:spPr>
          <a:xfrm rot="10800000" flipV="1">
            <a:off x="718456" y="547916"/>
            <a:ext cx="10570030" cy="423129"/>
          </a:xfrm>
          <a:prstGeom prst="rect">
            <a:avLst/>
          </a:prstGeom>
          <a:noFill/>
        </p:spPr>
        <p:txBody>
          <a:bodyPr wrap="square" lIns="91440" tIns="0" rIns="91440" bIns="0" rtlCol="0" anchor="ctr">
            <a:spAutoFit/>
          </a:bodyPr>
          <a:lstStyle/>
          <a:p>
            <a:pPr>
              <a:lnSpc>
                <a:spcPct val="85000"/>
              </a:lnSpc>
            </a:pPr>
            <a:r>
              <a:rPr lang="en-US" sz="1600" b="1" dirty="0"/>
              <a:t>As part of 1.5 FMR release activities, the below activities needs to completed in order to start performance testing activities</a:t>
            </a:r>
          </a:p>
        </p:txBody>
      </p:sp>
      <p:sp>
        <p:nvSpPr>
          <p:cNvPr id="7" name="TextBox 6">
            <a:extLst>
              <a:ext uri="{FF2B5EF4-FFF2-40B4-BE49-F238E27FC236}">
                <a16:creationId xmlns:a16="http://schemas.microsoft.com/office/drawing/2014/main" id="{A5497B3F-E852-C489-7962-C05932F3B1DD}"/>
              </a:ext>
            </a:extLst>
          </p:cNvPr>
          <p:cNvSpPr txBox="1"/>
          <p:nvPr/>
        </p:nvSpPr>
        <p:spPr>
          <a:xfrm>
            <a:off x="768072" y="1120676"/>
            <a:ext cx="10570031" cy="4401205"/>
          </a:xfrm>
          <a:prstGeom prst="rect">
            <a:avLst/>
          </a:prstGeom>
          <a:noFill/>
        </p:spPr>
        <p:txBody>
          <a:bodyPr wrap="square">
            <a:spAutoFit/>
          </a:bodyPr>
          <a:lstStyle/>
          <a:p>
            <a:pPr marL="228600" indent="-228600">
              <a:buFont typeface="+mj-lt"/>
              <a:buAutoNum type="arabicPeriod"/>
            </a:pPr>
            <a:r>
              <a:rPr lang="en-US" sz="1400" dirty="0"/>
              <a:t>Ensure that 1.5 code is being deployed into Performance environment </a:t>
            </a:r>
          </a:p>
          <a:p>
            <a:pPr marL="685800" lvl="1" indent="-228600">
              <a:buFont typeface="+mj-lt"/>
              <a:buAutoNum type="arabicPeriod"/>
            </a:pPr>
            <a:r>
              <a:rPr lang="en-US" sz="1400" dirty="0"/>
              <a:t>Okta to be mocked in Performance environment</a:t>
            </a:r>
          </a:p>
          <a:p>
            <a:pPr marL="685800" lvl="1" indent="-228600">
              <a:buFont typeface="+mj-lt"/>
              <a:buAutoNum type="arabicPeriod"/>
            </a:pPr>
            <a:r>
              <a:rPr lang="en-US" sz="1400" dirty="0"/>
              <a:t>OQ process is completed </a:t>
            </a:r>
          </a:p>
          <a:p>
            <a:pPr marL="685800" lvl="1" indent="-228600">
              <a:buFont typeface="+mj-lt"/>
              <a:buAutoNum type="arabicPeriod"/>
            </a:pPr>
            <a:r>
              <a:rPr lang="en-US" sz="1400" dirty="0"/>
              <a:t>List all the new functionalities which are being deployed and available for testing</a:t>
            </a:r>
          </a:p>
          <a:p>
            <a:pPr marL="228600" indent="-228600">
              <a:buFont typeface="+mj-lt"/>
              <a:buAutoNum type="arabicPeriod"/>
            </a:pPr>
            <a:r>
              <a:rPr lang="en-US" sz="1400" dirty="0"/>
              <a:t>Per WLM with addition of buffer on the volume. Following users to be created in the system before start of the executions. </a:t>
            </a:r>
          </a:p>
          <a:p>
            <a:pPr marL="685800" lvl="1" indent="-228600">
              <a:buFont typeface="+mj-lt"/>
              <a:buAutoNum type="arabicPeriod"/>
            </a:pPr>
            <a:r>
              <a:rPr lang="en-US" sz="1400" dirty="0"/>
              <a:t>Please refer to section 1.3 1.5 Volumes for the volume details</a:t>
            </a:r>
          </a:p>
          <a:p>
            <a:pPr marL="228600" indent="-228600">
              <a:buFont typeface="+mj-lt"/>
              <a:buAutoNum type="arabicPeriod"/>
            </a:pPr>
            <a:r>
              <a:rPr lang="en-US" sz="1400" dirty="0"/>
              <a:t>Below steps to be followed to load 50,000 PWD </a:t>
            </a:r>
          </a:p>
          <a:p>
            <a:pPr marL="685800" lvl="1" indent="-228600">
              <a:buFont typeface="+mj-lt"/>
              <a:buAutoNum type="arabicPeriod"/>
            </a:pPr>
            <a:r>
              <a:rPr lang="en-US" sz="1400" dirty="0"/>
              <a:t>50,000 CIDs to be created by Cloud and share with Perf team </a:t>
            </a:r>
          </a:p>
          <a:p>
            <a:pPr marL="685800" lvl="1" indent="-228600">
              <a:buFont typeface="+mj-lt"/>
              <a:buAutoNum type="arabicPeriod"/>
            </a:pPr>
            <a:r>
              <a:rPr lang="en-US" sz="1400" dirty="0"/>
              <a:t>Perf team to inject 50,000 CIDs to Performance environment using user injection scripts provided by BE team </a:t>
            </a:r>
          </a:p>
          <a:p>
            <a:pPr marL="685800" lvl="1" indent="-228600">
              <a:buFont typeface="+mj-lt"/>
              <a:buAutoNum type="arabicPeriod"/>
            </a:pPr>
            <a:r>
              <a:rPr lang="en-US" sz="1400" dirty="0"/>
              <a:t>Cloud team to load historical data of 90 days for 50,000 CID</a:t>
            </a:r>
          </a:p>
          <a:p>
            <a:pPr marL="685800" lvl="1" indent="-228600">
              <a:buFont typeface="+mj-lt"/>
              <a:buAutoNum type="arabicPeriod"/>
            </a:pPr>
            <a:r>
              <a:rPr lang="en-US" sz="1400" dirty="0"/>
              <a:t>Once the historical data is loaded, Cloud team to load 2 weeks of data into the system. Provided the dates to update.</a:t>
            </a:r>
          </a:p>
          <a:p>
            <a:pPr marL="228600" indent="-228600">
              <a:buFont typeface="+mj-lt"/>
              <a:buAutoNum type="arabicPeriod"/>
            </a:pPr>
            <a:r>
              <a:rPr lang="en-US" sz="1400" dirty="0"/>
              <a:t>Ensure 24hrs ETL process is working fine in Performance environment</a:t>
            </a:r>
          </a:p>
          <a:p>
            <a:pPr marL="228600" indent="-228600">
              <a:buFont typeface="+mj-lt"/>
              <a:buAutoNum type="arabicPeriod"/>
            </a:pPr>
            <a:r>
              <a:rPr lang="en-US" sz="1400" dirty="0"/>
              <a:t>Ensure the RDP machine is setup with JMeter and good to execute the performance runs</a:t>
            </a:r>
          </a:p>
          <a:p>
            <a:pPr marL="228600" indent="-228600">
              <a:buFont typeface="+mj-lt"/>
              <a:buAutoNum type="arabicPeriod"/>
            </a:pPr>
            <a:r>
              <a:rPr lang="en-US" sz="1400" dirty="0"/>
              <a:t>PT Team to prepare the performance test scripts with all assertions, error handling, transaction controller etc., for all the identified / in-scope scenarios</a:t>
            </a:r>
          </a:p>
          <a:p>
            <a:pPr marL="228600" indent="-228600">
              <a:buFont typeface="+mj-lt"/>
              <a:buAutoNum type="arabicPeriod"/>
            </a:pPr>
            <a:r>
              <a:rPr lang="en-US" sz="1400" dirty="0"/>
              <a:t>PT Team to prepare the script / identify the easy way to capture the bearer tokens, Patient ID URLs to form the proper end points and load them the test data file i.e., .csv and configure in JMeter</a:t>
            </a:r>
          </a:p>
          <a:p>
            <a:pPr marL="228600" indent="-228600">
              <a:buFont typeface="+mj-lt"/>
              <a:buAutoNum type="arabicPeriod"/>
            </a:pPr>
            <a:r>
              <a:rPr lang="en-US" sz="1400" dirty="0"/>
              <a:t>Once all scripts are completed, PT Team to run the dry run test for 1 hour to ensure all scripts are working fine without any issues and able to achieve the TPS as per the requirement</a:t>
            </a:r>
          </a:p>
          <a:p>
            <a:pPr marL="228600" indent="-228600">
              <a:buFont typeface="+mj-lt"/>
              <a:buAutoNum type="arabicPeriod"/>
            </a:pPr>
            <a:r>
              <a:rPr lang="en-US" sz="1400" dirty="0"/>
              <a:t> PT Team to confirm that they are able to access the servers to be monitored from Azure and good for the execution</a:t>
            </a:r>
          </a:p>
        </p:txBody>
      </p:sp>
    </p:spTree>
    <p:extLst>
      <p:ext uri="{BB962C8B-B14F-4D97-AF65-F5344CB8AC3E}">
        <p14:creationId xmlns:p14="http://schemas.microsoft.com/office/powerpoint/2010/main" val="133050786"/>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40739-03CD-CA0D-F5CF-DF0DC7849DF9}"/>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63C81660-1D98-16BA-FF5B-4A0CE465DF8F}"/>
              </a:ext>
            </a:extLst>
          </p:cNvPr>
          <p:cNvSpPr>
            <a:spLocks noGrp="1"/>
          </p:cNvSpPr>
          <p:nvPr>
            <p:ph type="ftr" sz="quarter" idx="15"/>
          </p:nvPr>
        </p:nvSpPr>
        <p:spPr/>
        <p:txBody>
          <a:bodyPr/>
          <a:lstStyle/>
          <a:p>
            <a:r>
              <a:rPr lang="en-US"/>
              <a:t>CONFIDENTIAL</a:t>
            </a:r>
          </a:p>
        </p:txBody>
      </p:sp>
      <p:sp>
        <p:nvSpPr>
          <p:cNvPr id="4" name="Slide Number Placeholder 3">
            <a:extLst>
              <a:ext uri="{FF2B5EF4-FFF2-40B4-BE49-F238E27FC236}">
                <a16:creationId xmlns:a16="http://schemas.microsoft.com/office/drawing/2014/main" id="{8272BCAE-0EE3-1247-B300-85BC98365B0C}"/>
              </a:ext>
            </a:extLst>
          </p:cNvPr>
          <p:cNvSpPr>
            <a:spLocks noGrp="1"/>
          </p:cNvSpPr>
          <p:nvPr>
            <p:ph type="sldNum" sz="quarter" idx="16"/>
          </p:nvPr>
        </p:nvSpPr>
        <p:spPr/>
        <p:txBody>
          <a:bodyPr/>
          <a:lstStyle/>
          <a:p>
            <a:fld id="{4F90343F-D056-4E24-BE3D-A305BDC1A23E}" type="slidenum">
              <a:rPr lang="en-US" smtClean="0"/>
              <a:pPr/>
              <a:t>6</a:t>
            </a:fld>
            <a:endParaRPr lang="en-US"/>
          </a:p>
        </p:txBody>
      </p:sp>
      <p:sp>
        <p:nvSpPr>
          <p:cNvPr id="8" name="Rectangle 2">
            <a:extLst>
              <a:ext uri="{FF2B5EF4-FFF2-40B4-BE49-F238E27FC236}">
                <a16:creationId xmlns:a16="http://schemas.microsoft.com/office/drawing/2014/main" id="{B43327C2-CD7F-711E-467A-E8B74A04B578}"/>
              </a:ext>
            </a:extLst>
          </p:cNvPr>
          <p:cNvSpPr>
            <a:spLocks noChangeArrowheads="1"/>
          </p:cNvSpPr>
          <p:nvPr/>
        </p:nvSpPr>
        <p:spPr bwMode="auto">
          <a:xfrm>
            <a:off x="0" y="57862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8" name="Rectangle 67">
            <a:extLst>
              <a:ext uri="{FF2B5EF4-FFF2-40B4-BE49-F238E27FC236}">
                <a16:creationId xmlns:a16="http://schemas.microsoft.com/office/drawing/2014/main" id="{26E8A29A-BCE5-A943-7174-E358A835A151}"/>
              </a:ext>
            </a:extLst>
          </p:cNvPr>
          <p:cNvSpPr/>
          <p:nvPr/>
        </p:nvSpPr>
        <p:spPr>
          <a:xfrm>
            <a:off x="625008" y="232336"/>
            <a:ext cx="11240421" cy="522515"/>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nSpc>
                <a:spcPct val="85000"/>
              </a:lnSpc>
            </a:pPr>
            <a:r>
              <a:rPr lang="en-US" sz="2400" b="1" dirty="0">
                <a:solidFill>
                  <a:schemeClr val="bg1"/>
                </a:solidFill>
              </a:rPr>
              <a:t>Dependencies </a:t>
            </a:r>
          </a:p>
        </p:txBody>
      </p:sp>
      <p:graphicFrame>
        <p:nvGraphicFramePr>
          <p:cNvPr id="6" name="Table 5">
            <a:extLst>
              <a:ext uri="{FF2B5EF4-FFF2-40B4-BE49-F238E27FC236}">
                <a16:creationId xmlns:a16="http://schemas.microsoft.com/office/drawing/2014/main" id="{6E0CE0EF-5870-BF2D-CA58-62329D87A801}"/>
              </a:ext>
            </a:extLst>
          </p:cNvPr>
          <p:cNvGraphicFramePr>
            <a:graphicFrameLocks noGrp="1"/>
          </p:cNvGraphicFramePr>
          <p:nvPr>
            <p:extLst>
              <p:ext uri="{D42A27DB-BD31-4B8C-83A1-F6EECF244321}">
                <p14:modId xmlns:p14="http://schemas.microsoft.com/office/powerpoint/2010/main" val="1863960987"/>
              </p:ext>
            </p:extLst>
          </p:nvPr>
        </p:nvGraphicFramePr>
        <p:xfrm>
          <a:off x="625009" y="1125691"/>
          <a:ext cx="11240420" cy="2966720"/>
        </p:xfrm>
        <a:graphic>
          <a:graphicData uri="http://schemas.openxmlformats.org/drawingml/2006/table">
            <a:tbl>
              <a:tblPr firstRow="1" bandRow="1">
                <a:tableStyleId>{5C22544A-7EE6-4342-B048-85BDC9FD1C3A}</a:tableStyleId>
              </a:tblPr>
              <a:tblGrid>
                <a:gridCol w="1081890">
                  <a:extLst>
                    <a:ext uri="{9D8B030D-6E8A-4147-A177-3AD203B41FA5}">
                      <a16:colId xmlns:a16="http://schemas.microsoft.com/office/drawing/2014/main" val="2789283812"/>
                    </a:ext>
                  </a:extLst>
                </a:gridCol>
                <a:gridCol w="5353250">
                  <a:extLst>
                    <a:ext uri="{9D8B030D-6E8A-4147-A177-3AD203B41FA5}">
                      <a16:colId xmlns:a16="http://schemas.microsoft.com/office/drawing/2014/main" val="1244455659"/>
                    </a:ext>
                  </a:extLst>
                </a:gridCol>
                <a:gridCol w="1648422">
                  <a:extLst>
                    <a:ext uri="{9D8B030D-6E8A-4147-A177-3AD203B41FA5}">
                      <a16:colId xmlns:a16="http://schemas.microsoft.com/office/drawing/2014/main" val="40245843"/>
                    </a:ext>
                  </a:extLst>
                </a:gridCol>
                <a:gridCol w="3156858">
                  <a:extLst>
                    <a:ext uri="{9D8B030D-6E8A-4147-A177-3AD203B41FA5}">
                      <a16:colId xmlns:a16="http://schemas.microsoft.com/office/drawing/2014/main" val="2214275070"/>
                    </a:ext>
                  </a:extLst>
                </a:gridCol>
              </a:tblGrid>
              <a:tr h="370840">
                <a:tc>
                  <a:txBody>
                    <a:bodyPr/>
                    <a:lstStyle/>
                    <a:p>
                      <a:pPr algn="ctr"/>
                      <a:r>
                        <a:rPr lang="en-US" sz="1200">
                          <a:latin typeface="+mn-lt"/>
                        </a:rPr>
                        <a:t> Sl. No.</a:t>
                      </a:r>
                    </a:p>
                  </a:txBody>
                  <a:tcPr/>
                </a:tc>
                <a:tc>
                  <a:txBody>
                    <a:bodyPr/>
                    <a:lstStyle/>
                    <a:p>
                      <a:pPr algn="ctr"/>
                      <a:r>
                        <a:rPr lang="en-US" sz="1200">
                          <a:latin typeface="+mn-lt"/>
                        </a:rPr>
                        <a:t>Dependency</a:t>
                      </a:r>
                    </a:p>
                  </a:txBody>
                  <a:tcPr/>
                </a:tc>
                <a:tc>
                  <a:txBody>
                    <a:bodyPr/>
                    <a:lstStyle/>
                    <a:p>
                      <a:pPr algn="ctr"/>
                      <a:r>
                        <a:rPr lang="en-US" sz="1200" dirty="0">
                          <a:latin typeface="+mn-lt"/>
                        </a:rPr>
                        <a:t>Owner</a:t>
                      </a:r>
                    </a:p>
                  </a:txBody>
                  <a:tcPr/>
                </a:tc>
                <a:tc>
                  <a:txBody>
                    <a:bodyPr/>
                    <a:lstStyle/>
                    <a:p>
                      <a:pPr algn="ctr"/>
                      <a:r>
                        <a:rPr lang="en-US" sz="1200">
                          <a:latin typeface="+mn-lt"/>
                        </a:rPr>
                        <a:t>Comments</a:t>
                      </a:r>
                    </a:p>
                  </a:txBody>
                  <a:tcPr/>
                </a:tc>
                <a:extLst>
                  <a:ext uri="{0D108BD9-81ED-4DB2-BD59-A6C34878D82A}">
                    <a16:rowId xmlns:a16="http://schemas.microsoft.com/office/drawing/2014/main" val="82340524"/>
                  </a:ext>
                </a:extLst>
              </a:tr>
              <a:tr h="370840">
                <a:tc>
                  <a:txBody>
                    <a:bodyPr/>
                    <a:lstStyle/>
                    <a:p>
                      <a:pPr algn="ctr"/>
                      <a:r>
                        <a:rPr lang="en-US" sz="1200">
                          <a:latin typeface="+mn-lt"/>
                        </a:rPr>
                        <a:t>1</a:t>
                      </a:r>
                    </a:p>
                  </a:txBody>
                  <a:tcPr/>
                </a:tc>
                <a:tc>
                  <a:txBody>
                    <a:bodyPr/>
                    <a:lstStyle/>
                    <a:p>
                      <a:r>
                        <a:rPr lang="en-US" sz="1200">
                          <a:latin typeface="+mn-lt"/>
                        </a:rPr>
                        <a:t>PF environment availability</a:t>
                      </a:r>
                    </a:p>
                  </a:txBody>
                  <a:tcPr/>
                </a:tc>
                <a:tc>
                  <a:txBody>
                    <a:bodyPr/>
                    <a:lstStyle/>
                    <a:p>
                      <a:r>
                        <a:rPr lang="en-US" sz="1200">
                          <a:latin typeface="+mn-lt"/>
                        </a:rPr>
                        <a:t>DevOps Team</a:t>
                      </a:r>
                    </a:p>
                  </a:txBody>
                  <a:tcPr/>
                </a:tc>
                <a:tc>
                  <a:txBody>
                    <a:bodyPr/>
                    <a:lstStyle/>
                    <a:p>
                      <a:endParaRPr lang="en-US" sz="1200">
                        <a:latin typeface="+mn-lt"/>
                      </a:endParaRPr>
                    </a:p>
                  </a:txBody>
                  <a:tcPr/>
                </a:tc>
                <a:extLst>
                  <a:ext uri="{0D108BD9-81ED-4DB2-BD59-A6C34878D82A}">
                    <a16:rowId xmlns:a16="http://schemas.microsoft.com/office/drawing/2014/main" val="628032591"/>
                  </a:ext>
                </a:extLst>
              </a:tr>
              <a:tr h="370840">
                <a:tc>
                  <a:txBody>
                    <a:bodyPr/>
                    <a:lstStyle/>
                    <a:p>
                      <a:pPr algn="ctr"/>
                      <a:r>
                        <a:rPr lang="en-US" sz="1200">
                          <a:latin typeface="+mn-lt"/>
                        </a:rPr>
                        <a:t>3 </a:t>
                      </a:r>
                    </a:p>
                  </a:txBody>
                  <a:tcPr/>
                </a:tc>
                <a:tc>
                  <a:txBody>
                    <a:bodyPr/>
                    <a:lstStyle/>
                    <a:p>
                      <a:r>
                        <a:rPr lang="en-US" sz="1200">
                          <a:latin typeface="+mn-lt"/>
                        </a:rPr>
                        <a:t>GUI Mock Okta setup into PF environment</a:t>
                      </a:r>
                    </a:p>
                  </a:txBody>
                  <a:tcPr/>
                </a:tc>
                <a:tc>
                  <a:txBody>
                    <a:bodyPr/>
                    <a:lstStyle/>
                    <a:p>
                      <a:r>
                        <a:rPr lang="en-US" sz="1200">
                          <a:latin typeface="+mn-lt"/>
                        </a:rPr>
                        <a:t>Dev Team </a:t>
                      </a:r>
                    </a:p>
                  </a:txBody>
                  <a:tcPr/>
                </a:tc>
                <a:tc>
                  <a:txBody>
                    <a:bodyPr/>
                    <a:lstStyle/>
                    <a:p>
                      <a:endParaRPr lang="en-US" sz="1200">
                        <a:latin typeface="+mn-lt"/>
                      </a:endParaRPr>
                    </a:p>
                  </a:txBody>
                  <a:tcPr/>
                </a:tc>
                <a:extLst>
                  <a:ext uri="{0D108BD9-81ED-4DB2-BD59-A6C34878D82A}">
                    <a16:rowId xmlns:a16="http://schemas.microsoft.com/office/drawing/2014/main" val="362767961"/>
                  </a:ext>
                </a:extLst>
              </a:tr>
              <a:tr h="370840">
                <a:tc>
                  <a:txBody>
                    <a:bodyPr/>
                    <a:lstStyle/>
                    <a:p>
                      <a:pPr algn="ctr"/>
                      <a:r>
                        <a:rPr lang="en-US" sz="1200">
                          <a:latin typeface="+mn-lt"/>
                        </a:rPr>
                        <a:t>4</a:t>
                      </a:r>
                    </a:p>
                  </a:txBody>
                  <a:tcPr/>
                </a:tc>
                <a:tc>
                  <a:txBody>
                    <a:bodyPr/>
                    <a:lstStyle/>
                    <a:p>
                      <a:r>
                        <a:rPr lang="en-US" sz="1200">
                          <a:latin typeface="+mn-lt"/>
                        </a:rPr>
                        <a:t>MFA Disable for all the users </a:t>
                      </a:r>
                    </a:p>
                  </a:txBody>
                  <a:tcPr/>
                </a:tc>
                <a:tc>
                  <a:txBody>
                    <a:bodyPr/>
                    <a:lstStyle/>
                    <a:p>
                      <a:r>
                        <a:rPr lang="en-US" sz="1200">
                          <a:latin typeface="+mn-lt"/>
                        </a:rPr>
                        <a:t>QA Team</a:t>
                      </a:r>
                    </a:p>
                  </a:txBody>
                  <a:tcPr/>
                </a:tc>
                <a:tc>
                  <a:txBody>
                    <a:bodyPr/>
                    <a:lstStyle/>
                    <a:p>
                      <a:endParaRPr lang="en-US" sz="1200">
                        <a:latin typeface="+mn-lt"/>
                      </a:endParaRPr>
                    </a:p>
                  </a:txBody>
                  <a:tcPr/>
                </a:tc>
                <a:extLst>
                  <a:ext uri="{0D108BD9-81ED-4DB2-BD59-A6C34878D82A}">
                    <a16:rowId xmlns:a16="http://schemas.microsoft.com/office/drawing/2014/main" val="3488571310"/>
                  </a:ext>
                </a:extLst>
              </a:tr>
              <a:tr h="370840">
                <a:tc>
                  <a:txBody>
                    <a:bodyPr/>
                    <a:lstStyle/>
                    <a:p>
                      <a:pPr algn="ctr"/>
                      <a:r>
                        <a:rPr lang="en-US" sz="1200">
                          <a:latin typeface="+mn-lt"/>
                        </a:rPr>
                        <a:t>5</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200">
                          <a:latin typeface="+mn-lt"/>
                        </a:rPr>
                        <a:t>User Creation for  HCP &amp; PwD applications</a:t>
                      </a:r>
                    </a:p>
                  </a:txBody>
                  <a:tcPr/>
                </a:tc>
                <a:tc>
                  <a:txBody>
                    <a:bodyPr/>
                    <a:lstStyle/>
                    <a:p>
                      <a:r>
                        <a:rPr lang="en-US" sz="1200">
                          <a:latin typeface="+mn-lt"/>
                        </a:rPr>
                        <a:t>Perf Team </a:t>
                      </a:r>
                    </a:p>
                  </a:txBody>
                  <a:tcPr/>
                </a:tc>
                <a:tc>
                  <a:txBody>
                    <a:bodyPr/>
                    <a:lstStyle/>
                    <a:p>
                      <a:endParaRPr lang="en-US" sz="1200">
                        <a:latin typeface="+mn-lt"/>
                      </a:endParaRPr>
                    </a:p>
                  </a:txBody>
                  <a:tcPr/>
                </a:tc>
                <a:extLst>
                  <a:ext uri="{0D108BD9-81ED-4DB2-BD59-A6C34878D82A}">
                    <a16:rowId xmlns:a16="http://schemas.microsoft.com/office/drawing/2014/main" val="795686842"/>
                  </a:ext>
                </a:extLst>
              </a:tr>
              <a:tr h="370840">
                <a:tc>
                  <a:txBody>
                    <a:bodyPr/>
                    <a:lstStyle/>
                    <a:p>
                      <a:pPr algn="ctr"/>
                      <a:r>
                        <a:rPr lang="en-US" sz="1200">
                          <a:latin typeface="+mn-lt"/>
                        </a:rPr>
                        <a:t>6</a:t>
                      </a:r>
                    </a:p>
                  </a:txBody>
                  <a:tcPr/>
                </a:tc>
                <a:tc>
                  <a:txBody>
                    <a:bodyPr/>
                    <a:lstStyle/>
                    <a:p>
                      <a:r>
                        <a:rPr lang="en-US" sz="1200" dirty="0">
                          <a:latin typeface="+mn-lt"/>
                        </a:rPr>
                        <a:t>Historical data for 90 days &amp; weekly insight data for two weeks </a:t>
                      </a:r>
                    </a:p>
                  </a:txBody>
                  <a:tcPr/>
                </a:tc>
                <a:tc>
                  <a:txBody>
                    <a:bodyPr/>
                    <a:lstStyle/>
                    <a:p>
                      <a:r>
                        <a:rPr lang="en-US" sz="1200">
                          <a:latin typeface="+mn-lt"/>
                        </a:rPr>
                        <a:t>Cloud Team</a:t>
                      </a:r>
                    </a:p>
                  </a:txBody>
                  <a:tcPr/>
                </a:tc>
                <a:tc>
                  <a:txBody>
                    <a:bodyPr/>
                    <a:lstStyle/>
                    <a:p>
                      <a:endParaRPr lang="en-US" sz="1200">
                        <a:latin typeface="+mn-lt"/>
                      </a:endParaRPr>
                    </a:p>
                  </a:txBody>
                  <a:tcPr/>
                </a:tc>
                <a:extLst>
                  <a:ext uri="{0D108BD9-81ED-4DB2-BD59-A6C34878D82A}">
                    <a16:rowId xmlns:a16="http://schemas.microsoft.com/office/drawing/2014/main" val="1333569622"/>
                  </a:ext>
                </a:extLst>
              </a:tr>
              <a:tr h="370840">
                <a:tc>
                  <a:txBody>
                    <a:bodyPr/>
                    <a:lstStyle/>
                    <a:p>
                      <a:pPr algn="ctr"/>
                      <a:r>
                        <a:rPr lang="en-US" sz="1200">
                          <a:latin typeface="+mn-lt"/>
                        </a:rPr>
                        <a:t>7</a:t>
                      </a:r>
                    </a:p>
                  </a:txBody>
                  <a:tcPr/>
                </a:tc>
                <a:tc>
                  <a:txBody>
                    <a:bodyPr/>
                    <a:lstStyle/>
                    <a:p>
                      <a:r>
                        <a:rPr lang="en-US" sz="1200">
                          <a:latin typeface="+mn-lt"/>
                        </a:rPr>
                        <a:t>Performance Bottlenecks </a:t>
                      </a:r>
                    </a:p>
                  </a:txBody>
                  <a:tcPr/>
                </a:tc>
                <a:tc>
                  <a:txBody>
                    <a:bodyPr/>
                    <a:lstStyle/>
                    <a:p>
                      <a:r>
                        <a:rPr lang="en-US" sz="1200">
                          <a:latin typeface="+mn-lt"/>
                        </a:rPr>
                        <a:t>Dev Team</a:t>
                      </a:r>
                    </a:p>
                  </a:txBody>
                  <a:tcPr/>
                </a:tc>
                <a:tc>
                  <a:txBody>
                    <a:bodyPr/>
                    <a:lstStyle/>
                    <a:p>
                      <a:endParaRPr lang="en-US" sz="1200">
                        <a:latin typeface="+mn-lt"/>
                      </a:endParaRPr>
                    </a:p>
                  </a:txBody>
                  <a:tcPr/>
                </a:tc>
                <a:extLst>
                  <a:ext uri="{0D108BD9-81ED-4DB2-BD59-A6C34878D82A}">
                    <a16:rowId xmlns:a16="http://schemas.microsoft.com/office/drawing/2014/main" val="1971352420"/>
                  </a:ext>
                </a:extLst>
              </a:tr>
              <a:tr h="370840">
                <a:tc>
                  <a:txBody>
                    <a:bodyPr/>
                    <a:lstStyle/>
                    <a:p>
                      <a:pPr algn="ctr"/>
                      <a:r>
                        <a:rPr lang="en-US" sz="1200">
                          <a:latin typeface="+mn-lt"/>
                        </a:rPr>
                        <a:t>8</a:t>
                      </a:r>
                    </a:p>
                  </a:txBody>
                  <a:tcPr/>
                </a:tc>
                <a:tc>
                  <a:txBody>
                    <a:bodyPr/>
                    <a:lstStyle/>
                    <a:p>
                      <a:r>
                        <a:rPr lang="en-US" sz="1200">
                          <a:latin typeface="+mn-lt"/>
                        </a:rPr>
                        <a:t>Datadog setup for monitoring the server-side  metrics </a:t>
                      </a:r>
                    </a:p>
                  </a:txBody>
                  <a:tcPr/>
                </a:tc>
                <a:tc>
                  <a:txBody>
                    <a:bodyPr/>
                    <a:lstStyle/>
                    <a:p>
                      <a:r>
                        <a:rPr lang="en-US" sz="1200">
                          <a:latin typeface="+mn-lt"/>
                        </a:rPr>
                        <a:t>SRE Team</a:t>
                      </a:r>
                    </a:p>
                  </a:txBody>
                  <a:tcPr/>
                </a:tc>
                <a:tc>
                  <a:txBody>
                    <a:bodyPr/>
                    <a:lstStyle/>
                    <a:p>
                      <a:endParaRPr lang="en-US" sz="1200" dirty="0">
                        <a:latin typeface="+mn-lt"/>
                      </a:endParaRPr>
                    </a:p>
                  </a:txBody>
                  <a:tcPr/>
                </a:tc>
                <a:extLst>
                  <a:ext uri="{0D108BD9-81ED-4DB2-BD59-A6C34878D82A}">
                    <a16:rowId xmlns:a16="http://schemas.microsoft.com/office/drawing/2014/main" val="140793589"/>
                  </a:ext>
                </a:extLst>
              </a:tr>
            </a:tbl>
          </a:graphicData>
        </a:graphic>
      </p:graphicFrame>
    </p:spTree>
    <p:extLst>
      <p:ext uri="{BB962C8B-B14F-4D97-AF65-F5344CB8AC3E}">
        <p14:creationId xmlns:p14="http://schemas.microsoft.com/office/powerpoint/2010/main" val="2861258634"/>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0BCF3-68E8-9D37-9FE5-9EFAFEE8F8EE}"/>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B8DDF2F6-5701-3A8A-5C3C-B68835AF9171}"/>
              </a:ext>
            </a:extLst>
          </p:cNvPr>
          <p:cNvGraphicFramePr>
            <a:graphicFrameLocks noGrp="1"/>
          </p:cNvGraphicFramePr>
          <p:nvPr>
            <p:extLst>
              <p:ext uri="{D42A27DB-BD31-4B8C-83A1-F6EECF244321}">
                <p14:modId xmlns:p14="http://schemas.microsoft.com/office/powerpoint/2010/main" val="3139115166"/>
              </p:ext>
            </p:extLst>
          </p:nvPr>
        </p:nvGraphicFramePr>
        <p:xfrm>
          <a:off x="718457" y="1052102"/>
          <a:ext cx="10776856" cy="1457891"/>
        </p:xfrm>
        <a:graphic>
          <a:graphicData uri="http://schemas.openxmlformats.org/drawingml/2006/table">
            <a:tbl>
              <a:tblPr firstRow="1" bandRow="1">
                <a:tableStyleId>{5C22544A-7EE6-4342-B048-85BDC9FD1C3A}</a:tableStyleId>
              </a:tblPr>
              <a:tblGrid>
                <a:gridCol w="1295641">
                  <a:extLst>
                    <a:ext uri="{9D8B030D-6E8A-4147-A177-3AD203B41FA5}">
                      <a16:colId xmlns:a16="http://schemas.microsoft.com/office/drawing/2014/main" val="913897804"/>
                    </a:ext>
                  </a:extLst>
                </a:gridCol>
                <a:gridCol w="2482730">
                  <a:extLst>
                    <a:ext uri="{9D8B030D-6E8A-4147-A177-3AD203B41FA5}">
                      <a16:colId xmlns:a16="http://schemas.microsoft.com/office/drawing/2014/main" val="1610183308"/>
                    </a:ext>
                  </a:extLst>
                </a:gridCol>
                <a:gridCol w="1663434">
                  <a:extLst>
                    <a:ext uri="{9D8B030D-6E8A-4147-A177-3AD203B41FA5}">
                      <a16:colId xmlns:a16="http://schemas.microsoft.com/office/drawing/2014/main" val="3555548847"/>
                    </a:ext>
                  </a:extLst>
                </a:gridCol>
                <a:gridCol w="1140641">
                  <a:extLst>
                    <a:ext uri="{9D8B030D-6E8A-4147-A177-3AD203B41FA5}">
                      <a16:colId xmlns:a16="http://schemas.microsoft.com/office/drawing/2014/main" val="12552978"/>
                    </a:ext>
                  </a:extLst>
                </a:gridCol>
                <a:gridCol w="1592143">
                  <a:extLst>
                    <a:ext uri="{9D8B030D-6E8A-4147-A177-3AD203B41FA5}">
                      <a16:colId xmlns:a16="http://schemas.microsoft.com/office/drawing/2014/main" val="2103332853"/>
                    </a:ext>
                  </a:extLst>
                </a:gridCol>
                <a:gridCol w="2602267">
                  <a:extLst>
                    <a:ext uri="{9D8B030D-6E8A-4147-A177-3AD203B41FA5}">
                      <a16:colId xmlns:a16="http://schemas.microsoft.com/office/drawing/2014/main" val="901360714"/>
                    </a:ext>
                  </a:extLst>
                </a:gridCol>
              </a:tblGrid>
              <a:tr h="352354">
                <a:tc>
                  <a:txBody>
                    <a:bodyPr/>
                    <a:lstStyle/>
                    <a:p>
                      <a:pPr algn="ctr" fontAlgn="ctr"/>
                      <a:r>
                        <a:rPr lang="en-US" sz="1200" dirty="0">
                          <a:latin typeface="+mn-lt"/>
                        </a:rPr>
                        <a:t>S. No. </a:t>
                      </a:r>
                      <a:endParaRPr lang="en-US" sz="1200" b="1" i="0" u="none" strike="noStrike" dirty="0">
                        <a:solidFill>
                          <a:schemeClr val="bg1"/>
                        </a:solidFill>
                        <a:effectLst/>
                        <a:latin typeface="+mn-lt"/>
                      </a:endParaRPr>
                    </a:p>
                  </a:txBody>
                  <a:tcPr marL="4277" marR="4277" marT="4277" marB="30792" anchor="ctr"/>
                </a:tc>
                <a:tc>
                  <a:txBody>
                    <a:bodyPr/>
                    <a:lstStyle/>
                    <a:p>
                      <a:pPr algn="ctr" fontAlgn="ctr"/>
                      <a:r>
                        <a:rPr lang="en-US" sz="1200" b="1" i="0" u="none" strike="noStrike" dirty="0">
                          <a:solidFill>
                            <a:schemeClr val="bg1"/>
                          </a:solidFill>
                          <a:effectLst/>
                          <a:latin typeface="+mn-lt"/>
                        </a:rPr>
                        <a:t>Application Name</a:t>
                      </a:r>
                    </a:p>
                  </a:txBody>
                  <a:tcPr marL="4277" marR="4277" marT="4277" marB="30792" anchor="ctr"/>
                </a:tc>
                <a:tc>
                  <a:txBody>
                    <a:bodyPr/>
                    <a:lstStyle/>
                    <a:p>
                      <a:pPr algn="ctr" fontAlgn="ctr"/>
                      <a:r>
                        <a:rPr lang="en-US" sz="1200" b="1" i="0" u="none" strike="noStrike" dirty="0">
                          <a:solidFill>
                            <a:schemeClr val="bg1"/>
                          </a:solidFill>
                          <a:effectLst/>
                          <a:latin typeface="+mn-lt"/>
                        </a:rPr>
                        <a:t>Current Volume</a:t>
                      </a:r>
                    </a:p>
                  </a:txBody>
                  <a:tcPr marL="4277" marR="4277" marT="4277" marB="30792" anchor="ctr"/>
                </a:tc>
                <a:tc>
                  <a:txBody>
                    <a:bodyPr/>
                    <a:lstStyle/>
                    <a:p>
                      <a:pPr algn="ctr" fontAlgn="ctr"/>
                      <a:r>
                        <a:rPr lang="en-US" sz="1200" b="1" i="0" u="none" strike="noStrike" dirty="0">
                          <a:solidFill>
                            <a:schemeClr val="bg1"/>
                          </a:solidFill>
                          <a:effectLst/>
                          <a:latin typeface="+mn-lt"/>
                        </a:rPr>
                        <a:t>Buffer (%)</a:t>
                      </a:r>
                    </a:p>
                  </a:txBody>
                  <a:tcPr marL="4277" marR="4277" marT="4277" marB="30792" anchor="ctr"/>
                </a:tc>
                <a:tc>
                  <a:txBody>
                    <a:bodyPr/>
                    <a:lstStyle/>
                    <a:p>
                      <a:pPr algn="ctr" fontAlgn="ctr"/>
                      <a:r>
                        <a:rPr lang="en-US" sz="1200" b="1" i="0" u="none" strike="noStrike" dirty="0">
                          <a:solidFill>
                            <a:schemeClr val="bg1"/>
                          </a:solidFill>
                          <a:effectLst/>
                          <a:latin typeface="+mn-lt"/>
                        </a:rPr>
                        <a:t>Buffer Volume</a:t>
                      </a:r>
                    </a:p>
                  </a:txBody>
                  <a:tcPr marL="4277" marR="4277" marT="4277" marB="30792" anchor="ctr"/>
                </a:tc>
                <a:tc>
                  <a:txBody>
                    <a:bodyPr/>
                    <a:lstStyle/>
                    <a:p>
                      <a:pPr algn="ctr" fontAlgn="ctr"/>
                      <a:r>
                        <a:rPr lang="en-US" sz="1200" b="1" i="0" u="none" strike="noStrike" dirty="0">
                          <a:solidFill>
                            <a:schemeClr val="bg1"/>
                          </a:solidFill>
                          <a:effectLst/>
                          <a:latin typeface="+mn-lt"/>
                        </a:rPr>
                        <a:t>Total Volume (Round off)</a:t>
                      </a:r>
                    </a:p>
                    <a:p>
                      <a:pPr algn="ctr" fontAlgn="ctr"/>
                      <a:r>
                        <a:rPr lang="en-US" sz="1200" b="1" i="0" u="none" strike="noStrike" dirty="0">
                          <a:solidFill>
                            <a:schemeClr val="bg1"/>
                          </a:solidFill>
                          <a:effectLst/>
                          <a:latin typeface="+mn-lt"/>
                        </a:rPr>
                        <a:t>(Current + Buffer Volume)</a:t>
                      </a:r>
                    </a:p>
                  </a:txBody>
                  <a:tcPr marL="4277" marR="4277" marT="4277" marB="30792" anchor="ctr"/>
                </a:tc>
                <a:extLst>
                  <a:ext uri="{0D108BD9-81ED-4DB2-BD59-A6C34878D82A}">
                    <a16:rowId xmlns:a16="http://schemas.microsoft.com/office/drawing/2014/main" val="3985106747"/>
                  </a:ext>
                </a:extLst>
              </a:tr>
              <a:tr h="352354">
                <a:tc>
                  <a:txBody>
                    <a:bodyPr/>
                    <a:lstStyle/>
                    <a:p>
                      <a:pPr algn="ctr" fontAlgn="ctr"/>
                      <a:r>
                        <a:rPr lang="en-US" sz="1200" b="0" i="0" u="none" strike="noStrike" dirty="0">
                          <a:solidFill>
                            <a:schemeClr val="tx1"/>
                          </a:solidFill>
                          <a:effectLst/>
                          <a:latin typeface="+mn-lt"/>
                        </a:rPr>
                        <a:t>1</a:t>
                      </a:r>
                    </a:p>
                  </a:txBody>
                  <a:tcPr marL="4277" marR="4277" marT="4277" marB="30792" anchor="ctr"/>
                </a:tc>
                <a:tc>
                  <a:txBody>
                    <a:bodyPr/>
                    <a:lstStyle/>
                    <a:p>
                      <a:pPr algn="ctr" fontAlgn="ctr"/>
                      <a:r>
                        <a:rPr lang="en-US" sz="1200" b="0" i="0" u="none" strike="noStrike">
                          <a:solidFill>
                            <a:schemeClr val="tx1"/>
                          </a:solidFill>
                          <a:effectLst/>
                          <a:latin typeface="+mn-lt"/>
                        </a:rPr>
                        <a:t>PwD </a:t>
                      </a:r>
                    </a:p>
                  </a:txBody>
                  <a:tcPr marL="4277" marR="4277" marT="4277" marB="30792" anchor="ctr"/>
                </a:tc>
                <a:tc>
                  <a:txBody>
                    <a:bodyPr/>
                    <a:lstStyle/>
                    <a:p>
                      <a:pPr algn="ctr" fontAlgn="ctr"/>
                      <a:r>
                        <a:rPr lang="en-US" sz="1200" b="0" i="0" u="none" strike="noStrike" dirty="0">
                          <a:solidFill>
                            <a:schemeClr val="tx1"/>
                          </a:solidFill>
                          <a:effectLst/>
                          <a:latin typeface="+mn-lt"/>
                        </a:rPr>
                        <a:t>22500</a:t>
                      </a:r>
                    </a:p>
                  </a:txBody>
                  <a:tcPr marL="4277" marR="4277" marT="4277" marB="30792" anchor="ctr"/>
                </a:tc>
                <a:tc>
                  <a:txBody>
                    <a:bodyPr/>
                    <a:lstStyle/>
                    <a:p>
                      <a:pPr algn="ctr" fontAlgn="ctr"/>
                      <a:r>
                        <a:rPr lang="en-US" sz="1200" b="0" i="0" u="none" strike="noStrike" dirty="0">
                          <a:solidFill>
                            <a:schemeClr val="tx1"/>
                          </a:solidFill>
                          <a:effectLst/>
                          <a:latin typeface="+mn-lt"/>
                        </a:rPr>
                        <a:t>122%</a:t>
                      </a:r>
                    </a:p>
                  </a:txBody>
                  <a:tcPr marL="4277" marR="4277" marT="4277" marB="30792" anchor="ctr"/>
                </a:tc>
                <a:tc>
                  <a:txBody>
                    <a:bodyPr/>
                    <a:lstStyle/>
                    <a:p>
                      <a:pPr algn="ctr" fontAlgn="ctr"/>
                      <a:r>
                        <a:rPr lang="en-US" sz="1200" b="0" i="0" u="none" strike="noStrike" dirty="0">
                          <a:solidFill>
                            <a:schemeClr val="tx1"/>
                          </a:solidFill>
                          <a:effectLst/>
                          <a:latin typeface="+mn-lt"/>
                        </a:rPr>
                        <a:t>27450</a:t>
                      </a:r>
                    </a:p>
                  </a:txBody>
                  <a:tcPr marL="4277" marR="4277" marT="4277" marB="30792" anchor="ctr"/>
                </a:tc>
                <a:tc>
                  <a:txBody>
                    <a:bodyPr/>
                    <a:lstStyle/>
                    <a:p>
                      <a:pPr algn="ctr" fontAlgn="ctr"/>
                      <a:r>
                        <a:rPr lang="en-US" sz="1200" b="0" i="0" u="none" strike="noStrike" dirty="0">
                          <a:solidFill>
                            <a:schemeClr val="tx1"/>
                          </a:solidFill>
                          <a:effectLst/>
                          <a:latin typeface="+mn-lt"/>
                        </a:rPr>
                        <a:t>50000</a:t>
                      </a:r>
                    </a:p>
                  </a:txBody>
                  <a:tcPr marL="4277" marR="4277" marT="4277" marB="30792" anchor="ctr"/>
                </a:tc>
                <a:extLst>
                  <a:ext uri="{0D108BD9-81ED-4DB2-BD59-A6C34878D82A}">
                    <a16:rowId xmlns:a16="http://schemas.microsoft.com/office/drawing/2014/main" val="2176958638"/>
                  </a:ext>
                </a:extLst>
              </a:tr>
              <a:tr h="352354">
                <a:tc>
                  <a:txBody>
                    <a:bodyPr/>
                    <a:lstStyle/>
                    <a:p>
                      <a:pPr algn="ctr" fontAlgn="ctr"/>
                      <a:r>
                        <a:rPr lang="en-US" sz="1200" b="0" i="0" u="none" strike="noStrike" dirty="0">
                          <a:solidFill>
                            <a:schemeClr val="tx1"/>
                          </a:solidFill>
                          <a:effectLst/>
                          <a:latin typeface="+mn-lt"/>
                        </a:rPr>
                        <a:t>2</a:t>
                      </a:r>
                    </a:p>
                  </a:txBody>
                  <a:tcPr marL="4277" marR="4277" marT="4277" marB="30792" anchor="ctr"/>
                </a:tc>
                <a:tc>
                  <a:txBody>
                    <a:bodyPr/>
                    <a:lstStyle/>
                    <a:p>
                      <a:pPr algn="ctr" fontAlgn="ctr"/>
                      <a:r>
                        <a:rPr lang="en-US" sz="1200" b="0" i="0" u="none" strike="noStrike" dirty="0">
                          <a:solidFill>
                            <a:schemeClr val="tx1"/>
                          </a:solidFill>
                          <a:effectLst/>
                          <a:latin typeface="+mn-lt"/>
                        </a:rPr>
                        <a:t>HCP</a:t>
                      </a:r>
                    </a:p>
                  </a:txBody>
                  <a:tcPr marL="4277" marR="4277" marT="4277" marB="30792" anchor="ctr"/>
                </a:tc>
                <a:tc>
                  <a:txBody>
                    <a:bodyPr/>
                    <a:lstStyle/>
                    <a:p>
                      <a:pPr algn="ctr" fontAlgn="ctr"/>
                      <a:r>
                        <a:rPr lang="en-US" sz="1200" b="0" i="0" u="none" strike="noStrike" dirty="0">
                          <a:solidFill>
                            <a:schemeClr val="tx1"/>
                          </a:solidFill>
                          <a:effectLst/>
                          <a:latin typeface="+mn-lt"/>
                        </a:rPr>
                        <a:t>1575</a:t>
                      </a:r>
                    </a:p>
                  </a:txBody>
                  <a:tcPr marL="4277" marR="4277" marT="4277" marB="30792" anchor="ctr"/>
                </a:tc>
                <a:tc>
                  <a:txBody>
                    <a:bodyPr/>
                    <a:lstStyle/>
                    <a:p>
                      <a:pPr algn="ctr" fontAlgn="ctr"/>
                      <a:r>
                        <a:rPr lang="en-US" sz="1200" b="0" i="0" u="none" strike="noStrike" dirty="0">
                          <a:solidFill>
                            <a:schemeClr val="tx1"/>
                          </a:solidFill>
                          <a:effectLst/>
                          <a:latin typeface="+mn-lt"/>
                        </a:rPr>
                        <a:t>122%</a:t>
                      </a:r>
                    </a:p>
                  </a:txBody>
                  <a:tcPr marL="4277" marR="4277" marT="4277" marB="30792" anchor="ctr"/>
                </a:tc>
                <a:tc>
                  <a:txBody>
                    <a:bodyPr/>
                    <a:lstStyle/>
                    <a:p>
                      <a:pPr algn="ctr" fontAlgn="ctr"/>
                      <a:r>
                        <a:rPr lang="en-US" sz="1200" b="0" i="0" u="none" strike="noStrike" dirty="0">
                          <a:solidFill>
                            <a:schemeClr val="tx1"/>
                          </a:solidFill>
                          <a:effectLst/>
                          <a:latin typeface="+mn-lt"/>
                        </a:rPr>
                        <a:t>1922</a:t>
                      </a:r>
                    </a:p>
                  </a:txBody>
                  <a:tcPr marL="4277" marR="4277" marT="4277" marB="30792" anchor="ctr"/>
                </a:tc>
                <a:tc>
                  <a:txBody>
                    <a:bodyPr/>
                    <a:lstStyle/>
                    <a:p>
                      <a:pPr algn="ctr" fontAlgn="ctr"/>
                      <a:r>
                        <a:rPr lang="en-US" sz="1200" b="0" i="0" u="none" strike="noStrike" dirty="0">
                          <a:solidFill>
                            <a:schemeClr val="tx1"/>
                          </a:solidFill>
                          <a:effectLst/>
                          <a:latin typeface="+mn-lt"/>
                        </a:rPr>
                        <a:t>3500</a:t>
                      </a:r>
                    </a:p>
                  </a:txBody>
                  <a:tcPr marL="4277" marR="4277" marT="4277" marB="30792" anchor="ctr"/>
                </a:tc>
                <a:extLst>
                  <a:ext uri="{0D108BD9-81ED-4DB2-BD59-A6C34878D82A}">
                    <a16:rowId xmlns:a16="http://schemas.microsoft.com/office/drawing/2014/main" val="1141214100"/>
                  </a:ext>
                </a:extLst>
              </a:tr>
              <a:tr h="352354">
                <a:tc>
                  <a:txBody>
                    <a:bodyPr/>
                    <a:lstStyle/>
                    <a:p>
                      <a:pPr algn="ctr" fontAlgn="ctr"/>
                      <a:r>
                        <a:rPr lang="en-US" sz="1200" b="0" i="0" u="none" strike="noStrike" dirty="0">
                          <a:solidFill>
                            <a:schemeClr val="tx1"/>
                          </a:solidFill>
                          <a:effectLst/>
                          <a:latin typeface="+mn-lt"/>
                        </a:rPr>
                        <a:t>3</a:t>
                      </a:r>
                    </a:p>
                  </a:txBody>
                  <a:tcPr marL="4277" marR="4277" marT="4277" marB="30792" anchor="ctr"/>
                </a:tc>
                <a:tc>
                  <a:txBody>
                    <a:bodyPr/>
                    <a:lstStyle/>
                    <a:p>
                      <a:pPr algn="ctr" fontAlgn="ctr"/>
                      <a:r>
                        <a:rPr lang="en-US" sz="1200" b="0" i="0" u="none" strike="noStrike" dirty="0">
                          <a:solidFill>
                            <a:schemeClr val="tx1"/>
                          </a:solidFill>
                          <a:effectLst/>
                          <a:latin typeface="+mn-lt"/>
                        </a:rPr>
                        <a:t>Clinic</a:t>
                      </a:r>
                    </a:p>
                  </a:txBody>
                  <a:tcPr marL="4277" marR="4277" marT="4277" marB="30792" anchor="ctr"/>
                </a:tc>
                <a:tc>
                  <a:txBody>
                    <a:bodyPr/>
                    <a:lstStyle/>
                    <a:p>
                      <a:pPr algn="ctr" fontAlgn="ctr"/>
                      <a:r>
                        <a:rPr lang="en-US" sz="1200" b="0" i="0" u="none" strike="noStrike" dirty="0">
                          <a:solidFill>
                            <a:schemeClr val="tx1"/>
                          </a:solidFill>
                          <a:effectLst/>
                          <a:latin typeface="+mn-lt"/>
                        </a:rPr>
                        <a:t>225</a:t>
                      </a:r>
                    </a:p>
                  </a:txBody>
                  <a:tcPr marL="4277" marR="4277" marT="4277" marB="30792" anchor="ctr"/>
                </a:tc>
                <a:tc>
                  <a:txBody>
                    <a:bodyPr/>
                    <a:lstStyle/>
                    <a:p>
                      <a:pPr algn="ctr" fontAlgn="ctr"/>
                      <a:r>
                        <a:rPr lang="en-US" sz="1200" b="0" i="0" u="none" strike="noStrike" dirty="0">
                          <a:solidFill>
                            <a:schemeClr val="tx1"/>
                          </a:solidFill>
                          <a:effectLst/>
                          <a:latin typeface="+mn-lt"/>
                        </a:rPr>
                        <a:t>122%</a:t>
                      </a:r>
                    </a:p>
                  </a:txBody>
                  <a:tcPr marL="4277" marR="4277" marT="4277" marB="30792" anchor="ctr"/>
                </a:tc>
                <a:tc>
                  <a:txBody>
                    <a:bodyPr/>
                    <a:lstStyle/>
                    <a:p>
                      <a:pPr algn="ctr" fontAlgn="ctr"/>
                      <a:r>
                        <a:rPr lang="en-US" sz="1200" b="0" i="0" u="none" strike="noStrike" dirty="0">
                          <a:solidFill>
                            <a:schemeClr val="tx1"/>
                          </a:solidFill>
                          <a:effectLst/>
                          <a:latin typeface="+mn-lt"/>
                        </a:rPr>
                        <a:t>274</a:t>
                      </a:r>
                    </a:p>
                  </a:txBody>
                  <a:tcPr marL="4277" marR="4277" marT="4277" marB="30792" anchor="ctr"/>
                </a:tc>
                <a:tc>
                  <a:txBody>
                    <a:bodyPr/>
                    <a:lstStyle/>
                    <a:p>
                      <a:pPr algn="ctr" fontAlgn="ctr"/>
                      <a:r>
                        <a:rPr lang="en-US" sz="1200" b="0" i="0" u="none" strike="noStrike" dirty="0">
                          <a:solidFill>
                            <a:schemeClr val="tx1"/>
                          </a:solidFill>
                          <a:effectLst/>
                          <a:latin typeface="+mn-lt"/>
                        </a:rPr>
                        <a:t>500</a:t>
                      </a:r>
                    </a:p>
                  </a:txBody>
                  <a:tcPr marL="4277" marR="4277" marT="4277" marB="30792" anchor="ctr"/>
                </a:tc>
                <a:extLst>
                  <a:ext uri="{0D108BD9-81ED-4DB2-BD59-A6C34878D82A}">
                    <a16:rowId xmlns:a16="http://schemas.microsoft.com/office/drawing/2014/main" val="954009764"/>
                  </a:ext>
                </a:extLst>
              </a:tr>
            </a:tbl>
          </a:graphicData>
        </a:graphic>
      </p:graphicFrame>
      <p:sp>
        <p:nvSpPr>
          <p:cNvPr id="7" name="Rectangle 6">
            <a:extLst>
              <a:ext uri="{FF2B5EF4-FFF2-40B4-BE49-F238E27FC236}">
                <a16:creationId xmlns:a16="http://schemas.microsoft.com/office/drawing/2014/main" id="{508C2529-0D87-4FDC-44AF-A96F57EFD1BD}"/>
              </a:ext>
            </a:extLst>
          </p:cNvPr>
          <p:cNvSpPr/>
          <p:nvPr/>
        </p:nvSpPr>
        <p:spPr>
          <a:xfrm>
            <a:off x="718456" y="123099"/>
            <a:ext cx="10776857" cy="522515"/>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nSpc>
                <a:spcPct val="85000"/>
              </a:lnSpc>
            </a:pPr>
            <a:r>
              <a:rPr lang="en-US" sz="2400" b="1" dirty="0">
                <a:solidFill>
                  <a:schemeClr val="bg1"/>
                </a:solidFill>
              </a:rPr>
              <a:t>Volume Details (API, GUI &amp; ETL)</a:t>
            </a:r>
          </a:p>
        </p:txBody>
      </p:sp>
      <p:sp>
        <p:nvSpPr>
          <p:cNvPr id="8" name="TextBox 7">
            <a:extLst>
              <a:ext uri="{FF2B5EF4-FFF2-40B4-BE49-F238E27FC236}">
                <a16:creationId xmlns:a16="http://schemas.microsoft.com/office/drawing/2014/main" id="{4C6E51F8-F375-C325-D271-EB7C92B63DF0}"/>
              </a:ext>
            </a:extLst>
          </p:cNvPr>
          <p:cNvSpPr txBox="1"/>
          <p:nvPr/>
        </p:nvSpPr>
        <p:spPr>
          <a:xfrm>
            <a:off x="876931" y="718452"/>
            <a:ext cx="3140612" cy="276999"/>
          </a:xfrm>
          <a:prstGeom prst="rect">
            <a:avLst/>
          </a:prstGeom>
          <a:noFill/>
        </p:spPr>
        <p:txBody>
          <a:bodyPr wrap="square">
            <a:spAutoFit/>
          </a:bodyPr>
          <a:lstStyle/>
          <a:p>
            <a:r>
              <a:rPr lang="en-US" sz="1200" b="1" dirty="0"/>
              <a:t>Total Volume Details (API and GUI)</a:t>
            </a:r>
          </a:p>
        </p:txBody>
      </p:sp>
      <p:sp>
        <p:nvSpPr>
          <p:cNvPr id="9" name="TextBox 8">
            <a:extLst>
              <a:ext uri="{FF2B5EF4-FFF2-40B4-BE49-F238E27FC236}">
                <a16:creationId xmlns:a16="http://schemas.microsoft.com/office/drawing/2014/main" id="{66A1A127-69E9-F912-2271-B78F549C7B2C}"/>
              </a:ext>
            </a:extLst>
          </p:cNvPr>
          <p:cNvSpPr txBox="1"/>
          <p:nvPr/>
        </p:nvSpPr>
        <p:spPr>
          <a:xfrm>
            <a:off x="876931" y="2566645"/>
            <a:ext cx="3140612" cy="276999"/>
          </a:xfrm>
          <a:prstGeom prst="rect">
            <a:avLst/>
          </a:prstGeom>
          <a:noFill/>
        </p:spPr>
        <p:txBody>
          <a:bodyPr wrap="square">
            <a:spAutoFit/>
          </a:bodyPr>
          <a:lstStyle/>
          <a:p>
            <a:r>
              <a:rPr lang="en-US" sz="1200" b="1" dirty="0"/>
              <a:t>Total ETL Volume process </a:t>
            </a:r>
          </a:p>
        </p:txBody>
      </p:sp>
      <p:sp>
        <p:nvSpPr>
          <p:cNvPr id="10" name="TextBox 9">
            <a:extLst>
              <a:ext uri="{FF2B5EF4-FFF2-40B4-BE49-F238E27FC236}">
                <a16:creationId xmlns:a16="http://schemas.microsoft.com/office/drawing/2014/main" id="{CE83BE7A-2BF4-E9F1-F94B-2EA73859F01B}"/>
              </a:ext>
            </a:extLst>
          </p:cNvPr>
          <p:cNvSpPr txBox="1"/>
          <p:nvPr/>
        </p:nvSpPr>
        <p:spPr>
          <a:xfrm>
            <a:off x="876931" y="3609172"/>
            <a:ext cx="3891012" cy="276999"/>
          </a:xfrm>
          <a:prstGeom prst="rect">
            <a:avLst/>
          </a:prstGeom>
          <a:noFill/>
        </p:spPr>
        <p:txBody>
          <a:bodyPr wrap="square">
            <a:spAutoFit/>
          </a:bodyPr>
          <a:lstStyle/>
          <a:p>
            <a:r>
              <a:rPr lang="en-US" sz="1200" b="1" dirty="0"/>
              <a:t>User Creation – Unique data (Overall)</a:t>
            </a:r>
          </a:p>
        </p:txBody>
      </p:sp>
      <p:graphicFrame>
        <p:nvGraphicFramePr>
          <p:cNvPr id="11" name="Table 10">
            <a:extLst>
              <a:ext uri="{FF2B5EF4-FFF2-40B4-BE49-F238E27FC236}">
                <a16:creationId xmlns:a16="http://schemas.microsoft.com/office/drawing/2014/main" id="{5A16AC0E-4536-65F7-F875-9EB8AD2EC742}"/>
              </a:ext>
            </a:extLst>
          </p:cNvPr>
          <p:cNvGraphicFramePr>
            <a:graphicFrameLocks noGrp="1"/>
          </p:cNvGraphicFramePr>
          <p:nvPr>
            <p:extLst>
              <p:ext uri="{D42A27DB-BD31-4B8C-83A1-F6EECF244321}">
                <p14:modId xmlns:p14="http://schemas.microsoft.com/office/powerpoint/2010/main" val="3513035501"/>
              </p:ext>
            </p:extLst>
          </p:nvPr>
        </p:nvGraphicFramePr>
        <p:xfrm>
          <a:off x="718455" y="2928983"/>
          <a:ext cx="10776856" cy="555817"/>
        </p:xfrm>
        <a:graphic>
          <a:graphicData uri="http://schemas.openxmlformats.org/drawingml/2006/table">
            <a:tbl>
              <a:tblPr firstRow="1" bandRow="1">
                <a:tableStyleId>{5C22544A-7EE6-4342-B048-85BDC9FD1C3A}</a:tableStyleId>
              </a:tblPr>
              <a:tblGrid>
                <a:gridCol w="2694214">
                  <a:extLst>
                    <a:ext uri="{9D8B030D-6E8A-4147-A177-3AD203B41FA5}">
                      <a16:colId xmlns:a16="http://schemas.microsoft.com/office/drawing/2014/main" val="3017751880"/>
                    </a:ext>
                  </a:extLst>
                </a:gridCol>
                <a:gridCol w="2694214">
                  <a:extLst>
                    <a:ext uri="{9D8B030D-6E8A-4147-A177-3AD203B41FA5}">
                      <a16:colId xmlns:a16="http://schemas.microsoft.com/office/drawing/2014/main" val="844738308"/>
                    </a:ext>
                  </a:extLst>
                </a:gridCol>
                <a:gridCol w="2694214">
                  <a:extLst>
                    <a:ext uri="{9D8B030D-6E8A-4147-A177-3AD203B41FA5}">
                      <a16:colId xmlns:a16="http://schemas.microsoft.com/office/drawing/2014/main" val="4059862128"/>
                    </a:ext>
                  </a:extLst>
                </a:gridCol>
                <a:gridCol w="2694214">
                  <a:extLst>
                    <a:ext uri="{9D8B030D-6E8A-4147-A177-3AD203B41FA5}">
                      <a16:colId xmlns:a16="http://schemas.microsoft.com/office/drawing/2014/main" val="2916916657"/>
                    </a:ext>
                  </a:extLst>
                </a:gridCol>
              </a:tblGrid>
              <a:tr h="228324">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200" b="1" kern="1200" dirty="0">
                          <a:solidFill>
                            <a:schemeClr val="lt1"/>
                          </a:solidFill>
                          <a:latin typeface="+mn-lt"/>
                          <a:ea typeface="+mn-ea"/>
                          <a:cs typeface="+mn-cs"/>
                        </a:rPr>
                        <a:t>S. No. </a:t>
                      </a:r>
                    </a:p>
                  </a:txBody>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200" b="1" kern="1200" dirty="0">
                          <a:solidFill>
                            <a:schemeClr val="lt1"/>
                          </a:solidFill>
                          <a:latin typeface="+mn-lt"/>
                          <a:ea typeface="+mn-ea"/>
                          <a:cs typeface="+mn-cs"/>
                        </a:rPr>
                        <a:t>Process Type</a:t>
                      </a:r>
                    </a:p>
                  </a:txBody>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200" b="1" kern="1200" dirty="0">
                          <a:solidFill>
                            <a:schemeClr val="lt1"/>
                          </a:solidFill>
                          <a:latin typeface="+mn-lt"/>
                          <a:ea typeface="+mn-ea"/>
                          <a:cs typeface="+mn-cs"/>
                        </a:rPr>
                        <a:t>No. of hours</a:t>
                      </a:r>
                    </a:p>
                  </a:txBody>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200" b="1" kern="1200" dirty="0">
                          <a:solidFill>
                            <a:schemeClr val="lt1"/>
                          </a:solidFill>
                          <a:latin typeface="+mn-lt"/>
                          <a:ea typeface="+mn-ea"/>
                          <a:cs typeface="+mn-cs"/>
                        </a:rPr>
                        <a:t>Expected Volume</a:t>
                      </a:r>
                    </a:p>
                  </a:txBody>
                  <a:tcPr/>
                </a:tc>
                <a:extLst>
                  <a:ext uri="{0D108BD9-81ED-4DB2-BD59-A6C34878D82A}">
                    <a16:rowId xmlns:a16="http://schemas.microsoft.com/office/drawing/2014/main" val="2130503187"/>
                  </a:ext>
                </a:extLst>
              </a:tr>
              <a:tr h="281497">
                <a:tc>
                  <a:txBody>
                    <a:bodyPr/>
                    <a:lstStyle/>
                    <a:p>
                      <a:pPr marL="0" algn="ctr" defTabSz="1219170" rtl="0" eaLnBrk="1" fontAlgn="ctr" latinLnBrk="0" hangingPunct="1"/>
                      <a:r>
                        <a:rPr lang="en-US" sz="1200" b="0" i="0" u="none" strike="noStrike" kern="1200" dirty="0">
                          <a:solidFill>
                            <a:schemeClr val="tx1"/>
                          </a:solidFill>
                          <a:effectLst/>
                          <a:latin typeface="+mn-lt"/>
                          <a:ea typeface="+mn-ea"/>
                          <a:cs typeface="+mn-cs"/>
                        </a:rPr>
                        <a:t>1</a:t>
                      </a:r>
                    </a:p>
                  </a:txBody>
                  <a:tcPr/>
                </a:tc>
                <a:tc>
                  <a:txBody>
                    <a:bodyPr/>
                    <a:lstStyle/>
                    <a:p>
                      <a:pPr marL="0" algn="ctr" defTabSz="1219170" rtl="0" eaLnBrk="1" fontAlgn="ctr" latinLnBrk="0" hangingPunct="1"/>
                      <a:r>
                        <a:rPr lang="en-US" sz="1200" b="0" i="0" u="none" strike="noStrike" kern="1200" dirty="0">
                          <a:solidFill>
                            <a:schemeClr val="tx1"/>
                          </a:solidFill>
                          <a:effectLst/>
                          <a:latin typeface="+mn-lt"/>
                          <a:ea typeface="+mn-ea"/>
                          <a:cs typeface="+mn-cs"/>
                        </a:rPr>
                        <a:t>ETL</a:t>
                      </a:r>
                    </a:p>
                  </a:txBody>
                  <a:tcPr/>
                </a:tc>
                <a:tc>
                  <a:txBody>
                    <a:bodyPr/>
                    <a:lstStyle/>
                    <a:p>
                      <a:pPr marL="0" algn="ctr" defTabSz="1219170" rtl="0" eaLnBrk="1" fontAlgn="ctr" latinLnBrk="0" hangingPunct="1"/>
                      <a:r>
                        <a:rPr lang="en-US" sz="1200" b="0" i="0" u="none" strike="noStrike" kern="1200" dirty="0">
                          <a:solidFill>
                            <a:schemeClr val="tx1"/>
                          </a:solidFill>
                          <a:effectLst/>
                          <a:latin typeface="+mn-lt"/>
                          <a:ea typeface="+mn-ea"/>
                          <a:cs typeface="+mn-cs"/>
                        </a:rPr>
                        <a:t>24</a:t>
                      </a:r>
                    </a:p>
                  </a:txBody>
                  <a:tcPr/>
                </a:tc>
                <a:tc>
                  <a:txBody>
                    <a:bodyPr/>
                    <a:lstStyle/>
                    <a:p>
                      <a:pPr marL="0" algn="ctr" defTabSz="1219170" rtl="0" eaLnBrk="1" fontAlgn="ctr" latinLnBrk="0" hangingPunct="1"/>
                      <a:r>
                        <a:rPr lang="en-US" sz="1200" b="0" i="0" u="none" strike="noStrike" kern="1200" dirty="0">
                          <a:solidFill>
                            <a:schemeClr val="tx1"/>
                          </a:solidFill>
                          <a:effectLst/>
                          <a:latin typeface="+mn-lt"/>
                          <a:ea typeface="+mn-ea"/>
                          <a:cs typeface="+mn-cs"/>
                        </a:rPr>
                        <a:t>50000</a:t>
                      </a:r>
                    </a:p>
                  </a:txBody>
                  <a:tcPr/>
                </a:tc>
                <a:extLst>
                  <a:ext uri="{0D108BD9-81ED-4DB2-BD59-A6C34878D82A}">
                    <a16:rowId xmlns:a16="http://schemas.microsoft.com/office/drawing/2014/main" val="1343857955"/>
                  </a:ext>
                </a:extLst>
              </a:tr>
            </a:tbl>
          </a:graphicData>
        </a:graphic>
      </p:graphicFrame>
      <p:graphicFrame>
        <p:nvGraphicFramePr>
          <p:cNvPr id="13" name="Table 12">
            <a:extLst>
              <a:ext uri="{FF2B5EF4-FFF2-40B4-BE49-F238E27FC236}">
                <a16:creationId xmlns:a16="http://schemas.microsoft.com/office/drawing/2014/main" id="{FC7DBBD0-81F7-8944-1E02-3D6ACA583D40}"/>
              </a:ext>
            </a:extLst>
          </p:cNvPr>
          <p:cNvGraphicFramePr>
            <a:graphicFrameLocks noGrp="1"/>
          </p:cNvGraphicFramePr>
          <p:nvPr>
            <p:extLst>
              <p:ext uri="{D42A27DB-BD31-4B8C-83A1-F6EECF244321}">
                <p14:modId xmlns:p14="http://schemas.microsoft.com/office/powerpoint/2010/main" val="1440631739"/>
              </p:ext>
            </p:extLst>
          </p:nvPr>
        </p:nvGraphicFramePr>
        <p:xfrm>
          <a:off x="718453" y="3972419"/>
          <a:ext cx="10776855" cy="555817"/>
        </p:xfrm>
        <a:graphic>
          <a:graphicData uri="http://schemas.openxmlformats.org/drawingml/2006/table">
            <a:tbl>
              <a:tblPr firstRow="1" bandRow="1">
                <a:tableStyleId>{5C22544A-7EE6-4342-B048-85BDC9FD1C3A}</a:tableStyleId>
              </a:tblPr>
              <a:tblGrid>
                <a:gridCol w="3592285">
                  <a:extLst>
                    <a:ext uri="{9D8B030D-6E8A-4147-A177-3AD203B41FA5}">
                      <a16:colId xmlns:a16="http://schemas.microsoft.com/office/drawing/2014/main" val="3017751880"/>
                    </a:ext>
                  </a:extLst>
                </a:gridCol>
                <a:gridCol w="3592285">
                  <a:extLst>
                    <a:ext uri="{9D8B030D-6E8A-4147-A177-3AD203B41FA5}">
                      <a16:colId xmlns:a16="http://schemas.microsoft.com/office/drawing/2014/main" val="844738308"/>
                    </a:ext>
                  </a:extLst>
                </a:gridCol>
                <a:gridCol w="3592285">
                  <a:extLst>
                    <a:ext uri="{9D8B030D-6E8A-4147-A177-3AD203B41FA5}">
                      <a16:colId xmlns:a16="http://schemas.microsoft.com/office/drawing/2014/main" val="4059862128"/>
                    </a:ext>
                  </a:extLst>
                </a:gridCol>
              </a:tblGrid>
              <a:tr h="228324">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200" b="1" kern="1200" dirty="0">
                          <a:solidFill>
                            <a:schemeClr val="lt1"/>
                          </a:solidFill>
                          <a:latin typeface="+mn-lt"/>
                          <a:ea typeface="+mn-ea"/>
                          <a:cs typeface="+mn-cs"/>
                        </a:rPr>
                        <a:t>S. No. </a:t>
                      </a:r>
                    </a:p>
                  </a:txBody>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200" b="1" kern="1200" dirty="0">
                          <a:solidFill>
                            <a:schemeClr val="lt1"/>
                          </a:solidFill>
                          <a:latin typeface="+mn-lt"/>
                          <a:ea typeface="+mn-ea"/>
                          <a:cs typeface="+mn-cs"/>
                        </a:rPr>
                        <a:t>HCP</a:t>
                      </a:r>
                    </a:p>
                  </a:txBody>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200" b="1" kern="1200">
                          <a:solidFill>
                            <a:schemeClr val="lt1"/>
                          </a:solidFill>
                          <a:latin typeface="+mn-lt"/>
                          <a:ea typeface="+mn-ea"/>
                          <a:cs typeface="+mn-cs"/>
                        </a:rPr>
                        <a:t>PwD</a:t>
                      </a:r>
                    </a:p>
                  </a:txBody>
                  <a:tcPr/>
                </a:tc>
                <a:extLst>
                  <a:ext uri="{0D108BD9-81ED-4DB2-BD59-A6C34878D82A}">
                    <a16:rowId xmlns:a16="http://schemas.microsoft.com/office/drawing/2014/main" val="2130503187"/>
                  </a:ext>
                </a:extLst>
              </a:tr>
              <a:tr h="281497">
                <a:tc>
                  <a:txBody>
                    <a:bodyPr/>
                    <a:lstStyle/>
                    <a:p>
                      <a:pPr marL="0" algn="ctr" defTabSz="1219170" rtl="0" eaLnBrk="1" fontAlgn="ctr" latinLnBrk="0" hangingPunct="1"/>
                      <a:r>
                        <a:rPr lang="en-US" sz="1200" b="0" i="0" u="none" strike="noStrike" kern="1200" dirty="0">
                          <a:solidFill>
                            <a:schemeClr val="tx1"/>
                          </a:solidFill>
                          <a:effectLst/>
                          <a:latin typeface="+mn-lt"/>
                          <a:ea typeface="+mn-ea"/>
                          <a:cs typeface="+mn-cs"/>
                        </a:rPr>
                        <a:t>1</a:t>
                      </a:r>
                    </a:p>
                  </a:txBody>
                  <a:tcPr/>
                </a:tc>
                <a:tc>
                  <a:txBody>
                    <a:bodyPr/>
                    <a:lstStyle/>
                    <a:p>
                      <a:pPr marL="0" algn="ctr" defTabSz="1219170" rtl="0" eaLnBrk="1" fontAlgn="ctr" latinLnBrk="0" hangingPunct="1"/>
                      <a:r>
                        <a:rPr lang="en-US" sz="1200" b="0" i="0" u="none" strike="noStrike" kern="1200" dirty="0">
                          <a:solidFill>
                            <a:schemeClr val="tx1"/>
                          </a:solidFill>
                          <a:effectLst/>
                          <a:latin typeface="+mn-lt"/>
                          <a:ea typeface="+mn-ea"/>
                          <a:cs typeface="+mn-cs"/>
                        </a:rPr>
                        <a:t>3550</a:t>
                      </a:r>
                    </a:p>
                  </a:txBody>
                  <a:tcPr/>
                </a:tc>
                <a:tc>
                  <a:txBody>
                    <a:bodyPr/>
                    <a:lstStyle/>
                    <a:p>
                      <a:pPr marL="0" algn="ctr" defTabSz="1219170" rtl="0" eaLnBrk="1" fontAlgn="ctr" latinLnBrk="0" hangingPunct="1"/>
                      <a:r>
                        <a:rPr lang="en-US" sz="1200" b="0" i="0" u="none" strike="noStrike" kern="1200" dirty="0">
                          <a:solidFill>
                            <a:schemeClr val="tx1"/>
                          </a:solidFill>
                          <a:effectLst/>
                          <a:latin typeface="+mn-lt"/>
                          <a:ea typeface="+mn-ea"/>
                          <a:cs typeface="+mn-cs"/>
                        </a:rPr>
                        <a:t>50100</a:t>
                      </a:r>
                    </a:p>
                  </a:txBody>
                  <a:tcPr/>
                </a:tc>
                <a:extLst>
                  <a:ext uri="{0D108BD9-81ED-4DB2-BD59-A6C34878D82A}">
                    <a16:rowId xmlns:a16="http://schemas.microsoft.com/office/drawing/2014/main" val="1343857955"/>
                  </a:ext>
                </a:extLst>
              </a:tr>
            </a:tbl>
          </a:graphicData>
        </a:graphic>
      </p:graphicFrame>
    </p:spTree>
    <p:extLst>
      <p:ext uri="{BB962C8B-B14F-4D97-AF65-F5344CB8AC3E}">
        <p14:creationId xmlns:p14="http://schemas.microsoft.com/office/powerpoint/2010/main" val="368760722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208A0-D078-E349-D0E3-C72F2C534ABE}"/>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7B749C31-D616-E513-DCAF-B8AB54ACD8F4}"/>
              </a:ext>
            </a:extLst>
          </p:cNvPr>
          <p:cNvSpPr>
            <a:spLocks noGrp="1"/>
          </p:cNvSpPr>
          <p:nvPr>
            <p:ph type="ftr" sz="quarter" idx="15"/>
          </p:nvPr>
        </p:nvSpPr>
        <p:spPr/>
        <p:txBody>
          <a:bodyPr/>
          <a:lstStyle/>
          <a:p>
            <a:r>
              <a:rPr lang="en-US"/>
              <a:t>CONFIDENTIAL</a:t>
            </a:r>
          </a:p>
        </p:txBody>
      </p:sp>
      <p:sp>
        <p:nvSpPr>
          <p:cNvPr id="4" name="Slide Number Placeholder 3">
            <a:extLst>
              <a:ext uri="{FF2B5EF4-FFF2-40B4-BE49-F238E27FC236}">
                <a16:creationId xmlns:a16="http://schemas.microsoft.com/office/drawing/2014/main" id="{0C4206A7-20E1-AC9F-503E-E0F8738D383C}"/>
              </a:ext>
            </a:extLst>
          </p:cNvPr>
          <p:cNvSpPr>
            <a:spLocks noGrp="1"/>
          </p:cNvSpPr>
          <p:nvPr>
            <p:ph type="sldNum" sz="quarter" idx="16"/>
          </p:nvPr>
        </p:nvSpPr>
        <p:spPr/>
        <p:txBody>
          <a:bodyPr/>
          <a:lstStyle/>
          <a:p>
            <a:fld id="{4F90343F-D056-4E24-BE3D-A305BDC1A23E}" type="slidenum">
              <a:rPr lang="en-US" smtClean="0"/>
              <a:pPr/>
              <a:t>8</a:t>
            </a:fld>
            <a:endParaRPr lang="en-US"/>
          </a:p>
        </p:txBody>
      </p:sp>
      <p:sp>
        <p:nvSpPr>
          <p:cNvPr id="7" name="Rectangle 6">
            <a:extLst>
              <a:ext uri="{FF2B5EF4-FFF2-40B4-BE49-F238E27FC236}">
                <a16:creationId xmlns:a16="http://schemas.microsoft.com/office/drawing/2014/main" id="{7E0F7047-F838-19DB-4EE6-81B5A375027F}"/>
              </a:ext>
            </a:extLst>
          </p:cNvPr>
          <p:cNvSpPr/>
          <p:nvPr/>
        </p:nvSpPr>
        <p:spPr>
          <a:xfrm>
            <a:off x="718456" y="123099"/>
            <a:ext cx="10776857" cy="522515"/>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nSpc>
                <a:spcPct val="85000"/>
              </a:lnSpc>
            </a:pPr>
            <a:r>
              <a:rPr lang="en-US" sz="2400" b="1">
                <a:solidFill>
                  <a:schemeClr val="bg1"/>
                </a:solidFill>
              </a:rPr>
              <a:t>NFRs and In-scope Scenarios</a:t>
            </a:r>
          </a:p>
        </p:txBody>
      </p:sp>
      <p:sp>
        <p:nvSpPr>
          <p:cNvPr id="8" name="TextBox 7">
            <a:extLst>
              <a:ext uri="{FF2B5EF4-FFF2-40B4-BE49-F238E27FC236}">
                <a16:creationId xmlns:a16="http://schemas.microsoft.com/office/drawing/2014/main" id="{A4CD77DF-68E5-067C-2A8F-D294A0015220}"/>
              </a:ext>
            </a:extLst>
          </p:cNvPr>
          <p:cNvSpPr txBox="1"/>
          <p:nvPr/>
        </p:nvSpPr>
        <p:spPr>
          <a:xfrm>
            <a:off x="670101" y="700917"/>
            <a:ext cx="8909834" cy="276999"/>
          </a:xfrm>
          <a:prstGeom prst="rect">
            <a:avLst/>
          </a:prstGeom>
          <a:noFill/>
        </p:spPr>
        <p:txBody>
          <a:bodyPr wrap="square">
            <a:spAutoFit/>
          </a:bodyPr>
          <a:lstStyle/>
          <a:p>
            <a:r>
              <a:rPr lang="en-US" sz="1200" b="1"/>
              <a:t>NFRs and In-Scope scenario - </a:t>
            </a:r>
            <a:r>
              <a:rPr lang="en-US" sz="1200" b="0" i="0">
                <a:solidFill>
                  <a:srgbClr val="172B4D"/>
                </a:solidFill>
                <a:effectLst/>
                <a:latin typeface="-apple-system"/>
              </a:rPr>
              <a:t>Following are the scenarios which will be tested using both API and GUI</a:t>
            </a:r>
            <a:endParaRPr lang="en-US" sz="1200" b="1"/>
          </a:p>
        </p:txBody>
      </p:sp>
      <p:graphicFrame>
        <p:nvGraphicFramePr>
          <p:cNvPr id="10" name="Table 9">
            <a:extLst>
              <a:ext uri="{FF2B5EF4-FFF2-40B4-BE49-F238E27FC236}">
                <a16:creationId xmlns:a16="http://schemas.microsoft.com/office/drawing/2014/main" id="{4FA569A5-1D59-6DDC-9BBE-DD172C9D3409}"/>
              </a:ext>
            </a:extLst>
          </p:cNvPr>
          <p:cNvGraphicFramePr>
            <a:graphicFrameLocks noGrp="1"/>
          </p:cNvGraphicFramePr>
          <p:nvPr>
            <p:extLst>
              <p:ext uri="{D42A27DB-BD31-4B8C-83A1-F6EECF244321}">
                <p14:modId xmlns:p14="http://schemas.microsoft.com/office/powerpoint/2010/main" val="2568847349"/>
              </p:ext>
            </p:extLst>
          </p:nvPr>
        </p:nvGraphicFramePr>
        <p:xfrm>
          <a:off x="718456" y="1033219"/>
          <a:ext cx="9542823" cy="5511755"/>
        </p:xfrm>
        <a:graphic>
          <a:graphicData uri="http://schemas.openxmlformats.org/drawingml/2006/table">
            <a:tbl>
              <a:tblPr firstRow="1" bandRow="1">
                <a:tableStyleId>{5C22544A-7EE6-4342-B048-85BDC9FD1C3A}</a:tableStyleId>
              </a:tblPr>
              <a:tblGrid>
                <a:gridCol w="3416880">
                  <a:extLst>
                    <a:ext uri="{9D8B030D-6E8A-4147-A177-3AD203B41FA5}">
                      <a16:colId xmlns:a16="http://schemas.microsoft.com/office/drawing/2014/main" val="1610183308"/>
                    </a:ext>
                  </a:extLst>
                </a:gridCol>
                <a:gridCol w="1218938">
                  <a:extLst>
                    <a:ext uri="{9D8B030D-6E8A-4147-A177-3AD203B41FA5}">
                      <a16:colId xmlns:a16="http://schemas.microsoft.com/office/drawing/2014/main" val="3555548847"/>
                    </a:ext>
                  </a:extLst>
                </a:gridCol>
                <a:gridCol w="1020991">
                  <a:extLst>
                    <a:ext uri="{9D8B030D-6E8A-4147-A177-3AD203B41FA5}">
                      <a16:colId xmlns:a16="http://schemas.microsoft.com/office/drawing/2014/main" val="12552978"/>
                    </a:ext>
                  </a:extLst>
                </a:gridCol>
                <a:gridCol w="1333538">
                  <a:extLst>
                    <a:ext uri="{9D8B030D-6E8A-4147-A177-3AD203B41FA5}">
                      <a16:colId xmlns:a16="http://schemas.microsoft.com/office/drawing/2014/main" val="2103332853"/>
                    </a:ext>
                  </a:extLst>
                </a:gridCol>
                <a:gridCol w="1323121">
                  <a:extLst>
                    <a:ext uri="{9D8B030D-6E8A-4147-A177-3AD203B41FA5}">
                      <a16:colId xmlns:a16="http://schemas.microsoft.com/office/drawing/2014/main" val="901360714"/>
                    </a:ext>
                  </a:extLst>
                </a:gridCol>
                <a:gridCol w="1229355">
                  <a:extLst>
                    <a:ext uri="{9D8B030D-6E8A-4147-A177-3AD203B41FA5}">
                      <a16:colId xmlns:a16="http://schemas.microsoft.com/office/drawing/2014/main" val="3819082592"/>
                    </a:ext>
                  </a:extLst>
                </a:gridCol>
              </a:tblGrid>
              <a:tr h="352354">
                <a:tc>
                  <a:txBody>
                    <a:bodyPr/>
                    <a:lstStyle/>
                    <a:p>
                      <a:pPr algn="ctr" fontAlgn="ctr"/>
                      <a:r>
                        <a:rPr lang="en-US" sz="1200" b="1" i="0" u="none" strike="noStrike">
                          <a:solidFill>
                            <a:schemeClr val="bg1"/>
                          </a:solidFill>
                          <a:effectLst/>
                          <a:latin typeface="+mn-lt"/>
                        </a:rPr>
                        <a:t>Scenario</a:t>
                      </a:r>
                    </a:p>
                  </a:txBody>
                  <a:tcPr marL="4277" marR="4277" marT="4277" marB="30792" anchor="ctr"/>
                </a:tc>
                <a:tc>
                  <a:txBody>
                    <a:bodyPr/>
                    <a:lstStyle/>
                    <a:p>
                      <a:pPr algn="ctr" fontAlgn="ctr"/>
                      <a:r>
                        <a:rPr lang="en-US" sz="1200" b="1" i="0" u="none" strike="noStrike">
                          <a:solidFill>
                            <a:schemeClr val="bg1"/>
                          </a:solidFill>
                          <a:effectLst/>
                          <a:latin typeface="+mn-lt"/>
                        </a:rPr>
                        <a:t>Application Name</a:t>
                      </a:r>
                    </a:p>
                  </a:txBody>
                  <a:tcPr marL="4277" marR="4277" marT="4277" marB="30792" anchor="ctr"/>
                </a:tc>
                <a:tc>
                  <a:txBody>
                    <a:bodyPr/>
                    <a:lstStyle/>
                    <a:p>
                      <a:pPr algn="ctr" fontAlgn="ctr"/>
                      <a:r>
                        <a:rPr lang="en-US" sz="1200" b="1" i="0" u="none" strike="noStrike">
                          <a:solidFill>
                            <a:schemeClr val="bg1"/>
                          </a:solidFill>
                          <a:effectLst/>
                          <a:latin typeface="+mn-lt"/>
                        </a:rPr>
                        <a:t>No. of users</a:t>
                      </a:r>
                    </a:p>
                  </a:txBody>
                  <a:tcPr marL="4277" marR="4277" marT="4277" marB="30792" anchor="ctr"/>
                </a:tc>
                <a:tc>
                  <a:txBody>
                    <a:bodyPr/>
                    <a:lstStyle/>
                    <a:p>
                      <a:pPr algn="ctr" fontAlgn="ctr"/>
                      <a:r>
                        <a:rPr lang="en-US" sz="1200" b="1" i="0" u="none" strike="noStrike">
                          <a:solidFill>
                            <a:schemeClr val="bg1"/>
                          </a:solidFill>
                          <a:effectLst/>
                          <a:latin typeface="+mn-lt"/>
                        </a:rPr>
                        <a:t>Transactions per sec (TPS)</a:t>
                      </a:r>
                    </a:p>
                  </a:txBody>
                  <a:tcPr marL="4277" marR="4277" marT="4277" marB="30792" anchor="ctr"/>
                </a:tc>
                <a:tc>
                  <a:txBody>
                    <a:bodyPr/>
                    <a:lstStyle/>
                    <a:p>
                      <a:pPr algn="ctr" fontAlgn="ctr"/>
                      <a:r>
                        <a:rPr lang="en-US" sz="1200" b="1" i="0" u="none" strike="noStrike">
                          <a:solidFill>
                            <a:schemeClr val="bg1"/>
                          </a:solidFill>
                          <a:effectLst/>
                          <a:latin typeface="+mn-lt"/>
                        </a:rPr>
                        <a:t>Transactions per Minute (TPM)</a:t>
                      </a:r>
                    </a:p>
                  </a:txBody>
                  <a:tcPr marL="4277" marR="4277" marT="4277" marB="30792" anchor="ctr"/>
                </a:tc>
                <a:tc>
                  <a:txBody>
                    <a:bodyPr/>
                    <a:lstStyle/>
                    <a:p>
                      <a:pPr algn="ctr" fontAlgn="ctr"/>
                      <a:r>
                        <a:rPr lang="en-US" sz="1200" b="1" i="0" u="none" strike="noStrike">
                          <a:solidFill>
                            <a:schemeClr val="bg1"/>
                          </a:solidFill>
                          <a:effectLst/>
                          <a:latin typeface="+mn-lt"/>
                        </a:rPr>
                        <a:t>Response Time (in sec)</a:t>
                      </a:r>
                    </a:p>
                  </a:txBody>
                  <a:tcPr marL="4277" marR="4277" marT="4277" marB="30792" anchor="ctr"/>
                </a:tc>
                <a:extLst>
                  <a:ext uri="{0D108BD9-81ED-4DB2-BD59-A6C34878D82A}">
                    <a16:rowId xmlns:a16="http://schemas.microsoft.com/office/drawing/2014/main" val="3985106747"/>
                  </a:ext>
                </a:extLst>
              </a:tr>
              <a:tr h="204194">
                <a:tc>
                  <a:txBody>
                    <a:bodyPr/>
                    <a:lstStyle/>
                    <a:p>
                      <a:pPr algn="l" fontAlgn="ctr"/>
                      <a:r>
                        <a:rPr lang="en-US" sz="1100" b="0" i="0" u="none" strike="noStrike" dirty="0">
                          <a:solidFill>
                            <a:srgbClr val="000000"/>
                          </a:solidFill>
                          <a:effectLst/>
                          <a:latin typeface="+mn-lt"/>
                        </a:rPr>
                        <a:t>Report generation with 90 &amp; 14 days</a:t>
                      </a:r>
                    </a:p>
                  </a:txBody>
                  <a:tcPr marL="6350" marR="6350" marT="6350" anchor="ctr"/>
                </a:tc>
                <a:tc>
                  <a:txBody>
                    <a:bodyPr/>
                    <a:lstStyle/>
                    <a:p>
                      <a:pPr algn="ctr" fontAlgn="ctr"/>
                      <a:r>
                        <a:rPr lang="en-US" sz="1100" b="0" i="0" u="none" strike="noStrike">
                          <a:solidFill>
                            <a:srgbClr val="000000"/>
                          </a:solidFill>
                          <a:effectLst/>
                          <a:latin typeface="+mn-lt"/>
                        </a:rPr>
                        <a:t>HCP </a:t>
                      </a:r>
                    </a:p>
                  </a:txBody>
                  <a:tcPr marL="6350" marR="6350" marT="6350" anchor="ctr"/>
                </a:tc>
                <a:tc>
                  <a:txBody>
                    <a:bodyPr/>
                    <a:lstStyle/>
                    <a:p>
                      <a:pPr algn="ctr" fontAlgn="ctr"/>
                      <a:r>
                        <a:rPr lang="en-US" sz="1100" b="0" i="0" u="none" strike="noStrike">
                          <a:solidFill>
                            <a:srgbClr val="000000"/>
                          </a:solidFill>
                          <a:effectLst/>
                          <a:latin typeface="+mn-lt"/>
                        </a:rPr>
                        <a:t>786</a:t>
                      </a:r>
                    </a:p>
                  </a:txBody>
                  <a:tcPr marL="6350" marR="6350" marT="6350" anchor="ctr"/>
                </a:tc>
                <a:tc>
                  <a:txBody>
                    <a:bodyPr/>
                    <a:lstStyle/>
                    <a:p>
                      <a:pPr algn="ctr" fontAlgn="ctr"/>
                      <a:r>
                        <a:rPr lang="en-US" sz="1100" b="0" i="0" u="none" strike="noStrike">
                          <a:solidFill>
                            <a:srgbClr val="000000"/>
                          </a:solidFill>
                          <a:effectLst/>
                          <a:latin typeface="+mn-lt"/>
                        </a:rPr>
                        <a:t>0.22</a:t>
                      </a:r>
                    </a:p>
                  </a:txBody>
                  <a:tcPr marL="6350" marR="6350" marT="6350" anchor="ctr"/>
                </a:tc>
                <a:tc>
                  <a:txBody>
                    <a:bodyPr/>
                    <a:lstStyle/>
                    <a:p>
                      <a:pPr algn="ctr" fontAlgn="ctr"/>
                      <a:r>
                        <a:rPr lang="en-US" sz="1100" b="0" i="0" u="none" strike="noStrike">
                          <a:solidFill>
                            <a:srgbClr val="000000"/>
                          </a:solidFill>
                          <a:effectLst/>
                          <a:latin typeface="+mn-lt"/>
                        </a:rPr>
                        <a:t>13.1</a:t>
                      </a:r>
                    </a:p>
                  </a:txBody>
                  <a:tcPr marL="6350" marR="6350" marT="6350" anchor="ctr"/>
                </a:tc>
                <a:tc>
                  <a:txBody>
                    <a:bodyPr/>
                    <a:lstStyle/>
                    <a:p>
                      <a:pPr algn="ctr" fontAlgn="ctr"/>
                      <a:r>
                        <a:rPr lang="en-US" sz="1100" b="0" i="0" u="none" strike="noStrike" dirty="0">
                          <a:solidFill>
                            <a:srgbClr val="000000"/>
                          </a:solidFill>
                          <a:effectLst/>
                          <a:latin typeface="+mn-lt"/>
                        </a:rPr>
                        <a:t>&lt;20 </a:t>
                      </a:r>
                    </a:p>
                  </a:txBody>
                  <a:tcPr marL="6350" marR="6350" marT="6350" anchor="ctr"/>
                </a:tc>
                <a:extLst>
                  <a:ext uri="{0D108BD9-81ED-4DB2-BD59-A6C34878D82A}">
                    <a16:rowId xmlns:a16="http://schemas.microsoft.com/office/drawing/2014/main" val="801667192"/>
                  </a:ext>
                </a:extLst>
              </a:tr>
              <a:tr h="204194">
                <a:tc>
                  <a:txBody>
                    <a:bodyPr/>
                    <a:lstStyle/>
                    <a:p>
                      <a:pPr algn="l" fontAlgn="ctr"/>
                      <a:r>
                        <a:rPr lang="en-US" sz="1200" b="0" i="0" u="none" strike="noStrike" dirty="0">
                          <a:solidFill>
                            <a:srgbClr val="000000"/>
                          </a:solidFill>
                          <a:effectLst/>
                          <a:latin typeface="+mn-lt"/>
                        </a:rPr>
                        <a:t>Report generation with 90 &amp; 14 days</a:t>
                      </a:r>
                    </a:p>
                  </a:txBody>
                  <a:tcPr marL="4277" marR="4277" marT="4277" marB="30792" anchor="ctr"/>
                </a:tc>
                <a:tc>
                  <a:txBody>
                    <a:bodyPr/>
                    <a:lstStyle/>
                    <a:p>
                      <a:pPr algn="ctr" fontAlgn="ctr"/>
                      <a:r>
                        <a:rPr lang="en-US" sz="1200" b="0" i="0" u="none" strike="noStrike">
                          <a:solidFill>
                            <a:srgbClr val="000000"/>
                          </a:solidFill>
                          <a:effectLst/>
                          <a:latin typeface="+mn-lt"/>
                        </a:rPr>
                        <a:t>PwD</a:t>
                      </a:r>
                    </a:p>
                  </a:txBody>
                  <a:tcPr marL="4277" marR="4277" marT="4277" marB="30792" anchor="ctr"/>
                </a:tc>
                <a:tc>
                  <a:txBody>
                    <a:bodyPr/>
                    <a:lstStyle/>
                    <a:p>
                      <a:pPr algn="ctr" fontAlgn="ctr"/>
                      <a:r>
                        <a:rPr lang="en-US" sz="1200" b="0" i="0" u="none" strike="noStrike" dirty="0">
                          <a:solidFill>
                            <a:srgbClr val="000000"/>
                          </a:solidFill>
                          <a:effectLst/>
                          <a:latin typeface="+mn-lt"/>
                        </a:rPr>
                        <a:t>3,125</a:t>
                      </a:r>
                    </a:p>
                  </a:txBody>
                  <a:tcPr marL="4277" marR="4277" marT="4277" marB="30792" anchor="ctr"/>
                </a:tc>
                <a:tc>
                  <a:txBody>
                    <a:bodyPr/>
                    <a:lstStyle/>
                    <a:p>
                      <a:pPr algn="ctr" fontAlgn="ctr"/>
                      <a:r>
                        <a:rPr lang="en-US" sz="1200" b="0" i="0" u="none" strike="noStrike">
                          <a:solidFill>
                            <a:srgbClr val="000000"/>
                          </a:solidFill>
                          <a:effectLst/>
                          <a:latin typeface="+mn-lt"/>
                        </a:rPr>
                        <a:t>0.87</a:t>
                      </a:r>
                    </a:p>
                  </a:txBody>
                  <a:tcPr marL="4277" marR="4277" marT="4277" marB="30792" anchor="ctr"/>
                </a:tc>
                <a:tc>
                  <a:txBody>
                    <a:bodyPr/>
                    <a:lstStyle/>
                    <a:p>
                      <a:pPr algn="ctr" fontAlgn="ctr"/>
                      <a:r>
                        <a:rPr lang="en-US" sz="1200" b="0" i="0" u="none" strike="noStrike">
                          <a:solidFill>
                            <a:srgbClr val="000000"/>
                          </a:solidFill>
                          <a:effectLst/>
                          <a:latin typeface="+mn-lt"/>
                        </a:rPr>
                        <a:t>52.08</a:t>
                      </a:r>
                    </a:p>
                  </a:txBody>
                  <a:tcPr marL="4277" marR="4277" marT="4277" marB="30792" anchor="ctr"/>
                </a:tc>
                <a:tc>
                  <a:txBody>
                    <a:bodyPr/>
                    <a:lstStyle/>
                    <a:p>
                      <a:pPr algn="ctr" fontAlgn="ctr"/>
                      <a:r>
                        <a:rPr lang="en-US" sz="1200" b="0" i="0" u="none" strike="noStrike">
                          <a:solidFill>
                            <a:srgbClr val="000000"/>
                          </a:solidFill>
                          <a:effectLst/>
                          <a:latin typeface="+mn-lt"/>
                        </a:rPr>
                        <a:t>&lt;20</a:t>
                      </a:r>
                    </a:p>
                  </a:txBody>
                  <a:tcPr marL="4277" marR="4277" marT="4277" marB="30792" anchor="ctr"/>
                </a:tc>
                <a:extLst>
                  <a:ext uri="{0D108BD9-81ED-4DB2-BD59-A6C34878D82A}">
                    <a16:rowId xmlns:a16="http://schemas.microsoft.com/office/drawing/2014/main" val="3190010163"/>
                  </a:ext>
                </a:extLst>
              </a:tr>
              <a:tr h="352354">
                <a:tc>
                  <a:txBody>
                    <a:bodyPr/>
                    <a:lstStyle/>
                    <a:p>
                      <a:pPr algn="l" fontAlgn="ctr"/>
                      <a:r>
                        <a:rPr lang="en-US" sz="1200" b="0" i="0" u="none" strike="noStrike">
                          <a:solidFill>
                            <a:srgbClr val="000000"/>
                          </a:solidFill>
                          <a:effectLst/>
                          <a:latin typeface="+mn-lt"/>
                        </a:rPr>
                        <a:t>Insight generation</a:t>
                      </a:r>
                      <a:br>
                        <a:rPr lang="en-US" sz="1200" b="0" i="0" u="none" strike="noStrike">
                          <a:solidFill>
                            <a:srgbClr val="000000"/>
                          </a:solidFill>
                          <a:effectLst/>
                          <a:latin typeface="+mn-lt"/>
                        </a:rPr>
                      </a:br>
                      <a:r>
                        <a:rPr lang="en-US" sz="1200" b="0" i="0" u="none" strike="noStrike">
                          <a:solidFill>
                            <a:srgbClr val="000000"/>
                          </a:solidFill>
                          <a:effectLst/>
                          <a:latin typeface="+mn-lt"/>
                        </a:rPr>
                        <a:t>Insights - Schedule Every Sunday at 1am EST</a:t>
                      </a:r>
                    </a:p>
                  </a:txBody>
                  <a:tcPr marL="4277" marR="4277" marT="4277" marB="30792" anchor="ctr"/>
                </a:tc>
                <a:tc>
                  <a:txBody>
                    <a:bodyPr/>
                    <a:lstStyle/>
                    <a:p>
                      <a:pPr algn="ctr" fontAlgn="ctr"/>
                      <a:r>
                        <a:rPr lang="en-US" sz="1200" b="0" i="0" u="none" strike="noStrike">
                          <a:solidFill>
                            <a:srgbClr val="000000"/>
                          </a:solidFill>
                          <a:effectLst/>
                          <a:latin typeface="+mn-lt"/>
                        </a:rPr>
                        <a:t>PwD</a:t>
                      </a:r>
                    </a:p>
                  </a:txBody>
                  <a:tcPr marL="4277" marR="4277" marT="4277" marB="30792" anchor="ctr"/>
                </a:tc>
                <a:tc>
                  <a:txBody>
                    <a:bodyPr/>
                    <a:lstStyle/>
                    <a:p>
                      <a:pPr algn="ctr" fontAlgn="ctr"/>
                      <a:r>
                        <a:rPr lang="en-US" sz="1200" b="0" i="0" u="none" strike="noStrike">
                          <a:solidFill>
                            <a:srgbClr val="000000"/>
                          </a:solidFill>
                          <a:effectLst/>
                          <a:latin typeface="+mn-lt"/>
                        </a:rPr>
                        <a:t>n/a</a:t>
                      </a:r>
                    </a:p>
                  </a:txBody>
                  <a:tcPr marL="4277" marR="4277" marT="4277" marB="30792" anchor="ctr"/>
                </a:tc>
                <a:tc>
                  <a:txBody>
                    <a:bodyPr/>
                    <a:lstStyle/>
                    <a:p>
                      <a:pPr algn="ctr" fontAlgn="ctr"/>
                      <a:r>
                        <a:rPr lang="en-US" sz="1200" b="0" i="0" u="none" strike="noStrike">
                          <a:solidFill>
                            <a:srgbClr val="000000"/>
                          </a:solidFill>
                          <a:effectLst/>
                          <a:latin typeface="+mn-lt"/>
                        </a:rPr>
                        <a:t>n/a</a:t>
                      </a:r>
                    </a:p>
                  </a:txBody>
                  <a:tcPr marL="4277" marR="4277" marT="4277" marB="30792" anchor="ctr"/>
                </a:tc>
                <a:tc>
                  <a:txBody>
                    <a:bodyPr/>
                    <a:lstStyle/>
                    <a:p>
                      <a:pPr algn="ctr" fontAlgn="ctr"/>
                      <a:r>
                        <a:rPr lang="en-US" sz="1200" b="0" i="0" u="none" strike="noStrike">
                          <a:solidFill>
                            <a:srgbClr val="000000"/>
                          </a:solidFill>
                          <a:effectLst/>
                          <a:latin typeface="+mn-lt"/>
                        </a:rPr>
                        <a:t>n/a</a:t>
                      </a:r>
                    </a:p>
                  </a:txBody>
                  <a:tcPr marL="4277" marR="4277" marT="4277" marB="30792" anchor="ctr"/>
                </a:tc>
                <a:tc>
                  <a:txBody>
                    <a:bodyPr/>
                    <a:lstStyle/>
                    <a:p>
                      <a:pPr algn="ctr" fontAlgn="ctr"/>
                      <a:r>
                        <a:rPr lang="en-US" sz="1200" b="0" i="0" u="none" strike="noStrike" dirty="0">
                          <a:solidFill>
                            <a:srgbClr val="000000"/>
                          </a:solidFill>
                          <a:effectLst/>
                          <a:latin typeface="+mn-lt"/>
                        </a:rPr>
                        <a:t>4 hours</a:t>
                      </a:r>
                    </a:p>
                  </a:txBody>
                  <a:tcPr marL="4277" marR="4277" marT="4277" marB="30792" anchor="ctr"/>
                </a:tc>
                <a:extLst>
                  <a:ext uri="{0D108BD9-81ED-4DB2-BD59-A6C34878D82A}">
                    <a16:rowId xmlns:a16="http://schemas.microsoft.com/office/drawing/2014/main" val="1220037854"/>
                  </a:ext>
                </a:extLst>
              </a:tr>
              <a:tr h="204194">
                <a:tc>
                  <a:txBody>
                    <a:bodyPr/>
                    <a:lstStyle/>
                    <a:p>
                      <a:pPr algn="l" fontAlgn="ctr"/>
                      <a:r>
                        <a:rPr lang="en-US" sz="1200" b="0" i="0" u="none" strike="noStrike">
                          <a:solidFill>
                            <a:srgbClr val="000000"/>
                          </a:solidFill>
                          <a:effectLst/>
                          <a:latin typeface="+mn-lt"/>
                        </a:rPr>
                        <a:t>Navigation (landing page - patient directory)</a:t>
                      </a:r>
                    </a:p>
                  </a:txBody>
                  <a:tcPr marL="4277" marR="4277" marT="4277" marB="30792" anchor="ctr"/>
                </a:tc>
                <a:tc>
                  <a:txBody>
                    <a:bodyPr/>
                    <a:lstStyle/>
                    <a:p>
                      <a:pPr algn="ctr" fontAlgn="ctr"/>
                      <a:r>
                        <a:rPr lang="en-US" sz="1200" b="0" i="0" u="none" strike="noStrike">
                          <a:solidFill>
                            <a:srgbClr val="000000"/>
                          </a:solidFill>
                          <a:effectLst/>
                          <a:latin typeface="+mn-lt"/>
                        </a:rPr>
                        <a:t>HCP</a:t>
                      </a:r>
                    </a:p>
                  </a:txBody>
                  <a:tcPr marL="4277" marR="4277" marT="4277" marB="30792" anchor="ctr"/>
                </a:tc>
                <a:tc rowSpan="2">
                  <a:txBody>
                    <a:bodyPr/>
                    <a:lstStyle/>
                    <a:p>
                      <a:pPr algn="ctr" fontAlgn="ctr"/>
                      <a:r>
                        <a:rPr lang="en-US" sz="1200" b="0" i="0" u="none" strike="noStrike">
                          <a:solidFill>
                            <a:srgbClr val="000000"/>
                          </a:solidFill>
                          <a:effectLst/>
                          <a:latin typeface="+mn-lt"/>
                        </a:rPr>
                        <a:t>828</a:t>
                      </a:r>
                    </a:p>
                  </a:txBody>
                  <a:tcPr marL="4277" marR="4277" marT="4277" marB="30792" anchor="ctr"/>
                </a:tc>
                <a:tc rowSpan="2">
                  <a:txBody>
                    <a:bodyPr/>
                    <a:lstStyle/>
                    <a:p>
                      <a:pPr algn="ctr" fontAlgn="ctr"/>
                      <a:r>
                        <a:rPr lang="en-US" sz="1200" b="0" i="0" u="none" strike="noStrike">
                          <a:solidFill>
                            <a:srgbClr val="000000"/>
                          </a:solidFill>
                          <a:effectLst/>
                          <a:latin typeface="+mn-lt"/>
                        </a:rPr>
                        <a:t>0.23</a:t>
                      </a:r>
                    </a:p>
                  </a:txBody>
                  <a:tcPr marL="4277" marR="4277" marT="4277" marB="30792" anchor="ctr"/>
                </a:tc>
                <a:tc rowSpan="2">
                  <a:txBody>
                    <a:bodyPr/>
                    <a:lstStyle/>
                    <a:p>
                      <a:pPr algn="ctr" fontAlgn="ctr"/>
                      <a:r>
                        <a:rPr lang="en-US" sz="1200" b="0" i="0" u="none" strike="noStrike">
                          <a:solidFill>
                            <a:srgbClr val="000000"/>
                          </a:solidFill>
                          <a:effectLst/>
                          <a:latin typeface="+mn-lt"/>
                        </a:rPr>
                        <a:t>13.80</a:t>
                      </a:r>
                    </a:p>
                  </a:txBody>
                  <a:tcPr marL="4277" marR="4277" marT="4277" marB="30792" anchor="ctr"/>
                </a:tc>
                <a:tc rowSpan="2">
                  <a:txBody>
                    <a:bodyPr/>
                    <a:lstStyle/>
                    <a:p>
                      <a:pPr algn="ctr" fontAlgn="ctr"/>
                      <a:r>
                        <a:rPr lang="en-US" sz="1200" b="0" i="0" u="none" strike="noStrike">
                          <a:solidFill>
                            <a:srgbClr val="000000"/>
                          </a:solidFill>
                          <a:effectLst/>
                          <a:latin typeface="+mn-lt"/>
                        </a:rPr>
                        <a:t>&lt;5</a:t>
                      </a:r>
                    </a:p>
                  </a:txBody>
                  <a:tcPr marL="4277" marR="4277" marT="4277" marB="30792" anchor="ctr"/>
                </a:tc>
                <a:extLst>
                  <a:ext uri="{0D108BD9-81ED-4DB2-BD59-A6C34878D82A}">
                    <a16:rowId xmlns:a16="http://schemas.microsoft.com/office/drawing/2014/main" val="4054001827"/>
                  </a:ext>
                </a:extLst>
              </a:tr>
              <a:tr h="282815">
                <a:tc>
                  <a:txBody>
                    <a:bodyPr/>
                    <a:lstStyle/>
                    <a:p>
                      <a:pPr algn="l" fontAlgn="ctr"/>
                      <a:r>
                        <a:rPr lang="en-US" sz="1200" b="0" i="0" u="none" strike="noStrike">
                          <a:solidFill>
                            <a:srgbClr val="000000"/>
                          </a:solidFill>
                          <a:effectLst/>
                          <a:latin typeface="+mn-lt"/>
                        </a:rPr>
                        <a:t>Search patient with name to generate the report</a:t>
                      </a:r>
                    </a:p>
                  </a:txBody>
                  <a:tcPr marL="4277" marR="4277" marT="4277" marB="30792" anchor="ctr"/>
                </a:tc>
                <a:tc>
                  <a:txBody>
                    <a:bodyPr/>
                    <a:lstStyle/>
                    <a:p>
                      <a:pPr algn="ctr" fontAlgn="ctr"/>
                      <a:r>
                        <a:rPr lang="en-US" sz="1200" b="0" i="0" u="none" strike="noStrike">
                          <a:solidFill>
                            <a:srgbClr val="000000"/>
                          </a:solidFill>
                          <a:effectLst/>
                          <a:latin typeface="+mn-lt"/>
                        </a:rPr>
                        <a:t>HCP</a:t>
                      </a:r>
                    </a:p>
                  </a:txBody>
                  <a:tcPr marL="4277" marR="4277" marT="4277" marB="30792" anchor="ctr"/>
                </a:tc>
                <a:tc vMerge="1">
                  <a:txBody>
                    <a:bodyPr/>
                    <a:lstStyle/>
                    <a:p>
                      <a:pPr algn="ctr" fontAlgn="ctr"/>
                      <a:endParaRPr lang="en-US" sz="1200" b="0" i="0" u="none" strike="noStrike">
                        <a:solidFill>
                          <a:srgbClr val="000000"/>
                        </a:solidFill>
                        <a:effectLst/>
                        <a:latin typeface="+mn-lt"/>
                      </a:endParaRPr>
                    </a:p>
                  </a:txBody>
                  <a:tcPr marL="4277" marR="4277" marT="4277" marB="30792" anchor="ctr"/>
                </a:tc>
                <a:tc vMerge="1">
                  <a:txBody>
                    <a:bodyPr/>
                    <a:lstStyle/>
                    <a:p>
                      <a:pPr algn="ctr" fontAlgn="ctr"/>
                      <a:endParaRPr lang="en-US" sz="1200" b="0" i="0" u="none" strike="noStrike">
                        <a:solidFill>
                          <a:srgbClr val="000000"/>
                        </a:solidFill>
                        <a:effectLst/>
                        <a:latin typeface="+mn-lt"/>
                      </a:endParaRPr>
                    </a:p>
                  </a:txBody>
                  <a:tcPr marL="4277" marR="4277" marT="4277" marB="30792" anchor="ctr"/>
                </a:tc>
                <a:tc vMerge="1">
                  <a:txBody>
                    <a:bodyPr/>
                    <a:lstStyle/>
                    <a:p>
                      <a:pPr algn="ctr" fontAlgn="ctr"/>
                      <a:endParaRPr lang="en-US" sz="1200" b="0" i="0" u="none" strike="noStrike">
                        <a:solidFill>
                          <a:srgbClr val="000000"/>
                        </a:solidFill>
                        <a:effectLst/>
                        <a:latin typeface="+mn-lt"/>
                      </a:endParaRPr>
                    </a:p>
                  </a:txBody>
                  <a:tcPr marL="4277" marR="4277" marT="4277" marB="30792" anchor="ctr"/>
                </a:tc>
                <a:tc vMerge="1">
                  <a:txBody>
                    <a:bodyPr/>
                    <a:lstStyle/>
                    <a:p>
                      <a:endParaRPr/>
                    </a:p>
                  </a:txBody>
                  <a:tcPr marL="4277" marR="4277" marT="4277" marB="30792" anchor="ctr"/>
                </a:tc>
                <a:extLst>
                  <a:ext uri="{0D108BD9-81ED-4DB2-BD59-A6C34878D82A}">
                    <a16:rowId xmlns:a16="http://schemas.microsoft.com/office/drawing/2014/main" val="4162868981"/>
                  </a:ext>
                </a:extLst>
              </a:tr>
              <a:tr h="352354">
                <a:tc>
                  <a:txBody>
                    <a:bodyPr/>
                    <a:lstStyle/>
                    <a:p>
                      <a:pPr algn="l" fontAlgn="ctr"/>
                      <a:r>
                        <a:rPr lang="en-US" sz="1200" b="0" i="0" u="none" strike="noStrike">
                          <a:solidFill>
                            <a:srgbClr val="000000"/>
                          </a:solidFill>
                          <a:effectLst/>
                          <a:latin typeface="+mn-lt"/>
                        </a:rPr>
                        <a:t>HCP Invite to PwD </a:t>
                      </a:r>
                      <a:br>
                        <a:rPr lang="en-US" sz="1200" b="0" i="0" u="none" strike="noStrike">
                          <a:solidFill>
                            <a:srgbClr val="000000"/>
                          </a:solidFill>
                          <a:effectLst/>
                          <a:latin typeface="+mn-lt"/>
                        </a:rPr>
                      </a:br>
                      <a:r>
                        <a:rPr lang="en-US" sz="1200" b="0" i="0" u="none" strike="noStrike">
                          <a:solidFill>
                            <a:srgbClr val="000000"/>
                          </a:solidFill>
                          <a:effectLst/>
                          <a:latin typeface="+mn-lt"/>
                        </a:rPr>
                        <a:t>Invite Patient (Enter details and click on Invite)</a:t>
                      </a:r>
                    </a:p>
                  </a:txBody>
                  <a:tcPr marL="4277" marR="4277" marT="4277" marB="30792" anchor="ctr"/>
                </a:tc>
                <a:tc>
                  <a:txBody>
                    <a:bodyPr/>
                    <a:lstStyle/>
                    <a:p>
                      <a:pPr algn="ctr" fontAlgn="ctr"/>
                      <a:r>
                        <a:rPr lang="en-US" sz="1200" b="0" i="0" u="none" strike="noStrike">
                          <a:solidFill>
                            <a:srgbClr val="000000"/>
                          </a:solidFill>
                          <a:effectLst/>
                          <a:latin typeface="+mn-lt"/>
                        </a:rPr>
                        <a:t>HCP</a:t>
                      </a:r>
                    </a:p>
                  </a:txBody>
                  <a:tcPr marL="4277" marR="4277" marT="4277" marB="30792" anchor="ctr"/>
                </a:tc>
                <a:tc>
                  <a:txBody>
                    <a:bodyPr/>
                    <a:lstStyle/>
                    <a:p>
                      <a:pPr algn="ctr" fontAlgn="ctr"/>
                      <a:r>
                        <a:rPr lang="en-US" sz="1200" b="0" i="0" u="none" strike="noStrike">
                          <a:solidFill>
                            <a:srgbClr val="000000"/>
                          </a:solidFill>
                          <a:effectLst/>
                          <a:latin typeface="+mn-lt"/>
                        </a:rPr>
                        <a:t>198</a:t>
                      </a:r>
                    </a:p>
                  </a:txBody>
                  <a:tcPr marL="4277" marR="4277" marT="4277" marB="30792" anchor="ctr"/>
                </a:tc>
                <a:tc>
                  <a:txBody>
                    <a:bodyPr/>
                    <a:lstStyle/>
                    <a:p>
                      <a:pPr algn="ctr" fontAlgn="ctr"/>
                      <a:r>
                        <a:rPr lang="en-US" sz="1200" b="0" i="0" u="none" strike="noStrike">
                          <a:solidFill>
                            <a:srgbClr val="000000"/>
                          </a:solidFill>
                          <a:effectLst/>
                          <a:latin typeface="+mn-lt"/>
                        </a:rPr>
                        <a:t>0.06</a:t>
                      </a:r>
                    </a:p>
                  </a:txBody>
                  <a:tcPr marL="4277" marR="4277" marT="4277" marB="30792" anchor="ctr"/>
                </a:tc>
                <a:tc>
                  <a:txBody>
                    <a:bodyPr/>
                    <a:lstStyle/>
                    <a:p>
                      <a:pPr algn="ctr" fontAlgn="ctr"/>
                      <a:r>
                        <a:rPr lang="en-US" sz="1200" b="0" i="0" u="none" strike="noStrike">
                          <a:solidFill>
                            <a:srgbClr val="000000"/>
                          </a:solidFill>
                          <a:effectLst/>
                          <a:latin typeface="+mn-lt"/>
                        </a:rPr>
                        <a:t>3.30</a:t>
                      </a:r>
                    </a:p>
                  </a:txBody>
                  <a:tcPr marL="4277" marR="4277" marT="4277" marB="30792" anchor="ctr"/>
                </a:tc>
                <a:tc>
                  <a:txBody>
                    <a:bodyPr/>
                    <a:lstStyle/>
                    <a:p>
                      <a:pPr algn="ctr" fontAlgn="ctr"/>
                      <a:r>
                        <a:rPr lang="en-US" sz="1200" b="0" i="0" u="none" strike="noStrike">
                          <a:solidFill>
                            <a:srgbClr val="000000"/>
                          </a:solidFill>
                          <a:effectLst/>
                          <a:latin typeface="+mn-lt"/>
                        </a:rPr>
                        <a:t>&lt;5</a:t>
                      </a:r>
                    </a:p>
                  </a:txBody>
                  <a:tcPr marL="4277" marR="4277" marT="4277" marB="30792" anchor="ctr"/>
                </a:tc>
                <a:extLst>
                  <a:ext uri="{0D108BD9-81ED-4DB2-BD59-A6C34878D82A}">
                    <a16:rowId xmlns:a16="http://schemas.microsoft.com/office/drawing/2014/main" val="1868385818"/>
                  </a:ext>
                </a:extLst>
              </a:tr>
              <a:tr h="204194">
                <a:tc>
                  <a:txBody>
                    <a:bodyPr/>
                    <a:lstStyle/>
                    <a:p>
                      <a:pPr algn="l" fontAlgn="ctr"/>
                      <a:r>
                        <a:rPr lang="en-US" sz="1200" b="0" i="0" u="none" strike="noStrike">
                          <a:solidFill>
                            <a:srgbClr val="000000"/>
                          </a:solidFill>
                          <a:effectLst/>
                          <a:latin typeface="+mn-lt"/>
                        </a:rPr>
                        <a:t>Staff navigation (Go to staff directory)</a:t>
                      </a:r>
                    </a:p>
                  </a:txBody>
                  <a:tcPr marL="4277" marR="4277" marT="4277" marB="30792" anchor="ctr"/>
                </a:tc>
                <a:tc>
                  <a:txBody>
                    <a:bodyPr/>
                    <a:lstStyle/>
                    <a:p>
                      <a:pPr algn="ctr" fontAlgn="ctr"/>
                      <a:r>
                        <a:rPr lang="en-US" sz="1200" b="0" i="0" u="none" strike="noStrike">
                          <a:solidFill>
                            <a:srgbClr val="000000"/>
                          </a:solidFill>
                          <a:effectLst/>
                          <a:latin typeface="+mn-lt"/>
                        </a:rPr>
                        <a:t>HCP</a:t>
                      </a:r>
                    </a:p>
                  </a:txBody>
                  <a:tcPr marL="4277" marR="4277" marT="4277" marB="30792" anchor="ctr"/>
                </a:tc>
                <a:tc rowSpan="2">
                  <a:txBody>
                    <a:bodyPr/>
                    <a:lstStyle/>
                    <a:p>
                      <a:pPr algn="ctr" fontAlgn="ctr"/>
                      <a:r>
                        <a:rPr lang="en-US" sz="1200" b="0" i="0" u="none" strike="noStrike" dirty="0">
                          <a:solidFill>
                            <a:srgbClr val="000000"/>
                          </a:solidFill>
                          <a:effectLst/>
                          <a:latin typeface="+mn-lt"/>
                        </a:rPr>
                        <a:t>2,800</a:t>
                      </a:r>
                    </a:p>
                  </a:txBody>
                  <a:tcPr marL="4277" marR="4277" marT="4277" marB="30792" anchor="ctr"/>
                </a:tc>
                <a:tc rowSpan="2">
                  <a:txBody>
                    <a:bodyPr/>
                    <a:lstStyle/>
                    <a:p>
                      <a:pPr algn="ctr" fontAlgn="ctr"/>
                      <a:r>
                        <a:rPr lang="en-US" sz="1200" b="0" i="0" u="none" strike="noStrike">
                          <a:solidFill>
                            <a:srgbClr val="000000"/>
                          </a:solidFill>
                          <a:effectLst/>
                          <a:latin typeface="+mn-lt"/>
                        </a:rPr>
                        <a:t>0.78</a:t>
                      </a:r>
                    </a:p>
                  </a:txBody>
                  <a:tcPr marL="4277" marR="4277" marT="4277" marB="30792" anchor="ctr"/>
                </a:tc>
                <a:tc rowSpan="2">
                  <a:txBody>
                    <a:bodyPr/>
                    <a:lstStyle/>
                    <a:p>
                      <a:pPr algn="ctr" fontAlgn="ctr"/>
                      <a:r>
                        <a:rPr lang="en-US" sz="1200" b="0" i="0" u="none" strike="noStrike">
                          <a:solidFill>
                            <a:srgbClr val="000000"/>
                          </a:solidFill>
                          <a:effectLst/>
                          <a:latin typeface="+mn-lt"/>
                        </a:rPr>
                        <a:t>46.67</a:t>
                      </a:r>
                    </a:p>
                  </a:txBody>
                  <a:tcPr marL="4277" marR="4277" marT="4277" marB="30792" anchor="ctr"/>
                </a:tc>
                <a:tc rowSpan="2">
                  <a:txBody>
                    <a:bodyPr/>
                    <a:lstStyle/>
                    <a:p>
                      <a:pPr algn="ctr" fontAlgn="ctr"/>
                      <a:r>
                        <a:rPr lang="en-US" sz="1200" b="0" i="0" u="none" strike="noStrike">
                          <a:solidFill>
                            <a:srgbClr val="000000"/>
                          </a:solidFill>
                          <a:effectLst/>
                          <a:latin typeface="+mn-lt"/>
                        </a:rPr>
                        <a:t>&lt;5</a:t>
                      </a:r>
                    </a:p>
                  </a:txBody>
                  <a:tcPr marL="4277" marR="4277" marT="4277" marB="30792" anchor="ctr"/>
                </a:tc>
                <a:extLst>
                  <a:ext uri="{0D108BD9-81ED-4DB2-BD59-A6C34878D82A}">
                    <a16:rowId xmlns:a16="http://schemas.microsoft.com/office/drawing/2014/main" val="3375061219"/>
                  </a:ext>
                </a:extLst>
              </a:tr>
              <a:tr h="204194">
                <a:tc>
                  <a:txBody>
                    <a:bodyPr/>
                    <a:lstStyle/>
                    <a:p>
                      <a:pPr algn="l" fontAlgn="ctr"/>
                      <a:r>
                        <a:rPr lang="en-US" sz="1200" b="0" i="0" u="none" strike="noStrike">
                          <a:solidFill>
                            <a:srgbClr val="000000"/>
                          </a:solidFill>
                          <a:effectLst/>
                          <a:latin typeface="+mn-lt"/>
                        </a:rPr>
                        <a:t>Staff navigation (Go to pending staff)</a:t>
                      </a:r>
                    </a:p>
                  </a:txBody>
                  <a:tcPr marL="4277" marR="4277" marT="4277" marB="30792" anchor="ctr"/>
                </a:tc>
                <a:tc>
                  <a:txBody>
                    <a:bodyPr/>
                    <a:lstStyle/>
                    <a:p>
                      <a:pPr algn="ctr" fontAlgn="ctr"/>
                      <a:r>
                        <a:rPr lang="en-US" sz="1200" b="0" i="0" u="none" strike="noStrike">
                          <a:solidFill>
                            <a:srgbClr val="000000"/>
                          </a:solidFill>
                          <a:effectLst/>
                          <a:latin typeface="+mn-lt"/>
                        </a:rPr>
                        <a:t>HCP</a:t>
                      </a:r>
                    </a:p>
                  </a:txBody>
                  <a:tcPr marL="4277" marR="4277" marT="4277" marB="30792" anchor="ctr"/>
                </a:tc>
                <a:tc vMerge="1">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tc vMerge="1">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tc vMerge="1">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tc vMerge="1">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extLst>
                  <a:ext uri="{0D108BD9-81ED-4DB2-BD59-A6C34878D82A}">
                    <a16:rowId xmlns:a16="http://schemas.microsoft.com/office/drawing/2014/main" val="4091833913"/>
                  </a:ext>
                </a:extLst>
              </a:tr>
              <a:tr h="204194">
                <a:tc>
                  <a:txBody>
                    <a:bodyPr/>
                    <a:lstStyle/>
                    <a:p>
                      <a:pPr algn="l" fontAlgn="ctr"/>
                      <a:r>
                        <a:rPr lang="en-US" sz="1200" b="0" i="0" u="none" strike="noStrike" dirty="0">
                          <a:solidFill>
                            <a:srgbClr val="000000"/>
                          </a:solidFill>
                          <a:effectLst/>
                          <a:latin typeface="+mn-lt"/>
                        </a:rPr>
                        <a:t>Staff navigation (Approve / Deny a staff)</a:t>
                      </a:r>
                    </a:p>
                  </a:txBody>
                  <a:tcPr marL="4277" marR="4277" marT="4277" marB="30792" anchor="ctr"/>
                </a:tc>
                <a:tc>
                  <a:txBody>
                    <a:bodyPr/>
                    <a:lstStyle/>
                    <a:p>
                      <a:pPr algn="ctr" fontAlgn="ctr"/>
                      <a:r>
                        <a:rPr lang="en-US" sz="1200" b="0" i="0" u="none" strike="noStrike">
                          <a:solidFill>
                            <a:srgbClr val="000000"/>
                          </a:solidFill>
                          <a:effectLst/>
                          <a:latin typeface="+mn-lt"/>
                        </a:rPr>
                        <a:t>HCP</a:t>
                      </a:r>
                    </a:p>
                  </a:txBody>
                  <a:tcPr marL="4277" marR="4277" marT="4277" marB="30792" anchor="ctr"/>
                </a:tc>
                <a:tc>
                  <a:txBody>
                    <a:bodyPr/>
                    <a:lstStyle/>
                    <a:p>
                      <a:pPr algn="ctr" fontAlgn="ctr"/>
                      <a:r>
                        <a:rPr lang="en-US" sz="1200" b="0" i="0" u="none" strike="noStrike">
                          <a:solidFill>
                            <a:srgbClr val="000000"/>
                          </a:solidFill>
                          <a:effectLst/>
                          <a:latin typeface="+mn-lt"/>
                        </a:rPr>
                        <a:t>2</a:t>
                      </a:r>
                    </a:p>
                  </a:txBody>
                  <a:tcPr marL="4277" marR="4277" marT="4277" marB="30792" anchor="ctr"/>
                </a:tc>
                <a:tc>
                  <a:txBody>
                    <a:bodyPr/>
                    <a:lstStyle/>
                    <a:p>
                      <a:pPr algn="ctr" fontAlgn="ctr"/>
                      <a:r>
                        <a:rPr lang="en-US" sz="1200" b="0" i="0" u="none" strike="noStrike">
                          <a:solidFill>
                            <a:srgbClr val="000000"/>
                          </a:solidFill>
                          <a:effectLst/>
                          <a:latin typeface="+mn-lt"/>
                        </a:rPr>
                        <a:t>0.0003</a:t>
                      </a:r>
                    </a:p>
                  </a:txBody>
                  <a:tcPr marL="4277" marR="4277" marT="4277" marB="30792" anchor="ctr"/>
                </a:tc>
                <a:tc>
                  <a:txBody>
                    <a:bodyPr/>
                    <a:lstStyle/>
                    <a:p>
                      <a:pPr algn="ctr" fontAlgn="ctr"/>
                      <a:r>
                        <a:rPr lang="en-US" sz="1200" b="0" i="0" u="none" strike="noStrike">
                          <a:solidFill>
                            <a:srgbClr val="000000"/>
                          </a:solidFill>
                          <a:effectLst/>
                          <a:latin typeface="+mn-lt"/>
                        </a:rPr>
                        <a:t>0.02</a:t>
                      </a:r>
                    </a:p>
                  </a:txBody>
                  <a:tcPr marL="4277" marR="4277" marT="4277" marB="30792" anchor="ctr"/>
                </a:tc>
                <a:tc>
                  <a:txBody>
                    <a:bodyPr/>
                    <a:lstStyle/>
                    <a:p>
                      <a:pPr algn="ctr" fontAlgn="ctr"/>
                      <a:r>
                        <a:rPr lang="en-US" sz="1200" b="0" i="0" u="none" strike="noStrike">
                          <a:solidFill>
                            <a:srgbClr val="000000"/>
                          </a:solidFill>
                          <a:effectLst/>
                          <a:latin typeface="+mn-lt"/>
                        </a:rPr>
                        <a:t>&lt;5</a:t>
                      </a:r>
                    </a:p>
                  </a:txBody>
                  <a:tcPr marL="4277" marR="4277" marT="4277" marB="30792" anchor="ctr"/>
                </a:tc>
                <a:extLst>
                  <a:ext uri="{0D108BD9-81ED-4DB2-BD59-A6C34878D82A}">
                    <a16:rowId xmlns:a16="http://schemas.microsoft.com/office/drawing/2014/main" val="3532194241"/>
                  </a:ext>
                </a:extLst>
              </a:tr>
              <a:tr h="204194">
                <a:tc>
                  <a:txBody>
                    <a:bodyPr/>
                    <a:lstStyle/>
                    <a:p>
                      <a:pPr algn="l" fontAlgn="ctr"/>
                      <a:r>
                        <a:rPr lang="en-US" sz="1200" b="0" i="0" u="none" strike="noStrike" dirty="0">
                          <a:solidFill>
                            <a:srgbClr val="000000"/>
                          </a:solidFill>
                          <a:effectLst/>
                          <a:latin typeface="+mn-lt"/>
                        </a:rPr>
                        <a:t>Staff navigation (Staff Count)</a:t>
                      </a:r>
                    </a:p>
                  </a:txBody>
                  <a:tcPr marL="4277" marR="4277" marT="4277" marB="30792" anchor="ctr"/>
                </a:tc>
                <a:tc>
                  <a:txBody>
                    <a:bodyPr/>
                    <a:lstStyle/>
                    <a:p>
                      <a:pPr algn="ctr" fontAlgn="ctr"/>
                      <a:r>
                        <a:rPr lang="en-US" sz="1200" b="0" i="0" u="none" strike="noStrike">
                          <a:solidFill>
                            <a:srgbClr val="000000"/>
                          </a:solidFill>
                          <a:effectLst/>
                          <a:latin typeface="+mn-lt"/>
                        </a:rPr>
                        <a:t>HCP</a:t>
                      </a:r>
                    </a:p>
                  </a:txBody>
                  <a:tcPr marL="4277" marR="4277" marT="4277" marB="30792" anchor="ctr"/>
                </a:tc>
                <a:tc>
                  <a:txBody>
                    <a:bodyPr/>
                    <a:lstStyle/>
                    <a:p>
                      <a:pPr algn="ctr" fontAlgn="ctr"/>
                      <a:r>
                        <a:rPr lang="en-US" sz="1200" b="0" i="0" u="none" strike="noStrike" dirty="0">
                          <a:solidFill>
                            <a:srgbClr val="000000"/>
                          </a:solidFill>
                          <a:effectLst/>
                          <a:latin typeface="+mn-lt"/>
                        </a:rPr>
                        <a:t>TBD</a:t>
                      </a:r>
                    </a:p>
                  </a:txBody>
                  <a:tcPr marL="4277" marR="4277" marT="4277" marB="30792" anchor="ct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mn-lt"/>
                        </a:rPr>
                        <a:t>(?)</a:t>
                      </a:r>
                    </a:p>
                  </a:txBody>
                  <a:tcPr marL="4277" marR="4277" marT="4277" marB="30792" anchor="ct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mn-lt"/>
                        </a:rPr>
                        <a:t>(?)</a:t>
                      </a:r>
                    </a:p>
                  </a:txBody>
                  <a:tcPr marL="4277" marR="4277" marT="4277" marB="30792" anchor="ctr"/>
                </a:tc>
                <a:tc>
                  <a:txBody>
                    <a:bodyPr/>
                    <a:lstStyle/>
                    <a:p>
                      <a:pPr algn="ctr" fontAlgn="ctr"/>
                      <a:r>
                        <a:rPr lang="en-US" sz="1200" b="0" i="0" u="none" strike="noStrike">
                          <a:solidFill>
                            <a:srgbClr val="000000"/>
                          </a:solidFill>
                          <a:effectLst/>
                          <a:latin typeface="+mn-lt"/>
                        </a:rPr>
                        <a:t>(?)</a:t>
                      </a:r>
                    </a:p>
                  </a:txBody>
                  <a:tcPr marL="4277" marR="4277" marT="4277" marB="30792" anchor="ctr"/>
                </a:tc>
                <a:extLst>
                  <a:ext uri="{0D108BD9-81ED-4DB2-BD59-A6C34878D82A}">
                    <a16:rowId xmlns:a16="http://schemas.microsoft.com/office/drawing/2014/main" val="2359606058"/>
                  </a:ext>
                </a:extLst>
              </a:tr>
              <a:tr h="204194">
                <a:tc>
                  <a:txBody>
                    <a:bodyPr/>
                    <a:lstStyle/>
                    <a:p>
                      <a:pPr algn="l" fontAlgn="ctr"/>
                      <a:r>
                        <a:rPr lang="en-US" sz="1200" b="0" i="0" u="none" strike="noStrike">
                          <a:solidFill>
                            <a:srgbClr val="000000"/>
                          </a:solidFill>
                          <a:effectLst/>
                          <a:latin typeface="+mn-lt"/>
                        </a:rPr>
                        <a:t>Patient navigation (Go to pending patient)</a:t>
                      </a:r>
                    </a:p>
                  </a:txBody>
                  <a:tcPr marL="4277" marR="4277" marT="4277" marB="30792" anchor="ctr"/>
                </a:tc>
                <a:tc>
                  <a:txBody>
                    <a:bodyPr/>
                    <a:lstStyle/>
                    <a:p>
                      <a:pPr algn="ctr" fontAlgn="ctr"/>
                      <a:r>
                        <a:rPr lang="en-US" sz="1200" b="0" i="0" u="none" strike="noStrike">
                          <a:solidFill>
                            <a:srgbClr val="000000"/>
                          </a:solidFill>
                          <a:effectLst/>
                          <a:latin typeface="+mn-lt"/>
                        </a:rPr>
                        <a:t>HCP</a:t>
                      </a:r>
                    </a:p>
                  </a:txBody>
                  <a:tcPr marL="4277" marR="4277" marT="4277" marB="30792" anchor="ctr"/>
                </a:tc>
                <a:tc>
                  <a:txBody>
                    <a:bodyPr/>
                    <a:lstStyle/>
                    <a:p>
                      <a:pPr algn="ctr" fontAlgn="ctr"/>
                      <a:r>
                        <a:rPr lang="en-US" sz="1200" b="0" i="0" u="none" strike="noStrike" dirty="0">
                          <a:solidFill>
                            <a:srgbClr val="000000"/>
                          </a:solidFill>
                          <a:effectLst/>
                          <a:latin typeface="+mn-lt"/>
                        </a:rPr>
                        <a:t>TBD</a:t>
                      </a:r>
                    </a:p>
                  </a:txBody>
                  <a:tcPr marL="4277" marR="4277" marT="4277" marB="30792" anchor="ct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mn-lt"/>
                        </a:rPr>
                        <a:t>(?)</a:t>
                      </a:r>
                    </a:p>
                  </a:txBody>
                  <a:tcPr marL="4277" marR="4277" marT="4277" marB="30792" anchor="ct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mn-lt"/>
                        </a:rPr>
                        <a:t>(?)</a:t>
                      </a:r>
                    </a:p>
                  </a:txBody>
                  <a:tcPr marL="4277" marR="4277" marT="4277" marB="30792" anchor="ct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mn-lt"/>
                        </a:rPr>
                        <a:t>(?)</a:t>
                      </a:r>
                    </a:p>
                  </a:txBody>
                  <a:tcPr marL="4277" marR="4277" marT="4277" marB="30792" anchor="ctr"/>
                </a:tc>
                <a:extLst>
                  <a:ext uri="{0D108BD9-81ED-4DB2-BD59-A6C34878D82A}">
                    <a16:rowId xmlns:a16="http://schemas.microsoft.com/office/drawing/2014/main" val="251035952"/>
                  </a:ext>
                </a:extLst>
              </a:tr>
              <a:tr h="204194">
                <a:tc>
                  <a:txBody>
                    <a:bodyPr/>
                    <a:lstStyle/>
                    <a:p>
                      <a:pPr algn="l" fontAlgn="ctr"/>
                      <a:r>
                        <a:rPr lang="fr-FR" sz="1200" b="0" i="0" u="none" strike="noStrike">
                          <a:solidFill>
                            <a:srgbClr val="000000"/>
                          </a:solidFill>
                          <a:effectLst/>
                          <a:latin typeface="+mn-lt"/>
                        </a:rPr>
                        <a:t>Patient navigation (Approve / Deny a patient)</a:t>
                      </a:r>
                    </a:p>
                  </a:txBody>
                  <a:tcPr marL="4277" marR="4277" marT="4277" marB="30792" anchor="ctr"/>
                </a:tc>
                <a:tc>
                  <a:txBody>
                    <a:bodyPr/>
                    <a:lstStyle/>
                    <a:p>
                      <a:pPr algn="ctr" fontAlgn="ctr"/>
                      <a:r>
                        <a:rPr lang="en-US" sz="1200" b="0" i="0" u="none" strike="noStrike">
                          <a:solidFill>
                            <a:srgbClr val="000000"/>
                          </a:solidFill>
                          <a:effectLst/>
                          <a:latin typeface="+mn-lt"/>
                        </a:rPr>
                        <a:t>HCP</a:t>
                      </a:r>
                    </a:p>
                  </a:txBody>
                  <a:tcPr marL="4277" marR="4277" marT="4277" marB="30792" anchor="ctr"/>
                </a:tc>
                <a:tc>
                  <a:txBody>
                    <a:bodyPr/>
                    <a:lstStyle/>
                    <a:p>
                      <a:pPr algn="ctr" fontAlgn="ctr"/>
                      <a:r>
                        <a:rPr lang="en-US" sz="1200" b="0" i="0" u="none" strike="noStrike" dirty="0">
                          <a:solidFill>
                            <a:srgbClr val="000000"/>
                          </a:solidFill>
                          <a:effectLst/>
                          <a:latin typeface="+mn-lt"/>
                        </a:rPr>
                        <a:t>41</a:t>
                      </a:r>
                    </a:p>
                  </a:txBody>
                  <a:tcPr marL="4277" marR="4277" marT="4277" marB="30792" anchor="ctr"/>
                </a:tc>
                <a:tc>
                  <a:txBody>
                    <a:bodyPr/>
                    <a:lstStyle/>
                    <a:p>
                      <a:pPr algn="ctr" fontAlgn="ctr"/>
                      <a:r>
                        <a:rPr lang="en-US" sz="1200" b="0" i="0" u="none" strike="noStrike">
                          <a:solidFill>
                            <a:srgbClr val="000000"/>
                          </a:solidFill>
                          <a:effectLst/>
                          <a:latin typeface="+mn-lt"/>
                        </a:rPr>
                        <a:t>0.01</a:t>
                      </a:r>
                    </a:p>
                  </a:txBody>
                  <a:tcPr marL="4277" marR="4277" marT="4277" marB="30792" anchor="ctr"/>
                </a:tc>
                <a:tc>
                  <a:txBody>
                    <a:bodyPr/>
                    <a:lstStyle/>
                    <a:p>
                      <a:pPr algn="ctr" fontAlgn="ctr"/>
                      <a:r>
                        <a:rPr lang="en-US" sz="1200" b="0" i="0" u="none" strike="noStrike" dirty="0">
                          <a:solidFill>
                            <a:srgbClr val="000000"/>
                          </a:solidFill>
                          <a:effectLst/>
                          <a:latin typeface="+mn-lt"/>
                        </a:rPr>
                        <a:t>0.69</a:t>
                      </a:r>
                    </a:p>
                  </a:txBody>
                  <a:tcPr marL="4277" marR="4277" marT="4277" marB="30792" anchor="ctr"/>
                </a:tc>
                <a:tc>
                  <a:txBody>
                    <a:bodyPr/>
                    <a:lstStyle/>
                    <a:p>
                      <a:pPr algn="ctr" fontAlgn="ctr"/>
                      <a:r>
                        <a:rPr lang="en-US" sz="1200" b="0" i="0" u="none" strike="noStrike">
                          <a:solidFill>
                            <a:srgbClr val="000000"/>
                          </a:solidFill>
                          <a:effectLst/>
                          <a:latin typeface="+mn-lt"/>
                        </a:rPr>
                        <a:t>&lt;5</a:t>
                      </a:r>
                    </a:p>
                  </a:txBody>
                  <a:tcPr marL="4277" marR="4277" marT="4277" marB="30792" anchor="ctr"/>
                </a:tc>
                <a:extLst>
                  <a:ext uri="{0D108BD9-81ED-4DB2-BD59-A6C34878D82A}">
                    <a16:rowId xmlns:a16="http://schemas.microsoft.com/office/drawing/2014/main" val="3023631693"/>
                  </a:ext>
                </a:extLst>
              </a:tr>
              <a:tr h="204194">
                <a:tc>
                  <a:txBody>
                    <a:bodyPr/>
                    <a:lstStyle/>
                    <a:p>
                      <a:pPr algn="l" fontAlgn="ctr"/>
                      <a:r>
                        <a:rPr lang="en-US" sz="1200" b="0" i="0" u="none" strike="noStrike">
                          <a:solidFill>
                            <a:srgbClr val="000000"/>
                          </a:solidFill>
                          <a:effectLst/>
                          <a:latin typeface="+mn-lt"/>
                        </a:rPr>
                        <a:t>Patient navigation (Patient count)</a:t>
                      </a:r>
                    </a:p>
                  </a:txBody>
                  <a:tcPr marL="4277" marR="4277" marT="4277" marB="30792" anchor="ctr"/>
                </a:tc>
                <a:tc>
                  <a:txBody>
                    <a:bodyPr/>
                    <a:lstStyle/>
                    <a:p>
                      <a:pPr algn="ctr" fontAlgn="ctr"/>
                      <a:r>
                        <a:rPr lang="en-US" sz="1200" b="0" i="0" u="none" strike="noStrike">
                          <a:solidFill>
                            <a:srgbClr val="000000"/>
                          </a:solidFill>
                          <a:effectLst/>
                          <a:latin typeface="+mn-lt"/>
                        </a:rPr>
                        <a:t>HCP</a:t>
                      </a:r>
                    </a:p>
                  </a:txBody>
                  <a:tcPr marL="4277" marR="4277" marT="4277" marB="30792" anchor="ctr"/>
                </a:tc>
                <a:tc>
                  <a:txBody>
                    <a:bodyPr/>
                    <a:lstStyle/>
                    <a:p>
                      <a:pPr algn="ctr" fontAlgn="ctr"/>
                      <a:r>
                        <a:rPr lang="en-US" sz="1200" b="0" i="0" u="none" strike="noStrike">
                          <a:solidFill>
                            <a:srgbClr val="000000"/>
                          </a:solidFill>
                          <a:effectLst/>
                          <a:latin typeface="+mn-lt"/>
                        </a:rPr>
                        <a:t>TBD</a:t>
                      </a:r>
                    </a:p>
                  </a:txBody>
                  <a:tcPr marL="4277" marR="4277" marT="4277" marB="30792" anchor="ct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mn-lt"/>
                        </a:rPr>
                        <a:t>(?)</a:t>
                      </a:r>
                    </a:p>
                  </a:txBody>
                  <a:tcPr marL="4277" marR="4277" marT="4277" marB="30792" anchor="ctr"/>
                </a:tc>
                <a:tc>
                  <a:txBody>
                    <a:bodyPr/>
                    <a:lstStyle/>
                    <a:p>
                      <a:pPr algn="ctr" fontAlgn="ctr"/>
                      <a:r>
                        <a:rPr lang="en-US" sz="1200" b="0" i="0" u="none" strike="noStrike">
                          <a:solidFill>
                            <a:srgbClr val="000000"/>
                          </a:solidFill>
                          <a:effectLst/>
                          <a:latin typeface="+mn-lt"/>
                        </a:rPr>
                        <a:t>(?)</a:t>
                      </a:r>
                    </a:p>
                  </a:txBody>
                  <a:tcPr marL="4277" marR="4277" marT="4277" marB="30792" anchor="ctr"/>
                </a:tc>
                <a:tc>
                  <a:txBody>
                    <a:bodyPr/>
                    <a:lstStyle/>
                    <a:p>
                      <a:pPr algn="ctr" fontAlgn="ctr"/>
                      <a:r>
                        <a:rPr lang="en-US" sz="1200" b="0" i="0" u="none" strike="noStrike">
                          <a:solidFill>
                            <a:srgbClr val="000000"/>
                          </a:solidFill>
                          <a:effectLst/>
                          <a:latin typeface="+mn-lt"/>
                        </a:rPr>
                        <a:t>(?) </a:t>
                      </a:r>
                    </a:p>
                  </a:txBody>
                  <a:tcPr marL="4277" marR="4277" marT="4277" marB="30792" anchor="ctr"/>
                </a:tc>
                <a:extLst>
                  <a:ext uri="{0D108BD9-81ED-4DB2-BD59-A6C34878D82A}">
                    <a16:rowId xmlns:a16="http://schemas.microsoft.com/office/drawing/2014/main" val="553738576"/>
                  </a:ext>
                </a:extLst>
              </a:tr>
              <a:tr h="254693">
                <a:tc>
                  <a:txBody>
                    <a:bodyPr/>
                    <a:lstStyle/>
                    <a:p>
                      <a:pPr algn="l" fontAlgn="ctr"/>
                      <a:r>
                        <a:rPr lang="en-US" sz="1200" b="0" i="0" u="none" strike="noStrike">
                          <a:solidFill>
                            <a:srgbClr val="000000"/>
                          </a:solidFill>
                          <a:effectLst/>
                          <a:latin typeface="+mn-lt"/>
                        </a:rPr>
                        <a:t>Patient navigation (goto help and click on IFU )</a:t>
                      </a:r>
                    </a:p>
                  </a:txBody>
                  <a:tcPr marL="4277" marR="4277" marT="4277" marB="30792" anchor="ctr"/>
                </a:tc>
                <a:tc>
                  <a:txBody>
                    <a:bodyPr/>
                    <a:lstStyle/>
                    <a:p>
                      <a:pPr algn="ctr" fontAlgn="ctr"/>
                      <a:r>
                        <a:rPr lang="en-US" sz="1200" b="0" i="0" u="none" strike="noStrike">
                          <a:solidFill>
                            <a:srgbClr val="000000"/>
                          </a:solidFill>
                          <a:effectLst/>
                          <a:latin typeface="+mn-lt"/>
                        </a:rPr>
                        <a:t>HCP</a:t>
                      </a:r>
                    </a:p>
                  </a:txBody>
                  <a:tcPr marL="4277" marR="4277" marT="4277" marB="30792" anchor="ctr"/>
                </a:tc>
                <a:tc>
                  <a:txBody>
                    <a:bodyPr/>
                    <a:lstStyle/>
                    <a:p>
                      <a:pPr algn="ctr" fontAlgn="ctr"/>
                      <a:r>
                        <a:rPr lang="en-US" sz="1200" b="0" i="0" u="none" strike="noStrike">
                          <a:solidFill>
                            <a:srgbClr val="000000"/>
                          </a:solidFill>
                          <a:effectLst/>
                          <a:latin typeface="+mn-lt"/>
                        </a:rPr>
                        <a:t>251</a:t>
                      </a:r>
                    </a:p>
                  </a:txBody>
                  <a:tcPr marL="4277" marR="4277" marT="4277" marB="30792" anchor="ctr"/>
                </a:tc>
                <a:tc>
                  <a:txBody>
                    <a:bodyPr/>
                    <a:lstStyle/>
                    <a:p>
                      <a:pPr algn="ctr" fontAlgn="ctr"/>
                      <a:r>
                        <a:rPr lang="en-US" sz="1200" b="0" i="0" u="none" strike="noStrike">
                          <a:solidFill>
                            <a:srgbClr val="000000"/>
                          </a:solidFill>
                          <a:effectLst/>
                          <a:latin typeface="+mn-lt"/>
                        </a:rPr>
                        <a:t>0.28</a:t>
                      </a:r>
                    </a:p>
                  </a:txBody>
                  <a:tcPr marL="4277" marR="4277" marT="4277" marB="30792" anchor="ctr"/>
                </a:tc>
                <a:tc>
                  <a:txBody>
                    <a:bodyPr/>
                    <a:lstStyle/>
                    <a:p>
                      <a:pPr algn="ctr" fontAlgn="ctr"/>
                      <a:r>
                        <a:rPr lang="en-US" sz="1200" b="0" i="0" u="none" strike="noStrike">
                          <a:solidFill>
                            <a:srgbClr val="000000"/>
                          </a:solidFill>
                          <a:effectLst/>
                          <a:latin typeface="+mn-lt"/>
                        </a:rPr>
                        <a:t>16.70</a:t>
                      </a:r>
                    </a:p>
                  </a:txBody>
                  <a:tcPr marL="4277" marR="4277" marT="4277" marB="30792" anchor="ctr"/>
                </a:tc>
                <a:tc>
                  <a:txBody>
                    <a:bodyPr/>
                    <a:lstStyle/>
                    <a:p>
                      <a:pPr algn="ctr" fontAlgn="ctr"/>
                      <a:r>
                        <a:rPr lang="en-US" sz="1200" b="0" i="0" u="none" strike="noStrike">
                          <a:solidFill>
                            <a:srgbClr val="000000"/>
                          </a:solidFill>
                          <a:effectLst/>
                          <a:latin typeface="+mn-lt"/>
                        </a:rPr>
                        <a:t>&lt;5</a:t>
                      </a:r>
                    </a:p>
                  </a:txBody>
                  <a:tcPr marL="4277" marR="4277" marT="4277" marB="30792" anchor="ctr"/>
                </a:tc>
                <a:extLst>
                  <a:ext uri="{0D108BD9-81ED-4DB2-BD59-A6C34878D82A}">
                    <a16:rowId xmlns:a16="http://schemas.microsoft.com/office/drawing/2014/main" val="2463156443"/>
                  </a:ext>
                </a:extLst>
              </a:tr>
              <a:tr h="282815">
                <a:tc>
                  <a:txBody>
                    <a:bodyPr/>
                    <a:lstStyle/>
                    <a:p>
                      <a:pPr algn="l" fontAlgn="ctr"/>
                      <a:r>
                        <a:rPr lang="en-US" sz="1200" b="0" i="0" u="none" strike="noStrike" dirty="0">
                          <a:solidFill>
                            <a:srgbClr val="000000"/>
                          </a:solidFill>
                          <a:effectLst/>
                          <a:latin typeface="+mn-lt"/>
                        </a:rPr>
                        <a:t>Patient navigation (Landing Page OP5 Insights)</a:t>
                      </a:r>
                    </a:p>
                  </a:txBody>
                  <a:tcPr marL="4277" marR="4277" marT="4277" marB="30792" anchor="ctr"/>
                </a:tc>
                <a:tc rowSpan="6">
                  <a:txBody>
                    <a:bodyPr/>
                    <a:lstStyle/>
                    <a:p>
                      <a:pPr algn="ctr" fontAlgn="ctr"/>
                      <a:r>
                        <a:rPr lang="en-US" sz="1200" b="0" i="0" u="none" strike="noStrike">
                          <a:solidFill>
                            <a:srgbClr val="000000"/>
                          </a:solidFill>
                          <a:effectLst/>
                          <a:latin typeface="+mn-lt"/>
                        </a:rPr>
                        <a:t>PwD </a:t>
                      </a:r>
                    </a:p>
                  </a:txBody>
                  <a:tcPr marL="4277" marR="4277" marT="4277" marB="30792" anchor="ctr"/>
                </a:tc>
                <a:tc rowSpan="6">
                  <a:txBody>
                    <a:bodyPr/>
                    <a:lstStyle/>
                    <a:p>
                      <a:pPr algn="ctr" fontAlgn="ctr"/>
                      <a:r>
                        <a:rPr lang="en-US" sz="1200" b="0" i="0" u="none" strike="noStrike" dirty="0">
                          <a:solidFill>
                            <a:srgbClr val="000000"/>
                          </a:solidFill>
                          <a:effectLst/>
                          <a:latin typeface="+mn-lt"/>
                        </a:rPr>
                        <a:t>5,000</a:t>
                      </a:r>
                    </a:p>
                  </a:txBody>
                  <a:tcPr marL="4277" marR="4277" marT="4277" marB="30792" anchor="ctr"/>
                </a:tc>
                <a:tc rowSpan="6">
                  <a:txBody>
                    <a:bodyPr/>
                    <a:lstStyle/>
                    <a:p>
                      <a:pPr algn="ctr" fontAlgn="ctr"/>
                      <a:r>
                        <a:rPr lang="en-US" sz="1200" b="0" i="0" u="none" strike="noStrike">
                          <a:solidFill>
                            <a:srgbClr val="000000"/>
                          </a:solidFill>
                          <a:effectLst/>
                          <a:latin typeface="+mn-lt"/>
                        </a:rPr>
                        <a:t>5.56</a:t>
                      </a:r>
                    </a:p>
                  </a:txBody>
                  <a:tcPr marL="4277" marR="4277" marT="4277" marB="30792" anchor="ctr"/>
                </a:tc>
                <a:tc rowSpan="6">
                  <a:txBody>
                    <a:bodyPr/>
                    <a:lstStyle/>
                    <a:p>
                      <a:pPr algn="ctr" fontAlgn="ctr"/>
                      <a:r>
                        <a:rPr lang="en-US" sz="1200" b="0" i="0" u="none" strike="noStrike">
                          <a:solidFill>
                            <a:srgbClr val="000000"/>
                          </a:solidFill>
                          <a:effectLst/>
                          <a:latin typeface="+mn-lt"/>
                        </a:rPr>
                        <a:t>333.3</a:t>
                      </a:r>
                    </a:p>
                  </a:txBody>
                  <a:tcPr marL="4277" marR="4277" marT="4277" marB="30792" anchor="ctr"/>
                </a:tc>
                <a:tc rowSpan="6">
                  <a:txBody>
                    <a:bodyPr/>
                    <a:lstStyle/>
                    <a:p>
                      <a:pPr algn="ctr" fontAlgn="ctr"/>
                      <a:r>
                        <a:rPr lang="en-US" sz="1200" b="0" i="0" u="none" strike="noStrike">
                          <a:solidFill>
                            <a:srgbClr val="000000"/>
                          </a:solidFill>
                          <a:effectLst/>
                          <a:latin typeface="+mn-lt"/>
                        </a:rPr>
                        <a:t>&lt;5</a:t>
                      </a:r>
                    </a:p>
                  </a:txBody>
                  <a:tcPr marL="4277" marR="4277" marT="4277" marB="30792" anchor="ctr"/>
                </a:tc>
                <a:extLst>
                  <a:ext uri="{0D108BD9-81ED-4DB2-BD59-A6C34878D82A}">
                    <a16:rowId xmlns:a16="http://schemas.microsoft.com/office/drawing/2014/main" val="3616313969"/>
                  </a:ext>
                </a:extLst>
              </a:tr>
              <a:tr h="204194">
                <a:tc>
                  <a:txBody>
                    <a:bodyPr/>
                    <a:lstStyle/>
                    <a:p>
                      <a:pPr algn="l" fontAlgn="ctr"/>
                      <a:r>
                        <a:rPr lang="en-US" sz="1200" b="0" i="0" u="none" strike="noStrike">
                          <a:solidFill>
                            <a:srgbClr val="000000"/>
                          </a:solidFill>
                          <a:effectLst/>
                          <a:latin typeface="+mn-lt"/>
                        </a:rPr>
                        <a:t>Select any week</a:t>
                      </a:r>
                    </a:p>
                  </a:txBody>
                  <a:tcPr marL="4277" marR="4277" marT="4277" marB="30792" anchor="ctr"/>
                </a:tc>
                <a:tc vMerge="1">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tc vMerge="1">
                  <a:txBody>
                    <a:bodyPr/>
                    <a:lstStyle/>
                    <a:p>
                      <a:endParaRPr/>
                    </a:p>
                  </a:txBody>
                  <a:tcPr marL="4277" marR="4277" marT="4277" marB="30792" anchor="ctr"/>
                </a:tc>
                <a:tc vMerge="1">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tc vMerge="1">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tc vMerge="1">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extLst>
                  <a:ext uri="{0D108BD9-81ED-4DB2-BD59-A6C34878D82A}">
                    <a16:rowId xmlns:a16="http://schemas.microsoft.com/office/drawing/2014/main" val="2360285925"/>
                  </a:ext>
                </a:extLst>
              </a:tr>
              <a:tr h="204194">
                <a:tc>
                  <a:txBody>
                    <a:bodyPr/>
                    <a:lstStyle/>
                    <a:p>
                      <a:pPr algn="l" fontAlgn="ctr"/>
                      <a:r>
                        <a:rPr lang="en-US" sz="1200" b="0" i="0" u="none" strike="noStrike">
                          <a:solidFill>
                            <a:srgbClr val="000000"/>
                          </a:solidFill>
                          <a:effectLst/>
                          <a:latin typeface="+mn-lt"/>
                        </a:rPr>
                        <a:t>After Bolus Highs, click any week</a:t>
                      </a:r>
                    </a:p>
                  </a:txBody>
                  <a:tcPr marL="4277" marR="4277" marT="4277" marB="30792" anchor="ctr"/>
                </a:tc>
                <a:tc vMerge="1">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tc vMerge="1">
                  <a:txBody>
                    <a:bodyPr/>
                    <a:lstStyle/>
                    <a:p>
                      <a:endParaRPr/>
                    </a:p>
                  </a:txBody>
                  <a:tcPr marL="4277" marR="4277" marT="4277" marB="30792" anchor="ctr"/>
                </a:tc>
                <a:tc vMerge="1">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tc vMerge="1">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tc vMerge="1">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extLst>
                  <a:ext uri="{0D108BD9-81ED-4DB2-BD59-A6C34878D82A}">
                    <a16:rowId xmlns:a16="http://schemas.microsoft.com/office/drawing/2014/main" val="927386131"/>
                  </a:ext>
                </a:extLst>
              </a:tr>
              <a:tr h="204194">
                <a:tc>
                  <a:txBody>
                    <a:bodyPr/>
                    <a:lstStyle/>
                    <a:p>
                      <a:pPr algn="l" fontAlgn="ctr"/>
                      <a:r>
                        <a:rPr lang="en-US" sz="1200" b="0" i="0" u="none" strike="noStrike">
                          <a:solidFill>
                            <a:srgbClr val="000000"/>
                          </a:solidFill>
                          <a:effectLst/>
                          <a:latin typeface="+mn-lt"/>
                        </a:rPr>
                        <a:t>Morning Highs</a:t>
                      </a:r>
                    </a:p>
                  </a:txBody>
                  <a:tcPr marL="4277" marR="4277" marT="4277" marB="30792" anchor="ctr"/>
                </a:tc>
                <a:tc vMerge="1">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tc vMerge="1">
                  <a:txBody>
                    <a:bodyPr/>
                    <a:lstStyle/>
                    <a:p>
                      <a:endParaRPr/>
                    </a:p>
                  </a:txBody>
                  <a:tcPr marL="4277" marR="4277" marT="4277" marB="30792" anchor="ctr"/>
                </a:tc>
                <a:tc vMerge="1">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tc vMerge="1">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tc vMerge="1">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extLst>
                  <a:ext uri="{0D108BD9-81ED-4DB2-BD59-A6C34878D82A}">
                    <a16:rowId xmlns:a16="http://schemas.microsoft.com/office/drawing/2014/main" val="73898047"/>
                  </a:ext>
                </a:extLst>
              </a:tr>
              <a:tr h="204194">
                <a:tc>
                  <a:txBody>
                    <a:bodyPr/>
                    <a:lstStyle/>
                    <a:p>
                      <a:pPr algn="l" fontAlgn="ctr"/>
                      <a:r>
                        <a:rPr lang="en-US" sz="1200" b="0" i="0" u="none" strike="noStrike">
                          <a:solidFill>
                            <a:srgbClr val="000000"/>
                          </a:solidFill>
                          <a:effectLst/>
                          <a:latin typeface="+mn-lt"/>
                        </a:rPr>
                        <a:t>Afternoon Highs</a:t>
                      </a:r>
                    </a:p>
                  </a:txBody>
                  <a:tcPr marL="4277" marR="4277" marT="4277" marB="30792" anchor="ctr"/>
                </a:tc>
                <a:tc vMerge="1">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tc vMerge="1">
                  <a:txBody>
                    <a:bodyPr/>
                    <a:lstStyle/>
                    <a:p>
                      <a:endParaRPr/>
                    </a:p>
                  </a:txBody>
                  <a:tcPr marL="4277" marR="4277" marT="4277" marB="30792" anchor="ctr"/>
                </a:tc>
                <a:tc vMerge="1">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tc vMerge="1">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tc vMerge="1">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extLst>
                  <a:ext uri="{0D108BD9-81ED-4DB2-BD59-A6C34878D82A}">
                    <a16:rowId xmlns:a16="http://schemas.microsoft.com/office/drawing/2014/main" val="2295920259"/>
                  </a:ext>
                </a:extLst>
              </a:tr>
              <a:tr h="204194">
                <a:tc>
                  <a:txBody>
                    <a:bodyPr/>
                    <a:lstStyle/>
                    <a:p>
                      <a:pPr algn="l" fontAlgn="ctr"/>
                      <a:r>
                        <a:rPr lang="en-US" sz="1200" b="0" i="0" u="none" strike="noStrike">
                          <a:solidFill>
                            <a:srgbClr val="000000"/>
                          </a:solidFill>
                          <a:effectLst/>
                          <a:latin typeface="+mn-lt"/>
                        </a:rPr>
                        <a:t>Evening Highs</a:t>
                      </a:r>
                    </a:p>
                  </a:txBody>
                  <a:tcPr marL="4277" marR="4277" marT="4277" marB="30792" anchor="ctr"/>
                </a:tc>
                <a:tc vMerge="1">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tc vMerge="1">
                  <a:txBody>
                    <a:bodyPr/>
                    <a:lstStyle/>
                    <a:p>
                      <a:endParaRPr/>
                    </a:p>
                  </a:txBody>
                  <a:tcPr marL="4277" marR="4277" marT="4277" marB="30792" anchor="ctr"/>
                </a:tc>
                <a:tc vMerge="1">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tc vMerge="1">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tc vMerge="1">
                  <a:txBody>
                    <a:bodyPr/>
                    <a:lstStyle/>
                    <a:p>
                      <a:pPr algn="ctr" fontAlgn="ctr"/>
                      <a:endParaRPr lang="en-US" sz="1200" b="0" i="0" u="none" strike="noStrike">
                        <a:solidFill>
                          <a:srgbClr val="000000"/>
                        </a:solidFill>
                        <a:effectLst/>
                        <a:latin typeface="Segoe UI" panose="020B0502040204020203" pitchFamily="34" charset="0"/>
                      </a:endParaRPr>
                    </a:p>
                  </a:txBody>
                  <a:tcPr marL="4277" marR="4277" marT="4277" marB="30792" anchor="ctr"/>
                </a:tc>
                <a:extLst>
                  <a:ext uri="{0D108BD9-81ED-4DB2-BD59-A6C34878D82A}">
                    <a16:rowId xmlns:a16="http://schemas.microsoft.com/office/drawing/2014/main" val="2225317577"/>
                  </a:ext>
                </a:extLst>
              </a:tr>
              <a:tr h="204194">
                <a:tc>
                  <a:txBody>
                    <a:bodyPr/>
                    <a:lstStyle/>
                    <a:p>
                      <a:pPr algn="l" fontAlgn="ctr"/>
                      <a:r>
                        <a:rPr lang="en-US" sz="1200" b="0" i="0" u="none" strike="noStrike" dirty="0">
                          <a:solidFill>
                            <a:srgbClr val="000000"/>
                          </a:solidFill>
                          <a:effectLst/>
                          <a:latin typeface="+mn-lt"/>
                        </a:rPr>
                        <a:t>Largest Clinics</a:t>
                      </a:r>
                    </a:p>
                  </a:txBody>
                  <a:tcPr marL="4277" marR="4277" marT="4277" marB="30792" anchor="ctr"/>
                </a:tc>
                <a:tc>
                  <a:txBody>
                    <a:bodyPr/>
                    <a:lstStyle/>
                    <a:p>
                      <a:pPr algn="ctr" fontAlgn="ctr"/>
                      <a:r>
                        <a:rPr lang="en-US" sz="1200" b="0" i="0" u="none" strike="noStrike">
                          <a:solidFill>
                            <a:srgbClr val="000000"/>
                          </a:solidFill>
                          <a:effectLst/>
                          <a:latin typeface="+mn-lt"/>
                        </a:rPr>
                        <a:t>HCP</a:t>
                      </a:r>
                    </a:p>
                  </a:txBody>
                  <a:tcPr marL="4277" marR="4277" marT="4277" marB="30792" anchor="ctr"/>
                </a:tc>
                <a:tc>
                  <a:txBody>
                    <a:bodyPr/>
                    <a:lstStyle/>
                    <a:p>
                      <a:pPr algn="ctr" fontAlgn="ctr"/>
                      <a:r>
                        <a:rPr lang="en-US" sz="1200" b="0" i="0" u="none" strike="noStrike">
                          <a:solidFill>
                            <a:srgbClr val="000000"/>
                          </a:solidFill>
                          <a:effectLst/>
                          <a:latin typeface="+mn-lt"/>
                        </a:rPr>
                        <a:t>10</a:t>
                      </a:r>
                    </a:p>
                  </a:txBody>
                  <a:tcPr marL="4277" marR="4277" marT="4277" marB="30792" anchor="ctr"/>
                </a:tc>
                <a:tc>
                  <a:txBody>
                    <a:bodyPr/>
                    <a:lstStyle/>
                    <a:p>
                      <a:pPr algn="ctr" fontAlgn="ctr"/>
                      <a:r>
                        <a:rPr lang="en-US" sz="1200" b="0" i="0" u="none" strike="noStrike">
                          <a:solidFill>
                            <a:srgbClr val="000000"/>
                          </a:solidFill>
                          <a:effectLst/>
                          <a:latin typeface="+mn-lt"/>
                        </a:rPr>
                        <a:t>0.002</a:t>
                      </a:r>
                    </a:p>
                  </a:txBody>
                  <a:tcPr marL="4277" marR="4277" marT="4277" marB="30792" anchor="ctr"/>
                </a:tc>
                <a:tc>
                  <a:txBody>
                    <a:bodyPr/>
                    <a:lstStyle/>
                    <a:p>
                      <a:pPr algn="ctr" fontAlgn="ctr"/>
                      <a:r>
                        <a:rPr lang="en-US" sz="1200" b="0" i="0" u="none" strike="noStrike">
                          <a:solidFill>
                            <a:srgbClr val="000000"/>
                          </a:solidFill>
                          <a:effectLst/>
                          <a:latin typeface="+mn-lt"/>
                        </a:rPr>
                        <a:t>0.17</a:t>
                      </a:r>
                    </a:p>
                  </a:txBody>
                  <a:tcPr marL="4277" marR="4277" marT="4277" marB="30792" anchor="ctr"/>
                </a:tc>
                <a:tc>
                  <a:txBody>
                    <a:bodyPr/>
                    <a:lstStyle/>
                    <a:p>
                      <a:pPr algn="ctr" fontAlgn="ctr"/>
                      <a:r>
                        <a:rPr lang="en-US" sz="1200" b="0" i="0" u="none" strike="noStrike" dirty="0">
                          <a:solidFill>
                            <a:srgbClr val="000000"/>
                          </a:solidFill>
                          <a:effectLst/>
                          <a:latin typeface="+mn-lt"/>
                        </a:rPr>
                        <a:t>&lt;20</a:t>
                      </a:r>
                    </a:p>
                  </a:txBody>
                  <a:tcPr marL="4277" marR="4277" marT="4277" marB="30792" anchor="ctr"/>
                </a:tc>
                <a:extLst>
                  <a:ext uri="{0D108BD9-81ED-4DB2-BD59-A6C34878D82A}">
                    <a16:rowId xmlns:a16="http://schemas.microsoft.com/office/drawing/2014/main" val="2550359264"/>
                  </a:ext>
                </a:extLst>
              </a:tr>
            </a:tbl>
          </a:graphicData>
        </a:graphic>
      </p:graphicFrame>
    </p:spTree>
    <p:extLst>
      <p:ext uri="{BB962C8B-B14F-4D97-AF65-F5344CB8AC3E}">
        <p14:creationId xmlns:p14="http://schemas.microsoft.com/office/powerpoint/2010/main" val="1472742485"/>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73FC0-3CD9-116F-CE83-06226F0CA0C0}"/>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B48D5E9-4A88-FCAE-34F6-432371C706A5}"/>
              </a:ext>
            </a:extLst>
          </p:cNvPr>
          <p:cNvSpPr>
            <a:spLocks noGrp="1"/>
          </p:cNvSpPr>
          <p:nvPr>
            <p:ph type="ftr" sz="quarter" idx="15"/>
          </p:nvPr>
        </p:nvSpPr>
        <p:spPr/>
        <p:txBody>
          <a:bodyPr/>
          <a:lstStyle/>
          <a:p>
            <a:r>
              <a:rPr lang="en-US" sz="1000">
                <a:latin typeface="Calibri" panose="020F0502020204030204" pitchFamily="34" charset="0"/>
                <a:ea typeface="Calibri" panose="020F0502020204030204" pitchFamily="34" charset="0"/>
                <a:cs typeface="Calibri" panose="020F0502020204030204" pitchFamily="34" charset="0"/>
              </a:rPr>
              <a:t>CONFIDENTIAL</a:t>
            </a:r>
          </a:p>
        </p:txBody>
      </p:sp>
      <p:sp>
        <p:nvSpPr>
          <p:cNvPr id="4" name="Slide Number Placeholder 3">
            <a:extLst>
              <a:ext uri="{FF2B5EF4-FFF2-40B4-BE49-F238E27FC236}">
                <a16:creationId xmlns:a16="http://schemas.microsoft.com/office/drawing/2014/main" id="{ECFBD1C3-B9FE-43A4-E72D-7FEA909C02AB}"/>
              </a:ext>
            </a:extLst>
          </p:cNvPr>
          <p:cNvSpPr>
            <a:spLocks noGrp="1"/>
          </p:cNvSpPr>
          <p:nvPr>
            <p:ph type="sldNum" sz="quarter" idx="16"/>
          </p:nvPr>
        </p:nvSpPr>
        <p:spPr/>
        <p:txBody>
          <a:bodyPr/>
          <a:lstStyle/>
          <a:p>
            <a:fld id="{4F90343F-D056-4E24-BE3D-A305BDC1A23E}" type="slidenum">
              <a:rPr lang="en-US" sz="1000" smtClean="0">
                <a:latin typeface="Calibri" panose="020F0502020204030204" pitchFamily="34" charset="0"/>
                <a:ea typeface="Calibri" panose="020F0502020204030204" pitchFamily="34" charset="0"/>
                <a:cs typeface="Calibri" panose="020F0502020204030204" pitchFamily="34" charset="0"/>
              </a:rPr>
              <a:pPr/>
              <a:t>9</a:t>
            </a:fld>
            <a:endParaRPr lang="en-US" sz="1000">
              <a:latin typeface="Calibri" panose="020F0502020204030204" pitchFamily="34" charset="0"/>
              <a:ea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D3CFB04E-6894-3D6B-DB29-48E0F866E5E8}"/>
              </a:ext>
            </a:extLst>
          </p:cNvPr>
          <p:cNvSpPr/>
          <p:nvPr/>
        </p:nvSpPr>
        <p:spPr>
          <a:xfrm>
            <a:off x="214511" y="123722"/>
            <a:ext cx="11762978" cy="346818"/>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nSpc>
                <a:spcPct val="85000"/>
              </a:lnSpc>
            </a:pPr>
            <a:r>
              <a:rPr lang="en-US" sz="2400" b="1" dirty="0">
                <a:solidFill>
                  <a:schemeClr val="bg1"/>
                </a:solidFill>
                <a:ea typeface="Calibri" panose="020F0502020204030204" pitchFamily="34" charset="0"/>
                <a:cs typeface="Calibri" panose="020F0502020204030204" pitchFamily="34" charset="0"/>
              </a:rPr>
              <a:t>Overall Execution Summary for API and GUI</a:t>
            </a:r>
          </a:p>
        </p:txBody>
      </p:sp>
      <p:sp>
        <p:nvSpPr>
          <p:cNvPr id="8" name="TextBox 7">
            <a:extLst>
              <a:ext uri="{FF2B5EF4-FFF2-40B4-BE49-F238E27FC236}">
                <a16:creationId xmlns:a16="http://schemas.microsoft.com/office/drawing/2014/main" id="{00FDBF6B-A896-10F2-B7DD-8B9E4CD1CF45}"/>
              </a:ext>
            </a:extLst>
          </p:cNvPr>
          <p:cNvSpPr txBox="1"/>
          <p:nvPr/>
        </p:nvSpPr>
        <p:spPr>
          <a:xfrm>
            <a:off x="213024" y="485037"/>
            <a:ext cx="5971778" cy="338554"/>
          </a:xfrm>
          <a:prstGeom prst="rect">
            <a:avLst/>
          </a:prstGeom>
          <a:noFill/>
        </p:spPr>
        <p:txBody>
          <a:bodyPr wrap="square">
            <a:spAutoFit/>
          </a:bodyPr>
          <a:lstStyle/>
          <a:p>
            <a:r>
              <a:rPr lang="en-US" sz="1600" b="1" dirty="0">
                <a:ea typeface="Calibri" panose="020F0502020204030204" pitchFamily="34" charset="0"/>
                <a:cs typeface="Calibri" panose="020F0502020204030204" pitchFamily="34" charset="0"/>
              </a:rPr>
              <a:t>API Test Execution Plan</a:t>
            </a:r>
          </a:p>
        </p:txBody>
      </p:sp>
      <p:graphicFrame>
        <p:nvGraphicFramePr>
          <p:cNvPr id="5" name="Table 4">
            <a:extLst>
              <a:ext uri="{FF2B5EF4-FFF2-40B4-BE49-F238E27FC236}">
                <a16:creationId xmlns:a16="http://schemas.microsoft.com/office/drawing/2014/main" id="{9C20C0FA-0BAA-3E09-E2FC-FA478198730F}"/>
              </a:ext>
            </a:extLst>
          </p:cNvPr>
          <p:cNvGraphicFramePr>
            <a:graphicFrameLocks noGrp="1"/>
          </p:cNvGraphicFramePr>
          <p:nvPr>
            <p:extLst>
              <p:ext uri="{D42A27DB-BD31-4B8C-83A1-F6EECF244321}">
                <p14:modId xmlns:p14="http://schemas.microsoft.com/office/powerpoint/2010/main" val="2782272497"/>
              </p:ext>
            </p:extLst>
          </p:nvPr>
        </p:nvGraphicFramePr>
        <p:xfrm>
          <a:off x="200421" y="731259"/>
          <a:ext cx="11750373" cy="2194560"/>
        </p:xfrm>
        <a:graphic>
          <a:graphicData uri="http://schemas.openxmlformats.org/drawingml/2006/table">
            <a:tbl>
              <a:tblPr firstRow="1" bandRow="1">
                <a:tableStyleId>{5C22544A-7EE6-4342-B048-85BDC9FD1C3A}</a:tableStyleId>
              </a:tblPr>
              <a:tblGrid>
                <a:gridCol w="439157">
                  <a:extLst>
                    <a:ext uri="{9D8B030D-6E8A-4147-A177-3AD203B41FA5}">
                      <a16:colId xmlns:a16="http://schemas.microsoft.com/office/drawing/2014/main" val="4051123191"/>
                    </a:ext>
                  </a:extLst>
                </a:gridCol>
                <a:gridCol w="3800076">
                  <a:extLst>
                    <a:ext uri="{9D8B030D-6E8A-4147-A177-3AD203B41FA5}">
                      <a16:colId xmlns:a16="http://schemas.microsoft.com/office/drawing/2014/main" val="3511626335"/>
                    </a:ext>
                  </a:extLst>
                </a:gridCol>
                <a:gridCol w="1866863">
                  <a:extLst>
                    <a:ext uri="{9D8B030D-6E8A-4147-A177-3AD203B41FA5}">
                      <a16:colId xmlns:a16="http://schemas.microsoft.com/office/drawing/2014/main" val="1830456476"/>
                    </a:ext>
                  </a:extLst>
                </a:gridCol>
                <a:gridCol w="1296635">
                  <a:extLst>
                    <a:ext uri="{9D8B030D-6E8A-4147-A177-3AD203B41FA5}">
                      <a16:colId xmlns:a16="http://schemas.microsoft.com/office/drawing/2014/main" val="2312423078"/>
                    </a:ext>
                  </a:extLst>
                </a:gridCol>
                <a:gridCol w="1148316">
                  <a:extLst>
                    <a:ext uri="{9D8B030D-6E8A-4147-A177-3AD203B41FA5}">
                      <a16:colId xmlns:a16="http://schemas.microsoft.com/office/drawing/2014/main" val="864379418"/>
                    </a:ext>
                  </a:extLst>
                </a:gridCol>
                <a:gridCol w="1217193">
                  <a:extLst>
                    <a:ext uri="{9D8B030D-6E8A-4147-A177-3AD203B41FA5}">
                      <a16:colId xmlns:a16="http://schemas.microsoft.com/office/drawing/2014/main" val="1092972083"/>
                    </a:ext>
                  </a:extLst>
                </a:gridCol>
                <a:gridCol w="1163168">
                  <a:extLst>
                    <a:ext uri="{9D8B030D-6E8A-4147-A177-3AD203B41FA5}">
                      <a16:colId xmlns:a16="http://schemas.microsoft.com/office/drawing/2014/main" val="3260127342"/>
                    </a:ext>
                  </a:extLst>
                </a:gridCol>
                <a:gridCol w="818965">
                  <a:extLst>
                    <a:ext uri="{9D8B030D-6E8A-4147-A177-3AD203B41FA5}">
                      <a16:colId xmlns:a16="http://schemas.microsoft.com/office/drawing/2014/main" val="2786087848"/>
                    </a:ext>
                  </a:extLst>
                </a:gridCol>
              </a:tblGrid>
              <a:tr h="253040">
                <a:tc rowSpan="2">
                  <a:txBody>
                    <a:bodyPr/>
                    <a:lstStyle/>
                    <a:p>
                      <a:pPr algn="ctr" fontAlgn="ctr"/>
                      <a:r>
                        <a:rPr lang="en-US" sz="1200" dirty="0">
                          <a:latin typeface="+mn-lt"/>
                          <a:ea typeface="Calibri" panose="020F0502020204030204" pitchFamily="34" charset="0"/>
                          <a:cs typeface="Calibri" panose="020F0502020204030204" pitchFamily="34" charset="0"/>
                        </a:rPr>
                        <a:t>#</a:t>
                      </a:r>
                      <a:endParaRPr lang="en-US" sz="1200" b="1" i="0" u="none" strike="noStrike" dirty="0">
                        <a:solidFill>
                          <a:schemeClr val="bg1"/>
                        </a:solidFill>
                        <a:effectLst/>
                        <a:latin typeface="+mn-lt"/>
                        <a:ea typeface="Calibri" panose="020F0502020204030204" pitchFamily="34" charset="0"/>
                        <a:cs typeface="Calibri" panose="020F0502020204030204" pitchFamily="34" charset="0"/>
                      </a:endParaRPr>
                    </a:p>
                  </a:txBody>
                  <a:tcPr marL="4277" marR="4277" marT="4277" marB="30792" anchor="ctr"/>
                </a:tc>
                <a:tc rowSpan="2">
                  <a:txBody>
                    <a:bodyPr/>
                    <a:lstStyle/>
                    <a:p>
                      <a:pPr algn="ctr" fontAlgn="ctr"/>
                      <a:r>
                        <a:rPr lang="en-US" sz="1200" b="1" i="0" u="none" strike="noStrike" dirty="0">
                          <a:solidFill>
                            <a:schemeClr val="bg1"/>
                          </a:solidFill>
                          <a:effectLst/>
                          <a:latin typeface="+mn-lt"/>
                          <a:ea typeface="Calibri" panose="020F0502020204030204" pitchFamily="34" charset="0"/>
                          <a:cs typeface="Calibri" panose="020F0502020204030204" pitchFamily="34" charset="0"/>
                        </a:rPr>
                        <a:t>Description</a:t>
                      </a:r>
                    </a:p>
                  </a:txBody>
                  <a:tcPr marL="4277" marR="4277" marT="4277" marB="30792" anchor="ctr"/>
                </a:tc>
                <a:tc rowSpan="2">
                  <a:txBody>
                    <a:bodyPr/>
                    <a:lstStyle/>
                    <a:p>
                      <a:pPr algn="ctr" fontAlgn="ctr"/>
                      <a:r>
                        <a:rPr lang="en-US" sz="1200" b="1" i="0" u="none" strike="noStrike" dirty="0">
                          <a:solidFill>
                            <a:schemeClr val="bg1"/>
                          </a:solidFill>
                          <a:effectLst/>
                          <a:latin typeface="+mn-lt"/>
                          <a:ea typeface="Calibri" panose="020F0502020204030204" pitchFamily="34" charset="0"/>
                          <a:cs typeface="Calibri" panose="020F0502020204030204" pitchFamily="34" charset="0"/>
                        </a:rPr>
                        <a:t>Goals</a:t>
                      </a:r>
                    </a:p>
                  </a:txBody>
                  <a:tcPr marL="4277" marR="4277" marT="4277" marB="30792" anchor="ctr"/>
                </a:tc>
                <a:tc rowSpan="2">
                  <a:txBody>
                    <a:bodyPr/>
                    <a:lstStyle/>
                    <a:p>
                      <a:pPr algn="ctr" fontAlgn="ctr"/>
                      <a:r>
                        <a:rPr lang="en-US" sz="1200" b="1" i="0" u="none" strike="noStrike" dirty="0">
                          <a:solidFill>
                            <a:schemeClr val="bg1"/>
                          </a:solidFill>
                          <a:effectLst/>
                          <a:latin typeface="+mn-lt"/>
                          <a:ea typeface="Calibri" panose="020F0502020204030204" pitchFamily="34" charset="0"/>
                          <a:cs typeface="Calibri" panose="020F0502020204030204" pitchFamily="34" charset="0"/>
                        </a:rPr>
                        <a:t>Type of Test</a:t>
                      </a:r>
                    </a:p>
                  </a:txBody>
                  <a:tcPr marL="4277" marR="4277" marT="4277" marB="30792" anchor="ctr"/>
                </a:tc>
                <a:tc rowSpan="2">
                  <a:txBody>
                    <a:bodyPr/>
                    <a:lstStyle/>
                    <a:p>
                      <a:pPr algn="ctr" fontAlgn="ctr"/>
                      <a:r>
                        <a:rPr lang="en-US" sz="1200" b="1" i="0" u="none" strike="noStrike" dirty="0">
                          <a:solidFill>
                            <a:schemeClr val="bg1"/>
                          </a:solidFill>
                          <a:effectLst/>
                          <a:latin typeface="+mn-lt"/>
                          <a:ea typeface="Calibri" panose="020F0502020204030204" pitchFamily="34" charset="0"/>
                          <a:cs typeface="Calibri" panose="020F0502020204030204" pitchFamily="34" charset="0"/>
                        </a:rPr>
                        <a:t>No. of Cycles</a:t>
                      </a:r>
                    </a:p>
                  </a:txBody>
                  <a:tcPr marL="4277" marR="4277" marT="4277" marB="30792" anchor="ctr"/>
                </a:tc>
                <a:tc gridSpan="2">
                  <a:txBody>
                    <a:bodyPr/>
                    <a:lstStyle/>
                    <a:p>
                      <a:pPr marL="0" algn="ctr" defTabSz="1219170" rtl="0" eaLnBrk="1" fontAlgn="ctr" latinLnBrk="0" hangingPunct="1"/>
                      <a:r>
                        <a:rPr lang="en-US" sz="1200" b="1" i="0" u="none" strike="noStrike" kern="1200" dirty="0">
                          <a:solidFill>
                            <a:schemeClr val="bg1"/>
                          </a:solidFill>
                          <a:effectLst/>
                          <a:latin typeface="+mn-lt"/>
                          <a:ea typeface="Calibri" panose="020F0502020204030204" pitchFamily="34" charset="0"/>
                          <a:cs typeface="Calibri" panose="020F0502020204030204" pitchFamily="34" charset="0"/>
                        </a:rPr>
                        <a:t>Execution Timelines</a:t>
                      </a:r>
                    </a:p>
                  </a:txBody>
                  <a:tcPr/>
                </a:tc>
                <a:tc hMerge="1">
                  <a:txBody>
                    <a:bodyPr/>
                    <a:lstStyle/>
                    <a:p>
                      <a:endParaRPr lang="en-US" dirty="0"/>
                    </a:p>
                  </a:txBody>
                  <a:tcPr/>
                </a:tc>
                <a:tc rowSpan="2">
                  <a:txBody>
                    <a:bodyPr/>
                    <a:lstStyle/>
                    <a:p>
                      <a:pPr algn="ctr"/>
                      <a:r>
                        <a:rPr lang="en-US" sz="1200" b="1" i="0" u="none" strike="noStrike" kern="1200" dirty="0">
                          <a:solidFill>
                            <a:schemeClr val="bg1"/>
                          </a:solidFill>
                          <a:effectLst/>
                          <a:latin typeface="+mn-lt"/>
                          <a:ea typeface="Calibri" panose="020F0502020204030204" pitchFamily="34" charset="0"/>
                          <a:cs typeface="Calibri" panose="020F0502020204030204" pitchFamily="34" charset="0"/>
                        </a:rPr>
                        <a:t>No. of days</a:t>
                      </a:r>
                    </a:p>
                  </a:txBody>
                  <a:tcPr/>
                </a:tc>
                <a:extLst>
                  <a:ext uri="{0D108BD9-81ED-4DB2-BD59-A6C34878D82A}">
                    <a16:rowId xmlns:a16="http://schemas.microsoft.com/office/drawing/2014/main" val="3397604140"/>
                  </a:ext>
                </a:extLst>
              </a:tr>
              <a:tr h="421734">
                <a:tc vMerge="1">
                  <a:txBody>
                    <a:bodyPr/>
                    <a:lstStyle/>
                    <a:p>
                      <a:endParaRPr lang="en-US" dirty="0"/>
                    </a:p>
                  </a:txBody>
                  <a:tcPr/>
                </a:tc>
                <a:tc vMerge="1">
                  <a:txBody>
                    <a:bodyPr/>
                    <a:lstStyle/>
                    <a:p>
                      <a:endParaRPr lang="en-US" dirty="0"/>
                    </a:p>
                  </a:txBody>
                  <a:tcPr/>
                </a:tc>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pPr algn="ctr"/>
                      <a:r>
                        <a:rPr lang="en-US" sz="1200" b="1" i="0" u="none" strike="noStrike" kern="1200" dirty="0">
                          <a:solidFill>
                            <a:schemeClr val="tx1"/>
                          </a:solidFill>
                          <a:effectLst/>
                          <a:latin typeface="+mn-lt"/>
                          <a:ea typeface="Calibri" panose="020F0502020204030204" pitchFamily="34" charset="0"/>
                          <a:cs typeface="Calibri" panose="020F0502020204030204" pitchFamily="34" charset="0"/>
                        </a:rPr>
                        <a:t>Start Date</a:t>
                      </a:r>
                    </a:p>
                  </a:txBody>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200" b="1" i="0" u="none" strike="noStrike" kern="1200" dirty="0">
                          <a:solidFill>
                            <a:schemeClr val="tx1"/>
                          </a:solidFill>
                          <a:effectLst/>
                          <a:latin typeface="+mn-lt"/>
                          <a:ea typeface="Calibri" panose="020F0502020204030204" pitchFamily="34" charset="0"/>
                          <a:cs typeface="Calibri" panose="020F0502020204030204" pitchFamily="34" charset="0"/>
                        </a:rPr>
                        <a:t>End Date</a:t>
                      </a:r>
                    </a:p>
                    <a:p>
                      <a:pPr algn="ctr"/>
                      <a:endParaRPr lang="en-US" sz="1200" b="1" i="0" u="none" strike="noStrike" kern="1200" dirty="0">
                        <a:solidFill>
                          <a:schemeClr val="tx1"/>
                        </a:solidFill>
                        <a:effectLst/>
                        <a:latin typeface="+mn-lt"/>
                        <a:ea typeface="Calibri" panose="020F0502020204030204" pitchFamily="34" charset="0"/>
                        <a:cs typeface="Calibri" panose="020F0502020204030204" pitchFamily="34" charset="0"/>
                      </a:endParaRPr>
                    </a:p>
                  </a:txBody>
                  <a:tcPr/>
                </a:tc>
                <a:tc vMerge="1">
                  <a:txBody>
                    <a:bodyPr/>
                    <a:lstStyle/>
                    <a:p>
                      <a:endParaRPr lang="en-US" sz="1200" b="1" i="0" u="none" strike="noStrike" kern="1200" dirty="0">
                        <a:solidFill>
                          <a:schemeClr val="bg1"/>
                        </a:solidFill>
                        <a:effectLst/>
                        <a:latin typeface="Segoe UI" panose="020B0502040204020203" pitchFamily="34" charset="0"/>
                        <a:ea typeface="+mn-ea"/>
                        <a:cs typeface="+mn-cs"/>
                      </a:endParaRPr>
                    </a:p>
                  </a:txBody>
                  <a:tcPr/>
                </a:tc>
                <a:extLst>
                  <a:ext uri="{0D108BD9-81ED-4DB2-BD59-A6C34878D82A}">
                    <a16:rowId xmlns:a16="http://schemas.microsoft.com/office/drawing/2014/main" val="2137669670"/>
                  </a:ext>
                </a:extLst>
              </a:tr>
              <a:tr h="590428">
                <a:tc>
                  <a:txBody>
                    <a:bodyPr/>
                    <a:lstStyle/>
                    <a:p>
                      <a:pPr algn="ctr"/>
                      <a:r>
                        <a:rPr lang="en-US" sz="1200" dirty="0">
                          <a:latin typeface="+mn-lt"/>
                          <a:ea typeface="Calibri" panose="020F0502020204030204" pitchFamily="34" charset="0"/>
                          <a:cs typeface="Calibri" panose="020F0502020204030204" pitchFamily="34" charset="0"/>
                        </a:rPr>
                        <a:t>1</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200" dirty="0">
                          <a:latin typeface="+mn-lt"/>
                        </a:rPr>
                        <a:t>All in-scope scenarios for HCP &amp; </a:t>
                      </a:r>
                      <a:r>
                        <a:rPr lang="en-US" sz="1200" dirty="0" err="1">
                          <a:latin typeface="+mn-lt"/>
                        </a:rPr>
                        <a:t>PwD</a:t>
                      </a:r>
                      <a:r>
                        <a:rPr lang="en-US" sz="1200" dirty="0">
                          <a:latin typeface="+mn-lt"/>
                        </a:rPr>
                        <a:t> except Report Generation scenarios.</a:t>
                      </a:r>
                    </a:p>
                    <a:p>
                      <a:pPr marL="0" marR="0" lvl="0" indent="0" algn="l" defTabSz="1219170" rtl="0" eaLnBrk="1" fontAlgn="auto" latinLnBrk="0" hangingPunct="1">
                        <a:lnSpc>
                          <a:spcPct val="100000"/>
                        </a:lnSpc>
                        <a:spcBef>
                          <a:spcPts val="0"/>
                        </a:spcBef>
                        <a:spcAft>
                          <a:spcPts val="0"/>
                        </a:spcAft>
                        <a:buClrTx/>
                        <a:buSzTx/>
                        <a:buFontTx/>
                        <a:buNone/>
                        <a:tabLst/>
                        <a:defRPr/>
                      </a:pPr>
                      <a:r>
                        <a:rPr lang="en-US" sz="1200" b="1" dirty="0">
                          <a:latin typeface="+mn-lt"/>
                        </a:rPr>
                        <a:t>(Refer slide 4 - 1.2 NFRs and In-Scope scenarios) </a:t>
                      </a:r>
                    </a:p>
                    <a:p>
                      <a:pPr marL="0" marR="0" lvl="0" indent="0" algn="l" defTabSz="1219170" rtl="0" eaLnBrk="1" fontAlgn="auto" latinLnBrk="0" hangingPunct="1">
                        <a:lnSpc>
                          <a:spcPct val="100000"/>
                        </a:lnSpc>
                        <a:spcBef>
                          <a:spcPts val="0"/>
                        </a:spcBef>
                        <a:spcAft>
                          <a:spcPts val="0"/>
                        </a:spcAft>
                        <a:buClrTx/>
                        <a:buSzTx/>
                        <a:buFontTx/>
                        <a:buNone/>
                        <a:tabLst/>
                        <a:defRPr/>
                      </a:pPr>
                      <a:r>
                        <a:rPr lang="en-US" sz="1200" dirty="0">
                          <a:latin typeface="+mn-lt"/>
                          <a:ea typeface="Calibri" panose="020F0502020204030204" pitchFamily="34" charset="0"/>
                          <a:cs typeface="Calibri" panose="020F0502020204030204" pitchFamily="34" charset="0"/>
                        </a:rPr>
                        <a:t>(Including re-execution timelines)</a:t>
                      </a:r>
                      <a:endParaRPr lang="en-US" sz="1200" b="0" dirty="0">
                        <a:latin typeface="+mn-lt"/>
                      </a:endParaRPr>
                    </a:p>
                  </a:txBody>
                  <a:tcPr/>
                </a:tc>
                <a:tc>
                  <a:txBody>
                    <a:bodyPr/>
                    <a:lstStyle/>
                    <a:p>
                      <a:r>
                        <a:rPr lang="en-US" sz="1200" dirty="0">
                          <a:latin typeface="+mn-lt"/>
                        </a:rPr>
                        <a:t>Load Test - Achieve targeted users and TPS Stress Test - Identify the breakpoint</a:t>
                      </a:r>
                      <a:endParaRPr lang="en-US" sz="1200" dirty="0">
                        <a:latin typeface="+mn-lt"/>
                        <a:ea typeface="Calibri" panose="020F0502020204030204" pitchFamily="34" charset="0"/>
                        <a:cs typeface="Calibri" panose="020F0502020204030204" pitchFamily="34" charset="0"/>
                      </a:endParaRPr>
                    </a:p>
                  </a:txBody>
                  <a:tcPr/>
                </a:tc>
                <a:tc>
                  <a:txBody>
                    <a:bodyPr/>
                    <a:lstStyle/>
                    <a:p>
                      <a:r>
                        <a:rPr lang="en-US" sz="1200" dirty="0">
                          <a:latin typeface="+mn-lt"/>
                          <a:ea typeface="Calibri" panose="020F0502020204030204" pitchFamily="34" charset="0"/>
                          <a:cs typeface="Calibri" panose="020F0502020204030204" pitchFamily="34" charset="0"/>
                        </a:rPr>
                        <a:t>Load Test </a:t>
                      </a:r>
                    </a:p>
                    <a:p>
                      <a:r>
                        <a:rPr lang="en-US" sz="1200" dirty="0">
                          <a:latin typeface="+mn-lt"/>
                          <a:ea typeface="Calibri" panose="020F0502020204030204" pitchFamily="34" charset="0"/>
                          <a:cs typeface="Calibri" panose="020F0502020204030204" pitchFamily="34" charset="0"/>
                        </a:rPr>
                        <a:t>Stress Test</a:t>
                      </a:r>
                    </a:p>
                  </a:txBody>
                  <a:tcPr/>
                </a:tc>
                <a:tc>
                  <a:txBody>
                    <a:bodyPr/>
                    <a:lstStyle/>
                    <a:p>
                      <a:pPr algn="ctr"/>
                      <a:r>
                        <a:rPr lang="en-US" sz="1200" dirty="0">
                          <a:latin typeface="+mn-lt"/>
                          <a:ea typeface="Calibri" panose="020F0502020204030204" pitchFamily="34" charset="0"/>
                          <a:cs typeface="Calibri" panose="020F0502020204030204" pitchFamily="34" charset="0"/>
                        </a:rPr>
                        <a:t>Load Test – 1</a:t>
                      </a:r>
                    </a:p>
                    <a:p>
                      <a:pPr algn="ctr"/>
                      <a:r>
                        <a:rPr lang="en-US" sz="1200" dirty="0">
                          <a:latin typeface="+mn-lt"/>
                          <a:ea typeface="Calibri" panose="020F0502020204030204" pitchFamily="34" charset="0"/>
                          <a:cs typeface="Calibri" panose="020F0502020204030204" pitchFamily="34" charset="0"/>
                        </a:rPr>
                        <a:t>Stress Test – 1</a:t>
                      </a:r>
                    </a:p>
                  </a:txBody>
                  <a:tcPr/>
                </a:tc>
                <a:tc>
                  <a:txBody>
                    <a:bodyPr/>
                    <a:lstStyle/>
                    <a:p>
                      <a:pPr algn="ctr"/>
                      <a:r>
                        <a:rPr lang="en-US" sz="1200" dirty="0">
                          <a:latin typeface="+mn-lt"/>
                          <a:ea typeface="Calibri" panose="020F0502020204030204" pitchFamily="34" charset="0"/>
                          <a:cs typeface="Calibri" panose="020F0502020204030204" pitchFamily="34" charset="0"/>
                        </a:rPr>
                        <a:t>2</a:t>
                      </a:r>
                      <a:r>
                        <a:rPr lang="en-US" sz="1200" baseline="30000" dirty="0">
                          <a:latin typeface="+mn-lt"/>
                          <a:ea typeface="Calibri" panose="020F0502020204030204" pitchFamily="34" charset="0"/>
                          <a:cs typeface="Calibri" panose="020F0502020204030204" pitchFamily="34" charset="0"/>
                        </a:rPr>
                        <a:t>nd</a:t>
                      </a:r>
                      <a:r>
                        <a:rPr lang="en-US" sz="1200" dirty="0">
                          <a:latin typeface="+mn-lt"/>
                          <a:ea typeface="Calibri" panose="020F0502020204030204" pitchFamily="34" charset="0"/>
                          <a:cs typeface="Calibri" panose="020F0502020204030204" pitchFamily="34" charset="0"/>
                        </a:rPr>
                        <a:t> Dec 2024</a:t>
                      </a:r>
                    </a:p>
                  </a:txBody>
                  <a:tcPr/>
                </a:tc>
                <a:tc>
                  <a:txBody>
                    <a:bodyPr/>
                    <a:lstStyle/>
                    <a:p>
                      <a:pPr algn="ctr"/>
                      <a:r>
                        <a:rPr lang="en-US" sz="1200" dirty="0">
                          <a:latin typeface="+mn-lt"/>
                          <a:ea typeface="Calibri" panose="020F0502020204030204" pitchFamily="34" charset="0"/>
                          <a:cs typeface="Calibri" panose="020F0502020204030204" pitchFamily="34" charset="0"/>
                        </a:rPr>
                        <a:t>20</a:t>
                      </a:r>
                      <a:r>
                        <a:rPr lang="en-US" sz="1200" baseline="30000" dirty="0">
                          <a:latin typeface="+mn-lt"/>
                          <a:ea typeface="Calibri" panose="020F0502020204030204" pitchFamily="34" charset="0"/>
                          <a:cs typeface="Calibri" panose="020F0502020204030204" pitchFamily="34" charset="0"/>
                        </a:rPr>
                        <a:t>th</a:t>
                      </a:r>
                      <a:r>
                        <a:rPr lang="en-US" sz="1200" dirty="0">
                          <a:latin typeface="+mn-lt"/>
                          <a:ea typeface="Calibri" panose="020F0502020204030204" pitchFamily="34" charset="0"/>
                          <a:cs typeface="Calibri" panose="020F0502020204030204" pitchFamily="34" charset="0"/>
                        </a:rPr>
                        <a:t> Dec 2024</a:t>
                      </a:r>
                    </a:p>
                  </a:txBody>
                  <a:tcPr/>
                </a:tc>
                <a:tc>
                  <a:txBody>
                    <a:bodyPr/>
                    <a:lstStyle/>
                    <a:p>
                      <a:pPr algn="ctr"/>
                      <a:r>
                        <a:rPr lang="en-US" sz="1200" dirty="0">
                          <a:latin typeface="+mn-lt"/>
                          <a:ea typeface="Calibri" panose="020F0502020204030204" pitchFamily="34" charset="0"/>
                          <a:cs typeface="Calibri" panose="020F0502020204030204" pitchFamily="34" charset="0"/>
                        </a:rPr>
                        <a:t>15 days</a:t>
                      </a:r>
                    </a:p>
                  </a:txBody>
                  <a:tcPr/>
                </a:tc>
                <a:extLst>
                  <a:ext uri="{0D108BD9-81ED-4DB2-BD59-A6C34878D82A}">
                    <a16:rowId xmlns:a16="http://schemas.microsoft.com/office/drawing/2014/main" val="1257574285"/>
                  </a:ext>
                </a:extLst>
              </a:tr>
              <a:tr h="590428">
                <a:tc>
                  <a:txBody>
                    <a:bodyPr/>
                    <a:lstStyle/>
                    <a:p>
                      <a:pPr algn="ctr"/>
                      <a:r>
                        <a:rPr lang="en-US" sz="1200" dirty="0">
                          <a:latin typeface="+mn-lt"/>
                          <a:ea typeface="Calibri" panose="020F0502020204030204" pitchFamily="34" charset="0"/>
                          <a:cs typeface="Calibri" panose="020F0502020204030204" pitchFamily="34" charset="0"/>
                        </a:rPr>
                        <a:t>2</a:t>
                      </a:r>
                    </a:p>
                  </a:txBody>
                  <a:tcPr/>
                </a:tc>
                <a:tc>
                  <a:txBody>
                    <a:bodyPr/>
                    <a:lstStyle/>
                    <a:p>
                      <a:r>
                        <a:rPr lang="en-US" sz="1200" dirty="0">
                          <a:latin typeface="+mn-lt"/>
                          <a:ea typeface="Calibri" panose="020F0502020204030204" pitchFamily="34" charset="0"/>
                          <a:cs typeface="Calibri" panose="020F0502020204030204" pitchFamily="34" charset="0"/>
                        </a:rPr>
                        <a:t>Generate report for 90, 14, 7 days (Equal distribution of report length) for HCP and </a:t>
                      </a:r>
                      <a:r>
                        <a:rPr lang="en-US" sz="1200" dirty="0" err="1">
                          <a:latin typeface="+mn-lt"/>
                          <a:ea typeface="Calibri" panose="020F0502020204030204" pitchFamily="34" charset="0"/>
                          <a:cs typeface="Calibri" panose="020F0502020204030204" pitchFamily="34" charset="0"/>
                        </a:rPr>
                        <a:t>PwD</a:t>
                      </a:r>
                      <a:r>
                        <a:rPr lang="en-US" sz="1200" dirty="0">
                          <a:latin typeface="+mn-lt"/>
                          <a:ea typeface="Calibri" panose="020F0502020204030204" pitchFamily="34" charset="0"/>
                          <a:cs typeface="Calibri" panose="020F0502020204030204" pitchFamily="34" charset="0"/>
                        </a:rPr>
                        <a:t> scenarios.</a:t>
                      </a:r>
                    </a:p>
                  </a:txBody>
                  <a:tcPr/>
                </a:tc>
                <a:tc>
                  <a:txBody>
                    <a:bodyPr/>
                    <a:lstStyle/>
                    <a:p>
                      <a:r>
                        <a:rPr lang="en-US" sz="1200" dirty="0">
                          <a:latin typeface="+mn-lt"/>
                          <a:ea typeface="Calibri" panose="020F0502020204030204" pitchFamily="34" charset="0"/>
                          <a:cs typeface="Calibri" panose="020F0502020204030204" pitchFamily="34" charset="0"/>
                        </a:rPr>
                        <a:t>To Achieve targeted users and TPS </a:t>
                      </a:r>
                    </a:p>
                  </a:txBody>
                  <a:tcPr/>
                </a:tc>
                <a:tc>
                  <a:txBody>
                    <a:bodyPr/>
                    <a:lstStyle/>
                    <a:p>
                      <a:r>
                        <a:rPr lang="en-US" sz="1200" dirty="0">
                          <a:latin typeface="+mn-lt"/>
                          <a:ea typeface="Calibri" panose="020F0502020204030204" pitchFamily="34" charset="0"/>
                          <a:cs typeface="Calibri" panose="020F0502020204030204" pitchFamily="34" charset="0"/>
                        </a:rPr>
                        <a:t>Load Test</a:t>
                      </a:r>
                    </a:p>
                  </a:txBody>
                  <a:tcPr/>
                </a:tc>
                <a:tc>
                  <a:txBody>
                    <a:bodyPr/>
                    <a:lstStyle/>
                    <a:p>
                      <a:pPr algn="ctr"/>
                      <a:r>
                        <a:rPr lang="en-US" sz="1200" dirty="0">
                          <a:latin typeface="+mn-lt"/>
                          <a:ea typeface="Calibri" panose="020F0502020204030204" pitchFamily="34" charset="0"/>
                          <a:cs typeface="Calibri" panose="020F0502020204030204" pitchFamily="34" charset="0"/>
                        </a:rPr>
                        <a:t>10</a:t>
                      </a:r>
                    </a:p>
                  </a:txBody>
                  <a:tcPr/>
                </a:tc>
                <a:tc>
                  <a:txBody>
                    <a:bodyPr/>
                    <a:lstStyle/>
                    <a:p>
                      <a:pPr algn="ctr"/>
                      <a:r>
                        <a:rPr lang="en-US" sz="1200" dirty="0">
                          <a:latin typeface="+mn-lt"/>
                          <a:ea typeface="Calibri" panose="020F0502020204030204" pitchFamily="34" charset="0"/>
                          <a:cs typeface="Calibri" panose="020F0502020204030204" pitchFamily="34" charset="0"/>
                        </a:rPr>
                        <a:t>23</a:t>
                      </a:r>
                      <a:r>
                        <a:rPr lang="en-US" sz="1200" baseline="30000" dirty="0">
                          <a:latin typeface="+mn-lt"/>
                          <a:ea typeface="Calibri" panose="020F0502020204030204" pitchFamily="34" charset="0"/>
                          <a:cs typeface="Calibri" panose="020F0502020204030204" pitchFamily="34" charset="0"/>
                        </a:rPr>
                        <a:t>rd</a:t>
                      </a:r>
                      <a:r>
                        <a:rPr lang="en-US" sz="1200" dirty="0">
                          <a:latin typeface="+mn-lt"/>
                          <a:ea typeface="Calibri" panose="020F0502020204030204" pitchFamily="34" charset="0"/>
                          <a:cs typeface="Calibri" panose="020F0502020204030204" pitchFamily="34" charset="0"/>
                        </a:rPr>
                        <a:t> Dec 2024</a:t>
                      </a:r>
                    </a:p>
                  </a:txBody>
                  <a:tcPr/>
                </a:tc>
                <a:tc>
                  <a:txBody>
                    <a:bodyPr/>
                    <a:lstStyle/>
                    <a:p>
                      <a:pPr algn="ctr"/>
                      <a:r>
                        <a:rPr lang="en-US" sz="1200" dirty="0">
                          <a:latin typeface="+mn-lt"/>
                          <a:ea typeface="Calibri" panose="020F0502020204030204" pitchFamily="34" charset="0"/>
                          <a:cs typeface="Calibri" panose="020F0502020204030204" pitchFamily="34" charset="0"/>
                        </a:rPr>
                        <a:t>10</a:t>
                      </a:r>
                      <a:r>
                        <a:rPr lang="en-US" sz="1200" baseline="30000" dirty="0">
                          <a:latin typeface="+mn-lt"/>
                          <a:ea typeface="Calibri" panose="020F0502020204030204" pitchFamily="34" charset="0"/>
                          <a:cs typeface="Calibri" panose="020F0502020204030204" pitchFamily="34" charset="0"/>
                        </a:rPr>
                        <a:t>th</a:t>
                      </a:r>
                      <a:r>
                        <a:rPr lang="en-US" sz="1200" dirty="0">
                          <a:latin typeface="+mn-lt"/>
                          <a:ea typeface="Calibri" panose="020F0502020204030204" pitchFamily="34" charset="0"/>
                          <a:cs typeface="Calibri" panose="020F0502020204030204" pitchFamily="34" charset="0"/>
                        </a:rPr>
                        <a:t> Jan 2025</a:t>
                      </a:r>
                    </a:p>
                  </a:txBody>
                  <a:tcPr/>
                </a:tc>
                <a:tc>
                  <a:txBody>
                    <a:bodyPr/>
                    <a:lstStyle/>
                    <a:p>
                      <a:pPr algn="ctr"/>
                      <a:r>
                        <a:rPr lang="en-US" sz="1200" dirty="0">
                          <a:latin typeface="+mn-lt"/>
                          <a:ea typeface="Calibri" panose="020F0502020204030204" pitchFamily="34" charset="0"/>
                          <a:cs typeface="Calibri" panose="020F0502020204030204" pitchFamily="34" charset="0"/>
                        </a:rPr>
                        <a:t>14 days</a:t>
                      </a:r>
                    </a:p>
                  </a:txBody>
                  <a:tcPr/>
                </a:tc>
                <a:extLst>
                  <a:ext uri="{0D108BD9-81ED-4DB2-BD59-A6C34878D82A}">
                    <a16:rowId xmlns:a16="http://schemas.microsoft.com/office/drawing/2014/main" val="4240306570"/>
                  </a:ext>
                </a:extLst>
              </a:tr>
            </a:tbl>
          </a:graphicData>
        </a:graphic>
      </p:graphicFrame>
      <p:sp>
        <p:nvSpPr>
          <p:cNvPr id="14" name="TextBox 13">
            <a:extLst>
              <a:ext uri="{FF2B5EF4-FFF2-40B4-BE49-F238E27FC236}">
                <a16:creationId xmlns:a16="http://schemas.microsoft.com/office/drawing/2014/main" id="{147E0186-3A45-43B4-7596-F7C0B5492D33}"/>
              </a:ext>
            </a:extLst>
          </p:cNvPr>
          <p:cNvSpPr txBox="1"/>
          <p:nvPr/>
        </p:nvSpPr>
        <p:spPr>
          <a:xfrm>
            <a:off x="125938" y="2847984"/>
            <a:ext cx="6058864" cy="338554"/>
          </a:xfrm>
          <a:prstGeom prst="rect">
            <a:avLst/>
          </a:prstGeom>
          <a:noFill/>
        </p:spPr>
        <p:txBody>
          <a:bodyPr wrap="square">
            <a:spAutoFit/>
          </a:bodyPr>
          <a:lstStyle/>
          <a:p>
            <a:r>
              <a:rPr lang="en-US" sz="1600" b="1" dirty="0">
                <a:latin typeface="Aptos" panose="020B0004020202020204" pitchFamily="34" charset="0"/>
                <a:ea typeface="Calibri" panose="020F0502020204030204" pitchFamily="34" charset="0"/>
                <a:cs typeface="Calibri" panose="020F0502020204030204" pitchFamily="34" charset="0"/>
              </a:rPr>
              <a:t>GUI Test Execution Plan</a:t>
            </a:r>
          </a:p>
        </p:txBody>
      </p:sp>
      <p:graphicFrame>
        <p:nvGraphicFramePr>
          <p:cNvPr id="15" name="Table 14">
            <a:extLst>
              <a:ext uri="{FF2B5EF4-FFF2-40B4-BE49-F238E27FC236}">
                <a16:creationId xmlns:a16="http://schemas.microsoft.com/office/drawing/2014/main" id="{2D87607F-3BD6-E693-4B5D-214A2E470082}"/>
              </a:ext>
            </a:extLst>
          </p:cNvPr>
          <p:cNvGraphicFramePr>
            <a:graphicFrameLocks noGrp="1"/>
          </p:cNvGraphicFramePr>
          <p:nvPr>
            <p:extLst>
              <p:ext uri="{D42A27DB-BD31-4B8C-83A1-F6EECF244321}">
                <p14:modId xmlns:p14="http://schemas.microsoft.com/office/powerpoint/2010/main" val="1621216942"/>
              </p:ext>
            </p:extLst>
          </p:nvPr>
        </p:nvGraphicFramePr>
        <p:xfrm>
          <a:off x="200421" y="3147533"/>
          <a:ext cx="11750372" cy="3017520"/>
        </p:xfrm>
        <a:graphic>
          <a:graphicData uri="http://schemas.openxmlformats.org/drawingml/2006/table">
            <a:tbl>
              <a:tblPr firstRow="1" bandRow="1">
                <a:tableStyleId>{5C22544A-7EE6-4342-B048-85BDC9FD1C3A}</a:tableStyleId>
              </a:tblPr>
              <a:tblGrid>
                <a:gridCol w="439157">
                  <a:extLst>
                    <a:ext uri="{9D8B030D-6E8A-4147-A177-3AD203B41FA5}">
                      <a16:colId xmlns:a16="http://schemas.microsoft.com/office/drawing/2014/main" val="4051123191"/>
                    </a:ext>
                  </a:extLst>
                </a:gridCol>
                <a:gridCol w="3832732">
                  <a:extLst>
                    <a:ext uri="{9D8B030D-6E8A-4147-A177-3AD203B41FA5}">
                      <a16:colId xmlns:a16="http://schemas.microsoft.com/office/drawing/2014/main" val="3511626335"/>
                    </a:ext>
                  </a:extLst>
                </a:gridCol>
                <a:gridCol w="1873071">
                  <a:extLst>
                    <a:ext uri="{9D8B030D-6E8A-4147-A177-3AD203B41FA5}">
                      <a16:colId xmlns:a16="http://schemas.microsoft.com/office/drawing/2014/main" val="1830456476"/>
                    </a:ext>
                  </a:extLst>
                </a:gridCol>
                <a:gridCol w="1062183">
                  <a:extLst>
                    <a:ext uri="{9D8B030D-6E8A-4147-A177-3AD203B41FA5}">
                      <a16:colId xmlns:a16="http://schemas.microsoft.com/office/drawing/2014/main" val="2312423078"/>
                    </a:ext>
                  </a:extLst>
                </a:gridCol>
                <a:gridCol w="1191491">
                  <a:extLst>
                    <a:ext uri="{9D8B030D-6E8A-4147-A177-3AD203B41FA5}">
                      <a16:colId xmlns:a16="http://schemas.microsoft.com/office/drawing/2014/main" val="864379418"/>
                    </a:ext>
                  </a:extLst>
                </a:gridCol>
                <a:gridCol w="1311563">
                  <a:extLst>
                    <a:ext uri="{9D8B030D-6E8A-4147-A177-3AD203B41FA5}">
                      <a16:colId xmlns:a16="http://schemas.microsoft.com/office/drawing/2014/main" val="1092972083"/>
                    </a:ext>
                  </a:extLst>
                </a:gridCol>
                <a:gridCol w="1237673">
                  <a:extLst>
                    <a:ext uri="{9D8B030D-6E8A-4147-A177-3AD203B41FA5}">
                      <a16:colId xmlns:a16="http://schemas.microsoft.com/office/drawing/2014/main" val="3260127342"/>
                    </a:ext>
                  </a:extLst>
                </a:gridCol>
                <a:gridCol w="802502">
                  <a:extLst>
                    <a:ext uri="{9D8B030D-6E8A-4147-A177-3AD203B41FA5}">
                      <a16:colId xmlns:a16="http://schemas.microsoft.com/office/drawing/2014/main" val="2786087848"/>
                    </a:ext>
                  </a:extLst>
                </a:gridCol>
              </a:tblGrid>
              <a:tr h="261903">
                <a:tc rowSpan="2">
                  <a:txBody>
                    <a:bodyPr/>
                    <a:lstStyle/>
                    <a:p>
                      <a:pPr algn="ctr" fontAlgn="ctr"/>
                      <a:r>
                        <a:rPr lang="en-US" sz="1200" dirty="0">
                          <a:latin typeface="+mn-lt"/>
                          <a:ea typeface="Calibri" panose="020F0502020204030204" pitchFamily="34" charset="0"/>
                          <a:cs typeface="Calibri" panose="020F0502020204030204" pitchFamily="34" charset="0"/>
                        </a:rPr>
                        <a:t>#</a:t>
                      </a:r>
                      <a:endParaRPr lang="en-US" sz="1200" b="1" i="0" u="none" strike="noStrike" dirty="0">
                        <a:solidFill>
                          <a:schemeClr val="bg1"/>
                        </a:solidFill>
                        <a:effectLst/>
                        <a:latin typeface="+mn-lt"/>
                        <a:ea typeface="Calibri" panose="020F0502020204030204" pitchFamily="34" charset="0"/>
                        <a:cs typeface="Calibri" panose="020F0502020204030204" pitchFamily="34" charset="0"/>
                      </a:endParaRPr>
                    </a:p>
                  </a:txBody>
                  <a:tcPr marL="4277" marR="4277" marT="4277" marB="30792" anchor="ctr"/>
                </a:tc>
                <a:tc rowSpan="2">
                  <a:txBody>
                    <a:bodyPr/>
                    <a:lstStyle/>
                    <a:p>
                      <a:pPr algn="ctr" fontAlgn="ctr"/>
                      <a:r>
                        <a:rPr lang="en-US" sz="1200" b="1" i="0" u="none" strike="noStrike" dirty="0">
                          <a:solidFill>
                            <a:schemeClr val="bg1"/>
                          </a:solidFill>
                          <a:effectLst/>
                          <a:latin typeface="+mn-lt"/>
                          <a:ea typeface="Calibri" panose="020F0502020204030204" pitchFamily="34" charset="0"/>
                          <a:cs typeface="Calibri" panose="020F0502020204030204" pitchFamily="34" charset="0"/>
                        </a:rPr>
                        <a:t>Description</a:t>
                      </a:r>
                    </a:p>
                  </a:txBody>
                  <a:tcPr marL="4277" marR="4277" marT="4277" marB="30792" anchor="ctr"/>
                </a:tc>
                <a:tc rowSpan="2">
                  <a:txBody>
                    <a:bodyPr/>
                    <a:lstStyle/>
                    <a:p>
                      <a:pPr algn="ctr" fontAlgn="ctr"/>
                      <a:r>
                        <a:rPr lang="en-US" sz="1200" b="1" i="0" u="none" strike="noStrike" dirty="0">
                          <a:solidFill>
                            <a:schemeClr val="bg1"/>
                          </a:solidFill>
                          <a:effectLst/>
                          <a:latin typeface="+mn-lt"/>
                          <a:ea typeface="Calibri" panose="020F0502020204030204" pitchFamily="34" charset="0"/>
                          <a:cs typeface="Calibri" panose="020F0502020204030204" pitchFamily="34" charset="0"/>
                        </a:rPr>
                        <a:t>Goals</a:t>
                      </a:r>
                    </a:p>
                  </a:txBody>
                  <a:tcPr marL="4277" marR="4277" marT="4277" marB="30792" anchor="ctr"/>
                </a:tc>
                <a:tc rowSpan="2">
                  <a:txBody>
                    <a:bodyPr/>
                    <a:lstStyle/>
                    <a:p>
                      <a:pPr algn="ctr" fontAlgn="ctr"/>
                      <a:r>
                        <a:rPr lang="en-US" sz="1200" b="1" i="0" u="none" strike="noStrike" dirty="0">
                          <a:solidFill>
                            <a:schemeClr val="bg1"/>
                          </a:solidFill>
                          <a:effectLst/>
                          <a:latin typeface="+mn-lt"/>
                          <a:ea typeface="Calibri" panose="020F0502020204030204" pitchFamily="34" charset="0"/>
                          <a:cs typeface="Calibri" panose="020F0502020204030204" pitchFamily="34" charset="0"/>
                        </a:rPr>
                        <a:t>Type of Test</a:t>
                      </a:r>
                    </a:p>
                  </a:txBody>
                  <a:tcPr marL="4277" marR="4277" marT="4277" marB="30792" anchor="ctr"/>
                </a:tc>
                <a:tc rowSpan="2">
                  <a:txBody>
                    <a:bodyPr/>
                    <a:lstStyle/>
                    <a:p>
                      <a:pPr algn="ctr" fontAlgn="ctr"/>
                      <a:r>
                        <a:rPr lang="en-US" sz="1200" b="1" i="0" u="none" strike="noStrike" dirty="0">
                          <a:solidFill>
                            <a:schemeClr val="bg1"/>
                          </a:solidFill>
                          <a:effectLst/>
                          <a:latin typeface="+mn-lt"/>
                          <a:ea typeface="Calibri" panose="020F0502020204030204" pitchFamily="34" charset="0"/>
                          <a:cs typeface="Calibri" panose="020F0502020204030204" pitchFamily="34" charset="0"/>
                        </a:rPr>
                        <a:t>No. of Cycles</a:t>
                      </a:r>
                    </a:p>
                  </a:txBody>
                  <a:tcPr marL="4277" marR="4277" marT="4277" marB="30792" anchor="ctr"/>
                </a:tc>
                <a:tc gridSpan="2">
                  <a:txBody>
                    <a:bodyPr/>
                    <a:lstStyle/>
                    <a:p>
                      <a:pPr marL="0" algn="ctr" defTabSz="1219170" rtl="0" eaLnBrk="1" fontAlgn="ctr" latinLnBrk="0" hangingPunct="1"/>
                      <a:r>
                        <a:rPr lang="en-US" sz="1200" b="1" i="0" u="none" strike="noStrike" kern="1200" dirty="0">
                          <a:solidFill>
                            <a:schemeClr val="bg1"/>
                          </a:solidFill>
                          <a:effectLst/>
                          <a:latin typeface="+mn-lt"/>
                          <a:ea typeface="Calibri" panose="020F0502020204030204" pitchFamily="34" charset="0"/>
                          <a:cs typeface="Calibri" panose="020F0502020204030204" pitchFamily="34" charset="0"/>
                        </a:rPr>
                        <a:t>Execution Timelines</a:t>
                      </a:r>
                    </a:p>
                  </a:txBody>
                  <a:tcPr/>
                </a:tc>
                <a:tc hMerge="1">
                  <a:txBody>
                    <a:bodyPr/>
                    <a:lstStyle/>
                    <a:p>
                      <a:endParaRPr lang="en-US" dirty="0"/>
                    </a:p>
                  </a:txBody>
                  <a:tcPr/>
                </a:tc>
                <a:tc rowSpan="2">
                  <a:txBody>
                    <a:bodyPr/>
                    <a:lstStyle/>
                    <a:p>
                      <a:pPr algn="ctr"/>
                      <a:r>
                        <a:rPr lang="en-US" sz="1200" b="1" i="0" u="none" strike="noStrike" kern="1200" dirty="0">
                          <a:solidFill>
                            <a:schemeClr val="bg1"/>
                          </a:solidFill>
                          <a:effectLst/>
                          <a:latin typeface="+mn-lt"/>
                          <a:ea typeface="Calibri" panose="020F0502020204030204" pitchFamily="34" charset="0"/>
                          <a:cs typeface="Calibri" panose="020F0502020204030204" pitchFamily="34" charset="0"/>
                        </a:rPr>
                        <a:t>No. of days</a:t>
                      </a:r>
                    </a:p>
                  </a:txBody>
                  <a:tcPr/>
                </a:tc>
                <a:extLst>
                  <a:ext uri="{0D108BD9-81ED-4DB2-BD59-A6C34878D82A}">
                    <a16:rowId xmlns:a16="http://schemas.microsoft.com/office/drawing/2014/main" val="3397604140"/>
                  </a:ext>
                </a:extLst>
              </a:tr>
              <a:tr h="436505">
                <a:tc vMerge="1">
                  <a:txBody>
                    <a:bodyPr/>
                    <a:lstStyle/>
                    <a:p>
                      <a:endParaRPr lang="en-US" dirty="0"/>
                    </a:p>
                  </a:txBody>
                  <a:tcPr/>
                </a:tc>
                <a:tc vMerge="1">
                  <a:txBody>
                    <a:bodyPr/>
                    <a:lstStyle/>
                    <a:p>
                      <a:endParaRPr lang="en-US" dirty="0"/>
                    </a:p>
                  </a:txBody>
                  <a:tcPr/>
                </a:tc>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pPr algn="ctr"/>
                      <a:r>
                        <a:rPr lang="en-US" sz="1200" b="1" i="0" u="none" strike="noStrike" kern="1200" dirty="0">
                          <a:solidFill>
                            <a:schemeClr val="tx1"/>
                          </a:solidFill>
                          <a:effectLst/>
                          <a:latin typeface="+mn-lt"/>
                          <a:ea typeface="Calibri" panose="020F0502020204030204" pitchFamily="34" charset="0"/>
                          <a:cs typeface="Calibri" panose="020F0502020204030204" pitchFamily="34" charset="0"/>
                        </a:rPr>
                        <a:t>Start Date</a:t>
                      </a:r>
                    </a:p>
                  </a:txBody>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200" b="1" i="0" u="none" strike="noStrike" kern="1200" dirty="0">
                          <a:solidFill>
                            <a:schemeClr val="tx1"/>
                          </a:solidFill>
                          <a:effectLst/>
                          <a:latin typeface="+mn-lt"/>
                          <a:ea typeface="Calibri" panose="020F0502020204030204" pitchFamily="34" charset="0"/>
                          <a:cs typeface="Calibri" panose="020F0502020204030204" pitchFamily="34" charset="0"/>
                        </a:rPr>
                        <a:t>End Date</a:t>
                      </a:r>
                    </a:p>
                    <a:p>
                      <a:pPr algn="ctr"/>
                      <a:endParaRPr lang="en-US" sz="1200" b="1" i="0" u="none" strike="noStrike" kern="1200" dirty="0">
                        <a:solidFill>
                          <a:schemeClr val="tx1"/>
                        </a:solidFill>
                        <a:effectLst/>
                        <a:latin typeface="+mn-lt"/>
                        <a:ea typeface="Calibri" panose="020F0502020204030204" pitchFamily="34" charset="0"/>
                        <a:cs typeface="Calibri" panose="020F0502020204030204" pitchFamily="34" charset="0"/>
                      </a:endParaRPr>
                    </a:p>
                  </a:txBody>
                  <a:tcPr/>
                </a:tc>
                <a:tc vMerge="1">
                  <a:txBody>
                    <a:bodyPr/>
                    <a:lstStyle/>
                    <a:p>
                      <a:endParaRPr lang="en-US" sz="1200" b="1" i="0" u="none" strike="noStrike" kern="1200" dirty="0">
                        <a:solidFill>
                          <a:schemeClr val="bg1"/>
                        </a:solidFill>
                        <a:effectLst/>
                        <a:latin typeface="Segoe UI" panose="020B0502040204020203" pitchFamily="34" charset="0"/>
                        <a:ea typeface="+mn-ea"/>
                        <a:cs typeface="+mn-cs"/>
                      </a:endParaRPr>
                    </a:p>
                  </a:txBody>
                  <a:tcPr/>
                </a:tc>
                <a:extLst>
                  <a:ext uri="{0D108BD9-81ED-4DB2-BD59-A6C34878D82A}">
                    <a16:rowId xmlns:a16="http://schemas.microsoft.com/office/drawing/2014/main" val="2137669670"/>
                  </a:ext>
                </a:extLst>
              </a:tr>
              <a:tr h="436505">
                <a:tc>
                  <a:txBody>
                    <a:bodyPr/>
                    <a:lstStyle/>
                    <a:p>
                      <a:pPr algn="ctr"/>
                      <a:r>
                        <a:rPr lang="en-US" sz="1200" dirty="0">
                          <a:latin typeface="+mn-lt"/>
                          <a:ea typeface="Calibri" panose="020F0502020204030204" pitchFamily="34" charset="0"/>
                          <a:cs typeface="Calibri" panose="020F0502020204030204" pitchFamily="34" charset="0"/>
                        </a:rPr>
                        <a:t>1</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200" dirty="0">
                          <a:latin typeface="+mn-lt"/>
                        </a:rPr>
                        <a:t>All in-scope scenarios for HCP &amp; </a:t>
                      </a:r>
                      <a:r>
                        <a:rPr lang="en-US" sz="1200" dirty="0" err="1">
                          <a:latin typeface="+mn-lt"/>
                        </a:rPr>
                        <a:t>PwD</a:t>
                      </a:r>
                      <a:endParaRPr lang="en-US" sz="1200" dirty="0">
                        <a:latin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1200" b="1" dirty="0">
                          <a:latin typeface="+mn-lt"/>
                        </a:rPr>
                        <a:t>(NFRs and In-Scope scenarios) </a:t>
                      </a:r>
                    </a:p>
                    <a:p>
                      <a:pPr marL="0" marR="0" lvl="0" indent="0" algn="l" defTabSz="1219170" rtl="0" eaLnBrk="1" fontAlgn="auto" latinLnBrk="0" hangingPunct="1">
                        <a:lnSpc>
                          <a:spcPct val="100000"/>
                        </a:lnSpc>
                        <a:spcBef>
                          <a:spcPts val="0"/>
                        </a:spcBef>
                        <a:spcAft>
                          <a:spcPts val="0"/>
                        </a:spcAft>
                        <a:buClrTx/>
                        <a:buSzTx/>
                        <a:buFontTx/>
                        <a:buNone/>
                        <a:tabLst/>
                        <a:defRPr/>
                      </a:pPr>
                      <a:r>
                        <a:rPr lang="en-US" sz="1200" b="0" dirty="0">
                          <a:latin typeface="+mn-lt"/>
                        </a:rPr>
                        <a:t>Note: Generate report with equal distribution</a:t>
                      </a:r>
                    </a:p>
                    <a:p>
                      <a:pPr marL="0" marR="0" lvl="0" indent="0" algn="l" defTabSz="1219170" rtl="0" eaLnBrk="1" fontAlgn="auto" latinLnBrk="0" hangingPunct="1">
                        <a:lnSpc>
                          <a:spcPct val="100000"/>
                        </a:lnSpc>
                        <a:spcBef>
                          <a:spcPts val="0"/>
                        </a:spcBef>
                        <a:spcAft>
                          <a:spcPts val="0"/>
                        </a:spcAft>
                        <a:buClrTx/>
                        <a:buSzTx/>
                        <a:buFontTx/>
                        <a:buNone/>
                        <a:tabLst/>
                        <a:defRPr/>
                      </a:pPr>
                      <a:r>
                        <a:rPr lang="en-US" sz="1200" dirty="0">
                          <a:latin typeface="+mn-lt"/>
                          <a:ea typeface="Calibri" panose="020F0502020204030204" pitchFamily="34" charset="0"/>
                          <a:cs typeface="Calibri" panose="020F0502020204030204" pitchFamily="34" charset="0"/>
                        </a:rPr>
                        <a:t>(Including re-execution timelines)</a:t>
                      </a:r>
                    </a:p>
                  </a:txBody>
                  <a:tcPr/>
                </a:tc>
                <a:tc>
                  <a:txBody>
                    <a:bodyPr/>
                    <a:lstStyle/>
                    <a:p>
                      <a:r>
                        <a:rPr lang="en-US" sz="1200" dirty="0">
                          <a:latin typeface="+mn-lt"/>
                        </a:rPr>
                        <a:t>Load Test - Achieve targeted users and TPS </a:t>
                      </a:r>
                    </a:p>
                    <a:p>
                      <a:r>
                        <a:rPr lang="en-US" sz="1200" dirty="0">
                          <a:latin typeface="+mn-lt"/>
                        </a:rPr>
                        <a:t>Stress Test - Identify the breakpoint</a:t>
                      </a:r>
                      <a:endParaRPr lang="en-US" sz="1200" dirty="0">
                        <a:latin typeface="+mn-lt"/>
                        <a:ea typeface="Calibri" panose="020F0502020204030204" pitchFamily="34" charset="0"/>
                        <a:cs typeface="Calibri" panose="020F0502020204030204" pitchFamily="34" charset="0"/>
                      </a:endParaRPr>
                    </a:p>
                  </a:txBody>
                  <a:tcPr/>
                </a:tc>
                <a:tc>
                  <a:txBody>
                    <a:bodyPr/>
                    <a:lstStyle/>
                    <a:p>
                      <a:r>
                        <a:rPr lang="en-US" sz="1200" dirty="0">
                          <a:latin typeface="+mn-lt"/>
                          <a:ea typeface="Calibri" panose="020F0502020204030204" pitchFamily="34" charset="0"/>
                          <a:cs typeface="Calibri" panose="020F0502020204030204" pitchFamily="34" charset="0"/>
                        </a:rPr>
                        <a:t>Load Test </a:t>
                      </a:r>
                    </a:p>
                    <a:p>
                      <a:r>
                        <a:rPr lang="en-US" sz="1200" dirty="0">
                          <a:latin typeface="+mn-lt"/>
                          <a:ea typeface="Calibri" panose="020F0502020204030204" pitchFamily="34" charset="0"/>
                          <a:cs typeface="Calibri" panose="020F0502020204030204" pitchFamily="34" charset="0"/>
                        </a:rPr>
                        <a:t>Stress Test</a:t>
                      </a:r>
                    </a:p>
                    <a:p>
                      <a:r>
                        <a:rPr lang="en-US" sz="1200" dirty="0">
                          <a:latin typeface="+mn-lt"/>
                          <a:ea typeface="Calibri" panose="020F0502020204030204" pitchFamily="34" charset="0"/>
                          <a:cs typeface="Calibri" panose="020F0502020204030204" pitchFamily="34" charset="0"/>
                        </a:rPr>
                        <a:t>Scalability</a:t>
                      </a:r>
                    </a:p>
                  </a:txBody>
                  <a:tcPr/>
                </a:tc>
                <a:tc>
                  <a:txBody>
                    <a:bodyPr/>
                    <a:lstStyle/>
                    <a:p>
                      <a:pPr algn="ctr"/>
                      <a:r>
                        <a:rPr lang="en-US" sz="1200" dirty="0">
                          <a:latin typeface="+mn-lt"/>
                          <a:ea typeface="Calibri" panose="020F0502020204030204" pitchFamily="34" charset="0"/>
                          <a:cs typeface="Calibri" panose="020F0502020204030204" pitchFamily="34" charset="0"/>
                        </a:rPr>
                        <a:t>Load Test – 1</a:t>
                      </a:r>
                    </a:p>
                    <a:p>
                      <a:pPr algn="ctr"/>
                      <a:r>
                        <a:rPr lang="en-US" sz="1200" dirty="0">
                          <a:latin typeface="+mn-lt"/>
                          <a:ea typeface="Calibri" panose="020F0502020204030204" pitchFamily="34" charset="0"/>
                          <a:cs typeface="Calibri" panose="020F0502020204030204" pitchFamily="34" charset="0"/>
                        </a:rPr>
                        <a:t>Stress Test – 1</a:t>
                      </a:r>
                    </a:p>
                    <a:p>
                      <a:pPr algn="ctr"/>
                      <a:r>
                        <a:rPr lang="en-US" sz="1200" dirty="0">
                          <a:latin typeface="+mn-lt"/>
                          <a:ea typeface="Calibri" panose="020F0502020204030204" pitchFamily="34" charset="0"/>
                          <a:cs typeface="Calibri" panose="020F0502020204030204" pitchFamily="34" charset="0"/>
                        </a:rPr>
                        <a:t>Scalability Test - 3</a:t>
                      </a:r>
                    </a:p>
                  </a:txBody>
                  <a:tcPr/>
                </a:tc>
                <a:tc>
                  <a:txBody>
                    <a:bodyPr/>
                    <a:lstStyle/>
                    <a:p>
                      <a:pPr algn="ctr"/>
                      <a:r>
                        <a:rPr lang="en-US" sz="1200" dirty="0">
                          <a:latin typeface="+mn-lt"/>
                          <a:ea typeface="Calibri" panose="020F0502020204030204" pitchFamily="34" charset="0"/>
                          <a:cs typeface="Calibri" panose="020F0502020204030204" pitchFamily="34" charset="0"/>
                        </a:rPr>
                        <a:t>2</a:t>
                      </a:r>
                      <a:r>
                        <a:rPr lang="en-US" sz="1200" baseline="30000" dirty="0">
                          <a:latin typeface="+mn-lt"/>
                          <a:ea typeface="Calibri" panose="020F0502020204030204" pitchFamily="34" charset="0"/>
                          <a:cs typeface="Calibri" panose="020F0502020204030204" pitchFamily="34" charset="0"/>
                        </a:rPr>
                        <a:t>nd</a:t>
                      </a:r>
                      <a:r>
                        <a:rPr lang="en-US" sz="1200" dirty="0">
                          <a:latin typeface="+mn-lt"/>
                          <a:ea typeface="Calibri" panose="020F0502020204030204" pitchFamily="34" charset="0"/>
                          <a:cs typeface="Calibri" panose="020F0502020204030204" pitchFamily="34" charset="0"/>
                        </a:rPr>
                        <a:t> Jan 2025</a:t>
                      </a:r>
                    </a:p>
                  </a:txBody>
                  <a:tcPr/>
                </a:tc>
                <a:tc>
                  <a:txBody>
                    <a:bodyPr/>
                    <a:lstStyle/>
                    <a:p>
                      <a:pPr algn="ctr"/>
                      <a:r>
                        <a:rPr lang="en-US" sz="1200" dirty="0">
                          <a:latin typeface="+mn-lt"/>
                          <a:ea typeface="Calibri" panose="020F0502020204030204" pitchFamily="34" charset="0"/>
                          <a:cs typeface="Calibri" panose="020F0502020204030204" pitchFamily="34" charset="0"/>
                        </a:rPr>
                        <a:t> 31</a:t>
                      </a:r>
                      <a:r>
                        <a:rPr lang="en-US" sz="1200" baseline="30000" dirty="0">
                          <a:latin typeface="+mn-lt"/>
                          <a:ea typeface="Calibri" panose="020F0502020204030204" pitchFamily="34" charset="0"/>
                          <a:cs typeface="Calibri" panose="020F0502020204030204" pitchFamily="34" charset="0"/>
                        </a:rPr>
                        <a:t>st</a:t>
                      </a:r>
                      <a:r>
                        <a:rPr lang="en-US" sz="1200" dirty="0">
                          <a:latin typeface="+mn-lt"/>
                          <a:ea typeface="Calibri" panose="020F0502020204030204" pitchFamily="34" charset="0"/>
                          <a:cs typeface="Calibri" panose="020F0502020204030204" pitchFamily="34" charset="0"/>
                        </a:rPr>
                        <a:t> Jan 2024</a:t>
                      </a:r>
                    </a:p>
                  </a:txBody>
                  <a:tcPr/>
                </a:tc>
                <a:tc>
                  <a:txBody>
                    <a:bodyPr/>
                    <a:lstStyle/>
                    <a:p>
                      <a:pPr algn="ctr"/>
                      <a:r>
                        <a:rPr lang="en-US" sz="1200" dirty="0">
                          <a:latin typeface="+mn-lt"/>
                          <a:ea typeface="Calibri" panose="020F0502020204030204" pitchFamily="34" charset="0"/>
                          <a:cs typeface="Calibri" panose="020F0502020204030204" pitchFamily="34" charset="0"/>
                        </a:rPr>
                        <a:t>21 days</a:t>
                      </a:r>
                    </a:p>
                  </a:txBody>
                  <a:tcPr/>
                </a:tc>
                <a:extLst>
                  <a:ext uri="{0D108BD9-81ED-4DB2-BD59-A6C34878D82A}">
                    <a16:rowId xmlns:a16="http://schemas.microsoft.com/office/drawing/2014/main" val="3895869558"/>
                  </a:ext>
                </a:extLst>
              </a:tr>
              <a:tr h="436505">
                <a:tc>
                  <a:txBody>
                    <a:bodyPr/>
                    <a:lstStyle/>
                    <a:p>
                      <a:pPr algn="ctr"/>
                      <a:r>
                        <a:rPr lang="en-US" sz="1200" dirty="0">
                          <a:latin typeface="+mn-lt"/>
                          <a:ea typeface="Calibri" panose="020F0502020204030204" pitchFamily="34" charset="0"/>
                          <a:cs typeface="Calibri" panose="020F0502020204030204" pitchFamily="34" charset="0"/>
                        </a:rPr>
                        <a:t>1</a:t>
                      </a:r>
                    </a:p>
                  </a:txBody>
                  <a:tcPr/>
                </a:tc>
                <a:tc>
                  <a:txBody>
                    <a:bodyPr/>
                    <a:lstStyle/>
                    <a:p>
                      <a:r>
                        <a:rPr lang="en-US" sz="1200" dirty="0">
                          <a:latin typeface="+mn-lt"/>
                          <a:ea typeface="Calibri" panose="020F0502020204030204" pitchFamily="34" charset="0"/>
                          <a:cs typeface="Calibri" panose="020F0502020204030204" pitchFamily="34" charset="0"/>
                        </a:rPr>
                        <a:t>Generate report for 90, 14, 7 days (Equal distribution of report length) for HCP and </a:t>
                      </a:r>
                      <a:r>
                        <a:rPr lang="en-US" sz="1200" dirty="0" err="1">
                          <a:latin typeface="+mn-lt"/>
                          <a:ea typeface="Calibri" panose="020F0502020204030204" pitchFamily="34" charset="0"/>
                          <a:cs typeface="Calibri" panose="020F0502020204030204" pitchFamily="34" charset="0"/>
                        </a:rPr>
                        <a:t>PwD</a:t>
                      </a:r>
                      <a:r>
                        <a:rPr lang="en-US" sz="1200" dirty="0">
                          <a:latin typeface="+mn-lt"/>
                          <a:ea typeface="Calibri" panose="020F0502020204030204" pitchFamily="34" charset="0"/>
                          <a:cs typeface="Calibri" panose="020F0502020204030204" pitchFamily="34" charset="0"/>
                        </a:rPr>
                        <a:t> scenarios.</a:t>
                      </a:r>
                    </a:p>
                  </a:txBody>
                  <a:tcPr/>
                </a:tc>
                <a:tc>
                  <a:txBody>
                    <a:bodyPr/>
                    <a:lstStyle/>
                    <a:p>
                      <a:r>
                        <a:rPr lang="en-US" sz="1200" dirty="0">
                          <a:latin typeface="+mn-lt"/>
                        </a:rPr>
                        <a:t>To identify max no. of concurrent users </a:t>
                      </a:r>
                      <a:endParaRPr lang="en-US" sz="1200" dirty="0">
                        <a:latin typeface="+mn-lt"/>
                        <a:ea typeface="Calibri" panose="020F0502020204030204" pitchFamily="34" charset="0"/>
                        <a:cs typeface="Calibri" panose="020F0502020204030204" pitchFamily="34" charset="0"/>
                      </a:endParaRPr>
                    </a:p>
                  </a:txBody>
                  <a:tcPr/>
                </a:tc>
                <a:tc>
                  <a:txBody>
                    <a:bodyPr/>
                    <a:lstStyle/>
                    <a:p>
                      <a:r>
                        <a:rPr lang="en-US" sz="1200" dirty="0">
                          <a:latin typeface="+mn-lt"/>
                          <a:ea typeface="Calibri" panose="020F0502020204030204" pitchFamily="34" charset="0"/>
                          <a:cs typeface="Calibri" panose="020F0502020204030204" pitchFamily="34" charset="0"/>
                        </a:rPr>
                        <a:t>Scalability</a:t>
                      </a:r>
                    </a:p>
                  </a:txBody>
                  <a:tcPr/>
                </a:tc>
                <a:tc>
                  <a:txBody>
                    <a:bodyPr/>
                    <a:lstStyle/>
                    <a:p>
                      <a:pPr algn="ctr"/>
                      <a:r>
                        <a:rPr lang="en-US" sz="1200" dirty="0">
                          <a:latin typeface="+mn-lt"/>
                          <a:ea typeface="Calibri" panose="020F0502020204030204" pitchFamily="34" charset="0"/>
                          <a:cs typeface="Calibri" panose="020F0502020204030204" pitchFamily="34" charset="0"/>
                        </a:rPr>
                        <a:t>8</a:t>
                      </a:r>
                    </a:p>
                  </a:txBody>
                  <a:tcPr/>
                </a:tc>
                <a:tc>
                  <a:txBody>
                    <a:bodyPr/>
                    <a:lstStyle/>
                    <a:p>
                      <a:pPr algn="ctr"/>
                      <a:r>
                        <a:rPr lang="en-US" sz="1200" dirty="0">
                          <a:latin typeface="+mn-lt"/>
                          <a:ea typeface="Calibri" panose="020F0502020204030204" pitchFamily="34" charset="0"/>
                          <a:cs typeface="Calibri" panose="020F0502020204030204" pitchFamily="34" charset="0"/>
                        </a:rPr>
                        <a:t>3</a:t>
                      </a:r>
                      <a:r>
                        <a:rPr lang="en-US" sz="1200" baseline="30000" dirty="0">
                          <a:latin typeface="+mn-lt"/>
                          <a:ea typeface="Calibri" panose="020F0502020204030204" pitchFamily="34" charset="0"/>
                          <a:cs typeface="Calibri" panose="020F0502020204030204" pitchFamily="34" charset="0"/>
                        </a:rPr>
                        <a:t>rd</a:t>
                      </a:r>
                      <a:r>
                        <a:rPr lang="en-US" sz="1200" dirty="0">
                          <a:latin typeface="+mn-lt"/>
                          <a:ea typeface="Calibri" panose="020F0502020204030204" pitchFamily="34" charset="0"/>
                          <a:cs typeface="Calibri" panose="020F0502020204030204" pitchFamily="34" charset="0"/>
                        </a:rPr>
                        <a:t> Feb 2025</a:t>
                      </a:r>
                    </a:p>
                  </a:txBody>
                  <a:tcPr/>
                </a:tc>
                <a:tc>
                  <a:txBody>
                    <a:bodyPr/>
                    <a:lstStyle/>
                    <a:p>
                      <a:pPr algn="ctr"/>
                      <a:r>
                        <a:rPr lang="en-US" sz="1200" dirty="0">
                          <a:latin typeface="+mn-lt"/>
                          <a:ea typeface="Calibri" panose="020F0502020204030204" pitchFamily="34" charset="0"/>
                          <a:cs typeface="Calibri" panose="020F0502020204030204" pitchFamily="34" charset="0"/>
                        </a:rPr>
                        <a:t>21</a:t>
                      </a:r>
                      <a:r>
                        <a:rPr lang="en-US" sz="1200" baseline="30000" dirty="0">
                          <a:latin typeface="+mn-lt"/>
                          <a:ea typeface="Calibri" panose="020F0502020204030204" pitchFamily="34" charset="0"/>
                          <a:cs typeface="Calibri" panose="020F0502020204030204" pitchFamily="34" charset="0"/>
                        </a:rPr>
                        <a:t>st</a:t>
                      </a:r>
                      <a:r>
                        <a:rPr lang="en-US" sz="1200" dirty="0">
                          <a:latin typeface="+mn-lt"/>
                          <a:ea typeface="Calibri" panose="020F0502020204030204" pitchFamily="34" charset="0"/>
                          <a:cs typeface="Calibri" panose="020F0502020204030204" pitchFamily="34" charset="0"/>
                        </a:rPr>
                        <a:t> Feb 2025</a:t>
                      </a:r>
                    </a:p>
                  </a:txBody>
                  <a:tcPr/>
                </a:tc>
                <a:tc>
                  <a:txBody>
                    <a:bodyPr/>
                    <a:lstStyle/>
                    <a:p>
                      <a:pPr algn="ctr"/>
                      <a:r>
                        <a:rPr lang="en-US" sz="1200" dirty="0">
                          <a:latin typeface="+mn-lt"/>
                          <a:ea typeface="Calibri" panose="020F0502020204030204" pitchFamily="34" charset="0"/>
                          <a:cs typeface="Calibri" panose="020F0502020204030204" pitchFamily="34" charset="0"/>
                        </a:rPr>
                        <a:t>15 days</a:t>
                      </a:r>
                    </a:p>
                  </a:txBody>
                  <a:tcPr/>
                </a:tc>
                <a:extLst>
                  <a:ext uri="{0D108BD9-81ED-4DB2-BD59-A6C34878D82A}">
                    <a16:rowId xmlns:a16="http://schemas.microsoft.com/office/drawing/2014/main" val="4240306570"/>
                  </a:ext>
                </a:extLst>
              </a:tr>
              <a:tr h="785709">
                <a:tc>
                  <a:txBody>
                    <a:bodyPr/>
                    <a:lstStyle/>
                    <a:p>
                      <a:pPr algn="ctr"/>
                      <a:r>
                        <a:rPr lang="en-US" sz="1200" dirty="0">
                          <a:latin typeface="+mn-lt"/>
                          <a:ea typeface="Calibri" panose="020F0502020204030204" pitchFamily="34" charset="0"/>
                          <a:cs typeface="Calibri" panose="020F0502020204030204" pitchFamily="34" charset="0"/>
                        </a:rPr>
                        <a:t>3</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200" dirty="0">
                          <a:latin typeface="+mn-lt"/>
                        </a:rPr>
                        <a:t>All in-scope scenarios for HCP &amp; </a:t>
                      </a:r>
                      <a:r>
                        <a:rPr lang="en-US" sz="1200" dirty="0" err="1">
                          <a:latin typeface="+mn-lt"/>
                        </a:rPr>
                        <a:t>PwD</a:t>
                      </a:r>
                      <a:endParaRPr lang="en-US" sz="1200" dirty="0">
                        <a:latin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1200" b="1" dirty="0">
                          <a:latin typeface="+mn-lt"/>
                        </a:rPr>
                        <a:t>(NFRs and In-Scope scenarios) </a:t>
                      </a:r>
                    </a:p>
                    <a:p>
                      <a:pPr marL="0" marR="0" lvl="0" indent="0" algn="l" defTabSz="1219170" rtl="0" eaLnBrk="1" fontAlgn="auto" latinLnBrk="0" hangingPunct="1">
                        <a:lnSpc>
                          <a:spcPct val="100000"/>
                        </a:lnSpc>
                        <a:spcBef>
                          <a:spcPts val="0"/>
                        </a:spcBef>
                        <a:spcAft>
                          <a:spcPts val="0"/>
                        </a:spcAft>
                        <a:buClrTx/>
                        <a:buSzTx/>
                        <a:buFontTx/>
                        <a:buNone/>
                        <a:tabLst/>
                        <a:defRPr/>
                      </a:pPr>
                      <a:r>
                        <a:rPr lang="en-US" sz="1200" b="0" dirty="0">
                          <a:latin typeface="+mn-lt"/>
                        </a:rPr>
                        <a:t>Note: Generate report with equal distribution</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200" dirty="0">
                          <a:latin typeface="+mn-lt"/>
                        </a:rPr>
                        <a:t>Sustainability of user's responsiveness and consistency in the TPS</a:t>
                      </a:r>
                      <a:endParaRPr lang="en-US" sz="1200" b="1" dirty="0">
                        <a:latin typeface="+mn-lt"/>
                      </a:endParaRPr>
                    </a:p>
                    <a:p>
                      <a:endParaRPr lang="en-US" sz="1200" dirty="0">
                        <a:latin typeface="+mn-lt"/>
                        <a:ea typeface="Calibri" panose="020F0502020204030204" pitchFamily="34" charset="0"/>
                        <a:cs typeface="Calibri" panose="020F0502020204030204" pitchFamily="34" charset="0"/>
                      </a:endParaRPr>
                    </a:p>
                  </a:txBody>
                  <a:tcPr/>
                </a:tc>
                <a:tc>
                  <a:txBody>
                    <a:bodyPr/>
                    <a:lstStyle/>
                    <a:p>
                      <a:r>
                        <a:rPr lang="en-US" sz="1200" dirty="0">
                          <a:latin typeface="+mn-lt"/>
                          <a:ea typeface="Calibri" panose="020F0502020204030204" pitchFamily="34" charset="0"/>
                          <a:cs typeface="Calibri" panose="020F0502020204030204" pitchFamily="34" charset="0"/>
                        </a:rPr>
                        <a:t>Endurance Test (Optional)</a:t>
                      </a:r>
                    </a:p>
                  </a:txBody>
                  <a:tcPr/>
                </a:tc>
                <a:tc>
                  <a:txBody>
                    <a:bodyPr/>
                    <a:lstStyle/>
                    <a:p>
                      <a:pPr algn="ctr"/>
                      <a:r>
                        <a:rPr lang="en-US" sz="1200" dirty="0">
                          <a:latin typeface="+mn-lt"/>
                          <a:ea typeface="Calibri" panose="020F0502020204030204" pitchFamily="34" charset="0"/>
                          <a:cs typeface="Calibri" panose="020F0502020204030204" pitchFamily="34" charset="0"/>
                        </a:rPr>
                        <a:t>1</a:t>
                      </a:r>
                    </a:p>
                  </a:txBody>
                  <a:tcPr/>
                </a:tc>
                <a:tc>
                  <a:txBody>
                    <a:bodyPr/>
                    <a:lstStyle/>
                    <a:p>
                      <a:pPr algn="ctr"/>
                      <a:r>
                        <a:rPr lang="en-US" sz="1200" dirty="0">
                          <a:latin typeface="+mn-lt"/>
                          <a:ea typeface="Calibri" panose="020F0502020204030204" pitchFamily="34" charset="0"/>
                          <a:cs typeface="Calibri" panose="020F0502020204030204" pitchFamily="34" charset="0"/>
                        </a:rPr>
                        <a:t>24</a:t>
                      </a:r>
                      <a:r>
                        <a:rPr lang="en-US" sz="1200" baseline="30000" dirty="0">
                          <a:latin typeface="+mn-lt"/>
                          <a:ea typeface="Calibri" panose="020F0502020204030204" pitchFamily="34" charset="0"/>
                          <a:cs typeface="Calibri" panose="020F0502020204030204" pitchFamily="34" charset="0"/>
                        </a:rPr>
                        <a:t>th</a:t>
                      </a:r>
                      <a:r>
                        <a:rPr lang="en-US" sz="1200" dirty="0">
                          <a:latin typeface="+mn-lt"/>
                          <a:ea typeface="Calibri" panose="020F0502020204030204" pitchFamily="34" charset="0"/>
                          <a:cs typeface="Calibri" panose="020F0502020204030204" pitchFamily="34" charset="0"/>
                        </a:rPr>
                        <a:t> Feb 2025</a:t>
                      </a:r>
                    </a:p>
                  </a:txBody>
                  <a:tcPr/>
                </a:tc>
                <a:tc>
                  <a:txBody>
                    <a:bodyPr/>
                    <a:lstStyle/>
                    <a:p>
                      <a:pPr algn="ctr"/>
                      <a:r>
                        <a:rPr lang="en-US" sz="1200" dirty="0">
                          <a:latin typeface="+mn-lt"/>
                          <a:ea typeface="Calibri" panose="020F0502020204030204" pitchFamily="34" charset="0"/>
                          <a:cs typeface="Calibri" panose="020F0502020204030204" pitchFamily="34" charset="0"/>
                        </a:rPr>
                        <a:t>28</a:t>
                      </a:r>
                      <a:r>
                        <a:rPr lang="en-US" sz="1200" baseline="30000" dirty="0">
                          <a:latin typeface="+mn-lt"/>
                          <a:ea typeface="Calibri" panose="020F0502020204030204" pitchFamily="34" charset="0"/>
                          <a:cs typeface="Calibri" panose="020F0502020204030204" pitchFamily="34" charset="0"/>
                        </a:rPr>
                        <a:t>th</a:t>
                      </a:r>
                      <a:r>
                        <a:rPr lang="en-US" sz="1200" dirty="0">
                          <a:latin typeface="+mn-lt"/>
                          <a:ea typeface="Calibri" panose="020F0502020204030204" pitchFamily="34" charset="0"/>
                          <a:cs typeface="Calibri" panose="020F0502020204030204" pitchFamily="34" charset="0"/>
                        </a:rPr>
                        <a:t> Feb 2025</a:t>
                      </a:r>
                    </a:p>
                  </a:txBody>
                  <a:tcPr/>
                </a:tc>
                <a:tc>
                  <a:txBody>
                    <a:bodyPr/>
                    <a:lstStyle/>
                    <a:p>
                      <a:pPr algn="ctr"/>
                      <a:r>
                        <a:rPr lang="en-US" sz="1200" dirty="0">
                          <a:latin typeface="+mn-lt"/>
                          <a:ea typeface="Calibri" panose="020F0502020204030204" pitchFamily="34" charset="0"/>
                          <a:cs typeface="Calibri" panose="020F0502020204030204" pitchFamily="34" charset="0"/>
                        </a:rPr>
                        <a:t>5 days</a:t>
                      </a:r>
                    </a:p>
                  </a:txBody>
                  <a:tcPr/>
                </a:tc>
                <a:extLst>
                  <a:ext uri="{0D108BD9-81ED-4DB2-BD59-A6C34878D82A}">
                    <a16:rowId xmlns:a16="http://schemas.microsoft.com/office/drawing/2014/main" val="132897709"/>
                  </a:ext>
                </a:extLst>
              </a:tr>
            </a:tbl>
          </a:graphicData>
        </a:graphic>
      </p:graphicFrame>
      <p:sp>
        <p:nvSpPr>
          <p:cNvPr id="17" name="TextBox 16">
            <a:extLst>
              <a:ext uri="{FF2B5EF4-FFF2-40B4-BE49-F238E27FC236}">
                <a16:creationId xmlns:a16="http://schemas.microsoft.com/office/drawing/2014/main" id="{7E4EC46A-26F4-93A7-D68A-0D4EF600546D}"/>
              </a:ext>
            </a:extLst>
          </p:cNvPr>
          <p:cNvSpPr txBox="1"/>
          <p:nvPr/>
        </p:nvSpPr>
        <p:spPr>
          <a:xfrm>
            <a:off x="94076" y="6169593"/>
            <a:ext cx="10892121" cy="523220"/>
          </a:xfrm>
          <a:prstGeom prst="rect">
            <a:avLst/>
          </a:prstGeom>
          <a:noFill/>
        </p:spPr>
        <p:txBody>
          <a:bodyPr wrap="square">
            <a:spAutoFit/>
          </a:bodyPr>
          <a:lstStyle/>
          <a:p>
            <a:r>
              <a:rPr lang="en-US" sz="1400" b="1" i="1" dirty="0">
                <a:ea typeface="Calibri" panose="020F0502020204030204" pitchFamily="34" charset="0"/>
                <a:cs typeface="Calibri" panose="020F0502020204030204" pitchFamily="34" charset="0"/>
              </a:rPr>
              <a:t>Note - </a:t>
            </a:r>
            <a:r>
              <a:rPr lang="en-US" sz="1400" i="1" dirty="0">
                <a:ea typeface="Calibri" panose="020F0502020204030204" pitchFamily="34" charset="0"/>
                <a:cs typeface="Calibri" panose="020F0502020204030204" pitchFamily="34" charset="0"/>
              </a:rPr>
              <a:t>Above mentioned timelines are subject to availability of the environment, completion of the scripts, creation of the test data and closure of all pre-requisites mentioned in below table NFRs and In-Scope scenarios</a:t>
            </a:r>
          </a:p>
        </p:txBody>
      </p:sp>
    </p:spTree>
    <p:extLst>
      <p:ext uri="{BB962C8B-B14F-4D97-AF65-F5344CB8AC3E}">
        <p14:creationId xmlns:p14="http://schemas.microsoft.com/office/powerpoint/2010/main" val="2114098575"/>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0E1CE-A706-2AE0-A68B-B479AE87FD4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D52D8B3F-1F52-BDEF-0B84-6578C3A5D5A1}"/>
              </a:ext>
            </a:extLst>
          </p:cNvPr>
          <p:cNvSpPr>
            <a:spLocks noGrp="1"/>
          </p:cNvSpPr>
          <p:nvPr>
            <p:ph type="ftr" sz="quarter" idx="15"/>
          </p:nvPr>
        </p:nvSpPr>
        <p:spPr/>
        <p:txBody>
          <a:bodyPr/>
          <a:lstStyle/>
          <a:p>
            <a:r>
              <a:rPr lang="en-US"/>
              <a:t>CONFIDENTIAL</a:t>
            </a:r>
          </a:p>
        </p:txBody>
      </p:sp>
      <p:sp>
        <p:nvSpPr>
          <p:cNvPr id="4" name="Slide Number Placeholder 3">
            <a:extLst>
              <a:ext uri="{FF2B5EF4-FFF2-40B4-BE49-F238E27FC236}">
                <a16:creationId xmlns:a16="http://schemas.microsoft.com/office/drawing/2014/main" id="{D97E61A0-D6B2-C4F5-5BB2-9DB443B3E576}"/>
              </a:ext>
            </a:extLst>
          </p:cNvPr>
          <p:cNvSpPr>
            <a:spLocks noGrp="1"/>
          </p:cNvSpPr>
          <p:nvPr>
            <p:ph type="sldNum" sz="quarter" idx="16"/>
          </p:nvPr>
        </p:nvSpPr>
        <p:spPr/>
        <p:txBody>
          <a:bodyPr/>
          <a:lstStyle/>
          <a:p>
            <a:fld id="{4F90343F-D056-4E24-BE3D-A305BDC1A23E}" type="slidenum">
              <a:rPr lang="en-US" smtClean="0"/>
              <a:pPr/>
              <a:t>10</a:t>
            </a:fld>
            <a:endParaRPr lang="en-US"/>
          </a:p>
        </p:txBody>
      </p:sp>
      <p:grpSp>
        <p:nvGrpSpPr>
          <p:cNvPr id="63" name="Group 62">
            <a:extLst>
              <a:ext uri="{FF2B5EF4-FFF2-40B4-BE49-F238E27FC236}">
                <a16:creationId xmlns:a16="http://schemas.microsoft.com/office/drawing/2014/main" id="{8EF2F524-8D88-F5CD-6414-CD8A920BA74B}"/>
              </a:ext>
            </a:extLst>
          </p:cNvPr>
          <p:cNvGrpSpPr/>
          <p:nvPr/>
        </p:nvGrpSpPr>
        <p:grpSpPr>
          <a:xfrm>
            <a:off x="765800" y="3329061"/>
            <a:ext cx="5370906" cy="3200001"/>
            <a:chOff x="35496" y="741378"/>
            <a:chExt cx="8953207" cy="4037673"/>
          </a:xfrm>
        </p:grpSpPr>
        <p:grpSp>
          <p:nvGrpSpPr>
            <p:cNvPr id="64" name="Group 63">
              <a:extLst>
                <a:ext uri="{FF2B5EF4-FFF2-40B4-BE49-F238E27FC236}">
                  <a16:creationId xmlns:a16="http://schemas.microsoft.com/office/drawing/2014/main" id="{A68D8401-E70F-D427-83C2-9C1CF7F59656}"/>
                </a:ext>
              </a:extLst>
            </p:cNvPr>
            <p:cNvGrpSpPr/>
            <p:nvPr/>
          </p:nvGrpSpPr>
          <p:grpSpPr>
            <a:xfrm>
              <a:off x="96907" y="1069239"/>
              <a:ext cx="3345399" cy="2495723"/>
              <a:chOff x="96907" y="1069237"/>
              <a:chExt cx="3345399" cy="2495723"/>
            </a:xfrm>
          </p:grpSpPr>
          <p:pic>
            <p:nvPicPr>
              <p:cNvPr id="103" name="Picture 102">
                <a:extLst>
                  <a:ext uri="{FF2B5EF4-FFF2-40B4-BE49-F238E27FC236}">
                    <a16:creationId xmlns:a16="http://schemas.microsoft.com/office/drawing/2014/main" id="{A7BB1E28-347D-8412-251E-492763F57498}"/>
                  </a:ext>
                </a:extLst>
              </p:cNvPr>
              <p:cNvPicPr>
                <a:picLocks noChangeAspect="1"/>
              </p:cNvPicPr>
              <p:nvPr/>
            </p:nvPicPr>
            <p:blipFill>
              <a:blip r:embed="rId3"/>
              <a:stretch>
                <a:fillRect/>
              </a:stretch>
            </p:blipFill>
            <p:spPr>
              <a:xfrm>
                <a:off x="323528" y="2173149"/>
                <a:ext cx="511249" cy="398601"/>
              </a:xfrm>
              <a:prstGeom prst="rect">
                <a:avLst/>
              </a:prstGeom>
            </p:spPr>
          </p:pic>
          <p:sp>
            <p:nvSpPr>
              <p:cNvPr id="104" name="TextBox 103">
                <a:extLst>
                  <a:ext uri="{FF2B5EF4-FFF2-40B4-BE49-F238E27FC236}">
                    <a16:creationId xmlns:a16="http://schemas.microsoft.com/office/drawing/2014/main" id="{0531A129-C923-3608-F3FF-17D3DAF80B62}"/>
                  </a:ext>
                </a:extLst>
              </p:cNvPr>
              <p:cNvSpPr txBox="1"/>
              <p:nvPr/>
            </p:nvSpPr>
            <p:spPr>
              <a:xfrm>
                <a:off x="96907" y="2595761"/>
                <a:ext cx="960147" cy="500155"/>
              </a:xfrm>
              <a:prstGeom prst="rect">
                <a:avLst/>
              </a:prstGeom>
              <a:noFill/>
            </p:spPr>
            <p:txBody>
              <a:bodyPr wrap="square" rtlCol="0">
                <a:spAutoFit/>
              </a:bodyPr>
              <a:lstStyle/>
              <a:p>
                <a:r>
                  <a:rPr lang="en-US" sz="988"/>
                  <a:t>100 Users</a:t>
                </a:r>
                <a:endParaRPr lang="en-IN" sz="988"/>
              </a:p>
            </p:txBody>
          </p:sp>
          <p:pic>
            <p:nvPicPr>
              <p:cNvPr id="105" name="Picture 104">
                <a:extLst>
                  <a:ext uri="{FF2B5EF4-FFF2-40B4-BE49-F238E27FC236}">
                    <a16:creationId xmlns:a16="http://schemas.microsoft.com/office/drawing/2014/main" id="{84D913A1-1ABD-036D-4D17-3AABECBADBFE}"/>
                  </a:ext>
                </a:extLst>
              </p:cNvPr>
              <p:cNvPicPr>
                <a:picLocks noChangeAspect="1"/>
              </p:cNvPicPr>
              <p:nvPr/>
            </p:nvPicPr>
            <p:blipFill>
              <a:blip r:embed="rId3"/>
              <a:stretch>
                <a:fillRect/>
              </a:stretch>
            </p:blipFill>
            <p:spPr>
              <a:xfrm>
                <a:off x="1134616" y="1892824"/>
                <a:ext cx="511249" cy="398601"/>
              </a:xfrm>
              <a:prstGeom prst="rect">
                <a:avLst/>
              </a:prstGeom>
            </p:spPr>
          </p:pic>
          <p:cxnSp>
            <p:nvCxnSpPr>
              <p:cNvPr id="106" name="Connector: Elbow 105">
                <a:extLst>
                  <a:ext uri="{FF2B5EF4-FFF2-40B4-BE49-F238E27FC236}">
                    <a16:creationId xmlns:a16="http://schemas.microsoft.com/office/drawing/2014/main" id="{D47803A9-27D0-FE8A-CCC3-B4CE685CBC59}"/>
                  </a:ext>
                </a:extLst>
              </p:cNvPr>
              <p:cNvCxnSpPr>
                <a:stCxn id="103" idx="0"/>
                <a:endCxn id="105" idx="1"/>
              </p:cNvCxnSpPr>
              <p:nvPr/>
            </p:nvCxnSpPr>
            <p:spPr>
              <a:xfrm rot="5400000" flipH="1" flipV="1">
                <a:off x="816372" y="1854906"/>
                <a:ext cx="81024" cy="55546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07" name="TextBox 106">
                <a:extLst>
                  <a:ext uri="{FF2B5EF4-FFF2-40B4-BE49-F238E27FC236}">
                    <a16:creationId xmlns:a16="http://schemas.microsoft.com/office/drawing/2014/main" id="{435CB539-029C-AB0F-9D4B-F7E4C9C3FDFF}"/>
                  </a:ext>
                </a:extLst>
              </p:cNvPr>
              <p:cNvSpPr txBox="1"/>
              <p:nvPr/>
            </p:nvSpPr>
            <p:spPr>
              <a:xfrm>
                <a:off x="402340" y="1431874"/>
                <a:ext cx="778309" cy="500155"/>
              </a:xfrm>
              <a:prstGeom prst="rect">
                <a:avLst/>
              </a:prstGeom>
              <a:noFill/>
            </p:spPr>
            <p:txBody>
              <a:bodyPr wrap="square" rtlCol="0">
                <a:spAutoFit/>
              </a:bodyPr>
              <a:lstStyle/>
              <a:p>
                <a:r>
                  <a:rPr lang="en-US" sz="988"/>
                  <a:t>6 sec</a:t>
                </a:r>
                <a:endParaRPr lang="en-IN" sz="988"/>
              </a:p>
            </p:txBody>
          </p:sp>
          <p:pic>
            <p:nvPicPr>
              <p:cNvPr id="108" name="Picture 107">
                <a:extLst>
                  <a:ext uri="{FF2B5EF4-FFF2-40B4-BE49-F238E27FC236}">
                    <a16:creationId xmlns:a16="http://schemas.microsoft.com/office/drawing/2014/main" id="{3D4FBB3D-5132-CDEB-A050-7CBEFF5035A5}"/>
                  </a:ext>
                </a:extLst>
              </p:cNvPr>
              <p:cNvPicPr>
                <a:picLocks noChangeAspect="1"/>
              </p:cNvPicPr>
              <p:nvPr/>
            </p:nvPicPr>
            <p:blipFill>
              <a:blip r:embed="rId3"/>
              <a:stretch>
                <a:fillRect/>
              </a:stretch>
            </p:blipFill>
            <p:spPr>
              <a:xfrm>
                <a:off x="1945704" y="1597086"/>
                <a:ext cx="511249" cy="398601"/>
              </a:xfrm>
              <a:prstGeom prst="rect">
                <a:avLst/>
              </a:prstGeom>
            </p:spPr>
          </p:pic>
          <p:sp>
            <p:nvSpPr>
              <p:cNvPr id="109" name="TextBox 108">
                <a:extLst>
                  <a:ext uri="{FF2B5EF4-FFF2-40B4-BE49-F238E27FC236}">
                    <a16:creationId xmlns:a16="http://schemas.microsoft.com/office/drawing/2014/main" id="{7AA48473-AAAE-35A7-7CEA-33322FBCED20}"/>
                  </a:ext>
                </a:extLst>
              </p:cNvPr>
              <p:cNvSpPr txBox="1"/>
              <p:nvPr/>
            </p:nvSpPr>
            <p:spPr>
              <a:xfrm>
                <a:off x="993432" y="1337302"/>
                <a:ext cx="778309" cy="500155"/>
              </a:xfrm>
              <a:prstGeom prst="rect">
                <a:avLst/>
              </a:prstGeom>
              <a:noFill/>
            </p:spPr>
            <p:txBody>
              <a:bodyPr wrap="square" rtlCol="0">
                <a:spAutoFit/>
              </a:bodyPr>
              <a:lstStyle/>
              <a:p>
                <a:r>
                  <a:rPr lang="en-US" sz="988"/>
                  <a:t>6 sec</a:t>
                </a:r>
                <a:endParaRPr lang="en-IN" sz="988"/>
              </a:p>
            </p:txBody>
          </p:sp>
          <p:cxnSp>
            <p:nvCxnSpPr>
              <p:cNvPr id="110" name="Connector: Elbow 109">
                <a:extLst>
                  <a:ext uri="{FF2B5EF4-FFF2-40B4-BE49-F238E27FC236}">
                    <a16:creationId xmlns:a16="http://schemas.microsoft.com/office/drawing/2014/main" id="{B4F5C757-C3A6-697D-7E96-18B2BDE6336E}"/>
                  </a:ext>
                </a:extLst>
              </p:cNvPr>
              <p:cNvCxnSpPr/>
              <p:nvPr/>
            </p:nvCxnSpPr>
            <p:spPr>
              <a:xfrm rot="5400000" flipH="1" flipV="1">
                <a:off x="1627460" y="1574580"/>
                <a:ext cx="81024" cy="55546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pic>
            <p:nvPicPr>
              <p:cNvPr id="111" name="Picture 110">
                <a:extLst>
                  <a:ext uri="{FF2B5EF4-FFF2-40B4-BE49-F238E27FC236}">
                    <a16:creationId xmlns:a16="http://schemas.microsoft.com/office/drawing/2014/main" id="{6B06979F-F6CD-77F9-7079-84F43612B894}"/>
                  </a:ext>
                </a:extLst>
              </p:cNvPr>
              <p:cNvPicPr>
                <a:picLocks noChangeAspect="1"/>
              </p:cNvPicPr>
              <p:nvPr/>
            </p:nvPicPr>
            <p:blipFill>
              <a:blip r:embed="rId3"/>
              <a:stretch>
                <a:fillRect/>
              </a:stretch>
            </p:blipFill>
            <p:spPr>
              <a:xfrm>
                <a:off x="2724013" y="1270623"/>
                <a:ext cx="511249" cy="398601"/>
              </a:xfrm>
              <a:prstGeom prst="rect">
                <a:avLst/>
              </a:prstGeom>
            </p:spPr>
          </p:pic>
          <p:cxnSp>
            <p:nvCxnSpPr>
              <p:cNvPr id="112" name="Connector: Elbow 111">
                <a:extLst>
                  <a:ext uri="{FF2B5EF4-FFF2-40B4-BE49-F238E27FC236}">
                    <a16:creationId xmlns:a16="http://schemas.microsoft.com/office/drawing/2014/main" id="{DBB11563-44DD-0AD1-6230-A3B9009496DC}"/>
                  </a:ext>
                </a:extLst>
              </p:cNvPr>
              <p:cNvCxnSpPr/>
              <p:nvPr/>
            </p:nvCxnSpPr>
            <p:spPr>
              <a:xfrm rot="5400000" flipH="1" flipV="1">
                <a:off x="2416441" y="1254411"/>
                <a:ext cx="81024" cy="55546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13" name="TextBox 112">
                <a:extLst>
                  <a:ext uri="{FF2B5EF4-FFF2-40B4-BE49-F238E27FC236}">
                    <a16:creationId xmlns:a16="http://schemas.microsoft.com/office/drawing/2014/main" id="{5666B325-A6D9-5A47-395D-8B0A49CFE1E0}"/>
                  </a:ext>
                </a:extLst>
              </p:cNvPr>
              <p:cNvSpPr txBox="1"/>
              <p:nvPr/>
            </p:nvSpPr>
            <p:spPr>
              <a:xfrm>
                <a:off x="1638491" y="1069237"/>
                <a:ext cx="778309" cy="500155"/>
              </a:xfrm>
              <a:prstGeom prst="rect">
                <a:avLst/>
              </a:prstGeom>
              <a:noFill/>
            </p:spPr>
            <p:txBody>
              <a:bodyPr wrap="square" rtlCol="0">
                <a:spAutoFit/>
              </a:bodyPr>
              <a:lstStyle/>
              <a:p>
                <a:r>
                  <a:rPr lang="en-US" sz="988"/>
                  <a:t>6 sec</a:t>
                </a:r>
                <a:endParaRPr lang="en-IN" sz="988"/>
              </a:p>
            </p:txBody>
          </p:sp>
          <p:sp>
            <p:nvSpPr>
              <p:cNvPr id="114" name="TextBox 113">
                <a:extLst>
                  <a:ext uri="{FF2B5EF4-FFF2-40B4-BE49-F238E27FC236}">
                    <a16:creationId xmlns:a16="http://schemas.microsoft.com/office/drawing/2014/main" id="{76F1E061-C766-1B14-F9F5-A08114DDA254}"/>
                  </a:ext>
                </a:extLst>
              </p:cNvPr>
              <p:cNvSpPr txBox="1"/>
              <p:nvPr/>
            </p:nvSpPr>
            <p:spPr>
              <a:xfrm rot="19595175">
                <a:off x="1051566" y="2289504"/>
                <a:ext cx="2390740" cy="1075632"/>
              </a:xfrm>
              <a:prstGeom prst="rect">
                <a:avLst/>
              </a:prstGeom>
              <a:noFill/>
            </p:spPr>
            <p:txBody>
              <a:bodyPr wrap="square" rtlCol="0">
                <a:spAutoFit/>
              </a:bodyPr>
              <a:lstStyle/>
              <a:p>
                <a:pPr algn="ctr"/>
                <a:r>
                  <a:rPr lang="en-US" sz="988" b="1" dirty="0">
                    <a:solidFill>
                      <a:srgbClr val="002060"/>
                    </a:solidFill>
                  </a:rPr>
                  <a:t>100 users will ramp up in every 6  sec until user count reaches 13,041 Users</a:t>
                </a:r>
                <a:endParaRPr lang="en-IN" sz="988" b="1" dirty="0">
                  <a:solidFill>
                    <a:srgbClr val="002060"/>
                  </a:solidFill>
                </a:endParaRPr>
              </a:p>
            </p:txBody>
          </p:sp>
          <p:cxnSp>
            <p:nvCxnSpPr>
              <p:cNvPr id="115" name="Straight Arrow Connector 114">
                <a:extLst>
                  <a:ext uri="{FF2B5EF4-FFF2-40B4-BE49-F238E27FC236}">
                    <a16:creationId xmlns:a16="http://schemas.microsoft.com/office/drawing/2014/main" id="{ADD07BA7-9670-7A97-5B14-01F0E563D7CF}"/>
                  </a:ext>
                </a:extLst>
              </p:cNvPr>
              <p:cNvCxnSpPr>
                <a:cxnSpLocks/>
              </p:cNvCxnSpPr>
              <p:nvPr/>
            </p:nvCxnSpPr>
            <p:spPr>
              <a:xfrm flipV="1">
                <a:off x="755352" y="3320670"/>
                <a:ext cx="365856" cy="2442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52B293DC-5CA9-664B-53C5-57226DAF3F86}"/>
                  </a:ext>
                </a:extLst>
              </p:cNvPr>
              <p:cNvCxnSpPr>
                <a:cxnSpLocks/>
              </p:cNvCxnSpPr>
              <p:nvPr/>
            </p:nvCxnSpPr>
            <p:spPr>
              <a:xfrm flipH="1">
                <a:off x="3121551" y="1907086"/>
                <a:ext cx="242030" cy="1668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pic>
          <p:nvPicPr>
            <p:cNvPr id="65" name="Picture 64">
              <a:extLst>
                <a:ext uri="{FF2B5EF4-FFF2-40B4-BE49-F238E27FC236}">
                  <a16:creationId xmlns:a16="http://schemas.microsoft.com/office/drawing/2014/main" id="{B0F457E0-397F-D5DD-DF8E-91C5950C509E}"/>
                </a:ext>
              </a:extLst>
            </p:cNvPr>
            <p:cNvPicPr>
              <a:picLocks noChangeAspect="1"/>
            </p:cNvPicPr>
            <p:nvPr/>
          </p:nvPicPr>
          <p:blipFill>
            <a:blip r:embed="rId3"/>
            <a:stretch>
              <a:fillRect/>
            </a:stretch>
          </p:blipFill>
          <p:spPr>
            <a:xfrm>
              <a:off x="3839386" y="780447"/>
              <a:ext cx="511249" cy="398601"/>
            </a:xfrm>
            <a:prstGeom prst="rect">
              <a:avLst/>
            </a:prstGeom>
          </p:spPr>
        </p:pic>
        <p:pic>
          <p:nvPicPr>
            <p:cNvPr id="66" name="Picture 65">
              <a:extLst>
                <a:ext uri="{FF2B5EF4-FFF2-40B4-BE49-F238E27FC236}">
                  <a16:creationId xmlns:a16="http://schemas.microsoft.com/office/drawing/2014/main" id="{8FD76D27-A49B-7DDF-F26C-676D1B10B8CD}"/>
                </a:ext>
              </a:extLst>
            </p:cNvPr>
            <p:cNvPicPr>
              <a:picLocks noChangeAspect="1"/>
            </p:cNvPicPr>
            <p:nvPr/>
          </p:nvPicPr>
          <p:blipFill>
            <a:blip r:embed="rId3"/>
            <a:stretch>
              <a:fillRect/>
            </a:stretch>
          </p:blipFill>
          <p:spPr>
            <a:xfrm>
              <a:off x="4350635" y="764838"/>
              <a:ext cx="511249" cy="398601"/>
            </a:xfrm>
            <a:prstGeom prst="rect">
              <a:avLst/>
            </a:prstGeom>
          </p:spPr>
        </p:pic>
        <p:pic>
          <p:nvPicPr>
            <p:cNvPr id="67" name="Picture 66">
              <a:extLst>
                <a:ext uri="{FF2B5EF4-FFF2-40B4-BE49-F238E27FC236}">
                  <a16:creationId xmlns:a16="http://schemas.microsoft.com/office/drawing/2014/main" id="{00FDDEDD-B094-5708-5A39-D95F8EF45219}"/>
                </a:ext>
              </a:extLst>
            </p:cNvPr>
            <p:cNvPicPr>
              <a:picLocks noChangeAspect="1"/>
            </p:cNvPicPr>
            <p:nvPr/>
          </p:nvPicPr>
          <p:blipFill>
            <a:blip r:embed="rId3"/>
            <a:stretch>
              <a:fillRect/>
            </a:stretch>
          </p:blipFill>
          <p:spPr>
            <a:xfrm>
              <a:off x="4861884" y="741378"/>
              <a:ext cx="511249" cy="398601"/>
            </a:xfrm>
            <a:prstGeom prst="rect">
              <a:avLst/>
            </a:prstGeom>
          </p:spPr>
        </p:pic>
        <p:cxnSp>
          <p:nvCxnSpPr>
            <p:cNvPr id="68" name="Straight Arrow Connector 67">
              <a:extLst>
                <a:ext uri="{FF2B5EF4-FFF2-40B4-BE49-F238E27FC236}">
                  <a16:creationId xmlns:a16="http://schemas.microsoft.com/office/drawing/2014/main" id="{22FD97A1-B792-639E-2B7E-F4CDA571B0B5}"/>
                </a:ext>
              </a:extLst>
            </p:cNvPr>
            <p:cNvCxnSpPr>
              <a:cxnSpLocks/>
            </p:cNvCxnSpPr>
            <p:nvPr/>
          </p:nvCxnSpPr>
          <p:spPr>
            <a:xfrm flipH="1">
              <a:off x="3468300" y="780447"/>
              <a:ext cx="14813" cy="3164924"/>
            </a:xfrm>
            <a:prstGeom prst="straightConnector1">
              <a:avLst/>
            </a:prstGeom>
            <a:ln w="34925">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69" name="Straight Arrow Connector 68">
              <a:extLst>
                <a:ext uri="{FF2B5EF4-FFF2-40B4-BE49-F238E27FC236}">
                  <a16:creationId xmlns:a16="http://schemas.microsoft.com/office/drawing/2014/main" id="{40A2275E-1858-7E03-73C2-9519581CBEEF}"/>
                </a:ext>
              </a:extLst>
            </p:cNvPr>
            <p:cNvCxnSpPr>
              <a:cxnSpLocks/>
            </p:cNvCxnSpPr>
            <p:nvPr/>
          </p:nvCxnSpPr>
          <p:spPr>
            <a:xfrm flipH="1">
              <a:off x="3483113" y="2154635"/>
              <a:ext cx="2327836" cy="0"/>
            </a:xfrm>
            <a:prstGeom prst="straightConnector1">
              <a:avLst/>
            </a:prstGeom>
            <a:ln w="34925">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70" name="Straight Arrow Connector 69">
              <a:extLst>
                <a:ext uri="{FF2B5EF4-FFF2-40B4-BE49-F238E27FC236}">
                  <a16:creationId xmlns:a16="http://schemas.microsoft.com/office/drawing/2014/main" id="{CCCD3494-71B9-E095-1805-E9301779B4D2}"/>
                </a:ext>
              </a:extLst>
            </p:cNvPr>
            <p:cNvCxnSpPr>
              <a:cxnSpLocks/>
            </p:cNvCxnSpPr>
            <p:nvPr/>
          </p:nvCxnSpPr>
          <p:spPr>
            <a:xfrm flipH="1">
              <a:off x="5798690" y="780448"/>
              <a:ext cx="12259" cy="3164925"/>
            </a:xfrm>
            <a:prstGeom prst="straightConnector1">
              <a:avLst/>
            </a:prstGeom>
            <a:ln w="34925">
              <a:headEnd type="triangle"/>
              <a:tailEnd type="triangle"/>
            </a:ln>
          </p:spPr>
          <p:style>
            <a:lnRef idx="1">
              <a:schemeClr val="accent2"/>
            </a:lnRef>
            <a:fillRef idx="0">
              <a:schemeClr val="accent2"/>
            </a:fillRef>
            <a:effectRef idx="0">
              <a:schemeClr val="accent2"/>
            </a:effectRef>
            <a:fontRef idx="minor">
              <a:schemeClr val="tx1"/>
            </a:fontRef>
          </p:style>
        </p:cxnSp>
        <p:pic>
          <p:nvPicPr>
            <p:cNvPr id="71" name="Picture 70">
              <a:extLst>
                <a:ext uri="{FF2B5EF4-FFF2-40B4-BE49-F238E27FC236}">
                  <a16:creationId xmlns:a16="http://schemas.microsoft.com/office/drawing/2014/main" id="{262832C8-F427-7E13-DD7C-F06077E90C58}"/>
                </a:ext>
              </a:extLst>
            </p:cNvPr>
            <p:cNvPicPr>
              <a:picLocks noChangeAspect="1"/>
            </p:cNvPicPr>
            <p:nvPr/>
          </p:nvPicPr>
          <p:blipFill>
            <a:blip r:embed="rId3"/>
            <a:stretch>
              <a:fillRect/>
            </a:stretch>
          </p:blipFill>
          <p:spPr>
            <a:xfrm>
              <a:off x="5913858" y="1252971"/>
              <a:ext cx="511249" cy="398601"/>
            </a:xfrm>
            <a:prstGeom prst="rect">
              <a:avLst/>
            </a:prstGeom>
          </p:spPr>
        </p:pic>
        <p:sp>
          <p:nvSpPr>
            <p:cNvPr id="72" name="TextBox 71">
              <a:extLst>
                <a:ext uri="{FF2B5EF4-FFF2-40B4-BE49-F238E27FC236}">
                  <a16:creationId xmlns:a16="http://schemas.microsoft.com/office/drawing/2014/main" id="{AA783304-589C-6049-1289-FE7F8ACD1D68}"/>
                </a:ext>
              </a:extLst>
            </p:cNvPr>
            <p:cNvSpPr txBox="1"/>
            <p:nvPr/>
          </p:nvSpPr>
          <p:spPr>
            <a:xfrm>
              <a:off x="7227038" y="2325529"/>
              <a:ext cx="965540" cy="500155"/>
            </a:xfrm>
            <a:prstGeom prst="rect">
              <a:avLst/>
            </a:prstGeom>
            <a:noFill/>
          </p:spPr>
          <p:txBody>
            <a:bodyPr wrap="square" rtlCol="0">
              <a:spAutoFit/>
            </a:bodyPr>
            <a:lstStyle/>
            <a:p>
              <a:r>
                <a:rPr lang="en-US" sz="988"/>
                <a:t>100 Users</a:t>
              </a:r>
              <a:endParaRPr lang="en-IN" sz="988"/>
            </a:p>
          </p:txBody>
        </p:sp>
        <p:pic>
          <p:nvPicPr>
            <p:cNvPr id="73" name="Picture 72">
              <a:extLst>
                <a:ext uri="{FF2B5EF4-FFF2-40B4-BE49-F238E27FC236}">
                  <a16:creationId xmlns:a16="http://schemas.microsoft.com/office/drawing/2014/main" id="{D8D840F5-229F-76C0-47CD-02837FC538B0}"/>
                </a:ext>
              </a:extLst>
            </p:cNvPr>
            <p:cNvPicPr>
              <a:picLocks noChangeAspect="1"/>
            </p:cNvPicPr>
            <p:nvPr/>
          </p:nvPicPr>
          <p:blipFill>
            <a:blip r:embed="rId3"/>
            <a:stretch>
              <a:fillRect/>
            </a:stretch>
          </p:blipFill>
          <p:spPr>
            <a:xfrm>
              <a:off x="6601392" y="1582448"/>
              <a:ext cx="511249" cy="398601"/>
            </a:xfrm>
            <a:prstGeom prst="rect">
              <a:avLst/>
            </a:prstGeom>
          </p:spPr>
        </p:pic>
        <p:sp>
          <p:nvSpPr>
            <p:cNvPr id="74" name="TextBox 73">
              <a:extLst>
                <a:ext uri="{FF2B5EF4-FFF2-40B4-BE49-F238E27FC236}">
                  <a16:creationId xmlns:a16="http://schemas.microsoft.com/office/drawing/2014/main" id="{EDDE2392-F708-267E-3D9F-02FED66691E3}"/>
                </a:ext>
              </a:extLst>
            </p:cNvPr>
            <p:cNvSpPr txBox="1"/>
            <p:nvPr/>
          </p:nvSpPr>
          <p:spPr>
            <a:xfrm>
              <a:off x="5925914" y="746761"/>
              <a:ext cx="778308" cy="500155"/>
            </a:xfrm>
            <a:prstGeom prst="rect">
              <a:avLst/>
            </a:prstGeom>
            <a:noFill/>
          </p:spPr>
          <p:txBody>
            <a:bodyPr wrap="square" rtlCol="0">
              <a:spAutoFit/>
            </a:bodyPr>
            <a:lstStyle/>
            <a:p>
              <a:r>
                <a:rPr lang="en-US" sz="988"/>
                <a:t>6 sec</a:t>
              </a:r>
              <a:endParaRPr lang="en-IN" sz="988"/>
            </a:p>
          </p:txBody>
        </p:sp>
        <p:pic>
          <p:nvPicPr>
            <p:cNvPr id="75" name="Picture 74">
              <a:extLst>
                <a:ext uri="{FF2B5EF4-FFF2-40B4-BE49-F238E27FC236}">
                  <a16:creationId xmlns:a16="http://schemas.microsoft.com/office/drawing/2014/main" id="{B8AAE8DE-53CA-CB96-3E9F-A4BB732BB1C1}"/>
                </a:ext>
              </a:extLst>
            </p:cNvPr>
            <p:cNvPicPr>
              <a:picLocks noChangeAspect="1"/>
            </p:cNvPicPr>
            <p:nvPr/>
          </p:nvPicPr>
          <p:blipFill>
            <a:blip r:embed="rId3"/>
            <a:stretch>
              <a:fillRect/>
            </a:stretch>
          </p:blipFill>
          <p:spPr>
            <a:xfrm>
              <a:off x="7295472" y="1959472"/>
              <a:ext cx="511249" cy="398601"/>
            </a:xfrm>
            <a:prstGeom prst="rect">
              <a:avLst/>
            </a:prstGeom>
          </p:spPr>
        </p:pic>
        <p:pic>
          <p:nvPicPr>
            <p:cNvPr id="76" name="Picture 75">
              <a:extLst>
                <a:ext uri="{FF2B5EF4-FFF2-40B4-BE49-F238E27FC236}">
                  <a16:creationId xmlns:a16="http://schemas.microsoft.com/office/drawing/2014/main" id="{76CA88B9-4CFC-32D1-0B33-21FAFF923A28}"/>
                </a:ext>
              </a:extLst>
            </p:cNvPr>
            <p:cNvPicPr>
              <a:picLocks noChangeAspect="1"/>
            </p:cNvPicPr>
            <p:nvPr/>
          </p:nvPicPr>
          <p:blipFill>
            <a:blip r:embed="rId3"/>
            <a:stretch>
              <a:fillRect/>
            </a:stretch>
          </p:blipFill>
          <p:spPr>
            <a:xfrm>
              <a:off x="7971692" y="2326599"/>
              <a:ext cx="511249" cy="398601"/>
            </a:xfrm>
            <a:prstGeom prst="rect">
              <a:avLst/>
            </a:prstGeom>
          </p:spPr>
        </p:pic>
        <p:sp>
          <p:nvSpPr>
            <p:cNvPr id="77" name="TextBox 76">
              <a:extLst>
                <a:ext uri="{FF2B5EF4-FFF2-40B4-BE49-F238E27FC236}">
                  <a16:creationId xmlns:a16="http://schemas.microsoft.com/office/drawing/2014/main" id="{0A52702C-48F1-E347-1AA9-FAD643B94571}"/>
                </a:ext>
              </a:extLst>
            </p:cNvPr>
            <p:cNvSpPr txBox="1"/>
            <p:nvPr/>
          </p:nvSpPr>
          <p:spPr>
            <a:xfrm rot="1986314">
              <a:off x="5473007" y="2691522"/>
              <a:ext cx="2534826" cy="897247"/>
            </a:xfrm>
            <a:prstGeom prst="rect">
              <a:avLst/>
            </a:prstGeom>
            <a:noFill/>
          </p:spPr>
          <p:txBody>
            <a:bodyPr wrap="square" rtlCol="0">
              <a:spAutoFit/>
            </a:bodyPr>
            <a:lstStyle/>
            <a:p>
              <a:pPr algn="ctr"/>
              <a:r>
                <a:rPr lang="en-US" sz="988" b="1">
                  <a:solidFill>
                    <a:srgbClr val="002060"/>
                  </a:solidFill>
                </a:rPr>
                <a:t>100 users will ramp down in every 6 sec until user count reaches 0 Users</a:t>
              </a:r>
              <a:endParaRPr lang="en-IN" sz="988" b="1">
                <a:solidFill>
                  <a:srgbClr val="002060"/>
                </a:solidFill>
              </a:endParaRPr>
            </a:p>
          </p:txBody>
        </p:sp>
        <p:cxnSp>
          <p:nvCxnSpPr>
            <p:cNvPr id="78" name="Connector: Elbow 77">
              <a:extLst>
                <a:ext uri="{FF2B5EF4-FFF2-40B4-BE49-F238E27FC236}">
                  <a16:creationId xmlns:a16="http://schemas.microsoft.com/office/drawing/2014/main" id="{1F6A0DDB-2DCD-38E3-946C-7C6DFF8A1E9D}"/>
                </a:ext>
              </a:extLst>
            </p:cNvPr>
            <p:cNvCxnSpPr>
              <a:cxnSpLocks/>
              <a:endCxn id="73" idx="0"/>
            </p:cNvCxnSpPr>
            <p:nvPr/>
          </p:nvCxnSpPr>
          <p:spPr>
            <a:xfrm>
              <a:off x="6452867" y="1414420"/>
              <a:ext cx="404150" cy="16802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97CAD33D-FAB4-0309-8229-A9DE1B856495}"/>
                </a:ext>
              </a:extLst>
            </p:cNvPr>
            <p:cNvSpPr txBox="1"/>
            <p:nvPr/>
          </p:nvSpPr>
          <p:spPr>
            <a:xfrm>
              <a:off x="2620834" y="1614036"/>
              <a:ext cx="763975" cy="691981"/>
            </a:xfrm>
            <a:prstGeom prst="rect">
              <a:avLst/>
            </a:prstGeom>
            <a:noFill/>
          </p:spPr>
          <p:txBody>
            <a:bodyPr wrap="square" rtlCol="0">
              <a:spAutoFit/>
            </a:bodyPr>
            <a:lstStyle/>
            <a:p>
              <a:r>
                <a:rPr lang="en-US" sz="988"/>
                <a:t>100 Users</a:t>
              </a:r>
              <a:endParaRPr lang="en-IN" sz="988"/>
            </a:p>
          </p:txBody>
        </p:sp>
        <p:sp>
          <p:nvSpPr>
            <p:cNvPr id="80" name="TextBox 79">
              <a:extLst>
                <a:ext uri="{FF2B5EF4-FFF2-40B4-BE49-F238E27FC236}">
                  <a16:creationId xmlns:a16="http://schemas.microsoft.com/office/drawing/2014/main" id="{6662EDFD-8624-D767-6ADF-FC384F0BD1C1}"/>
                </a:ext>
              </a:extLst>
            </p:cNvPr>
            <p:cNvSpPr txBox="1"/>
            <p:nvPr/>
          </p:nvSpPr>
          <p:spPr>
            <a:xfrm>
              <a:off x="5866060" y="1587782"/>
              <a:ext cx="920785" cy="500155"/>
            </a:xfrm>
            <a:prstGeom prst="rect">
              <a:avLst/>
            </a:prstGeom>
            <a:noFill/>
          </p:spPr>
          <p:txBody>
            <a:bodyPr wrap="square" rtlCol="0">
              <a:spAutoFit/>
            </a:bodyPr>
            <a:lstStyle/>
            <a:p>
              <a:r>
                <a:rPr lang="en-US" sz="988"/>
                <a:t>100 Users</a:t>
              </a:r>
              <a:endParaRPr lang="en-IN" sz="988"/>
            </a:p>
          </p:txBody>
        </p:sp>
        <p:sp>
          <p:nvSpPr>
            <p:cNvPr id="81" name="TextBox 80">
              <a:extLst>
                <a:ext uri="{FF2B5EF4-FFF2-40B4-BE49-F238E27FC236}">
                  <a16:creationId xmlns:a16="http://schemas.microsoft.com/office/drawing/2014/main" id="{FF69AABD-AC4E-940F-4814-9937B56D6D34}"/>
                </a:ext>
              </a:extLst>
            </p:cNvPr>
            <p:cNvSpPr txBox="1"/>
            <p:nvPr/>
          </p:nvSpPr>
          <p:spPr>
            <a:xfrm>
              <a:off x="6568723" y="1926642"/>
              <a:ext cx="1098822" cy="500155"/>
            </a:xfrm>
            <a:prstGeom prst="rect">
              <a:avLst/>
            </a:prstGeom>
            <a:noFill/>
          </p:spPr>
          <p:txBody>
            <a:bodyPr wrap="square" rtlCol="0">
              <a:spAutoFit/>
            </a:bodyPr>
            <a:lstStyle/>
            <a:p>
              <a:r>
                <a:rPr lang="en-US" sz="988"/>
                <a:t>100 Users</a:t>
              </a:r>
              <a:endParaRPr lang="en-IN" sz="988"/>
            </a:p>
          </p:txBody>
        </p:sp>
        <p:cxnSp>
          <p:nvCxnSpPr>
            <p:cNvPr id="83" name="Connector: Elbow 82">
              <a:extLst>
                <a:ext uri="{FF2B5EF4-FFF2-40B4-BE49-F238E27FC236}">
                  <a16:creationId xmlns:a16="http://schemas.microsoft.com/office/drawing/2014/main" id="{8791A917-A7EA-81F4-A2B3-D00EA05B812A}"/>
                </a:ext>
              </a:extLst>
            </p:cNvPr>
            <p:cNvCxnSpPr>
              <a:cxnSpLocks/>
            </p:cNvCxnSpPr>
            <p:nvPr/>
          </p:nvCxnSpPr>
          <p:spPr>
            <a:xfrm>
              <a:off x="7146946" y="1699963"/>
              <a:ext cx="404150" cy="16802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24791033-98FE-ADAF-2FDE-A18D9BCA29AF}"/>
                </a:ext>
              </a:extLst>
            </p:cNvPr>
            <p:cNvSpPr txBox="1"/>
            <p:nvPr/>
          </p:nvSpPr>
          <p:spPr>
            <a:xfrm>
              <a:off x="6666213" y="914788"/>
              <a:ext cx="778308" cy="500155"/>
            </a:xfrm>
            <a:prstGeom prst="rect">
              <a:avLst/>
            </a:prstGeom>
            <a:noFill/>
          </p:spPr>
          <p:txBody>
            <a:bodyPr wrap="square" rtlCol="0">
              <a:spAutoFit/>
            </a:bodyPr>
            <a:lstStyle/>
            <a:p>
              <a:r>
                <a:rPr lang="en-US" sz="988"/>
                <a:t>6 sec</a:t>
              </a:r>
              <a:endParaRPr lang="en-IN" sz="988"/>
            </a:p>
          </p:txBody>
        </p:sp>
        <p:sp>
          <p:nvSpPr>
            <p:cNvPr id="85" name="TextBox 84">
              <a:extLst>
                <a:ext uri="{FF2B5EF4-FFF2-40B4-BE49-F238E27FC236}">
                  <a16:creationId xmlns:a16="http://schemas.microsoft.com/office/drawing/2014/main" id="{3F45358A-AA4F-0313-FCC7-B8E875E0DF36}"/>
                </a:ext>
              </a:extLst>
            </p:cNvPr>
            <p:cNvSpPr txBox="1"/>
            <p:nvPr/>
          </p:nvSpPr>
          <p:spPr>
            <a:xfrm>
              <a:off x="7216795" y="1210781"/>
              <a:ext cx="778308" cy="500155"/>
            </a:xfrm>
            <a:prstGeom prst="rect">
              <a:avLst/>
            </a:prstGeom>
            <a:noFill/>
          </p:spPr>
          <p:txBody>
            <a:bodyPr wrap="square" rtlCol="0">
              <a:spAutoFit/>
            </a:bodyPr>
            <a:lstStyle/>
            <a:p>
              <a:r>
                <a:rPr lang="en-US" sz="988"/>
                <a:t>6 sec</a:t>
              </a:r>
              <a:endParaRPr lang="en-IN" sz="988"/>
            </a:p>
          </p:txBody>
        </p:sp>
        <p:cxnSp>
          <p:nvCxnSpPr>
            <p:cNvPr id="86" name="Connector: Elbow 85">
              <a:extLst>
                <a:ext uri="{FF2B5EF4-FFF2-40B4-BE49-F238E27FC236}">
                  <a16:creationId xmlns:a16="http://schemas.microsoft.com/office/drawing/2014/main" id="{6FEFB2E6-D7C0-8400-4AAF-B4ECAAB3C4EE}"/>
                </a:ext>
              </a:extLst>
            </p:cNvPr>
            <p:cNvCxnSpPr>
              <a:cxnSpLocks/>
            </p:cNvCxnSpPr>
            <p:nvPr/>
          </p:nvCxnSpPr>
          <p:spPr>
            <a:xfrm>
              <a:off x="7828091" y="2173690"/>
              <a:ext cx="404150" cy="16802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B182C7C5-E5E1-D9AB-4EBB-C0A0BD0541A8}"/>
                </a:ext>
              </a:extLst>
            </p:cNvPr>
            <p:cNvCxnSpPr>
              <a:cxnSpLocks/>
            </p:cNvCxnSpPr>
            <p:nvPr/>
          </p:nvCxnSpPr>
          <p:spPr>
            <a:xfrm>
              <a:off x="5989478" y="1975661"/>
              <a:ext cx="165168" cy="4470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071E8FB5-6DD0-DFE6-9C3F-72750A6862B8}"/>
                </a:ext>
              </a:extLst>
            </p:cNvPr>
            <p:cNvCxnSpPr>
              <a:cxnSpLocks/>
            </p:cNvCxnSpPr>
            <p:nvPr/>
          </p:nvCxnSpPr>
          <p:spPr>
            <a:xfrm flipH="1" flipV="1">
              <a:off x="7701462" y="3434505"/>
              <a:ext cx="754403" cy="3022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375E9EF2-3E93-0CAC-29AE-56232F1A3A59}"/>
                </a:ext>
              </a:extLst>
            </p:cNvPr>
            <p:cNvCxnSpPr>
              <a:cxnSpLocks/>
            </p:cNvCxnSpPr>
            <p:nvPr/>
          </p:nvCxnSpPr>
          <p:spPr>
            <a:xfrm>
              <a:off x="35496" y="3795886"/>
              <a:ext cx="756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097D0B3D-B498-65E1-4296-5D69948D4CDC}"/>
                </a:ext>
              </a:extLst>
            </p:cNvPr>
            <p:cNvCxnSpPr>
              <a:cxnSpLocks/>
            </p:cNvCxnSpPr>
            <p:nvPr/>
          </p:nvCxnSpPr>
          <p:spPr>
            <a:xfrm flipH="1">
              <a:off x="2562432" y="3810234"/>
              <a:ext cx="656575" cy="158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1BC8D0A8-D580-5E9E-0101-E5765A5AE010}"/>
                </a:ext>
              </a:extLst>
            </p:cNvPr>
            <p:cNvCxnSpPr>
              <a:cxnSpLocks/>
            </p:cNvCxnSpPr>
            <p:nvPr/>
          </p:nvCxnSpPr>
          <p:spPr>
            <a:xfrm flipH="1">
              <a:off x="5205482" y="3792553"/>
              <a:ext cx="33530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1EC8DF45-A67E-764E-4E29-172675EB0699}"/>
                </a:ext>
              </a:extLst>
            </p:cNvPr>
            <p:cNvCxnSpPr>
              <a:cxnSpLocks/>
            </p:cNvCxnSpPr>
            <p:nvPr/>
          </p:nvCxnSpPr>
          <p:spPr>
            <a:xfrm flipV="1">
              <a:off x="3590311" y="3810234"/>
              <a:ext cx="477633" cy="11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48FBDB40-BDFD-7D4B-131A-B41A685965B3}"/>
                </a:ext>
              </a:extLst>
            </p:cNvPr>
            <p:cNvSpPr txBox="1"/>
            <p:nvPr/>
          </p:nvSpPr>
          <p:spPr>
            <a:xfrm>
              <a:off x="4102478" y="3676185"/>
              <a:ext cx="1268594" cy="275975"/>
            </a:xfrm>
            <a:prstGeom prst="rect">
              <a:avLst/>
            </a:prstGeom>
            <a:noFill/>
          </p:spPr>
          <p:txBody>
            <a:bodyPr wrap="square" rtlCol="0">
              <a:spAutoFit/>
            </a:bodyPr>
            <a:lstStyle/>
            <a:p>
              <a:r>
                <a:rPr lang="en-US" sz="800">
                  <a:solidFill>
                    <a:srgbClr val="002060"/>
                  </a:solidFill>
                </a:rPr>
                <a:t>Steady State</a:t>
              </a:r>
              <a:endParaRPr lang="en-IN" sz="800">
                <a:solidFill>
                  <a:srgbClr val="002060"/>
                </a:solidFill>
              </a:endParaRPr>
            </a:p>
          </p:txBody>
        </p:sp>
        <p:cxnSp>
          <p:nvCxnSpPr>
            <p:cNvPr id="94" name="Straight Arrow Connector 93">
              <a:extLst>
                <a:ext uri="{FF2B5EF4-FFF2-40B4-BE49-F238E27FC236}">
                  <a16:creationId xmlns:a16="http://schemas.microsoft.com/office/drawing/2014/main" id="{FCDC61A9-CE9A-4A85-ACDB-7636A6F50456}"/>
                </a:ext>
              </a:extLst>
            </p:cNvPr>
            <p:cNvCxnSpPr>
              <a:cxnSpLocks/>
            </p:cNvCxnSpPr>
            <p:nvPr/>
          </p:nvCxnSpPr>
          <p:spPr>
            <a:xfrm>
              <a:off x="5824833" y="3781104"/>
              <a:ext cx="63034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5" name="TextBox 94">
              <a:extLst>
                <a:ext uri="{FF2B5EF4-FFF2-40B4-BE49-F238E27FC236}">
                  <a16:creationId xmlns:a16="http://schemas.microsoft.com/office/drawing/2014/main" id="{0FA3A15D-6DA1-5F55-A04E-A60C374D4F79}"/>
                </a:ext>
              </a:extLst>
            </p:cNvPr>
            <p:cNvSpPr txBox="1"/>
            <p:nvPr/>
          </p:nvSpPr>
          <p:spPr>
            <a:xfrm>
              <a:off x="6424256" y="3691264"/>
              <a:ext cx="2318048" cy="271841"/>
            </a:xfrm>
            <a:prstGeom prst="rect">
              <a:avLst/>
            </a:prstGeom>
            <a:noFill/>
          </p:spPr>
          <p:txBody>
            <a:bodyPr wrap="square" rtlCol="0">
              <a:spAutoFit/>
            </a:bodyPr>
            <a:lstStyle/>
            <a:p>
              <a:r>
                <a:rPr lang="en-US" sz="800">
                  <a:solidFill>
                    <a:srgbClr val="002060"/>
                  </a:solidFill>
                </a:rPr>
                <a:t>User Ramp Down Phase</a:t>
              </a:r>
              <a:endParaRPr lang="en-IN" sz="800">
                <a:solidFill>
                  <a:srgbClr val="002060"/>
                </a:solidFill>
              </a:endParaRPr>
            </a:p>
          </p:txBody>
        </p:sp>
        <p:cxnSp>
          <p:nvCxnSpPr>
            <p:cNvPr id="96" name="Straight Arrow Connector 95">
              <a:extLst>
                <a:ext uri="{FF2B5EF4-FFF2-40B4-BE49-F238E27FC236}">
                  <a16:creationId xmlns:a16="http://schemas.microsoft.com/office/drawing/2014/main" id="{00B2DBF7-56C4-4DE8-D9BB-BF9B6AC24D9A}"/>
                </a:ext>
              </a:extLst>
            </p:cNvPr>
            <p:cNvCxnSpPr>
              <a:cxnSpLocks/>
            </p:cNvCxnSpPr>
            <p:nvPr/>
          </p:nvCxnSpPr>
          <p:spPr>
            <a:xfrm flipH="1" flipV="1">
              <a:off x="8482941" y="3810234"/>
              <a:ext cx="50576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a16="http://schemas.microsoft.com/office/drawing/2014/main" id="{277495D7-4D99-2743-88BE-8619A1437587}"/>
                </a:ext>
              </a:extLst>
            </p:cNvPr>
            <p:cNvSpPr txBox="1"/>
            <p:nvPr/>
          </p:nvSpPr>
          <p:spPr>
            <a:xfrm>
              <a:off x="108552" y="4079178"/>
              <a:ext cx="2999089" cy="699021"/>
            </a:xfrm>
            <a:prstGeom prst="rect">
              <a:avLst/>
            </a:prstGeom>
            <a:noFill/>
            <a:ln>
              <a:solidFill>
                <a:srgbClr val="002060"/>
              </a:solidFill>
            </a:ln>
          </p:spPr>
          <p:txBody>
            <a:bodyPr wrap="square" rtlCol="0">
              <a:spAutoFit/>
            </a:bodyPr>
            <a:lstStyle/>
            <a:p>
              <a:pPr algn="ctr"/>
              <a:r>
                <a:rPr lang="en-US" sz="1000" dirty="0">
                  <a:solidFill>
                    <a:srgbClr val="002060"/>
                  </a:solidFill>
                </a:rPr>
                <a:t>It takes about 14 minutes to ramp up all 13,041 users onto the system</a:t>
              </a:r>
              <a:endParaRPr lang="en-IN" sz="1000" dirty="0">
                <a:solidFill>
                  <a:srgbClr val="002060"/>
                </a:solidFill>
              </a:endParaRPr>
            </a:p>
          </p:txBody>
        </p:sp>
        <p:sp>
          <p:nvSpPr>
            <p:cNvPr id="98" name="TextBox 97">
              <a:extLst>
                <a:ext uri="{FF2B5EF4-FFF2-40B4-BE49-F238E27FC236}">
                  <a16:creationId xmlns:a16="http://schemas.microsoft.com/office/drawing/2014/main" id="{CAA9ACFA-38E0-2B38-499F-9F5EF636CA01}"/>
                </a:ext>
              </a:extLst>
            </p:cNvPr>
            <p:cNvSpPr txBox="1"/>
            <p:nvPr/>
          </p:nvSpPr>
          <p:spPr>
            <a:xfrm>
              <a:off x="3563896" y="4080030"/>
              <a:ext cx="2232242" cy="699021"/>
            </a:xfrm>
            <a:prstGeom prst="rect">
              <a:avLst/>
            </a:prstGeom>
            <a:noFill/>
            <a:ln>
              <a:solidFill>
                <a:srgbClr val="002060"/>
              </a:solidFill>
            </a:ln>
          </p:spPr>
          <p:txBody>
            <a:bodyPr wrap="square" rtlCol="0">
              <a:spAutoFit/>
            </a:bodyPr>
            <a:lstStyle/>
            <a:p>
              <a:pPr algn="ctr"/>
              <a:r>
                <a:rPr lang="en-US" sz="1000" dirty="0">
                  <a:solidFill>
                    <a:srgbClr val="002060"/>
                  </a:solidFill>
                </a:rPr>
                <a:t>Test will run for 1 hour with 13,041 concurrent users</a:t>
              </a:r>
              <a:endParaRPr lang="en-IN" sz="1000" dirty="0">
                <a:solidFill>
                  <a:srgbClr val="002060"/>
                </a:solidFill>
              </a:endParaRPr>
            </a:p>
          </p:txBody>
        </p:sp>
        <p:sp>
          <p:nvSpPr>
            <p:cNvPr id="99" name="TextBox 98">
              <a:extLst>
                <a:ext uri="{FF2B5EF4-FFF2-40B4-BE49-F238E27FC236}">
                  <a16:creationId xmlns:a16="http://schemas.microsoft.com/office/drawing/2014/main" id="{86489331-EC50-BF77-51E5-659202397335}"/>
                </a:ext>
              </a:extLst>
            </p:cNvPr>
            <p:cNvSpPr txBox="1"/>
            <p:nvPr/>
          </p:nvSpPr>
          <p:spPr>
            <a:xfrm>
              <a:off x="6114528" y="4079177"/>
              <a:ext cx="2874175" cy="699021"/>
            </a:xfrm>
            <a:prstGeom prst="rect">
              <a:avLst/>
            </a:prstGeom>
            <a:noFill/>
            <a:ln>
              <a:solidFill>
                <a:srgbClr val="002060"/>
              </a:solidFill>
            </a:ln>
          </p:spPr>
          <p:txBody>
            <a:bodyPr wrap="square" rtlCol="0">
              <a:spAutoFit/>
            </a:bodyPr>
            <a:lstStyle/>
            <a:p>
              <a:pPr algn="ctr"/>
              <a:r>
                <a:rPr lang="en-US" sz="1000" dirty="0">
                  <a:solidFill>
                    <a:srgbClr val="002060"/>
                  </a:solidFill>
                </a:rPr>
                <a:t>It takes about 14 minutes to ramp down all 13,041 users from the system</a:t>
              </a:r>
              <a:endParaRPr lang="en-IN" sz="1000" dirty="0">
                <a:solidFill>
                  <a:srgbClr val="002060"/>
                </a:solidFill>
              </a:endParaRPr>
            </a:p>
          </p:txBody>
        </p:sp>
        <p:pic>
          <p:nvPicPr>
            <p:cNvPr id="100" name="Picture 99">
              <a:extLst>
                <a:ext uri="{FF2B5EF4-FFF2-40B4-BE49-F238E27FC236}">
                  <a16:creationId xmlns:a16="http://schemas.microsoft.com/office/drawing/2014/main" id="{7F738635-7575-F89A-135A-503BA1AFA734}"/>
                </a:ext>
              </a:extLst>
            </p:cNvPr>
            <p:cNvPicPr>
              <a:picLocks noChangeAspect="1"/>
            </p:cNvPicPr>
            <p:nvPr/>
          </p:nvPicPr>
          <p:blipFill>
            <a:blip r:embed="rId3"/>
            <a:stretch>
              <a:fillRect/>
            </a:stretch>
          </p:blipFill>
          <p:spPr>
            <a:xfrm>
              <a:off x="3859051" y="1133542"/>
              <a:ext cx="511249" cy="398601"/>
            </a:xfrm>
            <a:prstGeom prst="rect">
              <a:avLst/>
            </a:prstGeom>
          </p:spPr>
        </p:pic>
        <p:pic>
          <p:nvPicPr>
            <p:cNvPr id="101" name="Picture 100">
              <a:extLst>
                <a:ext uri="{FF2B5EF4-FFF2-40B4-BE49-F238E27FC236}">
                  <a16:creationId xmlns:a16="http://schemas.microsoft.com/office/drawing/2014/main" id="{0B2434B3-C146-7B05-C289-C056946C0EDC}"/>
                </a:ext>
              </a:extLst>
            </p:cNvPr>
            <p:cNvPicPr>
              <a:picLocks noChangeAspect="1"/>
            </p:cNvPicPr>
            <p:nvPr/>
          </p:nvPicPr>
          <p:blipFill>
            <a:blip r:embed="rId3"/>
            <a:stretch>
              <a:fillRect/>
            </a:stretch>
          </p:blipFill>
          <p:spPr>
            <a:xfrm>
              <a:off x="4375159" y="1123086"/>
              <a:ext cx="511249" cy="398601"/>
            </a:xfrm>
            <a:prstGeom prst="rect">
              <a:avLst/>
            </a:prstGeom>
          </p:spPr>
        </p:pic>
        <p:pic>
          <p:nvPicPr>
            <p:cNvPr id="102" name="Picture 101">
              <a:extLst>
                <a:ext uri="{FF2B5EF4-FFF2-40B4-BE49-F238E27FC236}">
                  <a16:creationId xmlns:a16="http://schemas.microsoft.com/office/drawing/2014/main" id="{06576D7C-28CA-6840-5EEC-1D4E571A9AFA}"/>
                </a:ext>
              </a:extLst>
            </p:cNvPr>
            <p:cNvPicPr>
              <a:picLocks noChangeAspect="1"/>
            </p:cNvPicPr>
            <p:nvPr/>
          </p:nvPicPr>
          <p:blipFill>
            <a:blip r:embed="rId3"/>
            <a:stretch>
              <a:fillRect/>
            </a:stretch>
          </p:blipFill>
          <p:spPr>
            <a:xfrm>
              <a:off x="4859825" y="1110195"/>
              <a:ext cx="511249" cy="398601"/>
            </a:xfrm>
            <a:prstGeom prst="rect">
              <a:avLst/>
            </a:prstGeom>
          </p:spPr>
        </p:pic>
      </p:grpSp>
      <p:sp>
        <p:nvSpPr>
          <p:cNvPr id="117" name="TextBox 116">
            <a:extLst>
              <a:ext uri="{FF2B5EF4-FFF2-40B4-BE49-F238E27FC236}">
                <a16:creationId xmlns:a16="http://schemas.microsoft.com/office/drawing/2014/main" id="{7D68BA27-5419-B929-1DFC-6306E17855D8}"/>
              </a:ext>
            </a:extLst>
          </p:cNvPr>
          <p:cNvSpPr txBox="1"/>
          <p:nvPr/>
        </p:nvSpPr>
        <p:spPr>
          <a:xfrm>
            <a:off x="1906351" y="2933737"/>
            <a:ext cx="4439329" cy="338554"/>
          </a:xfrm>
          <a:prstGeom prst="rect">
            <a:avLst/>
          </a:prstGeom>
          <a:noFill/>
        </p:spPr>
        <p:txBody>
          <a:bodyPr wrap="square">
            <a:spAutoFit/>
          </a:bodyPr>
          <a:lstStyle/>
          <a:p>
            <a:r>
              <a:rPr lang="en-US" sz="1600" b="1" dirty="0">
                <a:ea typeface="Calibri" panose="020F0502020204030204" pitchFamily="34" charset="0"/>
                <a:cs typeface="Calibri" panose="020F0502020204030204" pitchFamily="34" charset="0"/>
              </a:rPr>
              <a:t>Goal#1 – Load Test sample pattern</a:t>
            </a:r>
            <a:endParaRPr lang="en-US" sz="1600" b="1" dirty="0"/>
          </a:p>
        </p:txBody>
      </p:sp>
      <p:sp>
        <p:nvSpPr>
          <p:cNvPr id="172" name="Rectangle 171">
            <a:extLst>
              <a:ext uri="{FF2B5EF4-FFF2-40B4-BE49-F238E27FC236}">
                <a16:creationId xmlns:a16="http://schemas.microsoft.com/office/drawing/2014/main" id="{31DFBA40-166D-9DDD-24AF-50E0035D7B8B}"/>
              </a:ext>
            </a:extLst>
          </p:cNvPr>
          <p:cNvSpPr/>
          <p:nvPr/>
        </p:nvSpPr>
        <p:spPr>
          <a:xfrm>
            <a:off x="665950" y="3281467"/>
            <a:ext cx="5558618" cy="3344259"/>
          </a:xfrm>
          <a:prstGeom prst="rect">
            <a:avLst/>
          </a:prstGeom>
          <a:noFill/>
          <a:ln/>
        </p:spPr>
        <p:style>
          <a:lnRef idx="2">
            <a:schemeClr val="accent1"/>
          </a:lnRef>
          <a:fillRef idx="1">
            <a:schemeClr val="lt1"/>
          </a:fillRef>
          <a:effectRef idx="0">
            <a:schemeClr val="accent1"/>
          </a:effectRef>
          <a:fontRef idx="minor">
            <a:schemeClr val="dk1"/>
          </a:fontRef>
        </p:style>
        <p:txBody>
          <a:bodyPr lIns="91440" tIns="0" rIns="91440" bIns="0" rtlCol="0" anchor="ctr"/>
          <a:lstStyle/>
          <a:p>
            <a:pPr algn="ctr">
              <a:lnSpc>
                <a:spcPct val="85000"/>
              </a:lnSpc>
            </a:pPr>
            <a:endParaRPr lang="en-US" sz="2400">
              <a:solidFill>
                <a:schemeClr val="bg1"/>
              </a:solidFill>
            </a:endParaRPr>
          </a:p>
        </p:txBody>
      </p:sp>
      <p:grpSp>
        <p:nvGrpSpPr>
          <p:cNvPr id="174" name="Group 173">
            <a:extLst>
              <a:ext uri="{FF2B5EF4-FFF2-40B4-BE49-F238E27FC236}">
                <a16:creationId xmlns:a16="http://schemas.microsoft.com/office/drawing/2014/main" id="{2CEE5117-2292-FDEE-DFFF-5C55340CEF4C}"/>
              </a:ext>
            </a:extLst>
          </p:cNvPr>
          <p:cNvGrpSpPr/>
          <p:nvPr/>
        </p:nvGrpSpPr>
        <p:grpSpPr>
          <a:xfrm>
            <a:off x="6499551" y="3310328"/>
            <a:ext cx="5140625" cy="2695345"/>
            <a:chOff x="242479" y="647017"/>
            <a:chExt cx="8569340" cy="3330260"/>
          </a:xfrm>
        </p:grpSpPr>
        <p:cxnSp>
          <p:nvCxnSpPr>
            <p:cNvPr id="179" name="Straight Arrow Connector 178">
              <a:extLst>
                <a:ext uri="{FF2B5EF4-FFF2-40B4-BE49-F238E27FC236}">
                  <a16:creationId xmlns:a16="http://schemas.microsoft.com/office/drawing/2014/main" id="{ECBF8294-5D59-6C9E-5698-E3B1F95F9A79}"/>
                </a:ext>
              </a:extLst>
            </p:cNvPr>
            <p:cNvCxnSpPr>
              <a:cxnSpLocks/>
            </p:cNvCxnSpPr>
            <p:nvPr/>
          </p:nvCxnSpPr>
          <p:spPr>
            <a:xfrm>
              <a:off x="242479" y="647017"/>
              <a:ext cx="0" cy="3296634"/>
            </a:xfrm>
            <a:prstGeom prst="straightConnector1">
              <a:avLst/>
            </a:prstGeom>
            <a:ln w="34925">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180" name="Straight Arrow Connector 179">
              <a:extLst>
                <a:ext uri="{FF2B5EF4-FFF2-40B4-BE49-F238E27FC236}">
                  <a16:creationId xmlns:a16="http://schemas.microsoft.com/office/drawing/2014/main" id="{F90FE780-808C-A4B5-7E0B-BC68E0E338AF}"/>
                </a:ext>
              </a:extLst>
            </p:cNvPr>
            <p:cNvCxnSpPr>
              <a:cxnSpLocks/>
            </p:cNvCxnSpPr>
            <p:nvPr/>
          </p:nvCxnSpPr>
          <p:spPr>
            <a:xfrm flipH="1" flipV="1">
              <a:off x="950487" y="3594431"/>
              <a:ext cx="7421306" cy="12611"/>
            </a:xfrm>
            <a:prstGeom prst="straightConnector1">
              <a:avLst/>
            </a:prstGeom>
            <a:ln w="34925">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181" name="Straight Arrow Connector 180">
              <a:extLst>
                <a:ext uri="{FF2B5EF4-FFF2-40B4-BE49-F238E27FC236}">
                  <a16:creationId xmlns:a16="http://schemas.microsoft.com/office/drawing/2014/main" id="{8D6E45F3-3C85-B40A-219C-6F63E5A84CC5}"/>
                </a:ext>
              </a:extLst>
            </p:cNvPr>
            <p:cNvCxnSpPr>
              <a:cxnSpLocks/>
            </p:cNvCxnSpPr>
            <p:nvPr/>
          </p:nvCxnSpPr>
          <p:spPr>
            <a:xfrm>
              <a:off x="8811819" y="647017"/>
              <a:ext cx="0" cy="3330260"/>
            </a:xfrm>
            <a:prstGeom prst="straightConnector1">
              <a:avLst/>
            </a:prstGeom>
            <a:ln w="34925">
              <a:headEnd type="triangle"/>
              <a:tailEnd type="triangle"/>
            </a:ln>
          </p:spPr>
          <p:style>
            <a:lnRef idx="1">
              <a:schemeClr val="accent2"/>
            </a:lnRef>
            <a:fillRef idx="0">
              <a:schemeClr val="accent2"/>
            </a:fillRef>
            <a:effectRef idx="0">
              <a:schemeClr val="accent2"/>
            </a:effectRef>
            <a:fontRef idx="minor">
              <a:schemeClr val="tx1"/>
            </a:fontRef>
          </p:style>
        </p:cxnSp>
        <p:sp>
          <p:nvSpPr>
            <p:cNvPr id="204" name="TextBox 203">
              <a:extLst>
                <a:ext uri="{FF2B5EF4-FFF2-40B4-BE49-F238E27FC236}">
                  <a16:creationId xmlns:a16="http://schemas.microsoft.com/office/drawing/2014/main" id="{9F55F347-9298-D2DD-F2FD-0C5B0E932EA5}"/>
                </a:ext>
              </a:extLst>
            </p:cNvPr>
            <p:cNvSpPr txBox="1"/>
            <p:nvPr/>
          </p:nvSpPr>
          <p:spPr>
            <a:xfrm>
              <a:off x="3644780" y="3243644"/>
              <a:ext cx="1643656" cy="301924"/>
            </a:xfrm>
            <a:prstGeom prst="rect">
              <a:avLst/>
            </a:prstGeom>
            <a:noFill/>
          </p:spPr>
          <p:txBody>
            <a:bodyPr wrap="square" rtlCol="0">
              <a:spAutoFit/>
            </a:bodyPr>
            <a:lstStyle/>
            <a:p>
              <a:pPr algn="ctr"/>
              <a:r>
                <a:rPr lang="en-US" sz="988" dirty="0"/>
                <a:t>1 hour</a:t>
              </a:r>
              <a:endParaRPr lang="en-IN" sz="988" dirty="0"/>
            </a:p>
          </p:txBody>
        </p:sp>
      </p:grpSp>
      <p:sp>
        <p:nvSpPr>
          <p:cNvPr id="5" name="TextBox 4">
            <a:extLst>
              <a:ext uri="{FF2B5EF4-FFF2-40B4-BE49-F238E27FC236}">
                <a16:creationId xmlns:a16="http://schemas.microsoft.com/office/drawing/2014/main" id="{10C7A7E3-E814-5D90-46DC-6CFA48E26E45}"/>
              </a:ext>
            </a:extLst>
          </p:cNvPr>
          <p:cNvSpPr txBox="1"/>
          <p:nvPr/>
        </p:nvSpPr>
        <p:spPr>
          <a:xfrm>
            <a:off x="1290320" y="4486507"/>
            <a:ext cx="575979" cy="396391"/>
          </a:xfrm>
          <a:prstGeom prst="rect">
            <a:avLst/>
          </a:prstGeom>
          <a:noFill/>
        </p:spPr>
        <p:txBody>
          <a:bodyPr wrap="square" rtlCol="0">
            <a:spAutoFit/>
          </a:bodyPr>
          <a:lstStyle/>
          <a:p>
            <a:r>
              <a:rPr lang="en-US" sz="988"/>
              <a:t>100 Users</a:t>
            </a:r>
            <a:endParaRPr lang="en-IN" sz="988"/>
          </a:p>
        </p:txBody>
      </p:sp>
      <p:sp>
        <p:nvSpPr>
          <p:cNvPr id="7" name="TextBox 6">
            <a:extLst>
              <a:ext uri="{FF2B5EF4-FFF2-40B4-BE49-F238E27FC236}">
                <a16:creationId xmlns:a16="http://schemas.microsoft.com/office/drawing/2014/main" id="{2775CB47-6056-5053-0510-D4E6C80B3941}"/>
              </a:ext>
            </a:extLst>
          </p:cNvPr>
          <p:cNvSpPr txBox="1"/>
          <p:nvPr/>
        </p:nvSpPr>
        <p:spPr>
          <a:xfrm>
            <a:off x="1742547" y="4257678"/>
            <a:ext cx="575979" cy="396391"/>
          </a:xfrm>
          <a:prstGeom prst="rect">
            <a:avLst/>
          </a:prstGeom>
          <a:noFill/>
        </p:spPr>
        <p:txBody>
          <a:bodyPr wrap="square" rtlCol="0">
            <a:spAutoFit/>
          </a:bodyPr>
          <a:lstStyle/>
          <a:p>
            <a:r>
              <a:rPr lang="en-US" sz="988"/>
              <a:t>100 Users</a:t>
            </a:r>
            <a:endParaRPr lang="en-IN" sz="988"/>
          </a:p>
        </p:txBody>
      </p:sp>
      <p:sp>
        <p:nvSpPr>
          <p:cNvPr id="8" name="TextBox 7">
            <a:extLst>
              <a:ext uri="{FF2B5EF4-FFF2-40B4-BE49-F238E27FC236}">
                <a16:creationId xmlns:a16="http://schemas.microsoft.com/office/drawing/2014/main" id="{46FB9821-6029-62AA-7ED5-F0A52624DED6}"/>
              </a:ext>
            </a:extLst>
          </p:cNvPr>
          <p:cNvSpPr txBox="1"/>
          <p:nvPr/>
        </p:nvSpPr>
        <p:spPr>
          <a:xfrm>
            <a:off x="1170478" y="5692670"/>
            <a:ext cx="1148048" cy="218720"/>
          </a:xfrm>
          <a:prstGeom prst="rect">
            <a:avLst/>
          </a:prstGeom>
          <a:noFill/>
        </p:spPr>
        <p:txBody>
          <a:bodyPr wrap="square" rtlCol="0">
            <a:spAutoFit/>
          </a:bodyPr>
          <a:lstStyle/>
          <a:p>
            <a:r>
              <a:rPr lang="en-US" sz="800">
                <a:solidFill>
                  <a:srgbClr val="002060"/>
                </a:solidFill>
              </a:rPr>
              <a:t>User Ramp up Phase </a:t>
            </a:r>
            <a:endParaRPr lang="en-IN" sz="800">
              <a:solidFill>
                <a:srgbClr val="002060"/>
              </a:solidFill>
            </a:endParaRPr>
          </a:p>
        </p:txBody>
      </p:sp>
      <p:sp>
        <p:nvSpPr>
          <p:cNvPr id="9" name="TextBox 8">
            <a:extLst>
              <a:ext uri="{FF2B5EF4-FFF2-40B4-BE49-F238E27FC236}">
                <a16:creationId xmlns:a16="http://schemas.microsoft.com/office/drawing/2014/main" id="{985B63EA-DF3F-C99A-146D-FA0DB90668E2}"/>
              </a:ext>
            </a:extLst>
          </p:cNvPr>
          <p:cNvSpPr txBox="1"/>
          <p:nvPr/>
        </p:nvSpPr>
        <p:spPr>
          <a:xfrm>
            <a:off x="5417280" y="4006962"/>
            <a:ext cx="466896" cy="396391"/>
          </a:xfrm>
          <a:prstGeom prst="rect">
            <a:avLst/>
          </a:prstGeom>
          <a:noFill/>
        </p:spPr>
        <p:txBody>
          <a:bodyPr wrap="square" rtlCol="0">
            <a:spAutoFit/>
          </a:bodyPr>
          <a:lstStyle/>
          <a:p>
            <a:r>
              <a:rPr lang="en-US" sz="988"/>
              <a:t>6 sec</a:t>
            </a:r>
            <a:endParaRPr lang="en-IN" sz="988"/>
          </a:p>
        </p:txBody>
      </p:sp>
      <p:sp>
        <p:nvSpPr>
          <p:cNvPr id="29" name="Arrow: Bent 28">
            <a:extLst>
              <a:ext uri="{FF2B5EF4-FFF2-40B4-BE49-F238E27FC236}">
                <a16:creationId xmlns:a16="http://schemas.microsoft.com/office/drawing/2014/main" id="{B507B2B2-5FF3-5FD5-C658-898E2A7921F9}"/>
              </a:ext>
            </a:extLst>
          </p:cNvPr>
          <p:cNvSpPr/>
          <p:nvPr/>
        </p:nvSpPr>
        <p:spPr>
          <a:xfrm>
            <a:off x="6856217" y="4815738"/>
            <a:ext cx="768359" cy="467249"/>
          </a:xfrm>
          <a:prstGeom prst="bentArrow">
            <a:avLst>
              <a:gd name="adj1" fmla="val 25000"/>
              <a:gd name="adj2" fmla="val 25842"/>
              <a:gd name="adj3" fmla="val 25000"/>
              <a:gd name="adj4" fmla="val 43750"/>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gn="ctr">
              <a:lnSpc>
                <a:spcPct val="85000"/>
              </a:lnSpc>
            </a:pPr>
            <a:endParaRPr lang="en-US" sz="2400">
              <a:solidFill>
                <a:schemeClr val="bg1"/>
              </a:solidFill>
            </a:endParaRPr>
          </a:p>
        </p:txBody>
      </p:sp>
      <p:pic>
        <p:nvPicPr>
          <p:cNvPr id="30" name="Picture 29">
            <a:extLst>
              <a:ext uri="{FF2B5EF4-FFF2-40B4-BE49-F238E27FC236}">
                <a16:creationId xmlns:a16="http://schemas.microsoft.com/office/drawing/2014/main" id="{987CFC52-952C-6CAF-7FED-1EDBC4840784}"/>
              </a:ext>
            </a:extLst>
          </p:cNvPr>
          <p:cNvPicPr>
            <a:picLocks noChangeAspect="1"/>
          </p:cNvPicPr>
          <p:nvPr/>
        </p:nvPicPr>
        <p:blipFill>
          <a:blip r:embed="rId3"/>
          <a:stretch>
            <a:fillRect/>
          </a:stretch>
        </p:blipFill>
        <p:spPr>
          <a:xfrm>
            <a:off x="6522426" y="5274209"/>
            <a:ext cx="510130" cy="380795"/>
          </a:xfrm>
          <a:prstGeom prst="rect">
            <a:avLst/>
          </a:prstGeom>
        </p:spPr>
      </p:pic>
      <p:cxnSp>
        <p:nvCxnSpPr>
          <p:cNvPr id="31" name="Straight Arrow Connector 30">
            <a:extLst>
              <a:ext uri="{FF2B5EF4-FFF2-40B4-BE49-F238E27FC236}">
                <a16:creationId xmlns:a16="http://schemas.microsoft.com/office/drawing/2014/main" id="{6AF85351-6B28-1B9C-E4BF-CC431529A7D2}"/>
              </a:ext>
            </a:extLst>
          </p:cNvPr>
          <p:cNvCxnSpPr>
            <a:cxnSpLocks/>
          </p:cNvCxnSpPr>
          <p:nvPr/>
        </p:nvCxnSpPr>
        <p:spPr>
          <a:xfrm flipH="1" flipV="1">
            <a:off x="7118657" y="5117735"/>
            <a:ext cx="508212" cy="5877"/>
          </a:xfrm>
          <a:prstGeom prst="straightConnector1">
            <a:avLst/>
          </a:prstGeom>
          <a:ln>
            <a:headEnd type="triangle"/>
            <a:tailEnd type="triangle"/>
          </a:ln>
        </p:spPr>
        <p:style>
          <a:lnRef idx="2">
            <a:schemeClr val="accent4"/>
          </a:lnRef>
          <a:fillRef idx="0">
            <a:schemeClr val="accent4"/>
          </a:fillRef>
          <a:effectRef idx="1">
            <a:schemeClr val="accent4"/>
          </a:effectRef>
          <a:fontRef idx="minor">
            <a:schemeClr val="tx1"/>
          </a:fontRef>
        </p:style>
      </p:cxnSp>
      <p:pic>
        <p:nvPicPr>
          <p:cNvPr id="33" name="Picture 32">
            <a:extLst>
              <a:ext uri="{FF2B5EF4-FFF2-40B4-BE49-F238E27FC236}">
                <a16:creationId xmlns:a16="http://schemas.microsoft.com/office/drawing/2014/main" id="{87992EBA-EC58-F359-2E28-D2C27F02743E}"/>
              </a:ext>
            </a:extLst>
          </p:cNvPr>
          <p:cNvPicPr>
            <a:picLocks noChangeAspect="1"/>
          </p:cNvPicPr>
          <p:nvPr/>
        </p:nvPicPr>
        <p:blipFill>
          <a:blip r:embed="rId3"/>
          <a:stretch>
            <a:fillRect/>
          </a:stretch>
        </p:blipFill>
        <p:spPr>
          <a:xfrm>
            <a:off x="7663687" y="4763197"/>
            <a:ext cx="510130" cy="380795"/>
          </a:xfrm>
          <a:prstGeom prst="rect">
            <a:avLst/>
          </a:prstGeom>
        </p:spPr>
      </p:pic>
      <p:sp>
        <p:nvSpPr>
          <p:cNvPr id="34" name="Arrow: Bent 33">
            <a:extLst>
              <a:ext uri="{FF2B5EF4-FFF2-40B4-BE49-F238E27FC236}">
                <a16:creationId xmlns:a16="http://schemas.microsoft.com/office/drawing/2014/main" id="{4B1D93D2-1D19-E3BB-0CAF-F5A64983CDDC}"/>
              </a:ext>
            </a:extLst>
          </p:cNvPr>
          <p:cNvSpPr/>
          <p:nvPr/>
        </p:nvSpPr>
        <p:spPr>
          <a:xfrm>
            <a:off x="8012411" y="4319660"/>
            <a:ext cx="769613" cy="424073"/>
          </a:xfrm>
          <a:prstGeom prst="bentArrow">
            <a:avLst>
              <a:gd name="adj1" fmla="val 25000"/>
              <a:gd name="adj2" fmla="val 25842"/>
              <a:gd name="adj3" fmla="val 25000"/>
              <a:gd name="adj4" fmla="val 43750"/>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gn="ctr">
              <a:lnSpc>
                <a:spcPct val="85000"/>
              </a:lnSpc>
            </a:pPr>
            <a:endParaRPr lang="en-US" sz="2400">
              <a:solidFill>
                <a:schemeClr val="bg1"/>
              </a:solidFill>
            </a:endParaRPr>
          </a:p>
        </p:txBody>
      </p:sp>
      <p:cxnSp>
        <p:nvCxnSpPr>
          <p:cNvPr id="35" name="Straight Arrow Connector 34">
            <a:extLst>
              <a:ext uri="{FF2B5EF4-FFF2-40B4-BE49-F238E27FC236}">
                <a16:creationId xmlns:a16="http://schemas.microsoft.com/office/drawing/2014/main" id="{F1C90A3D-97D4-7BA1-8F1B-A4764C425939}"/>
              </a:ext>
            </a:extLst>
          </p:cNvPr>
          <p:cNvCxnSpPr>
            <a:cxnSpLocks/>
          </p:cNvCxnSpPr>
          <p:nvPr/>
        </p:nvCxnSpPr>
        <p:spPr>
          <a:xfrm flipH="1" flipV="1">
            <a:off x="8278243" y="4602706"/>
            <a:ext cx="508212" cy="5877"/>
          </a:xfrm>
          <a:prstGeom prst="straightConnector1">
            <a:avLst/>
          </a:prstGeom>
          <a:ln>
            <a:headEnd type="triangle"/>
            <a:tailEnd type="triangle"/>
          </a:ln>
        </p:spPr>
        <p:style>
          <a:lnRef idx="2">
            <a:schemeClr val="accent4"/>
          </a:lnRef>
          <a:fillRef idx="0">
            <a:schemeClr val="accent4"/>
          </a:fillRef>
          <a:effectRef idx="1">
            <a:schemeClr val="accent4"/>
          </a:effectRef>
          <a:fontRef idx="minor">
            <a:schemeClr val="tx1"/>
          </a:fontRef>
        </p:style>
      </p:cxnSp>
      <p:pic>
        <p:nvPicPr>
          <p:cNvPr id="11" name="Picture 10">
            <a:extLst>
              <a:ext uri="{FF2B5EF4-FFF2-40B4-BE49-F238E27FC236}">
                <a16:creationId xmlns:a16="http://schemas.microsoft.com/office/drawing/2014/main" id="{6417D36E-697E-D2EC-EFF8-D41F5337B51A}"/>
              </a:ext>
            </a:extLst>
          </p:cNvPr>
          <p:cNvPicPr>
            <a:picLocks noChangeAspect="1"/>
          </p:cNvPicPr>
          <p:nvPr/>
        </p:nvPicPr>
        <p:blipFill>
          <a:blip r:embed="rId3"/>
          <a:stretch>
            <a:fillRect/>
          </a:stretch>
        </p:blipFill>
        <p:spPr>
          <a:xfrm>
            <a:off x="8814799" y="4237293"/>
            <a:ext cx="510130" cy="380795"/>
          </a:xfrm>
          <a:prstGeom prst="rect">
            <a:avLst/>
          </a:prstGeom>
        </p:spPr>
      </p:pic>
      <p:pic>
        <p:nvPicPr>
          <p:cNvPr id="13" name="Picture 12">
            <a:extLst>
              <a:ext uri="{FF2B5EF4-FFF2-40B4-BE49-F238E27FC236}">
                <a16:creationId xmlns:a16="http://schemas.microsoft.com/office/drawing/2014/main" id="{AC42480F-0F81-2CD5-5FBA-EB239E55AF6B}"/>
              </a:ext>
            </a:extLst>
          </p:cNvPr>
          <p:cNvPicPr>
            <a:picLocks noChangeAspect="1"/>
          </p:cNvPicPr>
          <p:nvPr/>
        </p:nvPicPr>
        <p:blipFill>
          <a:blip r:embed="rId3"/>
          <a:stretch>
            <a:fillRect/>
          </a:stretch>
        </p:blipFill>
        <p:spPr>
          <a:xfrm>
            <a:off x="9987149" y="3731394"/>
            <a:ext cx="510130" cy="380795"/>
          </a:xfrm>
          <a:prstGeom prst="rect">
            <a:avLst/>
          </a:prstGeom>
        </p:spPr>
      </p:pic>
      <p:cxnSp>
        <p:nvCxnSpPr>
          <p:cNvPr id="15" name="Straight Arrow Connector 14">
            <a:extLst>
              <a:ext uri="{FF2B5EF4-FFF2-40B4-BE49-F238E27FC236}">
                <a16:creationId xmlns:a16="http://schemas.microsoft.com/office/drawing/2014/main" id="{591437C2-0181-CBDE-30D7-28A8FC8DB458}"/>
              </a:ext>
            </a:extLst>
          </p:cNvPr>
          <p:cNvCxnSpPr>
            <a:cxnSpLocks/>
          </p:cNvCxnSpPr>
          <p:nvPr/>
        </p:nvCxnSpPr>
        <p:spPr>
          <a:xfrm flipH="1" flipV="1">
            <a:off x="10594120" y="3575528"/>
            <a:ext cx="508212" cy="5877"/>
          </a:xfrm>
          <a:prstGeom prst="straightConnector1">
            <a:avLst/>
          </a:prstGeom>
          <a:ln>
            <a:headEnd type="triangle"/>
            <a:tailEnd type="triangle"/>
          </a:ln>
        </p:spPr>
        <p:style>
          <a:lnRef idx="2">
            <a:schemeClr val="accent4"/>
          </a:lnRef>
          <a:fillRef idx="0">
            <a:schemeClr val="accent4"/>
          </a:fillRef>
          <a:effectRef idx="1">
            <a:schemeClr val="accent4"/>
          </a:effectRef>
          <a:fontRef idx="minor">
            <a:schemeClr val="tx1"/>
          </a:fontRef>
        </p:style>
      </p:cxnSp>
      <p:cxnSp>
        <p:nvCxnSpPr>
          <p:cNvPr id="16" name="Straight Arrow Connector 15">
            <a:extLst>
              <a:ext uri="{FF2B5EF4-FFF2-40B4-BE49-F238E27FC236}">
                <a16:creationId xmlns:a16="http://schemas.microsoft.com/office/drawing/2014/main" id="{F672045D-2E58-8865-6446-ADAC30E3294B}"/>
              </a:ext>
            </a:extLst>
          </p:cNvPr>
          <p:cNvCxnSpPr>
            <a:cxnSpLocks/>
          </p:cNvCxnSpPr>
          <p:nvPr/>
        </p:nvCxnSpPr>
        <p:spPr>
          <a:xfrm flipH="1" flipV="1">
            <a:off x="9427546" y="4089170"/>
            <a:ext cx="508212" cy="5877"/>
          </a:xfrm>
          <a:prstGeom prst="straightConnector1">
            <a:avLst/>
          </a:prstGeom>
          <a:ln>
            <a:headEnd type="triangle"/>
            <a:tailEnd type="triangle"/>
          </a:ln>
        </p:spPr>
        <p:style>
          <a:lnRef idx="2">
            <a:schemeClr val="accent4"/>
          </a:lnRef>
          <a:fillRef idx="0">
            <a:schemeClr val="accent4"/>
          </a:fillRef>
          <a:effectRef idx="1">
            <a:schemeClr val="accent4"/>
          </a:effectRef>
          <a:fontRef idx="minor">
            <a:schemeClr val="tx1"/>
          </a:fontRef>
        </p:style>
      </p:cxnSp>
      <p:sp>
        <p:nvSpPr>
          <p:cNvPr id="17" name="TextBox 16">
            <a:extLst>
              <a:ext uri="{FF2B5EF4-FFF2-40B4-BE49-F238E27FC236}">
                <a16:creationId xmlns:a16="http://schemas.microsoft.com/office/drawing/2014/main" id="{90F50378-7599-BA32-270D-E93BCE7A2517}"/>
              </a:ext>
            </a:extLst>
          </p:cNvPr>
          <p:cNvSpPr txBox="1"/>
          <p:nvPr/>
        </p:nvSpPr>
        <p:spPr>
          <a:xfrm>
            <a:off x="7760645" y="3975130"/>
            <a:ext cx="916197" cy="244362"/>
          </a:xfrm>
          <a:prstGeom prst="rect">
            <a:avLst/>
          </a:prstGeom>
          <a:noFill/>
        </p:spPr>
        <p:txBody>
          <a:bodyPr wrap="square" rtlCol="0">
            <a:spAutoFit/>
          </a:bodyPr>
          <a:lstStyle/>
          <a:p>
            <a:r>
              <a:rPr lang="en-US" sz="988"/>
              <a:t>26082</a:t>
            </a:r>
            <a:r>
              <a:rPr lang="en-US" sz="988" dirty="0"/>
              <a:t> Users</a:t>
            </a:r>
            <a:endParaRPr lang="en-IN" sz="988" dirty="0"/>
          </a:p>
        </p:txBody>
      </p:sp>
      <p:sp>
        <p:nvSpPr>
          <p:cNvPr id="20" name="TextBox 19">
            <a:extLst>
              <a:ext uri="{FF2B5EF4-FFF2-40B4-BE49-F238E27FC236}">
                <a16:creationId xmlns:a16="http://schemas.microsoft.com/office/drawing/2014/main" id="{95835D82-B027-8F30-0063-CEB2B72077DC}"/>
              </a:ext>
            </a:extLst>
          </p:cNvPr>
          <p:cNvSpPr txBox="1"/>
          <p:nvPr/>
        </p:nvSpPr>
        <p:spPr>
          <a:xfrm>
            <a:off x="8923474" y="3555894"/>
            <a:ext cx="1122557" cy="244362"/>
          </a:xfrm>
          <a:prstGeom prst="rect">
            <a:avLst/>
          </a:prstGeom>
          <a:noFill/>
        </p:spPr>
        <p:txBody>
          <a:bodyPr wrap="square" rtlCol="0">
            <a:spAutoFit/>
          </a:bodyPr>
          <a:lstStyle/>
          <a:p>
            <a:r>
              <a:rPr lang="en-US" sz="988"/>
              <a:t>52164</a:t>
            </a:r>
            <a:r>
              <a:rPr lang="en-US" sz="988" dirty="0"/>
              <a:t>  Users</a:t>
            </a:r>
            <a:endParaRPr lang="en-IN" sz="988" dirty="0"/>
          </a:p>
        </p:txBody>
      </p:sp>
      <p:sp>
        <p:nvSpPr>
          <p:cNvPr id="22" name="TextBox 21">
            <a:extLst>
              <a:ext uri="{FF2B5EF4-FFF2-40B4-BE49-F238E27FC236}">
                <a16:creationId xmlns:a16="http://schemas.microsoft.com/office/drawing/2014/main" id="{FB994A6B-12A3-95C4-4E2F-531D515438FD}"/>
              </a:ext>
            </a:extLst>
          </p:cNvPr>
          <p:cNvSpPr txBox="1"/>
          <p:nvPr/>
        </p:nvSpPr>
        <p:spPr>
          <a:xfrm>
            <a:off x="10594120" y="3731801"/>
            <a:ext cx="1122557" cy="244362"/>
          </a:xfrm>
          <a:prstGeom prst="rect">
            <a:avLst/>
          </a:prstGeom>
          <a:noFill/>
        </p:spPr>
        <p:txBody>
          <a:bodyPr wrap="square" rtlCol="0">
            <a:spAutoFit/>
          </a:bodyPr>
          <a:lstStyle/>
          <a:p>
            <a:r>
              <a:rPr lang="en-US" sz="988" dirty="0"/>
              <a:t>104328  Users</a:t>
            </a:r>
            <a:endParaRPr lang="en-IN" sz="988" dirty="0"/>
          </a:p>
        </p:txBody>
      </p:sp>
      <p:sp>
        <p:nvSpPr>
          <p:cNvPr id="27" name="Rectangle 26">
            <a:extLst>
              <a:ext uri="{FF2B5EF4-FFF2-40B4-BE49-F238E27FC236}">
                <a16:creationId xmlns:a16="http://schemas.microsoft.com/office/drawing/2014/main" id="{25C8464A-BEDB-74AC-A29A-BA04E06914A0}"/>
              </a:ext>
            </a:extLst>
          </p:cNvPr>
          <p:cNvSpPr/>
          <p:nvPr/>
        </p:nvSpPr>
        <p:spPr>
          <a:xfrm>
            <a:off x="6312559" y="3281466"/>
            <a:ext cx="5428711" cy="3344259"/>
          </a:xfrm>
          <a:prstGeom prst="rect">
            <a:avLst/>
          </a:prstGeom>
          <a:noFill/>
          <a:ln/>
        </p:spPr>
        <p:style>
          <a:lnRef idx="2">
            <a:schemeClr val="accent1"/>
          </a:lnRef>
          <a:fillRef idx="1">
            <a:schemeClr val="lt1"/>
          </a:fillRef>
          <a:effectRef idx="0">
            <a:schemeClr val="accent1"/>
          </a:effectRef>
          <a:fontRef idx="minor">
            <a:schemeClr val="dk1"/>
          </a:fontRef>
        </p:style>
        <p:txBody>
          <a:bodyPr lIns="91440" tIns="0" rIns="91440" bIns="0" rtlCol="0" anchor="ctr"/>
          <a:lstStyle/>
          <a:p>
            <a:pPr algn="ctr">
              <a:lnSpc>
                <a:spcPct val="85000"/>
              </a:lnSpc>
            </a:pPr>
            <a:endParaRPr lang="en-US" sz="2400">
              <a:solidFill>
                <a:schemeClr val="bg1"/>
              </a:solidFill>
            </a:endParaRPr>
          </a:p>
        </p:txBody>
      </p:sp>
      <p:sp>
        <p:nvSpPr>
          <p:cNvPr id="28" name="Arrow: Bent 27">
            <a:extLst>
              <a:ext uri="{FF2B5EF4-FFF2-40B4-BE49-F238E27FC236}">
                <a16:creationId xmlns:a16="http://schemas.microsoft.com/office/drawing/2014/main" id="{252E8FDB-9EA0-72EB-FB58-44F1F8129200}"/>
              </a:ext>
            </a:extLst>
          </p:cNvPr>
          <p:cNvSpPr/>
          <p:nvPr/>
        </p:nvSpPr>
        <p:spPr>
          <a:xfrm>
            <a:off x="9166145" y="3813220"/>
            <a:ext cx="769613" cy="424073"/>
          </a:xfrm>
          <a:prstGeom prst="bentArrow">
            <a:avLst>
              <a:gd name="adj1" fmla="val 25000"/>
              <a:gd name="adj2" fmla="val 25842"/>
              <a:gd name="adj3" fmla="val 25000"/>
              <a:gd name="adj4" fmla="val 43750"/>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gn="ctr">
              <a:lnSpc>
                <a:spcPct val="85000"/>
              </a:lnSpc>
            </a:pPr>
            <a:endParaRPr lang="en-US" sz="2400">
              <a:solidFill>
                <a:schemeClr val="bg1"/>
              </a:solidFill>
            </a:endParaRPr>
          </a:p>
        </p:txBody>
      </p:sp>
      <p:sp>
        <p:nvSpPr>
          <p:cNvPr id="32" name="Arrow: Bent 31">
            <a:extLst>
              <a:ext uri="{FF2B5EF4-FFF2-40B4-BE49-F238E27FC236}">
                <a16:creationId xmlns:a16="http://schemas.microsoft.com/office/drawing/2014/main" id="{0E3FB928-05BA-22FF-AD08-A8D12013F478}"/>
              </a:ext>
            </a:extLst>
          </p:cNvPr>
          <p:cNvSpPr/>
          <p:nvPr/>
        </p:nvSpPr>
        <p:spPr>
          <a:xfrm>
            <a:off x="10338899" y="3274490"/>
            <a:ext cx="769613" cy="424073"/>
          </a:xfrm>
          <a:prstGeom prst="bentArrow">
            <a:avLst>
              <a:gd name="adj1" fmla="val 25000"/>
              <a:gd name="adj2" fmla="val 25842"/>
              <a:gd name="adj3" fmla="val 25000"/>
              <a:gd name="adj4" fmla="val 43750"/>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gn="ctr">
              <a:lnSpc>
                <a:spcPct val="85000"/>
              </a:lnSpc>
            </a:pPr>
            <a:endParaRPr lang="en-US" sz="2400">
              <a:solidFill>
                <a:schemeClr val="bg1"/>
              </a:solidFill>
            </a:endParaRPr>
          </a:p>
        </p:txBody>
      </p:sp>
      <p:sp>
        <p:nvSpPr>
          <p:cNvPr id="36" name="TextBox 35">
            <a:extLst>
              <a:ext uri="{FF2B5EF4-FFF2-40B4-BE49-F238E27FC236}">
                <a16:creationId xmlns:a16="http://schemas.microsoft.com/office/drawing/2014/main" id="{06E07876-E449-DA41-08BD-EC0D031FE169}"/>
              </a:ext>
            </a:extLst>
          </p:cNvPr>
          <p:cNvSpPr txBox="1"/>
          <p:nvPr/>
        </p:nvSpPr>
        <p:spPr>
          <a:xfrm>
            <a:off x="7253254" y="2926691"/>
            <a:ext cx="4439329" cy="338554"/>
          </a:xfrm>
          <a:prstGeom prst="rect">
            <a:avLst/>
          </a:prstGeom>
          <a:noFill/>
        </p:spPr>
        <p:txBody>
          <a:bodyPr wrap="square">
            <a:spAutoFit/>
          </a:bodyPr>
          <a:lstStyle/>
          <a:p>
            <a:r>
              <a:rPr lang="en-US" sz="1600" b="1" dirty="0">
                <a:ea typeface="Calibri" panose="020F0502020204030204" pitchFamily="34" charset="0"/>
                <a:cs typeface="Calibri" panose="020F0502020204030204" pitchFamily="34" charset="0"/>
              </a:rPr>
              <a:t>Goal#1 – Stress Test sample pattern</a:t>
            </a:r>
            <a:endParaRPr lang="en-US" sz="1600" b="1" dirty="0"/>
          </a:p>
        </p:txBody>
      </p:sp>
      <p:sp>
        <p:nvSpPr>
          <p:cNvPr id="37" name="TextBox 36">
            <a:extLst>
              <a:ext uri="{FF2B5EF4-FFF2-40B4-BE49-F238E27FC236}">
                <a16:creationId xmlns:a16="http://schemas.microsoft.com/office/drawing/2014/main" id="{E3462D95-6D77-C728-BDC3-B299C823CFB3}"/>
              </a:ext>
            </a:extLst>
          </p:cNvPr>
          <p:cNvSpPr txBox="1"/>
          <p:nvPr/>
        </p:nvSpPr>
        <p:spPr>
          <a:xfrm>
            <a:off x="6438019" y="5875186"/>
            <a:ext cx="5254564" cy="457048"/>
          </a:xfrm>
          <a:prstGeom prst="rect">
            <a:avLst/>
          </a:prstGeom>
          <a:noFill/>
          <a:ln>
            <a:solidFill>
              <a:srgbClr val="002060"/>
            </a:solidFill>
          </a:ln>
        </p:spPr>
        <p:txBody>
          <a:bodyPr wrap="square" rtlCol="0">
            <a:spAutoFit/>
          </a:bodyPr>
          <a:lstStyle/>
          <a:p>
            <a:pPr algn="ctr"/>
            <a:r>
              <a:rPr lang="en-US" sz="1185" dirty="0">
                <a:solidFill>
                  <a:srgbClr val="002060"/>
                </a:solidFill>
              </a:rPr>
              <a:t>Stress Test Total Duration would be 1hr (Increase 2x no of users on every 15 min duration to identify the system / application breakdown point</a:t>
            </a:r>
            <a:endParaRPr lang="en-IN" sz="1185" dirty="0">
              <a:solidFill>
                <a:srgbClr val="002060"/>
              </a:solidFill>
            </a:endParaRPr>
          </a:p>
        </p:txBody>
      </p:sp>
      <p:sp>
        <p:nvSpPr>
          <p:cNvPr id="12" name="Rectangle 11">
            <a:extLst>
              <a:ext uri="{FF2B5EF4-FFF2-40B4-BE49-F238E27FC236}">
                <a16:creationId xmlns:a16="http://schemas.microsoft.com/office/drawing/2014/main" id="{25A36478-5DD8-D2A3-A9EF-15251624FD2E}"/>
              </a:ext>
            </a:extLst>
          </p:cNvPr>
          <p:cNvSpPr/>
          <p:nvPr/>
        </p:nvSpPr>
        <p:spPr>
          <a:xfrm>
            <a:off x="663170" y="123099"/>
            <a:ext cx="11078100" cy="522515"/>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nSpc>
                <a:spcPct val="85000"/>
              </a:lnSpc>
            </a:pPr>
            <a:r>
              <a:rPr lang="en-US" sz="2400" b="1" dirty="0">
                <a:solidFill>
                  <a:schemeClr val="bg1"/>
                </a:solidFill>
                <a:ea typeface="Calibri" panose="020F0502020204030204" pitchFamily="34" charset="0"/>
                <a:cs typeface="Calibri" panose="020F0502020204030204" pitchFamily="34" charset="0"/>
              </a:rPr>
              <a:t>API Goals 								            (Continue…)</a:t>
            </a:r>
          </a:p>
        </p:txBody>
      </p:sp>
      <p:sp>
        <p:nvSpPr>
          <p:cNvPr id="14" name="TextBox 13">
            <a:extLst>
              <a:ext uri="{FF2B5EF4-FFF2-40B4-BE49-F238E27FC236}">
                <a16:creationId xmlns:a16="http://schemas.microsoft.com/office/drawing/2014/main" id="{ABFC9349-2DF5-E271-9DE9-906B50402F9A}"/>
              </a:ext>
            </a:extLst>
          </p:cNvPr>
          <p:cNvSpPr txBox="1"/>
          <p:nvPr/>
        </p:nvSpPr>
        <p:spPr>
          <a:xfrm>
            <a:off x="718456" y="691904"/>
            <a:ext cx="6096000" cy="307777"/>
          </a:xfrm>
          <a:prstGeom prst="rect">
            <a:avLst/>
          </a:prstGeom>
          <a:noFill/>
        </p:spPr>
        <p:txBody>
          <a:bodyPr wrap="square">
            <a:spAutoFit/>
          </a:bodyPr>
          <a:lstStyle/>
          <a:p>
            <a:r>
              <a:rPr lang="en-US" sz="1400" b="1" dirty="0"/>
              <a:t>Goal#1</a:t>
            </a:r>
            <a:r>
              <a:rPr lang="en-US" sz="1400" b="1" dirty="0">
                <a:ea typeface="Calibri" panose="020F0502020204030204" pitchFamily="34" charset="0"/>
                <a:cs typeface="Calibri" panose="020F0502020204030204" pitchFamily="34" charset="0"/>
              </a:rPr>
              <a:t> – All in-scope Scenario except Report generation</a:t>
            </a:r>
            <a:endParaRPr lang="en-US" sz="1400" b="1" dirty="0"/>
          </a:p>
        </p:txBody>
      </p:sp>
      <p:sp>
        <p:nvSpPr>
          <p:cNvPr id="18" name="TextBox 17">
            <a:extLst>
              <a:ext uri="{FF2B5EF4-FFF2-40B4-BE49-F238E27FC236}">
                <a16:creationId xmlns:a16="http://schemas.microsoft.com/office/drawing/2014/main" id="{4E7FC673-575E-9ADB-2312-6F112DD926C4}"/>
              </a:ext>
            </a:extLst>
          </p:cNvPr>
          <p:cNvSpPr txBox="1"/>
          <p:nvPr/>
        </p:nvSpPr>
        <p:spPr>
          <a:xfrm>
            <a:off x="670102" y="1009432"/>
            <a:ext cx="11071168" cy="646331"/>
          </a:xfrm>
          <a:prstGeom prst="rect">
            <a:avLst/>
          </a:prstGeom>
          <a:noFill/>
        </p:spPr>
        <p:txBody>
          <a:bodyPr wrap="square">
            <a:spAutoFit/>
          </a:bodyPr>
          <a:lstStyle/>
          <a:p>
            <a:pPr>
              <a:spcAft>
                <a:spcPts val="600"/>
              </a:spcAft>
            </a:pPr>
            <a:r>
              <a:rPr lang="en-US" sz="1200" dirty="0"/>
              <a:t>The Objective is to ensure that your system will generate accurate, efficient, and reliable report while performing consistently is to meet the agreed response time SLA for all in-scope scenarios with various workloads without any errors or agreed % of errors. Also, ensuring that health of the servers should be in good condition or within the threshold limits </a:t>
            </a:r>
          </a:p>
        </p:txBody>
      </p:sp>
      <p:graphicFrame>
        <p:nvGraphicFramePr>
          <p:cNvPr id="19" name="Table 18">
            <a:extLst>
              <a:ext uri="{FF2B5EF4-FFF2-40B4-BE49-F238E27FC236}">
                <a16:creationId xmlns:a16="http://schemas.microsoft.com/office/drawing/2014/main" id="{19AAE7CD-80B6-B505-7641-58F9BF84F313}"/>
              </a:ext>
            </a:extLst>
          </p:cNvPr>
          <p:cNvGraphicFramePr>
            <a:graphicFrameLocks noGrp="1"/>
          </p:cNvGraphicFramePr>
          <p:nvPr>
            <p:extLst>
              <p:ext uri="{D42A27DB-BD31-4B8C-83A1-F6EECF244321}">
                <p14:modId xmlns:p14="http://schemas.microsoft.com/office/powerpoint/2010/main" val="4130124799"/>
              </p:ext>
            </p:extLst>
          </p:nvPr>
        </p:nvGraphicFramePr>
        <p:xfrm>
          <a:off x="663169" y="1614570"/>
          <a:ext cx="11100200" cy="1371600"/>
        </p:xfrm>
        <a:graphic>
          <a:graphicData uri="http://schemas.openxmlformats.org/drawingml/2006/table">
            <a:tbl>
              <a:tblPr firstRow="1" bandRow="1">
                <a:tableStyleId>{5C22544A-7EE6-4342-B048-85BDC9FD1C3A}</a:tableStyleId>
              </a:tblPr>
              <a:tblGrid>
                <a:gridCol w="935478">
                  <a:extLst>
                    <a:ext uri="{9D8B030D-6E8A-4147-A177-3AD203B41FA5}">
                      <a16:colId xmlns:a16="http://schemas.microsoft.com/office/drawing/2014/main" val="2505345100"/>
                    </a:ext>
                  </a:extLst>
                </a:gridCol>
                <a:gridCol w="1368987">
                  <a:extLst>
                    <a:ext uri="{9D8B030D-6E8A-4147-A177-3AD203B41FA5}">
                      <a16:colId xmlns:a16="http://schemas.microsoft.com/office/drawing/2014/main" val="765473239"/>
                    </a:ext>
                  </a:extLst>
                </a:gridCol>
                <a:gridCol w="4403573">
                  <a:extLst>
                    <a:ext uri="{9D8B030D-6E8A-4147-A177-3AD203B41FA5}">
                      <a16:colId xmlns:a16="http://schemas.microsoft.com/office/drawing/2014/main" val="3908974634"/>
                    </a:ext>
                  </a:extLst>
                </a:gridCol>
                <a:gridCol w="1003924">
                  <a:extLst>
                    <a:ext uri="{9D8B030D-6E8A-4147-A177-3AD203B41FA5}">
                      <a16:colId xmlns:a16="http://schemas.microsoft.com/office/drawing/2014/main" val="3870870621"/>
                    </a:ext>
                  </a:extLst>
                </a:gridCol>
                <a:gridCol w="2486992">
                  <a:extLst>
                    <a:ext uri="{9D8B030D-6E8A-4147-A177-3AD203B41FA5}">
                      <a16:colId xmlns:a16="http://schemas.microsoft.com/office/drawing/2014/main" val="3289002681"/>
                    </a:ext>
                  </a:extLst>
                </a:gridCol>
                <a:gridCol w="901246">
                  <a:extLst>
                    <a:ext uri="{9D8B030D-6E8A-4147-A177-3AD203B41FA5}">
                      <a16:colId xmlns:a16="http://schemas.microsoft.com/office/drawing/2014/main" val="617769190"/>
                    </a:ext>
                  </a:extLst>
                </a:gridCol>
              </a:tblGrid>
              <a:tr h="322466">
                <a:tc>
                  <a:txBody>
                    <a:bodyPr/>
                    <a:lstStyle/>
                    <a:p>
                      <a:pPr algn="ctr"/>
                      <a:r>
                        <a:rPr lang="en-US" sz="1200" dirty="0">
                          <a:latin typeface="+mn-lt"/>
                        </a:rPr>
                        <a:t>#</a:t>
                      </a:r>
                    </a:p>
                  </a:txBody>
                  <a:tcPr/>
                </a:tc>
                <a:tc>
                  <a:txBody>
                    <a:bodyPr/>
                    <a:lstStyle/>
                    <a:p>
                      <a:pPr algn="ctr"/>
                      <a:r>
                        <a:rPr lang="en-US" sz="1200" dirty="0">
                          <a:latin typeface="+mn-lt"/>
                        </a:rPr>
                        <a:t>Type of Test</a:t>
                      </a:r>
                    </a:p>
                  </a:txBody>
                  <a:tcPr/>
                </a:tc>
                <a:tc>
                  <a:txBody>
                    <a:bodyPr/>
                    <a:lstStyle/>
                    <a:p>
                      <a:pPr algn="ctr"/>
                      <a:r>
                        <a:rPr lang="en-US" sz="1200" dirty="0">
                          <a:latin typeface="+mn-lt"/>
                        </a:rPr>
                        <a:t>Scenario Details</a:t>
                      </a:r>
                    </a:p>
                  </a:txBody>
                  <a:tcPr/>
                </a:tc>
                <a:tc>
                  <a:txBody>
                    <a:bodyPr/>
                    <a:lstStyle/>
                    <a:p>
                      <a:pPr algn="ctr"/>
                      <a:r>
                        <a:rPr lang="en-US" sz="1200" dirty="0">
                          <a:latin typeface="+mn-lt"/>
                        </a:rPr>
                        <a:t>No. of Cycles</a:t>
                      </a:r>
                    </a:p>
                  </a:txBody>
                  <a:tcPr/>
                </a:tc>
                <a:tc>
                  <a:txBody>
                    <a:bodyPr/>
                    <a:lstStyle/>
                    <a:p>
                      <a:pPr algn="ctr"/>
                      <a:r>
                        <a:rPr lang="en-US" sz="1200" dirty="0">
                          <a:latin typeface="+mn-lt"/>
                        </a:rPr>
                        <a:t>Total No. of Users</a:t>
                      </a:r>
                    </a:p>
                  </a:txBody>
                  <a:tcPr/>
                </a:tc>
                <a:tc>
                  <a:txBody>
                    <a:bodyPr/>
                    <a:lstStyle/>
                    <a:p>
                      <a:pPr algn="ctr"/>
                      <a:r>
                        <a:rPr lang="en-US" sz="1200" dirty="0">
                          <a:latin typeface="+mn-lt"/>
                        </a:rPr>
                        <a:t>Total Duration </a:t>
                      </a:r>
                    </a:p>
                  </a:txBody>
                  <a:tcPr/>
                </a:tc>
                <a:extLst>
                  <a:ext uri="{0D108BD9-81ED-4DB2-BD59-A6C34878D82A}">
                    <a16:rowId xmlns:a16="http://schemas.microsoft.com/office/drawing/2014/main" val="935495309"/>
                  </a:ext>
                </a:extLst>
              </a:tr>
              <a:tr h="322466">
                <a:tc>
                  <a:txBody>
                    <a:bodyPr/>
                    <a:lstStyle/>
                    <a:p>
                      <a:pPr algn="ctr"/>
                      <a:r>
                        <a:rPr lang="en-US" sz="1200" dirty="0">
                          <a:latin typeface="+mn-lt"/>
                        </a:rPr>
                        <a:t>1</a:t>
                      </a:r>
                    </a:p>
                  </a:txBody>
                  <a:tcPr/>
                </a:tc>
                <a:tc>
                  <a:txBody>
                    <a:bodyPr/>
                    <a:lstStyle/>
                    <a:p>
                      <a:pPr algn="ctr"/>
                      <a:r>
                        <a:rPr lang="en-US" sz="1200" dirty="0">
                          <a:latin typeface="+mn-lt"/>
                        </a:rPr>
                        <a:t>Load Test</a:t>
                      </a:r>
                    </a:p>
                  </a:txBody>
                  <a:tcPr/>
                </a:tc>
                <a:tc>
                  <a:txBody>
                    <a:bodyPr/>
                    <a:lstStyle/>
                    <a:p>
                      <a:pPr algn="l"/>
                      <a:r>
                        <a:rPr lang="en-US" sz="1200" dirty="0">
                          <a:latin typeface="+mn-lt"/>
                        </a:rPr>
                        <a:t>All scenarios which are listed on the above table NFRs and In-Scope scenarios </a:t>
                      </a:r>
                    </a:p>
                  </a:txBody>
                  <a:tcPr/>
                </a:tc>
                <a:tc>
                  <a:txBody>
                    <a:bodyPr/>
                    <a:lstStyle/>
                    <a:p>
                      <a:pPr algn="ctr"/>
                      <a:r>
                        <a:rPr lang="en-US" sz="1200" dirty="0">
                          <a:latin typeface="+mn-lt"/>
                        </a:rPr>
                        <a:t>1</a:t>
                      </a:r>
                    </a:p>
                  </a:txBody>
                  <a:tcPr/>
                </a:tc>
                <a:tc>
                  <a:txBody>
                    <a:bodyPr/>
                    <a:lstStyle/>
                    <a:p>
                      <a:pPr algn="ctr"/>
                      <a:r>
                        <a:rPr lang="en-US" sz="1200" dirty="0">
                          <a:latin typeface="+mn-lt"/>
                        </a:rPr>
                        <a:t>HCP – 4,916 &amp; </a:t>
                      </a:r>
                      <a:r>
                        <a:rPr lang="en-US" sz="1200" dirty="0" err="1">
                          <a:latin typeface="+mn-lt"/>
                        </a:rPr>
                        <a:t>PwD</a:t>
                      </a:r>
                      <a:r>
                        <a:rPr lang="en-US" sz="1200" dirty="0">
                          <a:latin typeface="+mn-lt"/>
                        </a:rPr>
                        <a:t> – 8,125</a:t>
                      </a:r>
                    </a:p>
                    <a:p>
                      <a:pPr algn="ctr"/>
                      <a:r>
                        <a:rPr lang="en-US" sz="1200" dirty="0">
                          <a:latin typeface="+mn-lt"/>
                        </a:rPr>
                        <a:t>[Total: 13041]</a:t>
                      </a:r>
                    </a:p>
                  </a:txBody>
                  <a:tcPr/>
                </a:tc>
                <a:tc>
                  <a:txBody>
                    <a:bodyPr/>
                    <a:lstStyle/>
                    <a:p>
                      <a:pPr algn="ctr"/>
                      <a:r>
                        <a:rPr lang="en-US" sz="1200" dirty="0">
                          <a:latin typeface="+mn-lt"/>
                        </a:rPr>
                        <a:t>1 Hr.</a:t>
                      </a:r>
                    </a:p>
                  </a:txBody>
                  <a:tcPr/>
                </a:tc>
                <a:extLst>
                  <a:ext uri="{0D108BD9-81ED-4DB2-BD59-A6C34878D82A}">
                    <a16:rowId xmlns:a16="http://schemas.microsoft.com/office/drawing/2014/main" val="3313892485"/>
                  </a:ext>
                </a:extLst>
              </a:tr>
              <a:tr h="322466">
                <a:tc>
                  <a:txBody>
                    <a:bodyPr/>
                    <a:lstStyle/>
                    <a:p>
                      <a:pPr algn="ctr"/>
                      <a:r>
                        <a:rPr lang="en-US" sz="1200" dirty="0">
                          <a:latin typeface="+mn-lt"/>
                        </a:rPr>
                        <a:t>2</a:t>
                      </a:r>
                    </a:p>
                  </a:txBody>
                  <a:tcPr/>
                </a:tc>
                <a:tc>
                  <a:txBody>
                    <a:bodyPr/>
                    <a:lstStyle/>
                    <a:p>
                      <a:pPr algn="ctr"/>
                      <a:r>
                        <a:rPr lang="en-US" sz="1200" dirty="0">
                          <a:latin typeface="+mn-lt"/>
                        </a:rPr>
                        <a:t>Stress Test</a:t>
                      </a:r>
                    </a:p>
                  </a:txBody>
                  <a:tcPr/>
                </a:tc>
                <a:tc>
                  <a:txBody>
                    <a:bodyPr/>
                    <a:lstStyle/>
                    <a:p>
                      <a:pPr algn="l"/>
                      <a:r>
                        <a:rPr lang="en-US" sz="1200" dirty="0">
                          <a:latin typeface="+mn-lt"/>
                        </a:rPr>
                        <a:t>All scenarios which are listed on the above table NFRs and In-Scope scenarios (2x Load) </a:t>
                      </a:r>
                    </a:p>
                  </a:txBody>
                  <a:tcPr/>
                </a:tc>
                <a:tc>
                  <a:txBody>
                    <a:bodyPr/>
                    <a:lstStyle/>
                    <a:p>
                      <a:pPr algn="ctr"/>
                      <a:r>
                        <a:rPr lang="en-US" sz="1200" dirty="0">
                          <a:latin typeface="+mn-lt"/>
                        </a:rPr>
                        <a:t>1</a:t>
                      </a:r>
                    </a:p>
                  </a:txBody>
                  <a:tcPr/>
                </a:tc>
                <a:tc>
                  <a:txBody>
                    <a:bodyPr/>
                    <a:lstStyle/>
                    <a:p>
                      <a:pPr algn="ctr"/>
                      <a:r>
                        <a:rPr lang="en-US" sz="1200" dirty="0">
                          <a:latin typeface="+mn-lt"/>
                        </a:rPr>
                        <a:t>13,041 * 2 = 26,082</a:t>
                      </a:r>
                    </a:p>
                  </a:txBody>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200" dirty="0">
                          <a:latin typeface="+mn-lt"/>
                        </a:rPr>
                        <a:t>1 Hr.</a:t>
                      </a:r>
                    </a:p>
                  </a:txBody>
                  <a:tcPr/>
                </a:tc>
                <a:extLst>
                  <a:ext uri="{0D108BD9-81ED-4DB2-BD59-A6C34878D82A}">
                    <a16:rowId xmlns:a16="http://schemas.microsoft.com/office/drawing/2014/main" val="2109693662"/>
                  </a:ext>
                </a:extLst>
              </a:tr>
            </a:tbl>
          </a:graphicData>
        </a:graphic>
      </p:graphicFrame>
      <p:sp>
        <p:nvSpPr>
          <p:cNvPr id="21" name="TextBox 20">
            <a:extLst>
              <a:ext uri="{FF2B5EF4-FFF2-40B4-BE49-F238E27FC236}">
                <a16:creationId xmlns:a16="http://schemas.microsoft.com/office/drawing/2014/main" id="{DA8BB7B1-B154-BDA0-B8D6-D323EEA85CB7}"/>
              </a:ext>
            </a:extLst>
          </p:cNvPr>
          <p:cNvSpPr txBox="1"/>
          <p:nvPr/>
        </p:nvSpPr>
        <p:spPr>
          <a:xfrm>
            <a:off x="6604486" y="4574454"/>
            <a:ext cx="916197" cy="244362"/>
          </a:xfrm>
          <a:prstGeom prst="rect">
            <a:avLst/>
          </a:prstGeom>
          <a:noFill/>
        </p:spPr>
        <p:txBody>
          <a:bodyPr wrap="square" rtlCol="0">
            <a:spAutoFit/>
          </a:bodyPr>
          <a:lstStyle/>
          <a:p>
            <a:r>
              <a:rPr lang="en-US" sz="988"/>
              <a:t>13041</a:t>
            </a:r>
            <a:r>
              <a:rPr lang="en-US" sz="988" dirty="0"/>
              <a:t> Users</a:t>
            </a:r>
            <a:endParaRPr lang="en-IN" sz="988" dirty="0"/>
          </a:p>
        </p:txBody>
      </p:sp>
    </p:spTree>
    <p:extLst>
      <p:ext uri="{BB962C8B-B14F-4D97-AF65-F5344CB8AC3E}">
        <p14:creationId xmlns:p14="http://schemas.microsoft.com/office/powerpoint/2010/main" val="123804453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C01CE-0D6E-B4F9-692E-6481BF311CCA}"/>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B65AFF3-95E7-5812-DDA5-AACEB3694D76}"/>
              </a:ext>
            </a:extLst>
          </p:cNvPr>
          <p:cNvSpPr>
            <a:spLocks noGrp="1"/>
          </p:cNvSpPr>
          <p:nvPr>
            <p:ph type="ftr" sz="quarter" idx="15"/>
          </p:nvPr>
        </p:nvSpPr>
        <p:spPr/>
        <p:txBody>
          <a:bodyPr/>
          <a:lstStyle/>
          <a:p>
            <a:r>
              <a:rPr lang="en-US"/>
              <a:t>CONFIDENTIAL</a:t>
            </a:r>
          </a:p>
        </p:txBody>
      </p:sp>
      <p:sp>
        <p:nvSpPr>
          <p:cNvPr id="4" name="Slide Number Placeholder 3">
            <a:extLst>
              <a:ext uri="{FF2B5EF4-FFF2-40B4-BE49-F238E27FC236}">
                <a16:creationId xmlns:a16="http://schemas.microsoft.com/office/drawing/2014/main" id="{2D1103DF-5CDD-088C-8BB6-CA62DD56E1F2}"/>
              </a:ext>
            </a:extLst>
          </p:cNvPr>
          <p:cNvSpPr>
            <a:spLocks noGrp="1"/>
          </p:cNvSpPr>
          <p:nvPr>
            <p:ph type="sldNum" sz="quarter" idx="16"/>
          </p:nvPr>
        </p:nvSpPr>
        <p:spPr/>
        <p:txBody>
          <a:bodyPr/>
          <a:lstStyle/>
          <a:p>
            <a:fld id="{4F90343F-D056-4E24-BE3D-A305BDC1A23E}" type="slidenum">
              <a:rPr lang="en-US" smtClean="0"/>
              <a:pPr/>
              <a:t>11</a:t>
            </a:fld>
            <a:endParaRPr lang="en-US"/>
          </a:p>
        </p:txBody>
      </p:sp>
      <p:sp>
        <p:nvSpPr>
          <p:cNvPr id="7" name="Rectangle 6">
            <a:extLst>
              <a:ext uri="{FF2B5EF4-FFF2-40B4-BE49-F238E27FC236}">
                <a16:creationId xmlns:a16="http://schemas.microsoft.com/office/drawing/2014/main" id="{613FD7A6-1D26-6D95-829B-3D5BEE4AC8A7}"/>
              </a:ext>
            </a:extLst>
          </p:cNvPr>
          <p:cNvSpPr/>
          <p:nvPr/>
        </p:nvSpPr>
        <p:spPr>
          <a:xfrm>
            <a:off x="718456" y="123099"/>
            <a:ext cx="10776857" cy="522515"/>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nSpc>
                <a:spcPct val="85000"/>
              </a:lnSpc>
            </a:pPr>
            <a:r>
              <a:rPr lang="en-US" sz="2400" b="1" dirty="0">
                <a:solidFill>
                  <a:schemeClr val="bg1"/>
                </a:solidFill>
                <a:ea typeface="Calibri" panose="020F0502020204030204" pitchFamily="34" charset="0"/>
                <a:cs typeface="Calibri" panose="020F0502020204030204" pitchFamily="34" charset="0"/>
              </a:rPr>
              <a:t>API Goals</a:t>
            </a:r>
          </a:p>
        </p:txBody>
      </p:sp>
      <p:sp>
        <p:nvSpPr>
          <p:cNvPr id="12" name="TextBox 11">
            <a:extLst>
              <a:ext uri="{FF2B5EF4-FFF2-40B4-BE49-F238E27FC236}">
                <a16:creationId xmlns:a16="http://schemas.microsoft.com/office/drawing/2014/main" id="{EC2DF13F-5341-A801-FCD6-E2DA9111C6A4}"/>
              </a:ext>
            </a:extLst>
          </p:cNvPr>
          <p:cNvSpPr txBox="1"/>
          <p:nvPr/>
        </p:nvSpPr>
        <p:spPr>
          <a:xfrm>
            <a:off x="718456" y="967489"/>
            <a:ext cx="10853058" cy="646331"/>
          </a:xfrm>
          <a:prstGeom prst="rect">
            <a:avLst/>
          </a:prstGeom>
          <a:noFill/>
        </p:spPr>
        <p:txBody>
          <a:bodyPr wrap="square">
            <a:spAutoFit/>
          </a:bodyPr>
          <a:lstStyle/>
          <a:p>
            <a:r>
              <a:rPr lang="en-US" sz="1200" dirty="0"/>
              <a:t>The Objective is to ensure that your system will generate accurate, efficient, and reliable report while performing consistently is to meet the agreed response time SLA for the report generation scenarios with various workloads without any errors or agreed % of errors. Also, ensuring that health of the servers should be in good condition or within the threshold limits </a:t>
            </a:r>
          </a:p>
        </p:txBody>
      </p:sp>
      <p:graphicFrame>
        <p:nvGraphicFramePr>
          <p:cNvPr id="6" name="Table 5">
            <a:extLst>
              <a:ext uri="{FF2B5EF4-FFF2-40B4-BE49-F238E27FC236}">
                <a16:creationId xmlns:a16="http://schemas.microsoft.com/office/drawing/2014/main" id="{99787D92-490D-EB3D-9D89-BB6BFBA447B2}"/>
              </a:ext>
            </a:extLst>
          </p:cNvPr>
          <p:cNvGraphicFramePr>
            <a:graphicFrameLocks noGrp="1"/>
          </p:cNvGraphicFramePr>
          <p:nvPr>
            <p:extLst>
              <p:ext uri="{D42A27DB-BD31-4B8C-83A1-F6EECF244321}">
                <p14:modId xmlns:p14="http://schemas.microsoft.com/office/powerpoint/2010/main" val="2571642141"/>
              </p:ext>
            </p:extLst>
          </p:nvPr>
        </p:nvGraphicFramePr>
        <p:xfrm>
          <a:off x="767441" y="1904190"/>
          <a:ext cx="5377544" cy="4389121"/>
        </p:xfrm>
        <a:graphic>
          <a:graphicData uri="http://schemas.openxmlformats.org/drawingml/2006/table">
            <a:tbl>
              <a:tblPr firstRow="1" bandRow="1">
                <a:tableStyleId>{5C22544A-7EE6-4342-B048-85BDC9FD1C3A}</a:tableStyleId>
              </a:tblPr>
              <a:tblGrid>
                <a:gridCol w="375455">
                  <a:extLst>
                    <a:ext uri="{9D8B030D-6E8A-4147-A177-3AD203B41FA5}">
                      <a16:colId xmlns:a16="http://schemas.microsoft.com/office/drawing/2014/main" val="344398803"/>
                    </a:ext>
                  </a:extLst>
                </a:gridCol>
                <a:gridCol w="1943048">
                  <a:extLst>
                    <a:ext uri="{9D8B030D-6E8A-4147-A177-3AD203B41FA5}">
                      <a16:colId xmlns:a16="http://schemas.microsoft.com/office/drawing/2014/main" val="2968983296"/>
                    </a:ext>
                  </a:extLst>
                </a:gridCol>
                <a:gridCol w="505226">
                  <a:extLst>
                    <a:ext uri="{9D8B030D-6E8A-4147-A177-3AD203B41FA5}">
                      <a16:colId xmlns:a16="http://schemas.microsoft.com/office/drawing/2014/main" val="4165720606"/>
                    </a:ext>
                  </a:extLst>
                </a:gridCol>
                <a:gridCol w="664407">
                  <a:extLst>
                    <a:ext uri="{9D8B030D-6E8A-4147-A177-3AD203B41FA5}">
                      <a16:colId xmlns:a16="http://schemas.microsoft.com/office/drawing/2014/main" val="3992766371"/>
                    </a:ext>
                  </a:extLst>
                </a:gridCol>
                <a:gridCol w="636724">
                  <a:extLst>
                    <a:ext uri="{9D8B030D-6E8A-4147-A177-3AD203B41FA5}">
                      <a16:colId xmlns:a16="http://schemas.microsoft.com/office/drawing/2014/main" val="1390323159"/>
                    </a:ext>
                  </a:extLst>
                </a:gridCol>
                <a:gridCol w="636724">
                  <a:extLst>
                    <a:ext uri="{9D8B030D-6E8A-4147-A177-3AD203B41FA5}">
                      <a16:colId xmlns:a16="http://schemas.microsoft.com/office/drawing/2014/main" val="865712702"/>
                    </a:ext>
                  </a:extLst>
                </a:gridCol>
                <a:gridCol w="615960">
                  <a:extLst>
                    <a:ext uri="{9D8B030D-6E8A-4147-A177-3AD203B41FA5}">
                      <a16:colId xmlns:a16="http://schemas.microsoft.com/office/drawing/2014/main" val="3453581718"/>
                    </a:ext>
                  </a:extLst>
                </a:gridCol>
              </a:tblGrid>
              <a:tr h="1248517">
                <a:tc>
                  <a:txBody>
                    <a:bodyPr/>
                    <a:lstStyle/>
                    <a:p>
                      <a:pPr algn="ctr"/>
                      <a:r>
                        <a:rPr lang="en-US" sz="1200" dirty="0">
                          <a:latin typeface="+mn-lt"/>
                          <a:ea typeface="Calibri" panose="020F0502020204030204" pitchFamily="34" charset="0"/>
                          <a:cs typeface="Calibri" panose="020F0502020204030204" pitchFamily="34" charset="0"/>
                        </a:rPr>
                        <a:t>#</a:t>
                      </a:r>
                    </a:p>
                  </a:txBody>
                  <a:tcPr/>
                </a:tc>
                <a:tc>
                  <a:txBody>
                    <a:bodyPr/>
                    <a:lstStyle/>
                    <a:p>
                      <a:pPr algn="ctr"/>
                      <a:r>
                        <a:rPr lang="en-US" sz="1200" dirty="0">
                          <a:latin typeface="+mn-lt"/>
                          <a:ea typeface="Calibri" panose="020F0502020204030204" pitchFamily="34" charset="0"/>
                          <a:cs typeface="Calibri" panose="020F0502020204030204" pitchFamily="34" charset="0"/>
                        </a:rPr>
                        <a:t>Test Scenario</a:t>
                      </a:r>
                    </a:p>
                  </a:txBody>
                  <a:tcPr/>
                </a:tc>
                <a:tc>
                  <a:txBody>
                    <a:bodyPr/>
                    <a:lstStyle/>
                    <a:p>
                      <a:pPr algn="ctr"/>
                      <a:r>
                        <a:rPr lang="en-US" sz="1200" dirty="0">
                          <a:latin typeface="+mn-lt"/>
                          <a:ea typeface="Calibri" panose="020F0502020204030204" pitchFamily="34" charset="0"/>
                          <a:cs typeface="Calibri" panose="020F0502020204030204" pitchFamily="34" charset="0"/>
                        </a:rPr>
                        <a:t>No. of Users</a:t>
                      </a:r>
                    </a:p>
                  </a:txBody>
                  <a:tcPr/>
                </a:tc>
                <a:tc>
                  <a:txBody>
                    <a:bodyPr/>
                    <a:lstStyle/>
                    <a:p>
                      <a:pPr algn="ctr"/>
                      <a:r>
                        <a:rPr lang="en-US" sz="1200" dirty="0">
                          <a:latin typeface="+mn-lt"/>
                          <a:ea typeface="Calibri" panose="020F0502020204030204" pitchFamily="34" charset="0"/>
                          <a:cs typeface="Calibri" panose="020F0502020204030204" pitchFamily="34" charset="0"/>
                        </a:rPr>
                        <a:t>Transaction per second (TPS)</a:t>
                      </a:r>
                    </a:p>
                  </a:txBody>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200" dirty="0">
                          <a:latin typeface="+mn-lt"/>
                          <a:ea typeface="Calibri" panose="020F0502020204030204" pitchFamily="34" charset="0"/>
                          <a:cs typeface="Calibri" panose="020F0502020204030204" pitchFamily="34" charset="0"/>
                        </a:rPr>
                        <a:t>Transaction per Minute (TPM)</a:t>
                      </a:r>
                    </a:p>
                  </a:txBody>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200" dirty="0">
                          <a:latin typeface="+mn-lt"/>
                          <a:ea typeface="Calibri" panose="020F0502020204030204" pitchFamily="34" charset="0"/>
                          <a:cs typeface="Calibri" panose="020F0502020204030204" pitchFamily="34" charset="0"/>
                        </a:rPr>
                        <a:t>No. of Transaction  per hour</a:t>
                      </a:r>
                    </a:p>
                  </a:txBody>
                  <a:tcPr/>
                </a:tc>
                <a:tc>
                  <a:txBody>
                    <a:bodyPr/>
                    <a:lstStyle/>
                    <a:p>
                      <a:pPr algn="ctr"/>
                      <a:r>
                        <a:rPr lang="en-US" sz="1200" dirty="0">
                          <a:latin typeface="+mn-lt"/>
                          <a:ea typeface="Calibri" panose="020F0502020204030204" pitchFamily="34" charset="0"/>
                          <a:cs typeface="Calibri" panose="020F0502020204030204" pitchFamily="34" charset="0"/>
                        </a:rPr>
                        <a:t>Response Time SLA’s</a:t>
                      </a:r>
                    </a:p>
                  </a:txBody>
                  <a:tcPr/>
                </a:tc>
                <a:extLst>
                  <a:ext uri="{0D108BD9-81ED-4DB2-BD59-A6C34878D82A}">
                    <a16:rowId xmlns:a16="http://schemas.microsoft.com/office/drawing/2014/main" val="3696638262"/>
                  </a:ext>
                </a:extLst>
              </a:tr>
              <a:tr h="576239">
                <a:tc>
                  <a:txBody>
                    <a:bodyPr/>
                    <a:lstStyle/>
                    <a:p>
                      <a:pPr algn="ctr"/>
                      <a:r>
                        <a:rPr lang="en-US" sz="1000" dirty="0">
                          <a:latin typeface="+mn-lt"/>
                          <a:ea typeface="Calibri" panose="020F0502020204030204" pitchFamily="34" charset="0"/>
                          <a:cs typeface="Calibri" panose="020F0502020204030204" pitchFamily="34" charset="0"/>
                        </a:rPr>
                        <a:t>1</a:t>
                      </a:r>
                    </a:p>
                  </a:txBody>
                  <a:tcPr/>
                </a:tc>
                <a:tc>
                  <a:txBody>
                    <a:bodyPr/>
                    <a:lstStyle/>
                    <a:p>
                      <a:pPr algn="l"/>
                      <a:r>
                        <a:rPr lang="en-US" sz="1000" dirty="0">
                          <a:latin typeface="+mn-lt"/>
                          <a:ea typeface="Calibri" panose="020F0502020204030204" pitchFamily="34" charset="0"/>
                          <a:cs typeface="Calibri" panose="020F0502020204030204" pitchFamily="34" charset="0"/>
                        </a:rPr>
                        <a:t>S</a:t>
                      </a:r>
                      <a:r>
                        <a:rPr lang="en-US" sz="1000" dirty="0">
                          <a:latin typeface="+mn-lt"/>
                        </a:rPr>
                        <a:t>cenario 1a - Equal HCP Report Generation Day, hour, minute</a:t>
                      </a:r>
                      <a:endParaRPr lang="en-US" sz="1000" dirty="0">
                        <a:latin typeface="+mn-lt"/>
                        <a:ea typeface="Calibri" panose="020F0502020204030204" pitchFamily="34" charset="0"/>
                        <a:cs typeface="Calibri" panose="020F0502020204030204" pitchFamily="34" charset="0"/>
                      </a:endParaRPr>
                    </a:p>
                  </a:txBody>
                  <a:tcPr/>
                </a:tc>
                <a:tc>
                  <a:txBody>
                    <a:bodyPr/>
                    <a:lstStyle/>
                    <a:p>
                      <a:pPr algn="ctr"/>
                      <a:r>
                        <a:rPr lang="en-US" sz="1000" dirty="0">
                          <a:latin typeface="+mn-lt"/>
                          <a:ea typeface="Calibri" panose="020F0502020204030204" pitchFamily="34" charset="0"/>
                          <a:cs typeface="Calibri" panose="020F0502020204030204" pitchFamily="34" charset="0"/>
                        </a:rPr>
                        <a:t>88</a:t>
                      </a:r>
                    </a:p>
                  </a:txBody>
                  <a:tcPr/>
                </a:tc>
                <a:tc>
                  <a:txBody>
                    <a:bodyPr/>
                    <a:lstStyle/>
                    <a:p>
                      <a:pPr algn="ctr"/>
                      <a:r>
                        <a:rPr lang="en-US" sz="1000" dirty="0">
                          <a:latin typeface="+mn-lt"/>
                          <a:ea typeface="Calibri" panose="020F0502020204030204" pitchFamily="34" charset="0"/>
                          <a:cs typeface="Calibri" panose="020F0502020204030204" pitchFamily="34" charset="0"/>
                        </a:rPr>
                        <a:t>0.02</a:t>
                      </a:r>
                    </a:p>
                  </a:txBody>
                  <a:tcPr/>
                </a:tc>
                <a:tc>
                  <a:txBody>
                    <a:bodyPr/>
                    <a:lstStyle/>
                    <a:p>
                      <a:pPr algn="ctr"/>
                      <a:r>
                        <a:rPr lang="en-US" sz="1000" dirty="0">
                          <a:latin typeface="+mn-lt"/>
                          <a:ea typeface="Calibri" panose="020F0502020204030204" pitchFamily="34" charset="0"/>
                          <a:cs typeface="Calibri" panose="020F0502020204030204" pitchFamily="34" charset="0"/>
                        </a:rPr>
                        <a:t>1.5</a:t>
                      </a:r>
                    </a:p>
                  </a:txBody>
                  <a:tcPr/>
                </a:tc>
                <a:tc>
                  <a:txBody>
                    <a:bodyPr/>
                    <a:lstStyle/>
                    <a:p>
                      <a:pPr algn="ctr"/>
                      <a:r>
                        <a:rPr lang="en-US" sz="1000" dirty="0">
                          <a:latin typeface="+mn-lt"/>
                          <a:ea typeface="Calibri" panose="020F0502020204030204" pitchFamily="34" charset="0"/>
                          <a:cs typeface="Calibri" panose="020F0502020204030204" pitchFamily="34" charset="0"/>
                        </a:rPr>
                        <a:t>88</a:t>
                      </a:r>
                    </a:p>
                  </a:txBody>
                  <a:tcPr/>
                </a:tc>
                <a:tc>
                  <a:txBody>
                    <a:bodyPr/>
                    <a:lstStyle/>
                    <a:p>
                      <a:pPr algn="ctr"/>
                      <a:r>
                        <a:rPr lang="en-US" sz="1000" dirty="0">
                          <a:latin typeface="+mn-lt"/>
                          <a:ea typeface="Calibri" panose="020F0502020204030204" pitchFamily="34" charset="0"/>
                          <a:cs typeface="Calibri" panose="020F0502020204030204" pitchFamily="34" charset="0"/>
                        </a:rPr>
                        <a:t>&lt;20 sec</a:t>
                      </a:r>
                    </a:p>
                  </a:txBody>
                  <a:tcPr/>
                </a:tc>
                <a:extLst>
                  <a:ext uri="{0D108BD9-81ED-4DB2-BD59-A6C34878D82A}">
                    <a16:rowId xmlns:a16="http://schemas.microsoft.com/office/drawing/2014/main" val="2182518301"/>
                  </a:ext>
                </a:extLst>
              </a:tr>
              <a:tr h="576239">
                <a:tc>
                  <a:txBody>
                    <a:bodyPr/>
                    <a:lstStyle/>
                    <a:p>
                      <a:pPr algn="ctr"/>
                      <a:r>
                        <a:rPr lang="en-US" sz="1000" dirty="0">
                          <a:latin typeface="+mn-lt"/>
                          <a:ea typeface="Calibri" panose="020F0502020204030204" pitchFamily="34" charset="0"/>
                          <a:cs typeface="Calibri" panose="020F0502020204030204" pitchFamily="34" charset="0"/>
                        </a:rPr>
                        <a:t>2</a:t>
                      </a:r>
                    </a:p>
                  </a:txBody>
                  <a:tcPr/>
                </a:tc>
                <a:tc>
                  <a:txBody>
                    <a:bodyPr/>
                    <a:lstStyle/>
                    <a:p>
                      <a:pPr algn="l"/>
                      <a:r>
                        <a:rPr lang="en-US" sz="1000" dirty="0">
                          <a:latin typeface="+mn-lt"/>
                        </a:rPr>
                        <a:t>Scenario 1b - Equal HCP Report Generation throughout the day </a:t>
                      </a:r>
                      <a:endParaRPr lang="en-US" sz="1000" dirty="0">
                        <a:latin typeface="+mn-lt"/>
                        <a:ea typeface="Calibri" panose="020F0502020204030204" pitchFamily="34" charset="0"/>
                        <a:cs typeface="Calibri" panose="020F0502020204030204" pitchFamily="34" charset="0"/>
                      </a:endParaRPr>
                    </a:p>
                  </a:txBody>
                  <a:tcPr/>
                </a:tc>
                <a:tc>
                  <a:txBody>
                    <a:bodyPr/>
                    <a:lstStyle/>
                    <a:p>
                      <a:pPr algn="ctr"/>
                      <a:r>
                        <a:rPr lang="en-US" sz="1000" dirty="0">
                          <a:latin typeface="+mn-lt"/>
                          <a:ea typeface="Calibri" panose="020F0502020204030204" pitchFamily="34" charset="0"/>
                          <a:cs typeface="Calibri" panose="020F0502020204030204" pitchFamily="34" charset="0"/>
                        </a:rPr>
                        <a:t>78</a:t>
                      </a:r>
                    </a:p>
                  </a:txBody>
                  <a:tcPr/>
                </a:tc>
                <a:tc>
                  <a:txBody>
                    <a:bodyPr/>
                    <a:lstStyle/>
                    <a:p>
                      <a:pPr algn="ctr"/>
                      <a:r>
                        <a:rPr lang="en-US" sz="1000" dirty="0">
                          <a:latin typeface="+mn-lt"/>
                          <a:ea typeface="Calibri" panose="020F0502020204030204" pitchFamily="34" charset="0"/>
                          <a:cs typeface="Calibri" panose="020F0502020204030204" pitchFamily="34" charset="0"/>
                        </a:rPr>
                        <a:t>0.02</a:t>
                      </a:r>
                    </a:p>
                  </a:txBody>
                  <a:tcPr/>
                </a:tc>
                <a:tc>
                  <a:txBody>
                    <a:bodyPr/>
                    <a:lstStyle/>
                    <a:p>
                      <a:pPr algn="ctr"/>
                      <a:r>
                        <a:rPr lang="en-US" sz="1000" dirty="0">
                          <a:latin typeface="+mn-lt"/>
                          <a:ea typeface="Calibri" panose="020F0502020204030204" pitchFamily="34" charset="0"/>
                          <a:cs typeface="Calibri" panose="020F0502020204030204" pitchFamily="34" charset="0"/>
                        </a:rPr>
                        <a:t>1.3</a:t>
                      </a:r>
                    </a:p>
                  </a:txBody>
                  <a:tcPr/>
                </a:tc>
                <a:tc>
                  <a:txBody>
                    <a:bodyPr/>
                    <a:lstStyle/>
                    <a:p>
                      <a:pPr algn="ctr"/>
                      <a:r>
                        <a:rPr lang="en-US" sz="1000" dirty="0">
                          <a:latin typeface="+mn-lt"/>
                          <a:ea typeface="Calibri" panose="020F0502020204030204" pitchFamily="34" charset="0"/>
                          <a:cs typeface="Calibri" panose="020F0502020204030204" pitchFamily="34" charset="0"/>
                        </a:rPr>
                        <a:t>78</a:t>
                      </a:r>
                    </a:p>
                  </a:txBody>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000" dirty="0">
                          <a:latin typeface="+mn-lt"/>
                          <a:ea typeface="Calibri" panose="020F0502020204030204" pitchFamily="34" charset="0"/>
                          <a:cs typeface="Calibri" panose="020F0502020204030204" pitchFamily="34" charset="0"/>
                        </a:rPr>
                        <a:t>&lt;20 sec</a:t>
                      </a:r>
                    </a:p>
                  </a:txBody>
                  <a:tcPr/>
                </a:tc>
                <a:extLst>
                  <a:ext uri="{0D108BD9-81ED-4DB2-BD59-A6C34878D82A}">
                    <a16:rowId xmlns:a16="http://schemas.microsoft.com/office/drawing/2014/main" val="782104824"/>
                  </a:ext>
                </a:extLst>
              </a:tr>
              <a:tr h="576239">
                <a:tc>
                  <a:txBody>
                    <a:bodyPr/>
                    <a:lstStyle/>
                    <a:p>
                      <a:pPr algn="ctr"/>
                      <a:r>
                        <a:rPr lang="en-US" sz="1000" dirty="0">
                          <a:latin typeface="+mn-lt"/>
                          <a:ea typeface="Calibri" panose="020F0502020204030204" pitchFamily="34" charset="0"/>
                          <a:cs typeface="Calibri" panose="020F0502020204030204" pitchFamily="34" charset="0"/>
                        </a:rPr>
                        <a:t>3</a:t>
                      </a:r>
                    </a:p>
                  </a:txBody>
                  <a:tcPr/>
                </a:tc>
                <a:tc>
                  <a:txBody>
                    <a:bodyPr/>
                    <a:lstStyle/>
                    <a:p>
                      <a:pPr algn="l"/>
                      <a:r>
                        <a:rPr lang="en-US" sz="1000" dirty="0">
                          <a:latin typeface="+mn-lt"/>
                          <a:ea typeface="Calibri" panose="020F0502020204030204" pitchFamily="34" charset="0"/>
                          <a:cs typeface="Calibri" panose="020F0502020204030204" pitchFamily="34" charset="0"/>
                        </a:rPr>
                        <a:t>S</a:t>
                      </a:r>
                      <a:r>
                        <a:rPr lang="en-US" sz="1000" dirty="0">
                          <a:latin typeface="+mn-lt"/>
                        </a:rPr>
                        <a:t>cenario 2 - HCP Report Generation at peak periods /chunks of the day</a:t>
                      </a:r>
                      <a:endParaRPr lang="en-US" sz="1000" dirty="0">
                        <a:latin typeface="+mn-lt"/>
                        <a:ea typeface="Calibri" panose="020F0502020204030204" pitchFamily="34" charset="0"/>
                        <a:cs typeface="Calibri" panose="020F0502020204030204" pitchFamily="34" charset="0"/>
                      </a:endParaRPr>
                    </a:p>
                  </a:txBody>
                  <a:tcPr/>
                </a:tc>
                <a:tc>
                  <a:txBody>
                    <a:bodyPr/>
                    <a:lstStyle/>
                    <a:p>
                      <a:pPr algn="ctr"/>
                      <a:r>
                        <a:rPr lang="en-US" sz="1000" dirty="0">
                          <a:latin typeface="+mn-lt"/>
                          <a:ea typeface="Calibri" panose="020F0502020204030204" pitchFamily="34" charset="0"/>
                          <a:cs typeface="Calibri" panose="020F0502020204030204" pitchFamily="34" charset="0"/>
                        </a:rPr>
                        <a:t>59</a:t>
                      </a:r>
                    </a:p>
                  </a:txBody>
                  <a:tcPr/>
                </a:tc>
                <a:tc>
                  <a:txBody>
                    <a:bodyPr/>
                    <a:lstStyle/>
                    <a:p>
                      <a:pPr algn="ctr"/>
                      <a:r>
                        <a:rPr lang="en-US" sz="1000" dirty="0">
                          <a:latin typeface="+mn-lt"/>
                          <a:ea typeface="Calibri" panose="020F0502020204030204" pitchFamily="34" charset="0"/>
                          <a:cs typeface="Calibri" panose="020F0502020204030204" pitchFamily="34" charset="0"/>
                        </a:rPr>
                        <a:t>0.2</a:t>
                      </a:r>
                    </a:p>
                  </a:txBody>
                  <a:tcPr/>
                </a:tc>
                <a:tc>
                  <a:txBody>
                    <a:bodyPr/>
                    <a:lstStyle/>
                    <a:p>
                      <a:pPr algn="ctr"/>
                      <a:r>
                        <a:rPr lang="en-US" sz="1000" dirty="0">
                          <a:latin typeface="+mn-lt"/>
                          <a:ea typeface="Calibri" panose="020F0502020204030204" pitchFamily="34" charset="0"/>
                          <a:cs typeface="Calibri" panose="020F0502020204030204" pitchFamily="34" charset="0"/>
                        </a:rPr>
                        <a:t>11.80</a:t>
                      </a:r>
                    </a:p>
                  </a:txBody>
                  <a:tcPr/>
                </a:tc>
                <a:tc>
                  <a:txBody>
                    <a:bodyPr/>
                    <a:lstStyle/>
                    <a:p>
                      <a:pPr algn="ctr"/>
                      <a:r>
                        <a:rPr lang="en-US" sz="1000" dirty="0">
                          <a:latin typeface="+mn-lt"/>
                          <a:ea typeface="Calibri" panose="020F0502020204030204" pitchFamily="34" charset="0"/>
                          <a:cs typeface="Calibri" panose="020F0502020204030204" pitchFamily="34" charset="0"/>
                        </a:rPr>
                        <a:t>59</a:t>
                      </a:r>
                    </a:p>
                  </a:txBody>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000" dirty="0">
                          <a:latin typeface="+mn-lt"/>
                          <a:ea typeface="Calibri" panose="020F0502020204030204" pitchFamily="34" charset="0"/>
                          <a:cs typeface="Calibri" panose="020F0502020204030204" pitchFamily="34" charset="0"/>
                        </a:rPr>
                        <a:t>&lt;20 sec</a:t>
                      </a:r>
                    </a:p>
                  </a:txBody>
                  <a:tcPr/>
                </a:tc>
                <a:extLst>
                  <a:ext uri="{0D108BD9-81ED-4DB2-BD59-A6C34878D82A}">
                    <a16:rowId xmlns:a16="http://schemas.microsoft.com/office/drawing/2014/main" val="848125219"/>
                  </a:ext>
                </a:extLst>
              </a:tr>
              <a:tr h="835648">
                <a:tc>
                  <a:txBody>
                    <a:bodyPr/>
                    <a:lstStyle/>
                    <a:p>
                      <a:pPr algn="ctr"/>
                      <a:r>
                        <a:rPr lang="en-US" sz="1000" dirty="0">
                          <a:latin typeface="+mn-lt"/>
                          <a:ea typeface="Calibri" panose="020F0502020204030204" pitchFamily="34" charset="0"/>
                          <a:cs typeface="Calibri" panose="020F0502020204030204" pitchFamily="34" charset="0"/>
                        </a:rPr>
                        <a:t>4</a:t>
                      </a:r>
                    </a:p>
                  </a:txBody>
                  <a:tcPr/>
                </a:tc>
                <a:tc>
                  <a:txBody>
                    <a:bodyPr/>
                    <a:lstStyle/>
                    <a:p>
                      <a:pPr algn="l"/>
                      <a:r>
                        <a:rPr lang="en-US" sz="1000" dirty="0">
                          <a:latin typeface="+mn-lt"/>
                        </a:rPr>
                        <a:t>Scenario 1b+2: 80% of clinics generating equally; 20% generating in chunks - worst case - when they land on the </a:t>
                      </a:r>
                      <a:endParaRPr lang="en-US" sz="1000" dirty="0">
                        <a:latin typeface="+mn-lt"/>
                        <a:ea typeface="Calibri" panose="020F0502020204030204" pitchFamily="34" charset="0"/>
                        <a:cs typeface="Calibri" panose="020F0502020204030204" pitchFamily="34" charset="0"/>
                      </a:endParaRPr>
                    </a:p>
                  </a:txBody>
                  <a:tcPr/>
                </a:tc>
                <a:tc>
                  <a:txBody>
                    <a:bodyPr/>
                    <a:lstStyle/>
                    <a:p>
                      <a:pPr algn="ctr"/>
                      <a:r>
                        <a:rPr lang="en-US" sz="1000" dirty="0">
                          <a:latin typeface="+mn-lt"/>
                          <a:ea typeface="Calibri" panose="020F0502020204030204" pitchFamily="34" charset="0"/>
                          <a:cs typeface="Calibri" panose="020F0502020204030204" pitchFamily="34" charset="0"/>
                        </a:rPr>
                        <a:t>786</a:t>
                      </a:r>
                    </a:p>
                  </a:txBody>
                  <a:tcPr/>
                </a:tc>
                <a:tc>
                  <a:txBody>
                    <a:bodyPr/>
                    <a:lstStyle/>
                    <a:p>
                      <a:pPr algn="ctr"/>
                      <a:r>
                        <a:rPr lang="en-US" sz="1000" dirty="0">
                          <a:latin typeface="+mn-lt"/>
                          <a:ea typeface="Calibri" panose="020F0502020204030204" pitchFamily="34" charset="0"/>
                          <a:cs typeface="Calibri" panose="020F0502020204030204" pitchFamily="34" charset="0"/>
                        </a:rPr>
                        <a:t>0.22</a:t>
                      </a:r>
                    </a:p>
                  </a:txBody>
                  <a:tcPr/>
                </a:tc>
                <a:tc>
                  <a:txBody>
                    <a:bodyPr/>
                    <a:lstStyle/>
                    <a:p>
                      <a:pPr algn="ctr"/>
                      <a:r>
                        <a:rPr lang="en-US" sz="1000" dirty="0">
                          <a:latin typeface="+mn-lt"/>
                          <a:ea typeface="Calibri" panose="020F0502020204030204" pitchFamily="34" charset="0"/>
                          <a:cs typeface="Calibri" panose="020F0502020204030204" pitchFamily="34" charset="0"/>
                        </a:rPr>
                        <a:t>13.1</a:t>
                      </a:r>
                    </a:p>
                  </a:txBody>
                  <a:tcPr/>
                </a:tc>
                <a:tc>
                  <a:txBody>
                    <a:bodyPr/>
                    <a:lstStyle/>
                    <a:p>
                      <a:pPr algn="ctr"/>
                      <a:r>
                        <a:rPr lang="en-US" sz="1000" dirty="0">
                          <a:latin typeface="+mn-lt"/>
                          <a:ea typeface="Calibri" panose="020F0502020204030204" pitchFamily="34" charset="0"/>
                          <a:cs typeface="Calibri" panose="020F0502020204030204" pitchFamily="34" charset="0"/>
                        </a:rPr>
                        <a:t>786</a:t>
                      </a:r>
                    </a:p>
                  </a:txBody>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000" dirty="0">
                          <a:latin typeface="+mn-lt"/>
                          <a:ea typeface="Calibri" panose="020F0502020204030204" pitchFamily="34" charset="0"/>
                          <a:cs typeface="Calibri" panose="020F0502020204030204" pitchFamily="34" charset="0"/>
                        </a:rPr>
                        <a:t>&lt;20 sec</a:t>
                      </a:r>
                    </a:p>
                  </a:txBody>
                  <a:tcPr/>
                </a:tc>
                <a:extLst>
                  <a:ext uri="{0D108BD9-81ED-4DB2-BD59-A6C34878D82A}">
                    <a16:rowId xmlns:a16="http://schemas.microsoft.com/office/drawing/2014/main" val="2849040954"/>
                  </a:ext>
                </a:extLst>
              </a:tr>
              <a:tr h="576239">
                <a:tc>
                  <a:txBody>
                    <a:bodyPr/>
                    <a:lstStyle/>
                    <a:p>
                      <a:pPr algn="ctr"/>
                      <a:r>
                        <a:rPr lang="en-US" sz="1000" dirty="0">
                          <a:latin typeface="+mn-lt"/>
                          <a:ea typeface="Calibri" panose="020F0502020204030204" pitchFamily="34" charset="0"/>
                          <a:cs typeface="Calibri" panose="020F0502020204030204" pitchFamily="34" charset="0"/>
                        </a:rPr>
                        <a:t>5</a:t>
                      </a:r>
                    </a:p>
                  </a:txBody>
                  <a:tcPr/>
                </a:tc>
                <a:tc>
                  <a:txBody>
                    <a:bodyPr/>
                    <a:lstStyle/>
                    <a:p>
                      <a:pPr algn="l"/>
                      <a:r>
                        <a:rPr lang="en-US" sz="1000" dirty="0">
                          <a:latin typeface="+mn-lt"/>
                          <a:ea typeface="Calibri" panose="020F0502020204030204" pitchFamily="34" charset="0"/>
                          <a:cs typeface="Calibri" panose="020F0502020204030204" pitchFamily="34" charset="0"/>
                        </a:rPr>
                        <a:t>S</a:t>
                      </a:r>
                      <a:r>
                        <a:rPr lang="en-US" sz="1000" dirty="0">
                          <a:latin typeface="+mn-lt"/>
                        </a:rPr>
                        <a:t>cenario 3 - HCP Report Generation at the start of the day - first hour</a:t>
                      </a:r>
                      <a:endParaRPr lang="en-US" sz="1000" dirty="0">
                        <a:latin typeface="+mn-lt"/>
                        <a:ea typeface="Calibri" panose="020F0502020204030204" pitchFamily="34" charset="0"/>
                        <a:cs typeface="Calibri" panose="020F0502020204030204" pitchFamily="34" charset="0"/>
                      </a:endParaRPr>
                    </a:p>
                  </a:txBody>
                  <a:tcPr/>
                </a:tc>
                <a:tc>
                  <a:txBody>
                    <a:bodyPr/>
                    <a:lstStyle/>
                    <a:p>
                      <a:pPr algn="ctr"/>
                      <a:r>
                        <a:rPr lang="en-US" sz="1000" dirty="0">
                          <a:latin typeface="+mn-lt"/>
                          <a:ea typeface="Calibri" panose="020F0502020204030204" pitchFamily="34" charset="0"/>
                          <a:cs typeface="Calibri" panose="020F0502020204030204" pitchFamily="34" charset="0"/>
                        </a:rPr>
                        <a:t>59</a:t>
                      </a:r>
                    </a:p>
                  </a:txBody>
                  <a:tcPr/>
                </a:tc>
                <a:tc>
                  <a:txBody>
                    <a:bodyPr/>
                    <a:lstStyle/>
                    <a:p>
                      <a:pPr algn="ctr"/>
                      <a:r>
                        <a:rPr lang="en-US" sz="1000" dirty="0">
                          <a:latin typeface="+mn-lt"/>
                          <a:ea typeface="Calibri" panose="020F0502020204030204" pitchFamily="34" charset="0"/>
                          <a:cs typeface="Calibri" panose="020F0502020204030204" pitchFamily="34" charset="0"/>
                        </a:rPr>
                        <a:t>1</a:t>
                      </a:r>
                    </a:p>
                  </a:txBody>
                  <a:tcPr/>
                </a:tc>
                <a:tc>
                  <a:txBody>
                    <a:bodyPr/>
                    <a:lstStyle/>
                    <a:p>
                      <a:pPr algn="ctr"/>
                      <a:r>
                        <a:rPr lang="en-US" sz="1000" dirty="0">
                          <a:latin typeface="+mn-lt"/>
                          <a:ea typeface="Calibri" panose="020F0502020204030204" pitchFamily="34" charset="0"/>
                          <a:cs typeface="Calibri" panose="020F0502020204030204" pitchFamily="34" charset="0"/>
                        </a:rPr>
                        <a:t>3.95</a:t>
                      </a:r>
                    </a:p>
                  </a:txBody>
                  <a:tcPr/>
                </a:tc>
                <a:tc>
                  <a:txBody>
                    <a:bodyPr/>
                    <a:lstStyle/>
                    <a:p>
                      <a:pPr algn="ctr"/>
                      <a:r>
                        <a:rPr lang="en-US" sz="1000" dirty="0">
                          <a:latin typeface="+mn-lt"/>
                          <a:ea typeface="Calibri" panose="020F0502020204030204" pitchFamily="34" charset="0"/>
                          <a:cs typeface="Calibri" panose="020F0502020204030204" pitchFamily="34" charset="0"/>
                        </a:rPr>
                        <a:t>59</a:t>
                      </a:r>
                    </a:p>
                  </a:txBody>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000" dirty="0">
                          <a:latin typeface="+mn-lt"/>
                          <a:ea typeface="Calibri" panose="020F0502020204030204" pitchFamily="34" charset="0"/>
                          <a:cs typeface="Calibri" panose="020F0502020204030204" pitchFamily="34" charset="0"/>
                        </a:rPr>
                        <a:t>&lt;20 sec</a:t>
                      </a:r>
                    </a:p>
                  </a:txBody>
                  <a:tcPr/>
                </a:tc>
                <a:extLst>
                  <a:ext uri="{0D108BD9-81ED-4DB2-BD59-A6C34878D82A}">
                    <a16:rowId xmlns:a16="http://schemas.microsoft.com/office/drawing/2014/main" val="2516364585"/>
                  </a:ext>
                </a:extLst>
              </a:tr>
            </a:tbl>
          </a:graphicData>
        </a:graphic>
      </p:graphicFrame>
      <p:sp>
        <p:nvSpPr>
          <p:cNvPr id="10" name="TextBox 9">
            <a:extLst>
              <a:ext uri="{FF2B5EF4-FFF2-40B4-BE49-F238E27FC236}">
                <a16:creationId xmlns:a16="http://schemas.microsoft.com/office/drawing/2014/main" id="{650609BB-5E9A-C9C0-D5B4-0B9DCE3E8036}"/>
              </a:ext>
            </a:extLst>
          </p:cNvPr>
          <p:cNvSpPr txBox="1"/>
          <p:nvPr/>
        </p:nvSpPr>
        <p:spPr>
          <a:xfrm>
            <a:off x="718456" y="676988"/>
            <a:ext cx="6096000" cy="369332"/>
          </a:xfrm>
          <a:prstGeom prst="rect">
            <a:avLst/>
          </a:prstGeom>
          <a:noFill/>
        </p:spPr>
        <p:txBody>
          <a:bodyPr wrap="square">
            <a:spAutoFit/>
          </a:bodyPr>
          <a:lstStyle/>
          <a:p>
            <a:r>
              <a:rPr lang="en-US" b="1" dirty="0"/>
              <a:t>Goal#2</a:t>
            </a:r>
            <a:r>
              <a:rPr lang="en-US" sz="1800" b="1" dirty="0">
                <a:solidFill>
                  <a:schemeClr val="bg1"/>
                </a:solidFill>
                <a:ea typeface="Calibri" panose="020F0502020204030204" pitchFamily="34" charset="0"/>
                <a:cs typeface="Calibri" panose="020F0502020204030204" pitchFamily="34" charset="0"/>
              </a:rPr>
              <a:t> </a:t>
            </a:r>
            <a:r>
              <a:rPr lang="en-US" sz="1800" b="1" dirty="0">
                <a:ea typeface="Calibri" panose="020F0502020204030204" pitchFamily="34" charset="0"/>
                <a:cs typeface="Calibri" panose="020F0502020204030204" pitchFamily="34" charset="0"/>
              </a:rPr>
              <a:t>HCP &amp; </a:t>
            </a:r>
            <a:r>
              <a:rPr lang="en-US" sz="1800" b="1" dirty="0" err="1">
                <a:ea typeface="Calibri" panose="020F0502020204030204" pitchFamily="34" charset="0"/>
                <a:cs typeface="Calibri" panose="020F0502020204030204" pitchFamily="34" charset="0"/>
              </a:rPr>
              <a:t>PwD</a:t>
            </a:r>
            <a:r>
              <a:rPr lang="en-US" sz="1800" b="1" dirty="0">
                <a:ea typeface="Calibri" panose="020F0502020204030204" pitchFamily="34" charset="0"/>
                <a:cs typeface="Calibri" panose="020F0502020204030204" pitchFamily="34" charset="0"/>
              </a:rPr>
              <a:t> Report Generation</a:t>
            </a:r>
            <a:endParaRPr lang="en-US" b="1" dirty="0"/>
          </a:p>
        </p:txBody>
      </p:sp>
      <p:graphicFrame>
        <p:nvGraphicFramePr>
          <p:cNvPr id="8" name="Table 7">
            <a:extLst>
              <a:ext uri="{FF2B5EF4-FFF2-40B4-BE49-F238E27FC236}">
                <a16:creationId xmlns:a16="http://schemas.microsoft.com/office/drawing/2014/main" id="{C529BAB4-76AF-DCFA-950B-1B3E716F9849}"/>
              </a:ext>
            </a:extLst>
          </p:cNvPr>
          <p:cNvGraphicFramePr>
            <a:graphicFrameLocks noGrp="1"/>
          </p:cNvGraphicFramePr>
          <p:nvPr>
            <p:extLst>
              <p:ext uri="{D42A27DB-BD31-4B8C-83A1-F6EECF244321}">
                <p14:modId xmlns:p14="http://schemas.microsoft.com/office/powerpoint/2010/main" val="1596463073"/>
              </p:ext>
            </p:extLst>
          </p:nvPr>
        </p:nvGraphicFramePr>
        <p:xfrm>
          <a:off x="6144985" y="1890266"/>
          <a:ext cx="5377544" cy="4389120"/>
        </p:xfrm>
        <a:graphic>
          <a:graphicData uri="http://schemas.openxmlformats.org/drawingml/2006/table">
            <a:tbl>
              <a:tblPr firstRow="1" bandRow="1">
                <a:tableStyleId>{5C22544A-7EE6-4342-B048-85BDC9FD1C3A}</a:tableStyleId>
              </a:tblPr>
              <a:tblGrid>
                <a:gridCol w="375455">
                  <a:extLst>
                    <a:ext uri="{9D8B030D-6E8A-4147-A177-3AD203B41FA5}">
                      <a16:colId xmlns:a16="http://schemas.microsoft.com/office/drawing/2014/main" val="344398803"/>
                    </a:ext>
                  </a:extLst>
                </a:gridCol>
                <a:gridCol w="1943048">
                  <a:extLst>
                    <a:ext uri="{9D8B030D-6E8A-4147-A177-3AD203B41FA5}">
                      <a16:colId xmlns:a16="http://schemas.microsoft.com/office/drawing/2014/main" val="2968983296"/>
                    </a:ext>
                  </a:extLst>
                </a:gridCol>
                <a:gridCol w="577088">
                  <a:extLst>
                    <a:ext uri="{9D8B030D-6E8A-4147-A177-3AD203B41FA5}">
                      <a16:colId xmlns:a16="http://schemas.microsoft.com/office/drawing/2014/main" val="4165720606"/>
                    </a:ext>
                  </a:extLst>
                </a:gridCol>
                <a:gridCol w="592545">
                  <a:extLst>
                    <a:ext uri="{9D8B030D-6E8A-4147-A177-3AD203B41FA5}">
                      <a16:colId xmlns:a16="http://schemas.microsoft.com/office/drawing/2014/main" val="3992766371"/>
                    </a:ext>
                  </a:extLst>
                </a:gridCol>
                <a:gridCol w="636724">
                  <a:extLst>
                    <a:ext uri="{9D8B030D-6E8A-4147-A177-3AD203B41FA5}">
                      <a16:colId xmlns:a16="http://schemas.microsoft.com/office/drawing/2014/main" val="1390323159"/>
                    </a:ext>
                  </a:extLst>
                </a:gridCol>
                <a:gridCol w="636724">
                  <a:extLst>
                    <a:ext uri="{9D8B030D-6E8A-4147-A177-3AD203B41FA5}">
                      <a16:colId xmlns:a16="http://schemas.microsoft.com/office/drawing/2014/main" val="865712702"/>
                    </a:ext>
                  </a:extLst>
                </a:gridCol>
                <a:gridCol w="615960">
                  <a:extLst>
                    <a:ext uri="{9D8B030D-6E8A-4147-A177-3AD203B41FA5}">
                      <a16:colId xmlns:a16="http://schemas.microsoft.com/office/drawing/2014/main" val="3453581718"/>
                    </a:ext>
                  </a:extLst>
                </a:gridCol>
              </a:tblGrid>
              <a:tr h="1131787">
                <a:tc>
                  <a:txBody>
                    <a:bodyPr/>
                    <a:lstStyle/>
                    <a:p>
                      <a:pPr algn="ctr"/>
                      <a:r>
                        <a:rPr lang="en-US" sz="1200" dirty="0">
                          <a:latin typeface="+mn-lt"/>
                          <a:ea typeface="Calibri" panose="020F0502020204030204" pitchFamily="34" charset="0"/>
                          <a:cs typeface="Calibri" panose="020F0502020204030204" pitchFamily="34" charset="0"/>
                        </a:rPr>
                        <a:t>#</a:t>
                      </a:r>
                    </a:p>
                  </a:txBody>
                  <a:tcPr/>
                </a:tc>
                <a:tc>
                  <a:txBody>
                    <a:bodyPr/>
                    <a:lstStyle/>
                    <a:p>
                      <a:pPr algn="ctr"/>
                      <a:r>
                        <a:rPr lang="en-US" sz="1200" dirty="0">
                          <a:latin typeface="+mn-lt"/>
                          <a:ea typeface="Calibri" panose="020F0502020204030204" pitchFamily="34" charset="0"/>
                          <a:cs typeface="Calibri" panose="020F0502020204030204" pitchFamily="34" charset="0"/>
                        </a:rPr>
                        <a:t>Test Scenario</a:t>
                      </a:r>
                    </a:p>
                  </a:txBody>
                  <a:tcPr/>
                </a:tc>
                <a:tc>
                  <a:txBody>
                    <a:bodyPr/>
                    <a:lstStyle/>
                    <a:p>
                      <a:pPr algn="ctr"/>
                      <a:r>
                        <a:rPr lang="en-US" sz="1200" dirty="0">
                          <a:latin typeface="+mn-lt"/>
                          <a:ea typeface="Calibri" panose="020F0502020204030204" pitchFamily="34" charset="0"/>
                          <a:cs typeface="Calibri" panose="020F0502020204030204" pitchFamily="34" charset="0"/>
                        </a:rPr>
                        <a:t>No. of Users</a:t>
                      </a:r>
                    </a:p>
                  </a:txBody>
                  <a:tcPr/>
                </a:tc>
                <a:tc>
                  <a:txBody>
                    <a:bodyPr/>
                    <a:lstStyle/>
                    <a:p>
                      <a:pPr algn="ctr"/>
                      <a:r>
                        <a:rPr lang="en-US" sz="1200" dirty="0">
                          <a:latin typeface="+mn-lt"/>
                          <a:ea typeface="Calibri" panose="020F0502020204030204" pitchFamily="34" charset="0"/>
                          <a:cs typeface="Calibri" panose="020F0502020204030204" pitchFamily="34" charset="0"/>
                        </a:rPr>
                        <a:t>Transaction per second (TPS)</a:t>
                      </a:r>
                    </a:p>
                  </a:txBody>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200" dirty="0">
                          <a:latin typeface="+mn-lt"/>
                          <a:ea typeface="Calibri" panose="020F0502020204030204" pitchFamily="34" charset="0"/>
                          <a:cs typeface="Calibri" panose="020F0502020204030204" pitchFamily="34" charset="0"/>
                        </a:rPr>
                        <a:t>Transaction per Minute (TPM)</a:t>
                      </a:r>
                    </a:p>
                  </a:txBody>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200" dirty="0">
                          <a:latin typeface="+mn-lt"/>
                          <a:ea typeface="Calibri" panose="020F0502020204030204" pitchFamily="34" charset="0"/>
                          <a:cs typeface="Calibri" panose="020F0502020204030204" pitchFamily="34" charset="0"/>
                        </a:rPr>
                        <a:t>No. of Transaction  per hour</a:t>
                      </a:r>
                    </a:p>
                  </a:txBody>
                  <a:tcPr/>
                </a:tc>
                <a:tc>
                  <a:txBody>
                    <a:bodyPr/>
                    <a:lstStyle/>
                    <a:p>
                      <a:pPr algn="ctr"/>
                      <a:r>
                        <a:rPr lang="en-US" sz="1200" dirty="0">
                          <a:latin typeface="+mn-lt"/>
                          <a:ea typeface="Calibri" panose="020F0502020204030204" pitchFamily="34" charset="0"/>
                          <a:cs typeface="Calibri" panose="020F0502020204030204" pitchFamily="34" charset="0"/>
                        </a:rPr>
                        <a:t>Response Time SLA’s</a:t>
                      </a:r>
                    </a:p>
                  </a:txBody>
                  <a:tcPr/>
                </a:tc>
                <a:extLst>
                  <a:ext uri="{0D108BD9-81ED-4DB2-BD59-A6C34878D82A}">
                    <a16:rowId xmlns:a16="http://schemas.microsoft.com/office/drawing/2014/main" val="3696638262"/>
                  </a:ext>
                </a:extLst>
              </a:tr>
              <a:tr h="667464">
                <a:tc>
                  <a:txBody>
                    <a:bodyPr/>
                    <a:lstStyle/>
                    <a:p>
                      <a:pPr algn="ctr"/>
                      <a:r>
                        <a:rPr lang="en-US" sz="1000" dirty="0">
                          <a:latin typeface="+mn-lt"/>
                          <a:ea typeface="Calibri" panose="020F0502020204030204" pitchFamily="34" charset="0"/>
                          <a:cs typeface="Calibri" panose="020F0502020204030204" pitchFamily="34" charset="0"/>
                        </a:rPr>
                        <a:t>1</a:t>
                      </a:r>
                    </a:p>
                  </a:txBody>
                  <a:tcPr/>
                </a:tc>
                <a:tc>
                  <a:txBody>
                    <a:bodyPr/>
                    <a:lstStyle/>
                    <a:p>
                      <a:pPr algn="l"/>
                      <a:r>
                        <a:rPr lang="en-US" sz="1000">
                          <a:latin typeface="+mn-lt"/>
                          <a:ea typeface="Calibri" panose="020F0502020204030204" pitchFamily="34" charset="0"/>
                          <a:cs typeface="Calibri" panose="020F0502020204030204" pitchFamily="34" charset="0"/>
                        </a:rPr>
                        <a:t>S</a:t>
                      </a:r>
                      <a:r>
                        <a:rPr lang="en-US" sz="1000">
                          <a:latin typeface="+mn-lt"/>
                        </a:rPr>
                        <a:t>cenario 4 - PwD runs the report before they go to their appointment, equal distribution (M-F, 8 hours)</a:t>
                      </a:r>
                      <a:endParaRPr lang="en-US" sz="1000">
                        <a:latin typeface="+mn-lt"/>
                        <a:ea typeface="Calibri" panose="020F0502020204030204" pitchFamily="34" charset="0"/>
                        <a:cs typeface="Calibri" panose="020F0502020204030204" pitchFamily="34" charset="0"/>
                      </a:endParaRPr>
                    </a:p>
                  </a:txBody>
                  <a:tcPr/>
                </a:tc>
                <a:tc>
                  <a:txBody>
                    <a:bodyPr/>
                    <a:lstStyle/>
                    <a:p>
                      <a:pPr algn="ctr"/>
                      <a:r>
                        <a:rPr lang="en-US" sz="1000" dirty="0">
                          <a:latin typeface="+mn-lt"/>
                          <a:ea typeface="Calibri" panose="020F0502020204030204" pitchFamily="34" charset="0"/>
                          <a:cs typeface="Calibri" panose="020F0502020204030204" pitchFamily="34" charset="0"/>
                        </a:rPr>
                        <a:t>40</a:t>
                      </a:r>
                    </a:p>
                  </a:txBody>
                  <a:tcPr/>
                </a:tc>
                <a:tc>
                  <a:txBody>
                    <a:bodyPr/>
                    <a:lstStyle/>
                    <a:p>
                      <a:pPr algn="ctr"/>
                      <a:r>
                        <a:rPr lang="en-US" sz="1000" dirty="0">
                          <a:latin typeface="+mn-lt"/>
                          <a:ea typeface="Calibri" panose="020F0502020204030204" pitchFamily="34" charset="0"/>
                          <a:cs typeface="Calibri" panose="020F0502020204030204" pitchFamily="34" charset="0"/>
                        </a:rPr>
                        <a:t>0.01</a:t>
                      </a:r>
                    </a:p>
                  </a:txBody>
                  <a:tcPr/>
                </a:tc>
                <a:tc>
                  <a:txBody>
                    <a:bodyPr/>
                    <a:lstStyle/>
                    <a:p>
                      <a:pPr algn="ctr"/>
                      <a:r>
                        <a:rPr lang="en-US" sz="1000" dirty="0">
                          <a:latin typeface="+mn-lt"/>
                          <a:ea typeface="Calibri" panose="020F0502020204030204" pitchFamily="34" charset="0"/>
                          <a:cs typeface="Calibri" panose="020F0502020204030204" pitchFamily="34" charset="0"/>
                        </a:rPr>
                        <a:t>0.8</a:t>
                      </a:r>
                    </a:p>
                  </a:txBody>
                  <a:tcPr/>
                </a:tc>
                <a:tc>
                  <a:txBody>
                    <a:bodyPr/>
                    <a:lstStyle/>
                    <a:p>
                      <a:pPr algn="ctr"/>
                      <a:r>
                        <a:rPr lang="en-US" sz="1000" dirty="0">
                          <a:latin typeface="+mn-lt"/>
                          <a:ea typeface="Calibri" panose="020F0502020204030204" pitchFamily="34" charset="0"/>
                          <a:cs typeface="Calibri" panose="020F0502020204030204" pitchFamily="34" charset="0"/>
                        </a:rPr>
                        <a:t>40</a:t>
                      </a:r>
                    </a:p>
                  </a:txBody>
                  <a:tcPr/>
                </a:tc>
                <a:tc>
                  <a:txBody>
                    <a:bodyPr/>
                    <a:lstStyle/>
                    <a:p>
                      <a:pPr algn="ctr"/>
                      <a:r>
                        <a:rPr lang="en-US" sz="1000" dirty="0">
                          <a:latin typeface="+mn-lt"/>
                          <a:ea typeface="Calibri" panose="020F0502020204030204" pitchFamily="34" charset="0"/>
                          <a:cs typeface="Calibri" panose="020F0502020204030204" pitchFamily="34" charset="0"/>
                        </a:rPr>
                        <a:t>&lt;20 sec</a:t>
                      </a:r>
                    </a:p>
                  </a:txBody>
                  <a:tcPr/>
                </a:tc>
                <a:extLst>
                  <a:ext uri="{0D108BD9-81ED-4DB2-BD59-A6C34878D82A}">
                    <a16:rowId xmlns:a16="http://schemas.microsoft.com/office/drawing/2014/main" val="2182518301"/>
                  </a:ext>
                </a:extLst>
              </a:tr>
              <a:tr h="522363">
                <a:tc>
                  <a:txBody>
                    <a:bodyPr/>
                    <a:lstStyle/>
                    <a:p>
                      <a:pPr algn="ctr"/>
                      <a:r>
                        <a:rPr lang="en-US" sz="1000" dirty="0">
                          <a:latin typeface="+mn-lt"/>
                          <a:ea typeface="Calibri" panose="020F0502020204030204" pitchFamily="34" charset="0"/>
                          <a:cs typeface="Calibri" panose="020F0502020204030204" pitchFamily="34" charset="0"/>
                        </a:rPr>
                        <a:t>2</a:t>
                      </a:r>
                    </a:p>
                  </a:txBody>
                  <a:tcPr/>
                </a:tc>
                <a:tc>
                  <a:txBody>
                    <a:bodyPr/>
                    <a:lstStyle/>
                    <a:p>
                      <a:pPr algn="l"/>
                      <a:r>
                        <a:rPr lang="en-US" sz="1000">
                          <a:latin typeface="+mn-lt"/>
                        </a:rPr>
                        <a:t>Scenario 1b+2+4: Number of per minute by HCP and PwD through M-F </a:t>
                      </a:r>
                      <a:endParaRPr lang="en-US" sz="1000">
                        <a:latin typeface="+mn-lt"/>
                        <a:ea typeface="Calibri" panose="020F0502020204030204" pitchFamily="34" charset="0"/>
                        <a:cs typeface="Calibri" panose="020F0502020204030204" pitchFamily="34" charset="0"/>
                      </a:endParaRPr>
                    </a:p>
                  </a:txBody>
                  <a:tcPr/>
                </a:tc>
                <a:tc>
                  <a:txBody>
                    <a:bodyPr/>
                    <a:lstStyle/>
                    <a:p>
                      <a:pPr algn="ctr"/>
                      <a:r>
                        <a:rPr lang="en-US" sz="1000" dirty="0">
                          <a:latin typeface="+mn-lt"/>
                          <a:ea typeface="Calibri" panose="020F0502020204030204" pitchFamily="34" charset="0"/>
                          <a:cs typeface="Calibri" panose="020F0502020204030204" pitchFamily="34" charset="0"/>
                        </a:rPr>
                        <a:t>173</a:t>
                      </a:r>
                    </a:p>
                  </a:txBody>
                  <a:tcPr/>
                </a:tc>
                <a:tc>
                  <a:txBody>
                    <a:bodyPr/>
                    <a:lstStyle/>
                    <a:p>
                      <a:pPr algn="ctr"/>
                      <a:r>
                        <a:rPr lang="en-US" sz="1000" dirty="0">
                          <a:latin typeface="+mn-lt"/>
                          <a:ea typeface="Calibri" panose="020F0502020204030204" pitchFamily="34" charset="0"/>
                          <a:cs typeface="Calibri" panose="020F0502020204030204" pitchFamily="34" charset="0"/>
                        </a:rPr>
                        <a:t>0.05</a:t>
                      </a:r>
                    </a:p>
                  </a:txBody>
                  <a:tcPr/>
                </a:tc>
                <a:tc>
                  <a:txBody>
                    <a:bodyPr/>
                    <a:lstStyle/>
                    <a:p>
                      <a:pPr algn="ctr"/>
                      <a:r>
                        <a:rPr lang="en-US" sz="1000" dirty="0">
                          <a:latin typeface="+mn-lt"/>
                          <a:ea typeface="Calibri" panose="020F0502020204030204" pitchFamily="34" charset="0"/>
                          <a:cs typeface="Calibri" panose="020F0502020204030204" pitchFamily="34" charset="0"/>
                        </a:rPr>
                        <a:t>2.9</a:t>
                      </a:r>
                    </a:p>
                  </a:txBody>
                  <a:tcPr/>
                </a:tc>
                <a:tc>
                  <a:txBody>
                    <a:bodyPr/>
                    <a:lstStyle/>
                    <a:p>
                      <a:pPr algn="ctr"/>
                      <a:r>
                        <a:rPr lang="en-US" sz="1000" dirty="0">
                          <a:latin typeface="+mn-lt"/>
                          <a:ea typeface="Calibri" panose="020F0502020204030204" pitchFamily="34" charset="0"/>
                          <a:cs typeface="Calibri" panose="020F0502020204030204" pitchFamily="34" charset="0"/>
                        </a:rPr>
                        <a:t>173</a:t>
                      </a:r>
                    </a:p>
                  </a:txBody>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000" dirty="0">
                          <a:latin typeface="+mn-lt"/>
                          <a:ea typeface="Calibri" panose="020F0502020204030204" pitchFamily="34" charset="0"/>
                          <a:cs typeface="Calibri" panose="020F0502020204030204" pitchFamily="34" charset="0"/>
                        </a:rPr>
                        <a:t>&lt;20 sec</a:t>
                      </a:r>
                    </a:p>
                  </a:txBody>
                  <a:tcPr/>
                </a:tc>
                <a:extLst>
                  <a:ext uri="{0D108BD9-81ED-4DB2-BD59-A6C34878D82A}">
                    <a16:rowId xmlns:a16="http://schemas.microsoft.com/office/drawing/2014/main" val="782104824"/>
                  </a:ext>
                </a:extLst>
              </a:tr>
              <a:tr h="522363">
                <a:tc>
                  <a:txBody>
                    <a:bodyPr/>
                    <a:lstStyle/>
                    <a:p>
                      <a:pPr algn="ctr"/>
                      <a:r>
                        <a:rPr lang="en-US" sz="1000" dirty="0">
                          <a:latin typeface="+mn-lt"/>
                          <a:ea typeface="Calibri" panose="020F0502020204030204" pitchFamily="34" charset="0"/>
                          <a:cs typeface="Calibri" panose="020F0502020204030204" pitchFamily="34" charset="0"/>
                        </a:rPr>
                        <a:t>3</a:t>
                      </a:r>
                    </a:p>
                  </a:txBody>
                  <a:tcPr/>
                </a:tc>
                <a:tc>
                  <a:txBody>
                    <a:bodyPr/>
                    <a:lstStyle/>
                    <a:p>
                      <a:pPr algn="l"/>
                      <a:r>
                        <a:rPr lang="en-US" sz="1000">
                          <a:latin typeface="+mn-lt"/>
                          <a:ea typeface="Calibri" panose="020F0502020204030204" pitchFamily="34" charset="0"/>
                          <a:cs typeface="Calibri" panose="020F0502020204030204" pitchFamily="34" charset="0"/>
                        </a:rPr>
                        <a:t>S</a:t>
                      </a:r>
                      <a:r>
                        <a:rPr lang="en-US" sz="1000">
                          <a:latin typeface="+mn-lt"/>
                        </a:rPr>
                        <a:t>cenario 6a - PwD runs the report in first 15 mins after they get their text message </a:t>
                      </a:r>
                      <a:endParaRPr lang="en-US" sz="1000">
                        <a:latin typeface="+mn-lt"/>
                        <a:ea typeface="Calibri" panose="020F0502020204030204" pitchFamily="34" charset="0"/>
                        <a:cs typeface="Calibri" panose="020F0502020204030204" pitchFamily="34" charset="0"/>
                      </a:endParaRPr>
                    </a:p>
                  </a:txBody>
                  <a:tcPr/>
                </a:tc>
                <a:tc>
                  <a:txBody>
                    <a:bodyPr/>
                    <a:lstStyle/>
                    <a:p>
                      <a:pPr algn="ctr"/>
                      <a:r>
                        <a:rPr lang="en-US" sz="1000" dirty="0">
                          <a:latin typeface="+mn-lt"/>
                          <a:ea typeface="Calibri" panose="020F0502020204030204" pitchFamily="34" charset="0"/>
                          <a:cs typeface="Calibri" panose="020F0502020204030204" pitchFamily="34" charset="0"/>
                        </a:rPr>
                        <a:t>84</a:t>
                      </a:r>
                    </a:p>
                  </a:txBody>
                  <a:tcPr/>
                </a:tc>
                <a:tc>
                  <a:txBody>
                    <a:bodyPr/>
                    <a:lstStyle/>
                    <a:p>
                      <a:pPr algn="ctr"/>
                      <a:r>
                        <a:rPr lang="en-US" sz="1000" dirty="0">
                          <a:latin typeface="+mn-lt"/>
                          <a:ea typeface="Calibri" panose="020F0502020204030204" pitchFamily="34" charset="0"/>
                          <a:cs typeface="Calibri" panose="020F0502020204030204" pitchFamily="34" charset="0"/>
                        </a:rPr>
                        <a:t>1.4</a:t>
                      </a:r>
                    </a:p>
                  </a:txBody>
                  <a:tcPr/>
                </a:tc>
                <a:tc>
                  <a:txBody>
                    <a:bodyPr/>
                    <a:lstStyle/>
                    <a:p>
                      <a:pPr algn="ctr"/>
                      <a:r>
                        <a:rPr lang="en-US" sz="1000" dirty="0">
                          <a:latin typeface="+mn-lt"/>
                          <a:ea typeface="Calibri" panose="020F0502020204030204" pitchFamily="34" charset="0"/>
                          <a:cs typeface="Calibri" panose="020F0502020204030204" pitchFamily="34" charset="0"/>
                        </a:rPr>
                        <a:t>5.6</a:t>
                      </a:r>
                    </a:p>
                  </a:txBody>
                  <a:tcPr/>
                </a:tc>
                <a:tc>
                  <a:txBody>
                    <a:bodyPr/>
                    <a:lstStyle/>
                    <a:p>
                      <a:pPr algn="ctr"/>
                      <a:r>
                        <a:rPr lang="en-US" sz="1000">
                          <a:latin typeface="+mn-lt"/>
                          <a:ea typeface="Calibri" panose="020F0502020204030204" pitchFamily="34" charset="0"/>
                          <a:cs typeface="Calibri" panose="020F0502020204030204" pitchFamily="34" charset="0"/>
                        </a:rPr>
                        <a:t>84</a:t>
                      </a:r>
                    </a:p>
                  </a:txBody>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000" dirty="0">
                          <a:latin typeface="+mn-lt"/>
                          <a:ea typeface="Calibri" panose="020F0502020204030204" pitchFamily="34" charset="0"/>
                          <a:cs typeface="Calibri" panose="020F0502020204030204" pitchFamily="34" charset="0"/>
                        </a:rPr>
                        <a:t>&lt;20 sec</a:t>
                      </a:r>
                    </a:p>
                  </a:txBody>
                  <a:tcPr/>
                </a:tc>
                <a:extLst>
                  <a:ext uri="{0D108BD9-81ED-4DB2-BD59-A6C34878D82A}">
                    <a16:rowId xmlns:a16="http://schemas.microsoft.com/office/drawing/2014/main" val="848125219"/>
                  </a:ext>
                </a:extLst>
              </a:tr>
              <a:tr h="667464">
                <a:tc>
                  <a:txBody>
                    <a:bodyPr/>
                    <a:lstStyle/>
                    <a:p>
                      <a:pPr algn="ctr"/>
                      <a:r>
                        <a:rPr lang="en-US" sz="1000" dirty="0">
                          <a:latin typeface="+mn-lt"/>
                          <a:ea typeface="Calibri" panose="020F0502020204030204" pitchFamily="34" charset="0"/>
                          <a:cs typeface="Calibri" panose="020F0502020204030204" pitchFamily="34" charset="0"/>
                        </a:rPr>
                        <a:t>4</a:t>
                      </a:r>
                    </a:p>
                  </a:txBody>
                  <a:tcPr/>
                </a:tc>
                <a:tc>
                  <a:txBody>
                    <a:bodyPr/>
                    <a:lstStyle/>
                    <a:p>
                      <a:pPr algn="l"/>
                      <a:r>
                        <a:rPr lang="en-US" sz="1000">
                          <a:latin typeface="+mn-lt"/>
                        </a:rPr>
                        <a:t>Scenario 6b - PwD runs the report in first 60 mins after they get their Sunday text message</a:t>
                      </a:r>
                      <a:endParaRPr lang="en-US" sz="1000">
                        <a:latin typeface="+mn-lt"/>
                        <a:ea typeface="Calibri" panose="020F0502020204030204" pitchFamily="34" charset="0"/>
                        <a:cs typeface="Calibri" panose="020F0502020204030204" pitchFamily="34" charset="0"/>
                      </a:endParaRPr>
                    </a:p>
                  </a:txBody>
                  <a:tcPr/>
                </a:tc>
                <a:tc>
                  <a:txBody>
                    <a:bodyPr/>
                    <a:lstStyle/>
                    <a:p>
                      <a:pPr algn="ctr"/>
                      <a:r>
                        <a:rPr lang="en-US" sz="1000" dirty="0">
                          <a:latin typeface="+mn-lt"/>
                          <a:ea typeface="Calibri" panose="020F0502020204030204" pitchFamily="34" charset="0"/>
                          <a:cs typeface="Calibri" panose="020F0502020204030204" pitchFamily="34" charset="0"/>
                        </a:rPr>
                        <a:t>3,125</a:t>
                      </a:r>
                    </a:p>
                  </a:txBody>
                  <a:tcPr/>
                </a:tc>
                <a:tc>
                  <a:txBody>
                    <a:bodyPr/>
                    <a:lstStyle/>
                    <a:p>
                      <a:pPr algn="ctr"/>
                      <a:r>
                        <a:rPr lang="en-US" sz="1000" dirty="0">
                          <a:latin typeface="+mn-lt"/>
                          <a:ea typeface="Calibri" panose="020F0502020204030204" pitchFamily="34" charset="0"/>
                          <a:cs typeface="Calibri" panose="020F0502020204030204" pitchFamily="34" charset="0"/>
                        </a:rPr>
                        <a:t>0.9</a:t>
                      </a:r>
                    </a:p>
                  </a:txBody>
                  <a:tcPr/>
                </a:tc>
                <a:tc>
                  <a:txBody>
                    <a:bodyPr/>
                    <a:lstStyle/>
                    <a:p>
                      <a:pPr algn="ctr"/>
                      <a:r>
                        <a:rPr lang="en-US" sz="1000" dirty="0">
                          <a:latin typeface="+mn-lt"/>
                          <a:ea typeface="Calibri" panose="020F0502020204030204" pitchFamily="34" charset="0"/>
                          <a:cs typeface="Calibri" panose="020F0502020204030204" pitchFamily="34" charset="0"/>
                        </a:rPr>
                        <a:t>52</a:t>
                      </a:r>
                    </a:p>
                  </a:txBody>
                  <a:tcPr/>
                </a:tc>
                <a:tc>
                  <a:txBody>
                    <a:bodyPr/>
                    <a:lstStyle/>
                    <a:p>
                      <a:pPr algn="ctr"/>
                      <a:r>
                        <a:rPr lang="en-US" sz="1000" dirty="0">
                          <a:latin typeface="+mn-lt"/>
                          <a:ea typeface="Calibri" panose="020F0502020204030204" pitchFamily="34" charset="0"/>
                          <a:cs typeface="Calibri" panose="020F0502020204030204" pitchFamily="34" charset="0"/>
                        </a:rPr>
                        <a:t>3125</a:t>
                      </a:r>
                    </a:p>
                  </a:txBody>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000" dirty="0">
                          <a:latin typeface="+mn-lt"/>
                          <a:ea typeface="Calibri" panose="020F0502020204030204" pitchFamily="34" charset="0"/>
                          <a:cs typeface="Calibri" panose="020F0502020204030204" pitchFamily="34" charset="0"/>
                        </a:rPr>
                        <a:t>&lt;20 sec</a:t>
                      </a:r>
                    </a:p>
                  </a:txBody>
                  <a:tcPr/>
                </a:tc>
                <a:extLst>
                  <a:ext uri="{0D108BD9-81ED-4DB2-BD59-A6C34878D82A}">
                    <a16:rowId xmlns:a16="http://schemas.microsoft.com/office/drawing/2014/main" val="2849040954"/>
                  </a:ext>
                </a:extLst>
              </a:tr>
              <a:tr h="667464">
                <a:tc>
                  <a:txBody>
                    <a:bodyPr/>
                    <a:lstStyle/>
                    <a:p>
                      <a:pPr algn="ctr"/>
                      <a:r>
                        <a:rPr lang="en-US" sz="1000" dirty="0">
                          <a:latin typeface="+mn-lt"/>
                          <a:ea typeface="Calibri" panose="020F0502020204030204" pitchFamily="34" charset="0"/>
                          <a:cs typeface="Calibri" panose="020F0502020204030204" pitchFamily="34" charset="0"/>
                        </a:rPr>
                        <a:t>5</a:t>
                      </a:r>
                    </a:p>
                  </a:txBody>
                  <a:tcPr/>
                </a:tc>
                <a:tc>
                  <a:txBody>
                    <a:bodyPr/>
                    <a:lstStyle/>
                    <a:p>
                      <a:pPr algn="l"/>
                      <a:r>
                        <a:rPr lang="en-US" sz="1000">
                          <a:latin typeface="+mn-lt"/>
                          <a:ea typeface="Calibri" panose="020F0502020204030204" pitchFamily="34" charset="0"/>
                          <a:cs typeface="Calibri" panose="020F0502020204030204" pitchFamily="34" charset="0"/>
                        </a:rPr>
                        <a:t>S</a:t>
                      </a:r>
                      <a:r>
                        <a:rPr lang="en-US" sz="1000">
                          <a:latin typeface="+mn-lt"/>
                        </a:rPr>
                        <a:t>cenario 6d - Some PwDs run the report in first 15 mins after they get their Sunday text message at 10am ET </a:t>
                      </a:r>
                      <a:endParaRPr lang="en-US" sz="1000">
                        <a:latin typeface="+mn-lt"/>
                        <a:ea typeface="Calibri" panose="020F0502020204030204" pitchFamily="34" charset="0"/>
                        <a:cs typeface="Calibri" panose="020F0502020204030204" pitchFamily="34" charset="0"/>
                      </a:endParaRPr>
                    </a:p>
                  </a:txBody>
                  <a:tcPr/>
                </a:tc>
                <a:tc>
                  <a:txBody>
                    <a:bodyPr/>
                    <a:lstStyle/>
                    <a:p>
                      <a:pPr algn="ctr"/>
                      <a:r>
                        <a:rPr lang="en-US" sz="1000" dirty="0">
                          <a:latin typeface="+mn-lt"/>
                          <a:ea typeface="Calibri" panose="020F0502020204030204" pitchFamily="34" charset="0"/>
                          <a:cs typeface="Calibri" panose="020F0502020204030204" pitchFamily="34" charset="0"/>
                        </a:rPr>
                        <a:t>1,562</a:t>
                      </a:r>
                    </a:p>
                  </a:txBody>
                  <a:tcPr/>
                </a:tc>
                <a:tc>
                  <a:txBody>
                    <a:bodyPr/>
                    <a:lstStyle/>
                    <a:p>
                      <a:pPr algn="ctr"/>
                      <a:r>
                        <a:rPr lang="en-US" sz="1000" dirty="0">
                          <a:latin typeface="+mn-lt"/>
                          <a:ea typeface="Calibri" panose="020F0502020204030204" pitchFamily="34" charset="0"/>
                          <a:cs typeface="Calibri" panose="020F0502020204030204" pitchFamily="34" charset="0"/>
                        </a:rPr>
                        <a:t>1.73</a:t>
                      </a:r>
                    </a:p>
                  </a:txBody>
                  <a:tcPr/>
                </a:tc>
                <a:tc>
                  <a:txBody>
                    <a:bodyPr/>
                    <a:lstStyle/>
                    <a:p>
                      <a:pPr algn="ctr"/>
                      <a:r>
                        <a:rPr lang="en-US" sz="1000" dirty="0">
                          <a:latin typeface="+mn-lt"/>
                          <a:ea typeface="Calibri" panose="020F0502020204030204" pitchFamily="34" charset="0"/>
                          <a:cs typeface="Calibri" panose="020F0502020204030204" pitchFamily="34" charset="0"/>
                        </a:rPr>
                        <a:t>104</a:t>
                      </a:r>
                    </a:p>
                  </a:txBody>
                  <a:tcPr/>
                </a:tc>
                <a:tc>
                  <a:txBody>
                    <a:bodyPr/>
                    <a:lstStyle/>
                    <a:p>
                      <a:pPr algn="ctr"/>
                      <a:r>
                        <a:rPr lang="en-US" sz="1000">
                          <a:latin typeface="+mn-lt"/>
                          <a:ea typeface="Calibri" panose="020F0502020204030204" pitchFamily="34" charset="0"/>
                          <a:cs typeface="Calibri" panose="020F0502020204030204" pitchFamily="34" charset="0"/>
                        </a:rPr>
                        <a:t>1562</a:t>
                      </a:r>
                    </a:p>
                  </a:txBody>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000" dirty="0">
                          <a:latin typeface="+mn-lt"/>
                          <a:ea typeface="Calibri" panose="020F0502020204030204" pitchFamily="34" charset="0"/>
                          <a:cs typeface="Calibri" panose="020F0502020204030204" pitchFamily="34" charset="0"/>
                        </a:rPr>
                        <a:t>&lt;20 sec</a:t>
                      </a:r>
                    </a:p>
                  </a:txBody>
                  <a:tcPr/>
                </a:tc>
                <a:extLst>
                  <a:ext uri="{0D108BD9-81ED-4DB2-BD59-A6C34878D82A}">
                    <a16:rowId xmlns:a16="http://schemas.microsoft.com/office/drawing/2014/main" val="2516364585"/>
                  </a:ext>
                </a:extLst>
              </a:tr>
            </a:tbl>
          </a:graphicData>
        </a:graphic>
      </p:graphicFrame>
      <p:sp>
        <p:nvSpPr>
          <p:cNvPr id="14" name="Rectangle: Rounded Corners 13">
            <a:extLst>
              <a:ext uri="{FF2B5EF4-FFF2-40B4-BE49-F238E27FC236}">
                <a16:creationId xmlns:a16="http://schemas.microsoft.com/office/drawing/2014/main" id="{0F8F6616-8935-CE7F-B02D-4C50B562C03D}"/>
              </a:ext>
            </a:extLst>
          </p:cNvPr>
          <p:cNvSpPr/>
          <p:nvPr/>
        </p:nvSpPr>
        <p:spPr>
          <a:xfrm>
            <a:off x="3168502" y="1604149"/>
            <a:ext cx="914400" cy="276446"/>
          </a:xfrm>
          <a:prstGeom prst="round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gn="ctr">
              <a:lnSpc>
                <a:spcPct val="85000"/>
              </a:lnSpc>
            </a:pPr>
            <a:r>
              <a:rPr lang="en-US" sz="1600" b="1" dirty="0">
                <a:solidFill>
                  <a:schemeClr val="bg1"/>
                </a:solidFill>
              </a:rPr>
              <a:t>HCP</a:t>
            </a:r>
            <a:endParaRPr lang="en-US" b="1" dirty="0">
              <a:solidFill>
                <a:schemeClr val="bg1"/>
              </a:solidFill>
            </a:endParaRPr>
          </a:p>
        </p:txBody>
      </p:sp>
      <p:sp>
        <p:nvSpPr>
          <p:cNvPr id="15" name="Rectangle: Rounded Corners 14">
            <a:extLst>
              <a:ext uri="{FF2B5EF4-FFF2-40B4-BE49-F238E27FC236}">
                <a16:creationId xmlns:a16="http://schemas.microsoft.com/office/drawing/2014/main" id="{B0D59A89-5836-3EBA-24FD-BB066C9C70E7}"/>
              </a:ext>
            </a:extLst>
          </p:cNvPr>
          <p:cNvSpPr/>
          <p:nvPr/>
        </p:nvSpPr>
        <p:spPr>
          <a:xfrm>
            <a:off x="8595031" y="1613820"/>
            <a:ext cx="914400" cy="276446"/>
          </a:xfrm>
          <a:prstGeom prst="round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gn="ctr">
              <a:lnSpc>
                <a:spcPct val="85000"/>
              </a:lnSpc>
            </a:pPr>
            <a:r>
              <a:rPr lang="en-US" sz="1600" b="1" dirty="0" err="1">
                <a:solidFill>
                  <a:schemeClr val="bg1"/>
                </a:solidFill>
              </a:rPr>
              <a:t>PwD</a:t>
            </a:r>
            <a:endParaRPr lang="en-US" b="1" dirty="0">
              <a:solidFill>
                <a:schemeClr val="bg1"/>
              </a:solidFill>
            </a:endParaRPr>
          </a:p>
        </p:txBody>
      </p:sp>
    </p:spTree>
    <p:extLst>
      <p:ext uri="{BB962C8B-B14F-4D97-AF65-F5344CB8AC3E}">
        <p14:creationId xmlns:p14="http://schemas.microsoft.com/office/powerpoint/2010/main" val="1250179072"/>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C80C9-E3EF-85D1-977C-ACA88E21E480}"/>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7C12FC24-8FA2-57A2-A10B-DDCC9877F7D9}"/>
              </a:ext>
            </a:extLst>
          </p:cNvPr>
          <p:cNvSpPr>
            <a:spLocks noGrp="1"/>
          </p:cNvSpPr>
          <p:nvPr>
            <p:ph type="ftr" sz="quarter" idx="15"/>
          </p:nvPr>
        </p:nvSpPr>
        <p:spPr/>
        <p:txBody>
          <a:bodyPr/>
          <a:lstStyle/>
          <a:p>
            <a:r>
              <a:rPr lang="en-US"/>
              <a:t>CONFIDENTIAL</a:t>
            </a:r>
          </a:p>
        </p:txBody>
      </p:sp>
      <p:sp>
        <p:nvSpPr>
          <p:cNvPr id="4" name="Slide Number Placeholder 3">
            <a:extLst>
              <a:ext uri="{FF2B5EF4-FFF2-40B4-BE49-F238E27FC236}">
                <a16:creationId xmlns:a16="http://schemas.microsoft.com/office/drawing/2014/main" id="{8F753468-1E90-57DD-BE61-D9AA73DEF28D}"/>
              </a:ext>
            </a:extLst>
          </p:cNvPr>
          <p:cNvSpPr>
            <a:spLocks noGrp="1"/>
          </p:cNvSpPr>
          <p:nvPr>
            <p:ph type="sldNum" sz="quarter" idx="16"/>
          </p:nvPr>
        </p:nvSpPr>
        <p:spPr/>
        <p:txBody>
          <a:bodyPr/>
          <a:lstStyle/>
          <a:p>
            <a:fld id="{4F90343F-D056-4E24-BE3D-A305BDC1A23E}" type="slidenum">
              <a:rPr lang="en-US" smtClean="0"/>
              <a:pPr/>
              <a:t>12</a:t>
            </a:fld>
            <a:endParaRPr lang="en-US"/>
          </a:p>
        </p:txBody>
      </p:sp>
      <p:sp>
        <p:nvSpPr>
          <p:cNvPr id="10" name="TextBox 9">
            <a:extLst>
              <a:ext uri="{FF2B5EF4-FFF2-40B4-BE49-F238E27FC236}">
                <a16:creationId xmlns:a16="http://schemas.microsoft.com/office/drawing/2014/main" id="{E3559107-C930-C744-6488-00F89C2A0A3F}"/>
              </a:ext>
            </a:extLst>
          </p:cNvPr>
          <p:cNvSpPr txBox="1"/>
          <p:nvPr/>
        </p:nvSpPr>
        <p:spPr>
          <a:xfrm>
            <a:off x="665950" y="610286"/>
            <a:ext cx="10776854" cy="646331"/>
          </a:xfrm>
          <a:prstGeom prst="rect">
            <a:avLst/>
          </a:prstGeom>
          <a:noFill/>
        </p:spPr>
        <p:txBody>
          <a:bodyPr wrap="square">
            <a:spAutoFit/>
          </a:bodyPr>
          <a:lstStyle/>
          <a:p>
            <a:r>
              <a:rPr lang="en-US" sz="1400" b="1" dirty="0">
                <a:ea typeface="Calibri" panose="020F0502020204030204" pitchFamily="34" charset="0"/>
                <a:cs typeface="Calibri" panose="020F0502020204030204" pitchFamily="34" charset="0"/>
              </a:rPr>
              <a:t>Goal#1 – All in-scope Scenarios except Report Generation</a:t>
            </a:r>
          </a:p>
          <a:p>
            <a:r>
              <a:rPr lang="en-US" sz="1100" dirty="0">
                <a:latin typeface="+mj-lt"/>
                <a:ea typeface="Calibri" panose="020F0502020204030204" pitchFamily="34" charset="0"/>
                <a:cs typeface="Calibri" panose="020F0502020204030204" pitchFamily="34" charset="0"/>
              </a:rPr>
              <a:t>Load Test is to measure </a:t>
            </a:r>
            <a:r>
              <a:rPr lang="en-US" sz="1100" b="0" i="0" dirty="0">
                <a:solidFill>
                  <a:srgbClr val="333333"/>
                </a:solidFill>
                <a:effectLst/>
                <a:latin typeface="+mj-lt"/>
              </a:rPr>
              <a:t>the system behaves when multiple users accessing the application simultaneously.</a:t>
            </a:r>
          </a:p>
          <a:p>
            <a:r>
              <a:rPr lang="en-US" sz="1100" dirty="0">
                <a:solidFill>
                  <a:srgbClr val="333333"/>
                </a:solidFill>
                <a:latin typeface="+mj-lt"/>
                <a:ea typeface="Calibri" panose="020F0502020204030204" pitchFamily="34" charset="0"/>
                <a:cs typeface="Calibri" panose="020F0502020204030204" pitchFamily="34" charset="0"/>
              </a:rPr>
              <a:t>Stress Test is to </a:t>
            </a:r>
            <a:r>
              <a:rPr lang="en-US" sz="1100" dirty="0"/>
              <a:t>evaluates how a system or individual performs under extreme conditions to identify breaking points or weaknesses.</a:t>
            </a:r>
            <a:endParaRPr lang="en-US" sz="1100" dirty="0">
              <a:latin typeface="+mj-lt"/>
              <a:ea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4F005FBF-94E5-13CB-D9B6-9382456E2765}"/>
              </a:ext>
            </a:extLst>
          </p:cNvPr>
          <p:cNvSpPr/>
          <p:nvPr/>
        </p:nvSpPr>
        <p:spPr>
          <a:xfrm>
            <a:off x="670102" y="123099"/>
            <a:ext cx="11071167" cy="522515"/>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nSpc>
                <a:spcPct val="85000"/>
              </a:lnSpc>
            </a:pPr>
            <a:r>
              <a:rPr lang="en-US" sz="2400" b="1" dirty="0">
                <a:solidFill>
                  <a:schemeClr val="bg1"/>
                </a:solidFill>
                <a:ea typeface="Calibri" panose="020F0502020204030204" pitchFamily="34" charset="0"/>
                <a:cs typeface="Calibri" panose="020F0502020204030204" pitchFamily="34" charset="0"/>
              </a:rPr>
              <a:t>GUI Goals</a:t>
            </a:r>
            <a:r>
              <a:rPr lang="en-US" sz="2400" b="1">
                <a:solidFill>
                  <a:schemeClr val="bg1"/>
                </a:solidFill>
                <a:ea typeface="Calibri" panose="020F0502020204030204" pitchFamily="34" charset="0"/>
                <a:cs typeface="Calibri" panose="020F0502020204030204" pitchFamily="34" charset="0"/>
              </a:rPr>
              <a:t>                                                                                                             </a:t>
            </a:r>
            <a:r>
              <a:rPr lang="en-US" sz="2400">
                <a:solidFill>
                  <a:schemeClr val="bg1"/>
                </a:solidFill>
                <a:latin typeface="Calibri" panose="020F0502020204030204" pitchFamily="34" charset="0"/>
                <a:ea typeface="Calibri" panose="020F0502020204030204" pitchFamily="34" charset="0"/>
                <a:cs typeface="Calibri" panose="020F0502020204030204" pitchFamily="34" charset="0"/>
              </a:rPr>
              <a:t>(Continue…) </a:t>
            </a:r>
            <a:endParaRPr lang="en-US" sz="2400" b="1" dirty="0">
              <a:solidFill>
                <a:schemeClr val="bg1"/>
              </a:solidFill>
              <a:ea typeface="Calibri" panose="020F0502020204030204" pitchFamily="34" charset="0"/>
              <a:cs typeface="Calibri" panose="020F0502020204030204" pitchFamily="34" charset="0"/>
            </a:endParaRPr>
          </a:p>
        </p:txBody>
      </p:sp>
      <p:graphicFrame>
        <p:nvGraphicFramePr>
          <p:cNvPr id="6" name="Table 5">
            <a:extLst>
              <a:ext uri="{FF2B5EF4-FFF2-40B4-BE49-F238E27FC236}">
                <a16:creationId xmlns:a16="http://schemas.microsoft.com/office/drawing/2014/main" id="{20EC460A-06DD-D191-B7F8-9DD8A17011E4}"/>
              </a:ext>
            </a:extLst>
          </p:cNvPr>
          <p:cNvGraphicFramePr>
            <a:graphicFrameLocks noGrp="1"/>
          </p:cNvGraphicFramePr>
          <p:nvPr>
            <p:extLst>
              <p:ext uri="{D42A27DB-BD31-4B8C-83A1-F6EECF244321}">
                <p14:modId xmlns:p14="http://schemas.microsoft.com/office/powerpoint/2010/main" val="735426262"/>
              </p:ext>
            </p:extLst>
          </p:nvPr>
        </p:nvGraphicFramePr>
        <p:xfrm>
          <a:off x="688984" y="1269805"/>
          <a:ext cx="11071167" cy="1630680"/>
        </p:xfrm>
        <a:graphic>
          <a:graphicData uri="http://schemas.openxmlformats.org/drawingml/2006/table">
            <a:tbl>
              <a:tblPr firstRow="1" bandRow="1">
                <a:tableStyleId>{5C22544A-7EE6-4342-B048-85BDC9FD1C3A}</a:tableStyleId>
              </a:tblPr>
              <a:tblGrid>
                <a:gridCol w="564632">
                  <a:extLst>
                    <a:ext uri="{9D8B030D-6E8A-4147-A177-3AD203B41FA5}">
                      <a16:colId xmlns:a16="http://schemas.microsoft.com/office/drawing/2014/main" val="2505345100"/>
                    </a:ext>
                  </a:extLst>
                </a:gridCol>
                <a:gridCol w="931800">
                  <a:extLst>
                    <a:ext uri="{9D8B030D-6E8A-4147-A177-3AD203B41FA5}">
                      <a16:colId xmlns:a16="http://schemas.microsoft.com/office/drawing/2014/main" val="765473239"/>
                    </a:ext>
                  </a:extLst>
                </a:gridCol>
                <a:gridCol w="4416552">
                  <a:extLst>
                    <a:ext uri="{9D8B030D-6E8A-4147-A177-3AD203B41FA5}">
                      <a16:colId xmlns:a16="http://schemas.microsoft.com/office/drawing/2014/main" val="3908974634"/>
                    </a:ext>
                  </a:extLst>
                </a:gridCol>
                <a:gridCol w="832104">
                  <a:extLst>
                    <a:ext uri="{9D8B030D-6E8A-4147-A177-3AD203B41FA5}">
                      <a16:colId xmlns:a16="http://schemas.microsoft.com/office/drawing/2014/main" val="3870870621"/>
                    </a:ext>
                  </a:extLst>
                </a:gridCol>
                <a:gridCol w="3427190">
                  <a:extLst>
                    <a:ext uri="{9D8B030D-6E8A-4147-A177-3AD203B41FA5}">
                      <a16:colId xmlns:a16="http://schemas.microsoft.com/office/drawing/2014/main" val="3289002681"/>
                    </a:ext>
                  </a:extLst>
                </a:gridCol>
                <a:gridCol w="898889">
                  <a:extLst>
                    <a:ext uri="{9D8B030D-6E8A-4147-A177-3AD203B41FA5}">
                      <a16:colId xmlns:a16="http://schemas.microsoft.com/office/drawing/2014/main" val="617769190"/>
                    </a:ext>
                  </a:extLst>
                </a:gridCol>
              </a:tblGrid>
              <a:tr h="376191">
                <a:tc>
                  <a:txBody>
                    <a:bodyPr/>
                    <a:lstStyle/>
                    <a:p>
                      <a:pPr algn="ctr"/>
                      <a:r>
                        <a:rPr lang="en-US" sz="1100" dirty="0">
                          <a:latin typeface="+mn-lt"/>
                        </a:rPr>
                        <a:t>#</a:t>
                      </a:r>
                    </a:p>
                  </a:txBody>
                  <a:tcPr/>
                </a:tc>
                <a:tc>
                  <a:txBody>
                    <a:bodyPr/>
                    <a:lstStyle/>
                    <a:p>
                      <a:pPr algn="ctr"/>
                      <a:r>
                        <a:rPr lang="en-US" sz="1100" dirty="0">
                          <a:latin typeface="+mn-lt"/>
                        </a:rPr>
                        <a:t>Type of Test</a:t>
                      </a:r>
                    </a:p>
                  </a:txBody>
                  <a:tcPr/>
                </a:tc>
                <a:tc>
                  <a:txBody>
                    <a:bodyPr/>
                    <a:lstStyle/>
                    <a:p>
                      <a:pPr algn="ctr"/>
                      <a:r>
                        <a:rPr lang="en-US" sz="1100" dirty="0">
                          <a:latin typeface="+mn-lt"/>
                        </a:rPr>
                        <a:t>Scenario Details</a:t>
                      </a:r>
                    </a:p>
                  </a:txBody>
                  <a:tcPr/>
                </a:tc>
                <a:tc>
                  <a:txBody>
                    <a:bodyPr/>
                    <a:lstStyle/>
                    <a:p>
                      <a:pPr algn="ctr"/>
                      <a:r>
                        <a:rPr lang="en-US" sz="1100">
                          <a:latin typeface="+mn-lt"/>
                        </a:rPr>
                        <a:t>No. of Cycles</a:t>
                      </a:r>
                    </a:p>
                  </a:txBody>
                  <a:tcPr/>
                </a:tc>
                <a:tc>
                  <a:txBody>
                    <a:bodyPr/>
                    <a:lstStyle/>
                    <a:p>
                      <a:pPr algn="ctr"/>
                      <a:r>
                        <a:rPr lang="en-US" sz="1100" dirty="0">
                          <a:latin typeface="+mn-lt"/>
                        </a:rPr>
                        <a:t>Total No. of Users</a:t>
                      </a:r>
                    </a:p>
                  </a:txBody>
                  <a:tcPr/>
                </a:tc>
                <a:tc>
                  <a:txBody>
                    <a:bodyPr/>
                    <a:lstStyle/>
                    <a:p>
                      <a:pPr algn="ctr"/>
                      <a:r>
                        <a:rPr lang="en-US" sz="1100" dirty="0">
                          <a:latin typeface="+mn-lt"/>
                        </a:rPr>
                        <a:t>Duration</a:t>
                      </a:r>
                    </a:p>
                  </a:txBody>
                  <a:tcPr/>
                </a:tc>
                <a:extLst>
                  <a:ext uri="{0D108BD9-81ED-4DB2-BD59-A6C34878D82A}">
                    <a16:rowId xmlns:a16="http://schemas.microsoft.com/office/drawing/2014/main" val="935495309"/>
                  </a:ext>
                </a:extLst>
              </a:tr>
              <a:tr h="228402">
                <a:tc>
                  <a:txBody>
                    <a:bodyPr/>
                    <a:lstStyle/>
                    <a:p>
                      <a:pPr algn="ctr"/>
                      <a:r>
                        <a:rPr lang="en-US" sz="1100">
                          <a:latin typeface="+mn-lt"/>
                        </a:rPr>
                        <a:t>1</a:t>
                      </a:r>
                    </a:p>
                  </a:txBody>
                  <a:tcPr/>
                </a:tc>
                <a:tc>
                  <a:txBody>
                    <a:bodyPr/>
                    <a:lstStyle/>
                    <a:p>
                      <a:pPr algn="ctr"/>
                      <a:r>
                        <a:rPr lang="en-US" sz="1100" dirty="0">
                          <a:latin typeface="+mn-lt"/>
                        </a:rPr>
                        <a:t>Load Test</a:t>
                      </a:r>
                    </a:p>
                  </a:txBody>
                  <a:tcPr/>
                </a:tc>
                <a:tc>
                  <a:txBody>
                    <a:bodyPr/>
                    <a:lstStyle/>
                    <a:p>
                      <a:pPr algn="l"/>
                      <a:r>
                        <a:rPr lang="en-US" sz="1100" dirty="0">
                          <a:latin typeface="+mn-lt"/>
                        </a:rPr>
                        <a:t>All in-scope scenarios</a:t>
                      </a:r>
                    </a:p>
                  </a:txBody>
                  <a:tcPr/>
                </a:tc>
                <a:tc>
                  <a:txBody>
                    <a:bodyPr/>
                    <a:lstStyle/>
                    <a:p>
                      <a:pPr algn="ctr"/>
                      <a:r>
                        <a:rPr lang="en-US" sz="1100">
                          <a:latin typeface="+mn-lt"/>
                        </a:rPr>
                        <a:t>1</a:t>
                      </a:r>
                    </a:p>
                  </a:txBody>
                  <a:tcPr/>
                </a:tc>
                <a:tc>
                  <a:txBody>
                    <a:bodyPr/>
                    <a:lstStyle/>
                    <a:p>
                      <a:pPr algn="ctr"/>
                      <a:r>
                        <a:rPr lang="en-US" sz="1100" dirty="0">
                          <a:latin typeface="+mn-lt"/>
                        </a:rPr>
                        <a:t>HCP – 4,916 &amp; </a:t>
                      </a:r>
                      <a:r>
                        <a:rPr lang="en-US" sz="1100" dirty="0" err="1">
                          <a:latin typeface="+mn-lt"/>
                        </a:rPr>
                        <a:t>PwD</a:t>
                      </a:r>
                      <a:r>
                        <a:rPr lang="en-US" sz="1100" dirty="0">
                          <a:latin typeface="+mn-lt"/>
                        </a:rPr>
                        <a:t> – 8,125 =  13,041</a:t>
                      </a:r>
                    </a:p>
                  </a:txBody>
                  <a:tcPr/>
                </a:tc>
                <a:tc>
                  <a:txBody>
                    <a:bodyPr/>
                    <a:lstStyle/>
                    <a:p>
                      <a:pPr algn="ctr"/>
                      <a:r>
                        <a:rPr lang="en-US" sz="1100">
                          <a:latin typeface="+mn-lt"/>
                        </a:rPr>
                        <a:t>1.5 Hr.</a:t>
                      </a:r>
                    </a:p>
                  </a:txBody>
                  <a:tcPr/>
                </a:tc>
                <a:extLst>
                  <a:ext uri="{0D108BD9-81ED-4DB2-BD59-A6C34878D82A}">
                    <a16:rowId xmlns:a16="http://schemas.microsoft.com/office/drawing/2014/main" val="3313892485"/>
                  </a:ext>
                </a:extLst>
              </a:tr>
              <a:tr h="228402">
                <a:tc>
                  <a:txBody>
                    <a:bodyPr/>
                    <a:lstStyle/>
                    <a:p>
                      <a:pPr algn="ctr"/>
                      <a:r>
                        <a:rPr lang="en-US" sz="1100">
                          <a:latin typeface="+mn-lt"/>
                        </a:rPr>
                        <a:t>2</a:t>
                      </a:r>
                    </a:p>
                  </a:txBody>
                  <a:tcPr/>
                </a:tc>
                <a:tc>
                  <a:txBody>
                    <a:bodyPr/>
                    <a:lstStyle/>
                    <a:p>
                      <a:pPr algn="ctr"/>
                      <a:r>
                        <a:rPr lang="en-US" sz="1100">
                          <a:latin typeface="+mn-lt"/>
                        </a:rPr>
                        <a:t>Load Test</a:t>
                      </a:r>
                    </a:p>
                  </a:txBody>
                  <a:tcPr/>
                </a:tc>
                <a:tc>
                  <a:txBody>
                    <a:bodyPr/>
                    <a:lstStyle/>
                    <a:p>
                      <a:pPr algn="l"/>
                      <a:r>
                        <a:rPr lang="en-US" sz="1100" dirty="0">
                          <a:latin typeface="+mn-lt"/>
                        </a:rPr>
                        <a:t>All scenarios except report generation 90, 14 and 7 days</a:t>
                      </a:r>
                    </a:p>
                  </a:txBody>
                  <a:tcPr/>
                </a:tc>
                <a:tc>
                  <a:txBody>
                    <a:bodyPr/>
                    <a:lstStyle/>
                    <a:p>
                      <a:pPr algn="ctr"/>
                      <a:r>
                        <a:rPr lang="en-US" sz="1100">
                          <a:latin typeface="+mn-lt"/>
                        </a:rPr>
                        <a:t>1</a:t>
                      </a:r>
                    </a:p>
                  </a:txBody>
                  <a:tcPr/>
                </a:tc>
                <a:tc>
                  <a:txBody>
                    <a:bodyPr/>
                    <a:lstStyle/>
                    <a:p>
                      <a:pPr algn="ctr"/>
                      <a:r>
                        <a:rPr lang="en-US" sz="1100" dirty="0">
                          <a:latin typeface="+mn-lt"/>
                        </a:rPr>
                        <a:t>HCP – 4,916 &amp; </a:t>
                      </a:r>
                      <a:r>
                        <a:rPr lang="en-US" sz="1100" dirty="0" err="1">
                          <a:latin typeface="+mn-lt"/>
                        </a:rPr>
                        <a:t>PwD</a:t>
                      </a:r>
                      <a:r>
                        <a:rPr lang="en-US" sz="1100" dirty="0">
                          <a:latin typeface="+mn-lt"/>
                        </a:rPr>
                        <a:t> – 8,125 =  13,041</a:t>
                      </a:r>
                    </a:p>
                  </a:txBody>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100">
                          <a:latin typeface="+mn-lt"/>
                        </a:rPr>
                        <a:t>1.5 Hr.</a:t>
                      </a:r>
                    </a:p>
                  </a:txBody>
                  <a:tcPr/>
                </a:tc>
                <a:extLst>
                  <a:ext uri="{0D108BD9-81ED-4DB2-BD59-A6C34878D82A}">
                    <a16:rowId xmlns:a16="http://schemas.microsoft.com/office/drawing/2014/main" val="2109693662"/>
                  </a:ext>
                </a:extLst>
              </a:tr>
              <a:tr h="228402">
                <a:tc>
                  <a:txBody>
                    <a:bodyPr/>
                    <a:lstStyle/>
                    <a:p>
                      <a:pPr algn="ctr"/>
                      <a:r>
                        <a:rPr lang="en-US" sz="1100">
                          <a:latin typeface="+mn-lt"/>
                        </a:rPr>
                        <a:t>3</a:t>
                      </a:r>
                    </a:p>
                  </a:txBody>
                  <a:tcPr/>
                </a:tc>
                <a:tc>
                  <a:txBody>
                    <a:bodyPr/>
                    <a:lstStyle/>
                    <a:p>
                      <a:pPr algn="ctr"/>
                      <a:r>
                        <a:rPr lang="en-US" sz="1100" dirty="0">
                          <a:latin typeface="+mn-lt"/>
                        </a:rPr>
                        <a:t>Stress Test</a:t>
                      </a:r>
                    </a:p>
                  </a:txBody>
                  <a:tcPr/>
                </a:tc>
                <a:tc>
                  <a:txBody>
                    <a:bodyPr/>
                    <a:lstStyle/>
                    <a:p>
                      <a:pPr algn="l"/>
                      <a:r>
                        <a:rPr lang="en-US" sz="1100" dirty="0">
                          <a:latin typeface="+mn-lt"/>
                        </a:rPr>
                        <a:t>All scenarios except report generation 90 days 2x every 15 min</a:t>
                      </a:r>
                    </a:p>
                  </a:txBody>
                  <a:tcPr/>
                </a:tc>
                <a:tc>
                  <a:txBody>
                    <a:bodyPr/>
                    <a:lstStyle/>
                    <a:p>
                      <a:pPr algn="ctr"/>
                      <a:r>
                        <a:rPr lang="en-US" sz="1100">
                          <a:latin typeface="+mn-lt"/>
                        </a:rPr>
                        <a:t>1</a:t>
                      </a:r>
                    </a:p>
                  </a:txBody>
                  <a:tcPr/>
                </a:tc>
                <a:tc>
                  <a:txBody>
                    <a:bodyPr/>
                    <a:lstStyle/>
                    <a:p>
                      <a:pPr algn="ctr"/>
                      <a:r>
                        <a:rPr lang="en-US" sz="1100" dirty="0">
                          <a:latin typeface="+mn-lt"/>
                        </a:rPr>
                        <a:t>13,041 *2 = 26,082 </a:t>
                      </a:r>
                    </a:p>
                  </a:txBody>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100">
                          <a:latin typeface="+mn-lt"/>
                        </a:rPr>
                        <a:t>1 Hr.</a:t>
                      </a:r>
                    </a:p>
                  </a:txBody>
                  <a:tcPr/>
                </a:tc>
                <a:extLst>
                  <a:ext uri="{0D108BD9-81ED-4DB2-BD59-A6C34878D82A}">
                    <a16:rowId xmlns:a16="http://schemas.microsoft.com/office/drawing/2014/main" val="1122059692"/>
                  </a:ext>
                </a:extLst>
              </a:tr>
              <a:tr h="376191">
                <a:tc>
                  <a:txBody>
                    <a:bodyPr/>
                    <a:lstStyle/>
                    <a:p>
                      <a:pPr algn="ctr"/>
                      <a:r>
                        <a:rPr lang="en-US" sz="1100" dirty="0">
                          <a:latin typeface="+mn-lt"/>
                        </a:rPr>
                        <a:t>4</a:t>
                      </a:r>
                    </a:p>
                  </a:txBody>
                  <a:tcPr/>
                </a:tc>
                <a:tc>
                  <a:txBody>
                    <a:bodyPr/>
                    <a:lstStyle/>
                    <a:p>
                      <a:pPr algn="ctr"/>
                      <a:r>
                        <a:rPr lang="en-US" sz="1100" dirty="0">
                          <a:latin typeface="+mn-lt"/>
                        </a:rPr>
                        <a:t>Scalability Test</a:t>
                      </a:r>
                    </a:p>
                  </a:txBody>
                  <a:tcPr/>
                </a:tc>
                <a:tc>
                  <a:txBody>
                    <a:bodyPr/>
                    <a:lstStyle/>
                    <a:p>
                      <a:pPr algn="l"/>
                      <a:r>
                        <a:rPr lang="en-US" sz="1100" dirty="0">
                          <a:latin typeface="+mn-lt"/>
                        </a:rPr>
                        <a:t>All scenarios except report generation 90 days. Benchmark the no. of users until identify the breaking point</a:t>
                      </a:r>
                    </a:p>
                  </a:txBody>
                  <a:tcPr/>
                </a:tc>
                <a:tc>
                  <a:txBody>
                    <a:bodyPr/>
                    <a:lstStyle/>
                    <a:p>
                      <a:pPr algn="ctr"/>
                      <a:r>
                        <a:rPr lang="en-US" sz="1100">
                          <a:latin typeface="+mn-lt"/>
                        </a:rPr>
                        <a:t>3</a:t>
                      </a:r>
                    </a:p>
                  </a:txBody>
                  <a:tcPr/>
                </a:tc>
                <a:tc>
                  <a:txBody>
                    <a:bodyPr/>
                    <a:lstStyle/>
                    <a:p>
                      <a:pPr algn="ctr"/>
                      <a:r>
                        <a:rPr lang="en-US" sz="1100" dirty="0">
                          <a:latin typeface="+mn-lt"/>
                        </a:rPr>
                        <a:t>HCP – 4,916 &amp; </a:t>
                      </a:r>
                      <a:r>
                        <a:rPr lang="en-US" sz="1100" dirty="0" err="1">
                          <a:latin typeface="+mn-lt"/>
                        </a:rPr>
                        <a:t>PwD</a:t>
                      </a:r>
                      <a:r>
                        <a:rPr lang="en-US" sz="1100" dirty="0">
                          <a:latin typeface="+mn-lt"/>
                        </a:rPr>
                        <a:t> – 8,125 =  13,041</a:t>
                      </a:r>
                    </a:p>
                    <a:p>
                      <a:pPr marL="0" marR="0" lvl="0" indent="0" algn="ctr" defTabSz="1219170" rtl="0" eaLnBrk="1" fontAlgn="auto" latinLnBrk="0" hangingPunct="1">
                        <a:lnSpc>
                          <a:spcPct val="100000"/>
                        </a:lnSpc>
                        <a:spcBef>
                          <a:spcPts val="0"/>
                        </a:spcBef>
                        <a:spcAft>
                          <a:spcPts val="0"/>
                        </a:spcAft>
                        <a:buClrTx/>
                        <a:buSzTx/>
                        <a:buFontTx/>
                        <a:buNone/>
                        <a:tabLst/>
                        <a:defRPr/>
                      </a:pPr>
                      <a:r>
                        <a:rPr lang="en-US" sz="1100" i="1" dirty="0">
                          <a:latin typeface="+mn-lt"/>
                        </a:rPr>
                        <a:t>Note – Numbers to be adjusted based on 1</a:t>
                      </a:r>
                      <a:r>
                        <a:rPr lang="en-US" sz="1100" i="1" baseline="30000" dirty="0">
                          <a:latin typeface="+mn-lt"/>
                        </a:rPr>
                        <a:t>st</a:t>
                      </a:r>
                      <a:r>
                        <a:rPr lang="en-US" sz="1100" i="1" dirty="0">
                          <a:latin typeface="+mn-lt"/>
                        </a:rPr>
                        <a:t> test</a:t>
                      </a:r>
                    </a:p>
                  </a:txBody>
                  <a:tcPr/>
                </a:tc>
                <a:tc>
                  <a:txBody>
                    <a:bodyPr/>
                    <a:lstStyle/>
                    <a:p>
                      <a:pPr algn="ctr"/>
                      <a:r>
                        <a:rPr lang="en-US" sz="1100" dirty="0">
                          <a:latin typeface="+mn-lt"/>
                        </a:rPr>
                        <a:t>1 Hr.</a:t>
                      </a:r>
                    </a:p>
                  </a:txBody>
                  <a:tcPr/>
                </a:tc>
                <a:extLst>
                  <a:ext uri="{0D108BD9-81ED-4DB2-BD59-A6C34878D82A}">
                    <a16:rowId xmlns:a16="http://schemas.microsoft.com/office/drawing/2014/main" val="1671743535"/>
                  </a:ext>
                </a:extLst>
              </a:tr>
            </a:tbl>
          </a:graphicData>
        </a:graphic>
      </p:graphicFrame>
      <p:grpSp>
        <p:nvGrpSpPr>
          <p:cNvPr id="63" name="Group 62">
            <a:extLst>
              <a:ext uri="{FF2B5EF4-FFF2-40B4-BE49-F238E27FC236}">
                <a16:creationId xmlns:a16="http://schemas.microsoft.com/office/drawing/2014/main" id="{330355AF-14E9-E53C-6B8A-25229E185EA9}"/>
              </a:ext>
            </a:extLst>
          </p:cNvPr>
          <p:cNvGrpSpPr/>
          <p:nvPr/>
        </p:nvGrpSpPr>
        <p:grpSpPr>
          <a:xfrm>
            <a:off x="765800" y="3329061"/>
            <a:ext cx="5370906" cy="3200001"/>
            <a:chOff x="35496" y="741378"/>
            <a:chExt cx="8953207" cy="4037673"/>
          </a:xfrm>
        </p:grpSpPr>
        <p:grpSp>
          <p:nvGrpSpPr>
            <p:cNvPr id="64" name="Group 63">
              <a:extLst>
                <a:ext uri="{FF2B5EF4-FFF2-40B4-BE49-F238E27FC236}">
                  <a16:creationId xmlns:a16="http://schemas.microsoft.com/office/drawing/2014/main" id="{6DC11B4B-BF3F-95EF-4BAA-475541C6272C}"/>
                </a:ext>
              </a:extLst>
            </p:cNvPr>
            <p:cNvGrpSpPr/>
            <p:nvPr/>
          </p:nvGrpSpPr>
          <p:grpSpPr>
            <a:xfrm>
              <a:off x="96907" y="1069239"/>
              <a:ext cx="3345399" cy="2495723"/>
              <a:chOff x="96907" y="1069237"/>
              <a:chExt cx="3345399" cy="2495723"/>
            </a:xfrm>
          </p:grpSpPr>
          <p:pic>
            <p:nvPicPr>
              <p:cNvPr id="103" name="Picture 102">
                <a:extLst>
                  <a:ext uri="{FF2B5EF4-FFF2-40B4-BE49-F238E27FC236}">
                    <a16:creationId xmlns:a16="http://schemas.microsoft.com/office/drawing/2014/main" id="{092C860E-D5D9-3013-EFA6-8D86B7539742}"/>
                  </a:ext>
                </a:extLst>
              </p:cNvPr>
              <p:cNvPicPr>
                <a:picLocks noChangeAspect="1"/>
              </p:cNvPicPr>
              <p:nvPr/>
            </p:nvPicPr>
            <p:blipFill>
              <a:blip r:embed="rId3"/>
              <a:stretch>
                <a:fillRect/>
              </a:stretch>
            </p:blipFill>
            <p:spPr>
              <a:xfrm>
                <a:off x="323528" y="2173149"/>
                <a:ext cx="511249" cy="398601"/>
              </a:xfrm>
              <a:prstGeom prst="rect">
                <a:avLst/>
              </a:prstGeom>
            </p:spPr>
          </p:pic>
          <p:sp>
            <p:nvSpPr>
              <p:cNvPr id="104" name="TextBox 103">
                <a:extLst>
                  <a:ext uri="{FF2B5EF4-FFF2-40B4-BE49-F238E27FC236}">
                    <a16:creationId xmlns:a16="http://schemas.microsoft.com/office/drawing/2014/main" id="{744FA7FD-8B86-F281-1C22-2C58F65DE89B}"/>
                  </a:ext>
                </a:extLst>
              </p:cNvPr>
              <p:cNvSpPr txBox="1"/>
              <p:nvPr/>
            </p:nvSpPr>
            <p:spPr>
              <a:xfrm>
                <a:off x="96907" y="2595761"/>
                <a:ext cx="960147" cy="500155"/>
              </a:xfrm>
              <a:prstGeom prst="rect">
                <a:avLst/>
              </a:prstGeom>
              <a:noFill/>
            </p:spPr>
            <p:txBody>
              <a:bodyPr wrap="square" rtlCol="0">
                <a:spAutoFit/>
              </a:bodyPr>
              <a:lstStyle/>
              <a:p>
                <a:r>
                  <a:rPr lang="en-US" sz="988"/>
                  <a:t>100 Users</a:t>
                </a:r>
                <a:endParaRPr lang="en-IN" sz="988"/>
              </a:p>
            </p:txBody>
          </p:sp>
          <p:pic>
            <p:nvPicPr>
              <p:cNvPr id="105" name="Picture 104">
                <a:extLst>
                  <a:ext uri="{FF2B5EF4-FFF2-40B4-BE49-F238E27FC236}">
                    <a16:creationId xmlns:a16="http://schemas.microsoft.com/office/drawing/2014/main" id="{61847E0C-6FC1-9804-9A3A-4A2FDCA999F5}"/>
                  </a:ext>
                </a:extLst>
              </p:cNvPr>
              <p:cNvPicPr>
                <a:picLocks noChangeAspect="1"/>
              </p:cNvPicPr>
              <p:nvPr/>
            </p:nvPicPr>
            <p:blipFill>
              <a:blip r:embed="rId3"/>
              <a:stretch>
                <a:fillRect/>
              </a:stretch>
            </p:blipFill>
            <p:spPr>
              <a:xfrm>
                <a:off x="1134616" y="1892824"/>
                <a:ext cx="511249" cy="398601"/>
              </a:xfrm>
              <a:prstGeom prst="rect">
                <a:avLst/>
              </a:prstGeom>
            </p:spPr>
          </p:pic>
          <p:cxnSp>
            <p:nvCxnSpPr>
              <p:cNvPr id="106" name="Connector: Elbow 105">
                <a:extLst>
                  <a:ext uri="{FF2B5EF4-FFF2-40B4-BE49-F238E27FC236}">
                    <a16:creationId xmlns:a16="http://schemas.microsoft.com/office/drawing/2014/main" id="{E12B018A-D51E-E86B-3298-76C1EED43805}"/>
                  </a:ext>
                </a:extLst>
              </p:cNvPr>
              <p:cNvCxnSpPr>
                <a:stCxn id="103" idx="0"/>
                <a:endCxn id="105" idx="1"/>
              </p:cNvCxnSpPr>
              <p:nvPr/>
            </p:nvCxnSpPr>
            <p:spPr>
              <a:xfrm rot="5400000" flipH="1" flipV="1">
                <a:off x="816372" y="1854906"/>
                <a:ext cx="81024" cy="55546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07" name="TextBox 106">
                <a:extLst>
                  <a:ext uri="{FF2B5EF4-FFF2-40B4-BE49-F238E27FC236}">
                    <a16:creationId xmlns:a16="http://schemas.microsoft.com/office/drawing/2014/main" id="{DB0A23EC-58AC-D684-D2E6-216FB3A47816}"/>
                  </a:ext>
                </a:extLst>
              </p:cNvPr>
              <p:cNvSpPr txBox="1"/>
              <p:nvPr/>
            </p:nvSpPr>
            <p:spPr>
              <a:xfrm>
                <a:off x="402340" y="1431874"/>
                <a:ext cx="778310" cy="313018"/>
              </a:xfrm>
              <a:prstGeom prst="rect">
                <a:avLst/>
              </a:prstGeom>
              <a:noFill/>
            </p:spPr>
            <p:txBody>
              <a:bodyPr wrap="square" rtlCol="0">
                <a:spAutoFit/>
              </a:bodyPr>
              <a:lstStyle/>
              <a:p>
                <a:r>
                  <a:rPr lang="en-US" sz="988"/>
                  <a:t>6 sec</a:t>
                </a:r>
                <a:endParaRPr lang="en-IN" sz="988"/>
              </a:p>
            </p:txBody>
          </p:sp>
          <p:pic>
            <p:nvPicPr>
              <p:cNvPr id="108" name="Picture 107">
                <a:extLst>
                  <a:ext uri="{FF2B5EF4-FFF2-40B4-BE49-F238E27FC236}">
                    <a16:creationId xmlns:a16="http://schemas.microsoft.com/office/drawing/2014/main" id="{92D06DA9-6BC0-5B39-A16D-F062F86C3DD1}"/>
                  </a:ext>
                </a:extLst>
              </p:cNvPr>
              <p:cNvPicPr>
                <a:picLocks noChangeAspect="1"/>
              </p:cNvPicPr>
              <p:nvPr/>
            </p:nvPicPr>
            <p:blipFill>
              <a:blip r:embed="rId3"/>
              <a:stretch>
                <a:fillRect/>
              </a:stretch>
            </p:blipFill>
            <p:spPr>
              <a:xfrm>
                <a:off x="1945704" y="1597086"/>
                <a:ext cx="511249" cy="398601"/>
              </a:xfrm>
              <a:prstGeom prst="rect">
                <a:avLst/>
              </a:prstGeom>
            </p:spPr>
          </p:pic>
          <p:sp>
            <p:nvSpPr>
              <p:cNvPr id="109" name="TextBox 108">
                <a:extLst>
                  <a:ext uri="{FF2B5EF4-FFF2-40B4-BE49-F238E27FC236}">
                    <a16:creationId xmlns:a16="http://schemas.microsoft.com/office/drawing/2014/main" id="{A6986BDF-712A-37FF-B44E-9802B2C4B434}"/>
                  </a:ext>
                </a:extLst>
              </p:cNvPr>
              <p:cNvSpPr txBox="1"/>
              <p:nvPr/>
            </p:nvSpPr>
            <p:spPr>
              <a:xfrm>
                <a:off x="993432" y="1337302"/>
                <a:ext cx="778310" cy="313018"/>
              </a:xfrm>
              <a:prstGeom prst="rect">
                <a:avLst/>
              </a:prstGeom>
              <a:noFill/>
            </p:spPr>
            <p:txBody>
              <a:bodyPr wrap="square" rtlCol="0">
                <a:spAutoFit/>
              </a:bodyPr>
              <a:lstStyle/>
              <a:p>
                <a:r>
                  <a:rPr lang="en-US" sz="988"/>
                  <a:t>6 sec</a:t>
                </a:r>
                <a:endParaRPr lang="en-IN" sz="988"/>
              </a:p>
            </p:txBody>
          </p:sp>
          <p:cxnSp>
            <p:nvCxnSpPr>
              <p:cNvPr id="110" name="Connector: Elbow 109">
                <a:extLst>
                  <a:ext uri="{FF2B5EF4-FFF2-40B4-BE49-F238E27FC236}">
                    <a16:creationId xmlns:a16="http://schemas.microsoft.com/office/drawing/2014/main" id="{8F55878E-C691-9064-A932-B1CBEE5D393E}"/>
                  </a:ext>
                </a:extLst>
              </p:cNvPr>
              <p:cNvCxnSpPr/>
              <p:nvPr/>
            </p:nvCxnSpPr>
            <p:spPr>
              <a:xfrm rot="5400000" flipH="1" flipV="1">
                <a:off x="1627460" y="1574580"/>
                <a:ext cx="81024" cy="55546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pic>
            <p:nvPicPr>
              <p:cNvPr id="111" name="Picture 110">
                <a:extLst>
                  <a:ext uri="{FF2B5EF4-FFF2-40B4-BE49-F238E27FC236}">
                    <a16:creationId xmlns:a16="http://schemas.microsoft.com/office/drawing/2014/main" id="{C6295CEC-4EBF-813F-B537-3E4CF1DE08E9}"/>
                  </a:ext>
                </a:extLst>
              </p:cNvPr>
              <p:cNvPicPr>
                <a:picLocks noChangeAspect="1"/>
              </p:cNvPicPr>
              <p:nvPr/>
            </p:nvPicPr>
            <p:blipFill>
              <a:blip r:embed="rId3"/>
              <a:stretch>
                <a:fillRect/>
              </a:stretch>
            </p:blipFill>
            <p:spPr>
              <a:xfrm>
                <a:off x="2724013" y="1270623"/>
                <a:ext cx="511249" cy="398601"/>
              </a:xfrm>
              <a:prstGeom prst="rect">
                <a:avLst/>
              </a:prstGeom>
            </p:spPr>
          </p:pic>
          <p:cxnSp>
            <p:nvCxnSpPr>
              <p:cNvPr id="112" name="Connector: Elbow 111">
                <a:extLst>
                  <a:ext uri="{FF2B5EF4-FFF2-40B4-BE49-F238E27FC236}">
                    <a16:creationId xmlns:a16="http://schemas.microsoft.com/office/drawing/2014/main" id="{4A7C72F9-479F-16FA-61D6-0F60476564B7}"/>
                  </a:ext>
                </a:extLst>
              </p:cNvPr>
              <p:cNvCxnSpPr/>
              <p:nvPr/>
            </p:nvCxnSpPr>
            <p:spPr>
              <a:xfrm rot="5400000" flipH="1" flipV="1">
                <a:off x="2416441" y="1254411"/>
                <a:ext cx="81024" cy="55546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13" name="TextBox 112">
                <a:extLst>
                  <a:ext uri="{FF2B5EF4-FFF2-40B4-BE49-F238E27FC236}">
                    <a16:creationId xmlns:a16="http://schemas.microsoft.com/office/drawing/2014/main" id="{1BC4246B-4B16-7917-41B5-1FC322CD2DC8}"/>
                  </a:ext>
                </a:extLst>
              </p:cNvPr>
              <p:cNvSpPr txBox="1"/>
              <p:nvPr/>
            </p:nvSpPr>
            <p:spPr>
              <a:xfrm>
                <a:off x="1638490" y="1069237"/>
                <a:ext cx="778310" cy="313018"/>
              </a:xfrm>
              <a:prstGeom prst="rect">
                <a:avLst/>
              </a:prstGeom>
              <a:noFill/>
            </p:spPr>
            <p:txBody>
              <a:bodyPr wrap="square" rtlCol="0">
                <a:spAutoFit/>
              </a:bodyPr>
              <a:lstStyle/>
              <a:p>
                <a:r>
                  <a:rPr lang="en-US" sz="988"/>
                  <a:t>6 sec</a:t>
                </a:r>
                <a:endParaRPr lang="en-IN" sz="988"/>
              </a:p>
            </p:txBody>
          </p:sp>
          <p:sp>
            <p:nvSpPr>
              <p:cNvPr id="114" name="TextBox 113">
                <a:extLst>
                  <a:ext uri="{FF2B5EF4-FFF2-40B4-BE49-F238E27FC236}">
                    <a16:creationId xmlns:a16="http://schemas.microsoft.com/office/drawing/2014/main" id="{EA82B500-0A69-BB2E-E671-1DAD3258B2C2}"/>
                  </a:ext>
                </a:extLst>
              </p:cNvPr>
              <p:cNvSpPr txBox="1"/>
              <p:nvPr/>
            </p:nvSpPr>
            <p:spPr>
              <a:xfrm rot="19595175">
                <a:off x="1051566" y="2289504"/>
                <a:ext cx="2390740" cy="1075632"/>
              </a:xfrm>
              <a:prstGeom prst="rect">
                <a:avLst/>
              </a:prstGeom>
              <a:noFill/>
            </p:spPr>
            <p:txBody>
              <a:bodyPr wrap="square" rtlCol="0">
                <a:spAutoFit/>
              </a:bodyPr>
              <a:lstStyle/>
              <a:p>
                <a:pPr algn="ctr"/>
                <a:r>
                  <a:rPr lang="en-US" sz="988" b="1" dirty="0">
                    <a:solidFill>
                      <a:srgbClr val="002060"/>
                    </a:solidFill>
                  </a:rPr>
                  <a:t>100 users will ramp up in every 6  sec until user count reaches 13,041 Users</a:t>
                </a:r>
                <a:endParaRPr lang="en-IN" sz="988" b="1" dirty="0">
                  <a:solidFill>
                    <a:srgbClr val="002060"/>
                  </a:solidFill>
                </a:endParaRPr>
              </a:p>
            </p:txBody>
          </p:sp>
          <p:cxnSp>
            <p:nvCxnSpPr>
              <p:cNvPr id="115" name="Straight Arrow Connector 114">
                <a:extLst>
                  <a:ext uri="{FF2B5EF4-FFF2-40B4-BE49-F238E27FC236}">
                    <a16:creationId xmlns:a16="http://schemas.microsoft.com/office/drawing/2014/main" id="{5C6D7451-3C7F-9C80-8CF5-346B3D246188}"/>
                  </a:ext>
                </a:extLst>
              </p:cNvPr>
              <p:cNvCxnSpPr>
                <a:cxnSpLocks/>
              </p:cNvCxnSpPr>
              <p:nvPr/>
            </p:nvCxnSpPr>
            <p:spPr>
              <a:xfrm flipV="1">
                <a:off x="755352" y="3320670"/>
                <a:ext cx="365856" cy="2442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69D6DDC7-FF4D-61A5-E4BF-D9DCD9F0D880}"/>
                  </a:ext>
                </a:extLst>
              </p:cNvPr>
              <p:cNvCxnSpPr>
                <a:cxnSpLocks/>
              </p:cNvCxnSpPr>
              <p:nvPr/>
            </p:nvCxnSpPr>
            <p:spPr>
              <a:xfrm flipH="1">
                <a:off x="3121551" y="1907086"/>
                <a:ext cx="242030" cy="1668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pic>
          <p:nvPicPr>
            <p:cNvPr id="65" name="Picture 64">
              <a:extLst>
                <a:ext uri="{FF2B5EF4-FFF2-40B4-BE49-F238E27FC236}">
                  <a16:creationId xmlns:a16="http://schemas.microsoft.com/office/drawing/2014/main" id="{34EAAAD2-4CAD-6E16-D7C7-5453ADDA5453}"/>
                </a:ext>
              </a:extLst>
            </p:cNvPr>
            <p:cNvPicPr>
              <a:picLocks noChangeAspect="1"/>
            </p:cNvPicPr>
            <p:nvPr/>
          </p:nvPicPr>
          <p:blipFill>
            <a:blip r:embed="rId3"/>
            <a:stretch>
              <a:fillRect/>
            </a:stretch>
          </p:blipFill>
          <p:spPr>
            <a:xfrm>
              <a:off x="3839386" y="780447"/>
              <a:ext cx="511249" cy="398601"/>
            </a:xfrm>
            <a:prstGeom prst="rect">
              <a:avLst/>
            </a:prstGeom>
          </p:spPr>
        </p:pic>
        <p:pic>
          <p:nvPicPr>
            <p:cNvPr id="66" name="Picture 65">
              <a:extLst>
                <a:ext uri="{FF2B5EF4-FFF2-40B4-BE49-F238E27FC236}">
                  <a16:creationId xmlns:a16="http://schemas.microsoft.com/office/drawing/2014/main" id="{62903F1E-45C1-EA5A-16E8-EFE7111C331F}"/>
                </a:ext>
              </a:extLst>
            </p:cNvPr>
            <p:cNvPicPr>
              <a:picLocks noChangeAspect="1"/>
            </p:cNvPicPr>
            <p:nvPr/>
          </p:nvPicPr>
          <p:blipFill>
            <a:blip r:embed="rId3"/>
            <a:stretch>
              <a:fillRect/>
            </a:stretch>
          </p:blipFill>
          <p:spPr>
            <a:xfrm>
              <a:off x="4350635" y="764838"/>
              <a:ext cx="511249" cy="398601"/>
            </a:xfrm>
            <a:prstGeom prst="rect">
              <a:avLst/>
            </a:prstGeom>
          </p:spPr>
        </p:pic>
        <p:pic>
          <p:nvPicPr>
            <p:cNvPr id="67" name="Picture 66">
              <a:extLst>
                <a:ext uri="{FF2B5EF4-FFF2-40B4-BE49-F238E27FC236}">
                  <a16:creationId xmlns:a16="http://schemas.microsoft.com/office/drawing/2014/main" id="{ED6537ED-D9D5-F800-3911-8FAC76C9D9ED}"/>
                </a:ext>
              </a:extLst>
            </p:cNvPr>
            <p:cNvPicPr>
              <a:picLocks noChangeAspect="1"/>
            </p:cNvPicPr>
            <p:nvPr/>
          </p:nvPicPr>
          <p:blipFill>
            <a:blip r:embed="rId3"/>
            <a:stretch>
              <a:fillRect/>
            </a:stretch>
          </p:blipFill>
          <p:spPr>
            <a:xfrm>
              <a:off x="4861884" y="741378"/>
              <a:ext cx="511249" cy="398601"/>
            </a:xfrm>
            <a:prstGeom prst="rect">
              <a:avLst/>
            </a:prstGeom>
          </p:spPr>
        </p:pic>
        <p:cxnSp>
          <p:nvCxnSpPr>
            <p:cNvPr id="68" name="Straight Arrow Connector 67">
              <a:extLst>
                <a:ext uri="{FF2B5EF4-FFF2-40B4-BE49-F238E27FC236}">
                  <a16:creationId xmlns:a16="http://schemas.microsoft.com/office/drawing/2014/main" id="{AACB0E71-57FF-8290-7D02-C332C38B14DD}"/>
                </a:ext>
              </a:extLst>
            </p:cNvPr>
            <p:cNvCxnSpPr>
              <a:cxnSpLocks/>
            </p:cNvCxnSpPr>
            <p:nvPr/>
          </p:nvCxnSpPr>
          <p:spPr>
            <a:xfrm flipH="1">
              <a:off x="3468300" y="780447"/>
              <a:ext cx="14813" cy="3164924"/>
            </a:xfrm>
            <a:prstGeom prst="straightConnector1">
              <a:avLst/>
            </a:prstGeom>
            <a:ln w="34925">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69" name="Straight Arrow Connector 68">
              <a:extLst>
                <a:ext uri="{FF2B5EF4-FFF2-40B4-BE49-F238E27FC236}">
                  <a16:creationId xmlns:a16="http://schemas.microsoft.com/office/drawing/2014/main" id="{E4EFBF72-3A9C-F505-AA03-7CB24B61CE08}"/>
                </a:ext>
              </a:extLst>
            </p:cNvPr>
            <p:cNvCxnSpPr>
              <a:cxnSpLocks/>
            </p:cNvCxnSpPr>
            <p:nvPr/>
          </p:nvCxnSpPr>
          <p:spPr>
            <a:xfrm flipH="1">
              <a:off x="3483113" y="2154635"/>
              <a:ext cx="2327836" cy="0"/>
            </a:xfrm>
            <a:prstGeom prst="straightConnector1">
              <a:avLst/>
            </a:prstGeom>
            <a:ln w="34925">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70" name="Straight Arrow Connector 69">
              <a:extLst>
                <a:ext uri="{FF2B5EF4-FFF2-40B4-BE49-F238E27FC236}">
                  <a16:creationId xmlns:a16="http://schemas.microsoft.com/office/drawing/2014/main" id="{80BFDE8D-2E3C-C2EB-271A-C902C32454A2}"/>
                </a:ext>
              </a:extLst>
            </p:cNvPr>
            <p:cNvCxnSpPr>
              <a:cxnSpLocks/>
            </p:cNvCxnSpPr>
            <p:nvPr/>
          </p:nvCxnSpPr>
          <p:spPr>
            <a:xfrm flipH="1">
              <a:off x="5798690" y="780448"/>
              <a:ext cx="12259" cy="3164925"/>
            </a:xfrm>
            <a:prstGeom prst="straightConnector1">
              <a:avLst/>
            </a:prstGeom>
            <a:ln w="34925">
              <a:headEnd type="triangle"/>
              <a:tailEnd type="triangle"/>
            </a:ln>
          </p:spPr>
          <p:style>
            <a:lnRef idx="1">
              <a:schemeClr val="accent2"/>
            </a:lnRef>
            <a:fillRef idx="0">
              <a:schemeClr val="accent2"/>
            </a:fillRef>
            <a:effectRef idx="0">
              <a:schemeClr val="accent2"/>
            </a:effectRef>
            <a:fontRef idx="minor">
              <a:schemeClr val="tx1"/>
            </a:fontRef>
          </p:style>
        </p:cxnSp>
        <p:pic>
          <p:nvPicPr>
            <p:cNvPr id="71" name="Picture 70">
              <a:extLst>
                <a:ext uri="{FF2B5EF4-FFF2-40B4-BE49-F238E27FC236}">
                  <a16:creationId xmlns:a16="http://schemas.microsoft.com/office/drawing/2014/main" id="{AF78E23A-6EA2-D334-C9D2-95E6CB553C16}"/>
                </a:ext>
              </a:extLst>
            </p:cNvPr>
            <p:cNvPicPr>
              <a:picLocks noChangeAspect="1"/>
            </p:cNvPicPr>
            <p:nvPr/>
          </p:nvPicPr>
          <p:blipFill>
            <a:blip r:embed="rId3"/>
            <a:stretch>
              <a:fillRect/>
            </a:stretch>
          </p:blipFill>
          <p:spPr>
            <a:xfrm>
              <a:off x="5913858" y="1252971"/>
              <a:ext cx="511249" cy="398601"/>
            </a:xfrm>
            <a:prstGeom prst="rect">
              <a:avLst/>
            </a:prstGeom>
          </p:spPr>
        </p:pic>
        <p:sp>
          <p:nvSpPr>
            <p:cNvPr id="72" name="TextBox 71">
              <a:extLst>
                <a:ext uri="{FF2B5EF4-FFF2-40B4-BE49-F238E27FC236}">
                  <a16:creationId xmlns:a16="http://schemas.microsoft.com/office/drawing/2014/main" id="{26EF7B62-5E3B-BD8A-75C7-2E77388576B1}"/>
                </a:ext>
              </a:extLst>
            </p:cNvPr>
            <p:cNvSpPr txBox="1"/>
            <p:nvPr/>
          </p:nvSpPr>
          <p:spPr>
            <a:xfrm>
              <a:off x="7227038" y="2325529"/>
              <a:ext cx="965540" cy="500155"/>
            </a:xfrm>
            <a:prstGeom prst="rect">
              <a:avLst/>
            </a:prstGeom>
            <a:noFill/>
          </p:spPr>
          <p:txBody>
            <a:bodyPr wrap="square" rtlCol="0">
              <a:spAutoFit/>
            </a:bodyPr>
            <a:lstStyle/>
            <a:p>
              <a:r>
                <a:rPr lang="en-US" sz="988"/>
                <a:t>100 Users</a:t>
              </a:r>
              <a:endParaRPr lang="en-IN" sz="988"/>
            </a:p>
          </p:txBody>
        </p:sp>
        <p:pic>
          <p:nvPicPr>
            <p:cNvPr id="73" name="Picture 72">
              <a:extLst>
                <a:ext uri="{FF2B5EF4-FFF2-40B4-BE49-F238E27FC236}">
                  <a16:creationId xmlns:a16="http://schemas.microsoft.com/office/drawing/2014/main" id="{DF0B5C74-040A-AA8F-D084-2C16AA1FC18D}"/>
                </a:ext>
              </a:extLst>
            </p:cNvPr>
            <p:cNvPicPr>
              <a:picLocks noChangeAspect="1"/>
            </p:cNvPicPr>
            <p:nvPr/>
          </p:nvPicPr>
          <p:blipFill>
            <a:blip r:embed="rId3"/>
            <a:stretch>
              <a:fillRect/>
            </a:stretch>
          </p:blipFill>
          <p:spPr>
            <a:xfrm>
              <a:off x="6601392" y="1582448"/>
              <a:ext cx="511249" cy="398601"/>
            </a:xfrm>
            <a:prstGeom prst="rect">
              <a:avLst/>
            </a:prstGeom>
          </p:spPr>
        </p:pic>
        <p:sp>
          <p:nvSpPr>
            <p:cNvPr id="74" name="TextBox 73">
              <a:extLst>
                <a:ext uri="{FF2B5EF4-FFF2-40B4-BE49-F238E27FC236}">
                  <a16:creationId xmlns:a16="http://schemas.microsoft.com/office/drawing/2014/main" id="{3BD0E135-5836-91D2-E975-B72FD4B7B8BA}"/>
                </a:ext>
              </a:extLst>
            </p:cNvPr>
            <p:cNvSpPr txBox="1"/>
            <p:nvPr/>
          </p:nvSpPr>
          <p:spPr>
            <a:xfrm>
              <a:off x="5925914" y="746761"/>
              <a:ext cx="778308" cy="313018"/>
            </a:xfrm>
            <a:prstGeom prst="rect">
              <a:avLst/>
            </a:prstGeom>
            <a:noFill/>
          </p:spPr>
          <p:txBody>
            <a:bodyPr wrap="square" rtlCol="0">
              <a:spAutoFit/>
            </a:bodyPr>
            <a:lstStyle/>
            <a:p>
              <a:r>
                <a:rPr lang="en-US" sz="988"/>
                <a:t>6 sec</a:t>
              </a:r>
              <a:endParaRPr lang="en-IN" sz="988"/>
            </a:p>
          </p:txBody>
        </p:sp>
        <p:pic>
          <p:nvPicPr>
            <p:cNvPr id="75" name="Picture 74">
              <a:extLst>
                <a:ext uri="{FF2B5EF4-FFF2-40B4-BE49-F238E27FC236}">
                  <a16:creationId xmlns:a16="http://schemas.microsoft.com/office/drawing/2014/main" id="{17C0B387-B14B-E263-066C-3716208D9D7D}"/>
                </a:ext>
              </a:extLst>
            </p:cNvPr>
            <p:cNvPicPr>
              <a:picLocks noChangeAspect="1"/>
            </p:cNvPicPr>
            <p:nvPr/>
          </p:nvPicPr>
          <p:blipFill>
            <a:blip r:embed="rId3"/>
            <a:stretch>
              <a:fillRect/>
            </a:stretch>
          </p:blipFill>
          <p:spPr>
            <a:xfrm>
              <a:off x="7295472" y="1959472"/>
              <a:ext cx="511249" cy="398601"/>
            </a:xfrm>
            <a:prstGeom prst="rect">
              <a:avLst/>
            </a:prstGeom>
          </p:spPr>
        </p:pic>
        <p:pic>
          <p:nvPicPr>
            <p:cNvPr id="76" name="Picture 75">
              <a:extLst>
                <a:ext uri="{FF2B5EF4-FFF2-40B4-BE49-F238E27FC236}">
                  <a16:creationId xmlns:a16="http://schemas.microsoft.com/office/drawing/2014/main" id="{EDA25EB0-8967-FB06-8DB9-F7C1431F8717}"/>
                </a:ext>
              </a:extLst>
            </p:cNvPr>
            <p:cNvPicPr>
              <a:picLocks noChangeAspect="1"/>
            </p:cNvPicPr>
            <p:nvPr/>
          </p:nvPicPr>
          <p:blipFill>
            <a:blip r:embed="rId3"/>
            <a:stretch>
              <a:fillRect/>
            </a:stretch>
          </p:blipFill>
          <p:spPr>
            <a:xfrm>
              <a:off x="7971692" y="2326599"/>
              <a:ext cx="511249" cy="398601"/>
            </a:xfrm>
            <a:prstGeom prst="rect">
              <a:avLst/>
            </a:prstGeom>
          </p:spPr>
        </p:pic>
        <p:sp>
          <p:nvSpPr>
            <p:cNvPr id="77" name="TextBox 76">
              <a:extLst>
                <a:ext uri="{FF2B5EF4-FFF2-40B4-BE49-F238E27FC236}">
                  <a16:creationId xmlns:a16="http://schemas.microsoft.com/office/drawing/2014/main" id="{EB3B3CA2-6184-99B3-D9FF-4B756D7B86F2}"/>
                </a:ext>
              </a:extLst>
            </p:cNvPr>
            <p:cNvSpPr txBox="1"/>
            <p:nvPr/>
          </p:nvSpPr>
          <p:spPr>
            <a:xfrm rot="1986314">
              <a:off x="5473007" y="2691522"/>
              <a:ext cx="2534826" cy="897247"/>
            </a:xfrm>
            <a:prstGeom prst="rect">
              <a:avLst/>
            </a:prstGeom>
            <a:noFill/>
          </p:spPr>
          <p:txBody>
            <a:bodyPr wrap="square" rtlCol="0">
              <a:spAutoFit/>
            </a:bodyPr>
            <a:lstStyle/>
            <a:p>
              <a:pPr algn="ctr"/>
              <a:r>
                <a:rPr lang="en-US" sz="988" b="1">
                  <a:solidFill>
                    <a:srgbClr val="002060"/>
                  </a:solidFill>
                </a:rPr>
                <a:t>100 users will ramp down in every 6 sec until user count reaches 0 Users</a:t>
              </a:r>
              <a:endParaRPr lang="en-IN" sz="988" b="1">
                <a:solidFill>
                  <a:srgbClr val="002060"/>
                </a:solidFill>
              </a:endParaRPr>
            </a:p>
          </p:txBody>
        </p:sp>
        <p:cxnSp>
          <p:nvCxnSpPr>
            <p:cNvPr id="78" name="Connector: Elbow 77">
              <a:extLst>
                <a:ext uri="{FF2B5EF4-FFF2-40B4-BE49-F238E27FC236}">
                  <a16:creationId xmlns:a16="http://schemas.microsoft.com/office/drawing/2014/main" id="{4799B262-077D-DE15-2CF4-B8C5A1FC67E5}"/>
                </a:ext>
              </a:extLst>
            </p:cNvPr>
            <p:cNvCxnSpPr>
              <a:cxnSpLocks/>
              <a:endCxn id="73" idx="0"/>
            </p:cNvCxnSpPr>
            <p:nvPr/>
          </p:nvCxnSpPr>
          <p:spPr>
            <a:xfrm>
              <a:off x="6452867" y="1414420"/>
              <a:ext cx="404150" cy="16802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E86EC6D8-C174-747E-093A-422FB74B09D1}"/>
                </a:ext>
              </a:extLst>
            </p:cNvPr>
            <p:cNvSpPr txBox="1"/>
            <p:nvPr/>
          </p:nvSpPr>
          <p:spPr>
            <a:xfrm>
              <a:off x="2620834" y="1614036"/>
              <a:ext cx="763974" cy="241911"/>
            </a:xfrm>
            <a:prstGeom prst="rect">
              <a:avLst/>
            </a:prstGeom>
            <a:noFill/>
          </p:spPr>
          <p:txBody>
            <a:bodyPr wrap="square" rtlCol="0">
              <a:spAutoFit/>
            </a:bodyPr>
            <a:lstStyle/>
            <a:p>
              <a:r>
                <a:rPr lang="en-US" sz="988"/>
                <a:t>100 Users</a:t>
              </a:r>
              <a:endParaRPr lang="en-IN" sz="988"/>
            </a:p>
          </p:txBody>
        </p:sp>
        <p:sp>
          <p:nvSpPr>
            <p:cNvPr id="80" name="TextBox 79">
              <a:extLst>
                <a:ext uri="{FF2B5EF4-FFF2-40B4-BE49-F238E27FC236}">
                  <a16:creationId xmlns:a16="http://schemas.microsoft.com/office/drawing/2014/main" id="{78650616-ABE2-5C9A-D88F-23667979B37B}"/>
                </a:ext>
              </a:extLst>
            </p:cNvPr>
            <p:cNvSpPr txBox="1"/>
            <p:nvPr/>
          </p:nvSpPr>
          <p:spPr>
            <a:xfrm>
              <a:off x="5866060" y="1587782"/>
              <a:ext cx="920785" cy="500155"/>
            </a:xfrm>
            <a:prstGeom prst="rect">
              <a:avLst/>
            </a:prstGeom>
            <a:noFill/>
          </p:spPr>
          <p:txBody>
            <a:bodyPr wrap="square" rtlCol="0">
              <a:spAutoFit/>
            </a:bodyPr>
            <a:lstStyle/>
            <a:p>
              <a:r>
                <a:rPr lang="en-US" sz="988"/>
                <a:t>100 Users</a:t>
              </a:r>
              <a:endParaRPr lang="en-IN" sz="988"/>
            </a:p>
          </p:txBody>
        </p:sp>
        <p:sp>
          <p:nvSpPr>
            <p:cNvPr id="81" name="TextBox 80">
              <a:extLst>
                <a:ext uri="{FF2B5EF4-FFF2-40B4-BE49-F238E27FC236}">
                  <a16:creationId xmlns:a16="http://schemas.microsoft.com/office/drawing/2014/main" id="{3D5A5818-6F11-0A63-A7E2-1E06BAA2B2C5}"/>
                </a:ext>
              </a:extLst>
            </p:cNvPr>
            <p:cNvSpPr txBox="1"/>
            <p:nvPr/>
          </p:nvSpPr>
          <p:spPr>
            <a:xfrm>
              <a:off x="6568723" y="1926642"/>
              <a:ext cx="1098822" cy="500155"/>
            </a:xfrm>
            <a:prstGeom prst="rect">
              <a:avLst/>
            </a:prstGeom>
            <a:noFill/>
          </p:spPr>
          <p:txBody>
            <a:bodyPr wrap="square" rtlCol="0">
              <a:spAutoFit/>
            </a:bodyPr>
            <a:lstStyle/>
            <a:p>
              <a:r>
                <a:rPr lang="en-US" sz="988"/>
                <a:t>100 Users</a:t>
              </a:r>
              <a:endParaRPr lang="en-IN" sz="988"/>
            </a:p>
          </p:txBody>
        </p:sp>
        <p:cxnSp>
          <p:nvCxnSpPr>
            <p:cNvPr id="83" name="Connector: Elbow 82">
              <a:extLst>
                <a:ext uri="{FF2B5EF4-FFF2-40B4-BE49-F238E27FC236}">
                  <a16:creationId xmlns:a16="http://schemas.microsoft.com/office/drawing/2014/main" id="{33EBE601-0727-69A2-9736-791698D4B1DD}"/>
                </a:ext>
              </a:extLst>
            </p:cNvPr>
            <p:cNvCxnSpPr>
              <a:cxnSpLocks/>
            </p:cNvCxnSpPr>
            <p:nvPr/>
          </p:nvCxnSpPr>
          <p:spPr>
            <a:xfrm>
              <a:off x="7146946" y="1699963"/>
              <a:ext cx="404150" cy="16802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0F19531A-7EE1-C0A9-DCD5-F3EB40080B8C}"/>
                </a:ext>
              </a:extLst>
            </p:cNvPr>
            <p:cNvSpPr txBox="1"/>
            <p:nvPr/>
          </p:nvSpPr>
          <p:spPr>
            <a:xfrm>
              <a:off x="6666213" y="914789"/>
              <a:ext cx="778308" cy="313018"/>
            </a:xfrm>
            <a:prstGeom prst="rect">
              <a:avLst/>
            </a:prstGeom>
            <a:noFill/>
          </p:spPr>
          <p:txBody>
            <a:bodyPr wrap="square" rtlCol="0">
              <a:spAutoFit/>
            </a:bodyPr>
            <a:lstStyle/>
            <a:p>
              <a:r>
                <a:rPr lang="en-US" sz="988"/>
                <a:t>6 sec</a:t>
              </a:r>
              <a:endParaRPr lang="en-IN" sz="988"/>
            </a:p>
          </p:txBody>
        </p:sp>
        <p:sp>
          <p:nvSpPr>
            <p:cNvPr id="85" name="TextBox 84">
              <a:extLst>
                <a:ext uri="{FF2B5EF4-FFF2-40B4-BE49-F238E27FC236}">
                  <a16:creationId xmlns:a16="http://schemas.microsoft.com/office/drawing/2014/main" id="{0AE4B096-7411-A2D8-229E-4A5EC3CBF677}"/>
                </a:ext>
              </a:extLst>
            </p:cNvPr>
            <p:cNvSpPr txBox="1"/>
            <p:nvPr/>
          </p:nvSpPr>
          <p:spPr>
            <a:xfrm>
              <a:off x="7216796" y="1210781"/>
              <a:ext cx="778308" cy="313018"/>
            </a:xfrm>
            <a:prstGeom prst="rect">
              <a:avLst/>
            </a:prstGeom>
            <a:noFill/>
          </p:spPr>
          <p:txBody>
            <a:bodyPr wrap="square" rtlCol="0">
              <a:spAutoFit/>
            </a:bodyPr>
            <a:lstStyle/>
            <a:p>
              <a:r>
                <a:rPr lang="en-US" sz="988"/>
                <a:t>6 sec</a:t>
              </a:r>
              <a:endParaRPr lang="en-IN" sz="988"/>
            </a:p>
          </p:txBody>
        </p:sp>
        <p:cxnSp>
          <p:nvCxnSpPr>
            <p:cNvPr id="86" name="Connector: Elbow 85">
              <a:extLst>
                <a:ext uri="{FF2B5EF4-FFF2-40B4-BE49-F238E27FC236}">
                  <a16:creationId xmlns:a16="http://schemas.microsoft.com/office/drawing/2014/main" id="{DFCE0180-6BE4-B38E-5D3F-77DEEEC0B2C7}"/>
                </a:ext>
              </a:extLst>
            </p:cNvPr>
            <p:cNvCxnSpPr>
              <a:cxnSpLocks/>
            </p:cNvCxnSpPr>
            <p:nvPr/>
          </p:nvCxnSpPr>
          <p:spPr>
            <a:xfrm>
              <a:off x="7828091" y="2173690"/>
              <a:ext cx="404150" cy="16802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2ADFAA37-C166-D2AB-1E69-BEED09934DFC}"/>
                </a:ext>
              </a:extLst>
            </p:cNvPr>
            <p:cNvCxnSpPr>
              <a:cxnSpLocks/>
            </p:cNvCxnSpPr>
            <p:nvPr/>
          </p:nvCxnSpPr>
          <p:spPr>
            <a:xfrm>
              <a:off x="5989478" y="1975661"/>
              <a:ext cx="165168" cy="4470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F7B03330-C2CF-CDD1-5334-8A64C2AA2CF9}"/>
                </a:ext>
              </a:extLst>
            </p:cNvPr>
            <p:cNvCxnSpPr>
              <a:cxnSpLocks/>
            </p:cNvCxnSpPr>
            <p:nvPr/>
          </p:nvCxnSpPr>
          <p:spPr>
            <a:xfrm flipH="1" flipV="1">
              <a:off x="7701462" y="3434505"/>
              <a:ext cx="754403" cy="3022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ECF4C7F3-FE69-2B73-D8B1-0EBF5A7C9CD7}"/>
                </a:ext>
              </a:extLst>
            </p:cNvPr>
            <p:cNvCxnSpPr>
              <a:cxnSpLocks/>
            </p:cNvCxnSpPr>
            <p:nvPr/>
          </p:nvCxnSpPr>
          <p:spPr>
            <a:xfrm>
              <a:off x="35496" y="3795886"/>
              <a:ext cx="756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0189BBB5-8B8E-15C5-F237-494E83B43E7B}"/>
                </a:ext>
              </a:extLst>
            </p:cNvPr>
            <p:cNvCxnSpPr>
              <a:cxnSpLocks/>
            </p:cNvCxnSpPr>
            <p:nvPr/>
          </p:nvCxnSpPr>
          <p:spPr>
            <a:xfrm flipH="1">
              <a:off x="2562432" y="3810234"/>
              <a:ext cx="656575" cy="158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B5F3C4BE-E800-C6F4-4AA9-7D38A35EF42D}"/>
                </a:ext>
              </a:extLst>
            </p:cNvPr>
            <p:cNvCxnSpPr>
              <a:cxnSpLocks/>
            </p:cNvCxnSpPr>
            <p:nvPr/>
          </p:nvCxnSpPr>
          <p:spPr>
            <a:xfrm flipH="1">
              <a:off x="5205482" y="3792553"/>
              <a:ext cx="33530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A3C9714C-8210-B835-4E00-4A2B56CFB305}"/>
                </a:ext>
              </a:extLst>
            </p:cNvPr>
            <p:cNvCxnSpPr>
              <a:cxnSpLocks/>
            </p:cNvCxnSpPr>
            <p:nvPr/>
          </p:nvCxnSpPr>
          <p:spPr>
            <a:xfrm flipV="1">
              <a:off x="3590311" y="3810234"/>
              <a:ext cx="477633" cy="11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802250FB-5741-E1C2-0EE2-35CF6C5AE481}"/>
                </a:ext>
              </a:extLst>
            </p:cNvPr>
            <p:cNvSpPr txBox="1"/>
            <p:nvPr/>
          </p:nvSpPr>
          <p:spPr>
            <a:xfrm>
              <a:off x="4102478" y="3676185"/>
              <a:ext cx="1268594" cy="275975"/>
            </a:xfrm>
            <a:prstGeom prst="rect">
              <a:avLst/>
            </a:prstGeom>
            <a:noFill/>
          </p:spPr>
          <p:txBody>
            <a:bodyPr wrap="square" rtlCol="0">
              <a:spAutoFit/>
            </a:bodyPr>
            <a:lstStyle/>
            <a:p>
              <a:r>
                <a:rPr lang="en-US" sz="800">
                  <a:solidFill>
                    <a:srgbClr val="002060"/>
                  </a:solidFill>
                </a:rPr>
                <a:t>Steady State</a:t>
              </a:r>
              <a:endParaRPr lang="en-IN" sz="800">
                <a:solidFill>
                  <a:srgbClr val="002060"/>
                </a:solidFill>
              </a:endParaRPr>
            </a:p>
          </p:txBody>
        </p:sp>
        <p:cxnSp>
          <p:nvCxnSpPr>
            <p:cNvPr id="94" name="Straight Arrow Connector 93">
              <a:extLst>
                <a:ext uri="{FF2B5EF4-FFF2-40B4-BE49-F238E27FC236}">
                  <a16:creationId xmlns:a16="http://schemas.microsoft.com/office/drawing/2014/main" id="{4C4D7E4A-6F43-6B90-12AA-99B6FA402691}"/>
                </a:ext>
              </a:extLst>
            </p:cNvPr>
            <p:cNvCxnSpPr>
              <a:cxnSpLocks/>
            </p:cNvCxnSpPr>
            <p:nvPr/>
          </p:nvCxnSpPr>
          <p:spPr>
            <a:xfrm>
              <a:off x="5824833" y="3781104"/>
              <a:ext cx="63034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5" name="TextBox 94">
              <a:extLst>
                <a:ext uri="{FF2B5EF4-FFF2-40B4-BE49-F238E27FC236}">
                  <a16:creationId xmlns:a16="http://schemas.microsoft.com/office/drawing/2014/main" id="{F84A0DB7-CBC8-A752-3343-6D0B7D2006B5}"/>
                </a:ext>
              </a:extLst>
            </p:cNvPr>
            <p:cNvSpPr txBox="1"/>
            <p:nvPr/>
          </p:nvSpPr>
          <p:spPr>
            <a:xfrm>
              <a:off x="6424256" y="3691264"/>
              <a:ext cx="2318048" cy="271841"/>
            </a:xfrm>
            <a:prstGeom prst="rect">
              <a:avLst/>
            </a:prstGeom>
            <a:noFill/>
          </p:spPr>
          <p:txBody>
            <a:bodyPr wrap="square" rtlCol="0">
              <a:spAutoFit/>
            </a:bodyPr>
            <a:lstStyle/>
            <a:p>
              <a:r>
                <a:rPr lang="en-US" sz="800">
                  <a:solidFill>
                    <a:srgbClr val="002060"/>
                  </a:solidFill>
                </a:rPr>
                <a:t>User Ramp Down Phase</a:t>
              </a:r>
              <a:endParaRPr lang="en-IN" sz="800">
                <a:solidFill>
                  <a:srgbClr val="002060"/>
                </a:solidFill>
              </a:endParaRPr>
            </a:p>
          </p:txBody>
        </p:sp>
        <p:cxnSp>
          <p:nvCxnSpPr>
            <p:cNvPr id="96" name="Straight Arrow Connector 95">
              <a:extLst>
                <a:ext uri="{FF2B5EF4-FFF2-40B4-BE49-F238E27FC236}">
                  <a16:creationId xmlns:a16="http://schemas.microsoft.com/office/drawing/2014/main" id="{843DEE64-87E5-393A-A300-C538D169B59E}"/>
                </a:ext>
              </a:extLst>
            </p:cNvPr>
            <p:cNvCxnSpPr>
              <a:cxnSpLocks/>
            </p:cNvCxnSpPr>
            <p:nvPr/>
          </p:nvCxnSpPr>
          <p:spPr>
            <a:xfrm flipH="1" flipV="1">
              <a:off x="8482941" y="3810234"/>
              <a:ext cx="50576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a16="http://schemas.microsoft.com/office/drawing/2014/main" id="{8107F2A3-98E1-F967-F6E2-A78C47D9B520}"/>
                </a:ext>
              </a:extLst>
            </p:cNvPr>
            <p:cNvSpPr txBox="1"/>
            <p:nvPr/>
          </p:nvSpPr>
          <p:spPr>
            <a:xfrm>
              <a:off x="108552" y="4079178"/>
              <a:ext cx="2999089" cy="699021"/>
            </a:xfrm>
            <a:prstGeom prst="rect">
              <a:avLst/>
            </a:prstGeom>
            <a:noFill/>
            <a:ln>
              <a:solidFill>
                <a:srgbClr val="002060"/>
              </a:solidFill>
            </a:ln>
          </p:spPr>
          <p:txBody>
            <a:bodyPr wrap="square" rtlCol="0">
              <a:spAutoFit/>
            </a:bodyPr>
            <a:lstStyle/>
            <a:p>
              <a:pPr algn="ctr"/>
              <a:r>
                <a:rPr lang="en-US" sz="1000" dirty="0">
                  <a:solidFill>
                    <a:srgbClr val="002060"/>
                  </a:solidFill>
                </a:rPr>
                <a:t>It takes about 14 minutes to ramp up all 13,263 users onto the system</a:t>
              </a:r>
              <a:endParaRPr lang="en-IN" sz="1000" dirty="0">
                <a:solidFill>
                  <a:srgbClr val="002060"/>
                </a:solidFill>
              </a:endParaRPr>
            </a:p>
          </p:txBody>
        </p:sp>
        <p:sp>
          <p:nvSpPr>
            <p:cNvPr id="98" name="TextBox 97">
              <a:extLst>
                <a:ext uri="{FF2B5EF4-FFF2-40B4-BE49-F238E27FC236}">
                  <a16:creationId xmlns:a16="http://schemas.microsoft.com/office/drawing/2014/main" id="{7AE858EA-8CCC-BE1F-ABCF-9AF8295A1AF0}"/>
                </a:ext>
              </a:extLst>
            </p:cNvPr>
            <p:cNvSpPr txBox="1"/>
            <p:nvPr/>
          </p:nvSpPr>
          <p:spPr>
            <a:xfrm>
              <a:off x="3563896" y="4080030"/>
              <a:ext cx="2232242" cy="699021"/>
            </a:xfrm>
            <a:prstGeom prst="rect">
              <a:avLst/>
            </a:prstGeom>
            <a:noFill/>
            <a:ln>
              <a:solidFill>
                <a:srgbClr val="002060"/>
              </a:solidFill>
            </a:ln>
          </p:spPr>
          <p:txBody>
            <a:bodyPr wrap="square" rtlCol="0">
              <a:spAutoFit/>
            </a:bodyPr>
            <a:lstStyle/>
            <a:p>
              <a:pPr algn="ctr"/>
              <a:r>
                <a:rPr lang="en-US" sz="1000" dirty="0">
                  <a:solidFill>
                    <a:srgbClr val="002060"/>
                  </a:solidFill>
                </a:rPr>
                <a:t>Test will run for 1 hour with 13,263 concurrent users</a:t>
              </a:r>
              <a:endParaRPr lang="en-IN" sz="1000" dirty="0">
                <a:solidFill>
                  <a:srgbClr val="002060"/>
                </a:solidFill>
              </a:endParaRPr>
            </a:p>
          </p:txBody>
        </p:sp>
        <p:sp>
          <p:nvSpPr>
            <p:cNvPr id="99" name="TextBox 98">
              <a:extLst>
                <a:ext uri="{FF2B5EF4-FFF2-40B4-BE49-F238E27FC236}">
                  <a16:creationId xmlns:a16="http://schemas.microsoft.com/office/drawing/2014/main" id="{9157E55D-E080-4247-FD9A-DFADC9B0E109}"/>
                </a:ext>
              </a:extLst>
            </p:cNvPr>
            <p:cNvSpPr txBox="1"/>
            <p:nvPr/>
          </p:nvSpPr>
          <p:spPr>
            <a:xfrm>
              <a:off x="6114528" y="4079177"/>
              <a:ext cx="2874175" cy="699021"/>
            </a:xfrm>
            <a:prstGeom prst="rect">
              <a:avLst/>
            </a:prstGeom>
            <a:noFill/>
            <a:ln>
              <a:solidFill>
                <a:srgbClr val="002060"/>
              </a:solidFill>
            </a:ln>
          </p:spPr>
          <p:txBody>
            <a:bodyPr wrap="square" rtlCol="0">
              <a:spAutoFit/>
            </a:bodyPr>
            <a:lstStyle/>
            <a:p>
              <a:pPr algn="ctr"/>
              <a:r>
                <a:rPr lang="en-US" sz="1000" dirty="0">
                  <a:solidFill>
                    <a:srgbClr val="002060"/>
                  </a:solidFill>
                </a:rPr>
                <a:t>It takes about 14 minutes to ramp down all 13,263 users from the system</a:t>
              </a:r>
              <a:endParaRPr lang="en-IN" sz="1000" dirty="0">
                <a:solidFill>
                  <a:srgbClr val="002060"/>
                </a:solidFill>
              </a:endParaRPr>
            </a:p>
          </p:txBody>
        </p:sp>
        <p:pic>
          <p:nvPicPr>
            <p:cNvPr id="100" name="Picture 99">
              <a:extLst>
                <a:ext uri="{FF2B5EF4-FFF2-40B4-BE49-F238E27FC236}">
                  <a16:creationId xmlns:a16="http://schemas.microsoft.com/office/drawing/2014/main" id="{4F942903-1D02-80B8-1B5B-7D8A4F56C737}"/>
                </a:ext>
              </a:extLst>
            </p:cNvPr>
            <p:cNvPicPr>
              <a:picLocks noChangeAspect="1"/>
            </p:cNvPicPr>
            <p:nvPr/>
          </p:nvPicPr>
          <p:blipFill>
            <a:blip r:embed="rId3"/>
            <a:stretch>
              <a:fillRect/>
            </a:stretch>
          </p:blipFill>
          <p:spPr>
            <a:xfrm>
              <a:off x="3859051" y="1133542"/>
              <a:ext cx="511249" cy="398601"/>
            </a:xfrm>
            <a:prstGeom prst="rect">
              <a:avLst/>
            </a:prstGeom>
          </p:spPr>
        </p:pic>
        <p:pic>
          <p:nvPicPr>
            <p:cNvPr id="101" name="Picture 100">
              <a:extLst>
                <a:ext uri="{FF2B5EF4-FFF2-40B4-BE49-F238E27FC236}">
                  <a16:creationId xmlns:a16="http://schemas.microsoft.com/office/drawing/2014/main" id="{65BA0A14-B0FC-A29F-4CA6-DB06614572BB}"/>
                </a:ext>
              </a:extLst>
            </p:cNvPr>
            <p:cNvPicPr>
              <a:picLocks noChangeAspect="1"/>
            </p:cNvPicPr>
            <p:nvPr/>
          </p:nvPicPr>
          <p:blipFill>
            <a:blip r:embed="rId3"/>
            <a:stretch>
              <a:fillRect/>
            </a:stretch>
          </p:blipFill>
          <p:spPr>
            <a:xfrm>
              <a:off x="4375159" y="1123086"/>
              <a:ext cx="511249" cy="398601"/>
            </a:xfrm>
            <a:prstGeom prst="rect">
              <a:avLst/>
            </a:prstGeom>
          </p:spPr>
        </p:pic>
        <p:pic>
          <p:nvPicPr>
            <p:cNvPr id="102" name="Picture 101">
              <a:extLst>
                <a:ext uri="{FF2B5EF4-FFF2-40B4-BE49-F238E27FC236}">
                  <a16:creationId xmlns:a16="http://schemas.microsoft.com/office/drawing/2014/main" id="{86D14961-B189-C907-74CA-4E76FEF8F627}"/>
                </a:ext>
              </a:extLst>
            </p:cNvPr>
            <p:cNvPicPr>
              <a:picLocks noChangeAspect="1"/>
            </p:cNvPicPr>
            <p:nvPr/>
          </p:nvPicPr>
          <p:blipFill>
            <a:blip r:embed="rId3"/>
            <a:stretch>
              <a:fillRect/>
            </a:stretch>
          </p:blipFill>
          <p:spPr>
            <a:xfrm>
              <a:off x="4859825" y="1110195"/>
              <a:ext cx="511249" cy="398601"/>
            </a:xfrm>
            <a:prstGeom prst="rect">
              <a:avLst/>
            </a:prstGeom>
          </p:spPr>
        </p:pic>
      </p:grpSp>
      <p:sp>
        <p:nvSpPr>
          <p:cNvPr id="117" name="TextBox 116">
            <a:extLst>
              <a:ext uri="{FF2B5EF4-FFF2-40B4-BE49-F238E27FC236}">
                <a16:creationId xmlns:a16="http://schemas.microsoft.com/office/drawing/2014/main" id="{2A610268-E7D0-8667-B332-8741430ADF71}"/>
              </a:ext>
            </a:extLst>
          </p:cNvPr>
          <p:cNvSpPr txBox="1"/>
          <p:nvPr/>
        </p:nvSpPr>
        <p:spPr>
          <a:xfrm>
            <a:off x="1709181" y="2839185"/>
            <a:ext cx="4439329" cy="338554"/>
          </a:xfrm>
          <a:prstGeom prst="rect">
            <a:avLst/>
          </a:prstGeom>
          <a:noFill/>
        </p:spPr>
        <p:txBody>
          <a:bodyPr wrap="square">
            <a:spAutoFit/>
          </a:bodyPr>
          <a:lstStyle/>
          <a:p>
            <a:r>
              <a:rPr lang="en-US" sz="1600" b="1" dirty="0">
                <a:ea typeface="Calibri" panose="020F0502020204030204" pitchFamily="34" charset="0"/>
                <a:cs typeface="Calibri" panose="020F0502020204030204" pitchFamily="34" charset="0"/>
              </a:rPr>
              <a:t>Goal#</a:t>
            </a:r>
            <a:r>
              <a:rPr lang="en-US" sz="1600" b="1">
                <a:ea typeface="Calibri" panose="020F0502020204030204" pitchFamily="34" charset="0"/>
                <a:cs typeface="Calibri" panose="020F0502020204030204" pitchFamily="34" charset="0"/>
              </a:rPr>
              <a:t>2</a:t>
            </a:r>
            <a:r>
              <a:rPr lang="en-US" sz="1600" b="1" dirty="0">
                <a:ea typeface="Calibri" panose="020F0502020204030204" pitchFamily="34" charset="0"/>
                <a:cs typeface="Calibri" panose="020F0502020204030204" pitchFamily="34" charset="0"/>
              </a:rPr>
              <a:t> – Load Test sample pattern</a:t>
            </a:r>
            <a:endParaRPr lang="en-US" sz="1600" b="1" dirty="0"/>
          </a:p>
        </p:txBody>
      </p:sp>
      <p:sp>
        <p:nvSpPr>
          <p:cNvPr id="172" name="Rectangle 171">
            <a:extLst>
              <a:ext uri="{FF2B5EF4-FFF2-40B4-BE49-F238E27FC236}">
                <a16:creationId xmlns:a16="http://schemas.microsoft.com/office/drawing/2014/main" id="{F03E5309-4D1E-A327-6161-43CA61100BBA}"/>
              </a:ext>
            </a:extLst>
          </p:cNvPr>
          <p:cNvSpPr/>
          <p:nvPr/>
        </p:nvSpPr>
        <p:spPr>
          <a:xfrm>
            <a:off x="665950" y="3281467"/>
            <a:ext cx="5558618" cy="3344259"/>
          </a:xfrm>
          <a:prstGeom prst="rect">
            <a:avLst/>
          </a:prstGeom>
          <a:noFill/>
          <a:ln/>
        </p:spPr>
        <p:style>
          <a:lnRef idx="2">
            <a:schemeClr val="accent1"/>
          </a:lnRef>
          <a:fillRef idx="1">
            <a:schemeClr val="lt1"/>
          </a:fillRef>
          <a:effectRef idx="0">
            <a:schemeClr val="accent1"/>
          </a:effectRef>
          <a:fontRef idx="minor">
            <a:schemeClr val="dk1"/>
          </a:fontRef>
        </p:style>
        <p:txBody>
          <a:bodyPr lIns="91440" tIns="0" rIns="91440" bIns="0" rtlCol="0" anchor="ctr"/>
          <a:lstStyle/>
          <a:p>
            <a:pPr algn="ctr">
              <a:lnSpc>
                <a:spcPct val="85000"/>
              </a:lnSpc>
            </a:pPr>
            <a:endParaRPr lang="en-US" sz="2400">
              <a:solidFill>
                <a:schemeClr val="bg1"/>
              </a:solidFill>
            </a:endParaRPr>
          </a:p>
        </p:txBody>
      </p:sp>
      <p:grpSp>
        <p:nvGrpSpPr>
          <p:cNvPr id="174" name="Group 173">
            <a:extLst>
              <a:ext uri="{FF2B5EF4-FFF2-40B4-BE49-F238E27FC236}">
                <a16:creationId xmlns:a16="http://schemas.microsoft.com/office/drawing/2014/main" id="{01A59FD4-B75B-78BB-716F-FEB60E0B7926}"/>
              </a:ext>
            </a:extLst>
          </p:cNvPr>
          <p:cNvGrpSpPr/>
          <p:nvPr/>
        </p:nvGrpSpPr>
        <p:grpSpPr>
          <a:xfrm>
            <a:off x="6499551" y="3310328"/>
            <a:ext cx="5140625" cy="2695345"/>
            <a:chOff x="242479" y="647017"/>
            <a:chExt cx="8569340" cy="3330260"/>
          </a:xfrm>
        </p:grpSpPr>
        <p:cxnSp>
          <p:nvCxnSpPr>
            <p:cNvPr id="179" name="Straight Arrow Connector 178">
              <a:extLst>
                <a:ext uri="{FF2B5EF4-FFF2-40B4-BE49-F238E27FC236}">
                  <a16:creationId xmlns:a16="http://schemas.microsoft.com/office/drawing/2014/main" id="{D619EA85-91AD-3F53-B04D-2369C2CFB76C}"/>
                </a:ext>
              </a:extLst>
            </p:cNvPr>
            <p:cNvCxnSpPr>
              <a:cxnSpLocks/>
            </p:cNvCxnSpPr>
            <p:nvPr/>
          </p:nvCxnSpPr>
          <p:spPr>
            <a:xfrm>
              <a:off x="242479" y="647017"/>
              <a:ext cx="0" cy="3296634"/>
            </a:xfrm>
            <a:prstGeom prst="straightConnector1">
              <a:avLst/>
            </a:prstGeom>
            <a:ln w="34925">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180" name="Straight Arrow Connector 179">
              <a:extLst>
                <a:ext uri="{FF2B5EF4-FFF2-40B4-BE49-F238E27FC236}">
                  <a16:creationId xmlns:a16="http://schemas.microsoft.com/office/drawing/2014/main" id="{4EC2459F-FE56-0403-B398-135D76C752A5}"/>
                </a:ext>
              </a:extLst>
            </p:cNvPr>
            <p:cNvCxnSpPr>
              <a:cxnSpLocks/>
            </p:cNvCxnSpPr>
            <p:nvPr/>
          </p:nvCxnSpPr>
          <p:spPr>
            <a:xfrm flipH="1" flipV="1">
              <a:off x="950487" y="3594431"/>
              <a:ext cx="7421306" cy="12611"/>
            </a:xfrm>
            <a:prstGeom prst="straightConnector1">
              <a:avLst/>
            </a:prstGeom>
            <a:ln w="34925">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181" name="Straight Arrow Connector 180">
              <a:extLst>
                <a:ext uri="{FF2B5EF4-FFF2-40B4-BE49-F238E27FC236}">
                  <a16:creationId xmlns:a16="http://schemas.microsoft.com/office/drawing/2014/main" id="{334D6FF6-82CA-9CC4-C077-81C4AF58EEBD}"/>
                </a:ext>
              </a:extLst>
            </p:cNvPr>
            <p:cNvCxnSpPr>
              <a:cxnSpLocks/>
            </p:cNvCxnSpPr>
            <p:nvPr/>
          </p:nvCxnSpPr>
          <p:spPr>
            <a:xfrm>
              <a:off x="8811819" y="647017"/>
              <a:ext cx="0" cy="3330260"/>
            </a:xfrm>
            <a:prstGeom prst="straightConnector1">
              <a:avLst/>
            </a:prstGeom>
            <a:ln w="34925">
              <a:headEnd type="triangle"/>
              <a:tailEnd type="triangle"/>
            </a:ln>
          </p:spPr>
          <p:style>
            <a:lnRef idx="1">
              <a:schemeClr val="accent2"/>
            </a:lnRef>
            <a:fillRef idx="0">
              <a:schemeClr val="accent2"/>
            </a:fillRef>
            <a:effectRef idx="0">
              <a:schemeClr val="accent2"/>
            </a:effectRef>
            <a:fontRef idx="minor">
              <a:schemeClr val="tx1"/>
            </a:fontRef>
          </p:style>
        </p:cxnSp>
        <p:sp>
          <p:nvSpPr>
            <p:cNvPr id="204" name="TextBox 203">
              <a:extLst>
                <a:ext uri="{FF2B5EF4-FFF2-40B4-BE49-F238E27FC236}">
                  <a16:creationId xmlns:a16="http://schemas.microsoft.com/office/drawing/2014/main" id="{F31F475E-EFA7-A1A3-9927-8E72E1C92DDE}"/>
                </a:ext>
              </a:extLst>
            </p:cNvPr>
            <p:cNvSpPr txBox="1"/>
            <p:nvPr/>
          </p:nvSpPr>
          <p:spPr>
            <a:xfrm>
              <a:off x="3644780" y="3243643"/>
              <a:ext cx="1643656" cy="266194"/>
            </a:xfrm>
            <a:prstGeom prst="rect">
              <a:avLst/>
            </a:prstGeom>
            <a:noFill/>
          </p:spPr>
          <p:txBody>
            <a:bodyPr wrap="square" rtlCol="0">
              <a:spAutoFit/>
            </a:bodyPr>
            <a:lstStyle/>
            <a:p>
              <a:r>
                <a:rPr lang="en-US" sz="800" dirty="0">
                  <a:solidFill>
                    <a:srgbClr val="002060"/>
                  </a:solidFill>
                </a:rPr>
                <a:t>1 hour</a:t>
              </a:r>
              <a:endParaRPr lang="en-IN" sz="800" dirty="0">
                <a:solidFill>
                  <a:srgbClr val="002060"/>
                </a:solidFill>
              </a:endParaRPr>
            </a:p>
          </p:txBody>
        </p:sp>
      </p:grpSp>
      <p:sp>
        <p:nvSpPr>
          <p:cNvPr id="5" name="TextBox 4">
            <a:extLst>
              <a:ext uri="{FF2B5EF4-FFF2-40B4-BE49-F238E27FC236}">
                <a16:creationId xmlns:a16="http://schemas.microsoft.com/office/drawing/2014/main" id="{A619B390-8ACA-A10E-8F0B-5F74CE53B2EF}"/>
              </a:ext>
            </a:extLst>
          </p:cNvPr>
          <p:cNvSpPr txBox="1"/>
          <p:nvPr/>
        </p:nvSpPr>
        <p:spPr>
          <a:xfrm>
            <a:off x="1290320" y="4486507"/>
            <a:ext cx="575979" cy="396391"/>
          </a:xfrm>
          <a:prstGeom prst="rect">
            <a:avLst/>
          </a:prstGeom>
          <a:noFill/>
        </p:spPr>
        <p:txBody>
          <a:bodyPr wrap="square" rtlCol="0">
            <a:spAutoFit/>
          </a:bodyPr>
          <a:lstStyle/>
          <a:p>
            <a:r>
              <a:rPr lang="en-US" sz="988"/>
              <a:t>100 Users</a:t>
            </a:r>
            <a:endParaRPr lang="en-IN" sz="988"/>
          </a:p>
        </p:txBody>
      </p:sp>
      <p:sp>
        <p:nvSpPr>
          <p:cNvPr id="7" name="TextBox 6">
            <a:extLst>
              <a:ext uri="{FF2B5EF4-FFF2-40B4-BE49-F238E27FC236}">
                <a16:creationId xmlns:a16="http://schemas.microsoft.com/office/drawing/2014/main" id="{BFCD5795-1646-6356-072E-1BABB206F73C}"/>
              </a:ext>
            </a:extLst>
          </p:cNvPr>
          <p:cNvSpPr txBox="1"/>
          <p:nvPr/>
        </p:nvSpPr>
        <p:spPr>
          <a:xfrm>
            <a:off x="1742547" y="4257678"/>
            <a:ext cx="575979" cy="396391"/>
          </a:xfrm>
          <a:prstGeom prst="rect">
            <a:avLst/>
          </a:prstGeom>
          <a:noFill/>
        </p:spPr>
        <p:txBody>
          <a:bodyPr wrap="square" rtlCol="0">
            <a:spAutoFit/>
          </a:bodyPr>
          <a:lstStyle/>
          <a:p>
            <a:r>
              <a:rPr lang="en-US" sz="988"/>
              <a:t>100 Users</a:t>
            </a:r>
            <a:endParaRPr lang="en-IN" sz="988"/>
          </a:p>
        </p:txBody>
      </p:sp>
      <p:sp>
        <p:nvSpPr>
          <p:cNvPr id="8" name="TextBox 7">
            <a:extLst>
              <a:ext uri="{FF2B5EF4-FFF2-40B4-BE49-F238E27FC236}">
                <a16:creationId xmlns:a16="http://schemas.microsoft.com/office/drawing/2014/main" id="{A3D6456C-C7C1-EEDB-747E-041688791DB7}"/>
              </a:ext>
            </a:extLst>
          </p:cNvPr>
          <p:cNvSpPr txBox="1"/>
          <p:nvPr/>
        </p:nvSpPr>
        <p:spPr>
          <a:xfrm>
            <a:off x="1170478" y="5692670"/>
            <a:ext cx="1148048" cy="218720"/>
          </a:xfrm>
          <a:prstGeom prst="rect">
            <a:avLst/>
          </a:prstGeom>
          <a:noFill/>
        </p:spPr>
        <p:txBody>
          <a:bodyPr wrap="square" rtlCol="0">
            <a:spAutoFit/>
          </a:bodyPr>
          <a:lstStyle/>
          <a:p>
            <a:r>
              <a:rPr lang="en-US" sz="800">
                <a:solidFill>
                  <a:srgbClr val="002060"/>
                </a:solidFill>
              </a:rPr>
              <a:t>User Ramp up Phase </a:t>
            </a:r>
            <a:endParaRPr lang="en-IN" sz="800">
              <a:solidFill>
                <a:srgbClr val="002060"/>
              </a:solidFill>
            </a:endParaRPr>
          </a:p>
        </p:txBody>
      </p:sp>
      <p:sp>
        <p:nvSpPr>
          <p:cNvPr id="9" name="TextBox 8">
            <a:extLst>
              <a:ext uri="{FF2B5EF4-FFF2-40B4-BE49-F238E27FC236}">
                <a16:creationId xmlns:a16="http://schemas.microsoft.com/office/drawing/2014/main" id="{9BF7A6CB-0A55-6079-95BB-BA7984A36382}"/>
              </a:ext>
            </a:extLst>
          </p:cNvPr>
          <p:cNvSpPr txBox="1"/>
          <p:nvPr/>
        </p:nvSpPr>
        <p:spPr>
          <a:xfrm>
            <a:off x="5417280" y="4006962"/>
            <a:ext cx="466896" cy="396391"/>
          </a:xfrm>
          <a:prstGeom prst="rect">
            <a:avLst/>
          </a:prstGeom>
          <a:noFill/>
        </p:spPr>
        <p:txBody>
          <a:bodyPr wrap="square" rtlCol="0">
            <a:spAutoFit/>
          </a:bodyPr>
          <a:lstStyle/>
          <a:p>
            <a:r>
              <a:rPr lang="en-US" sz="988"/>
              <a:t>6 sec</a:t>
            </a:r>
            <a:endParaRPr lang="en-IN" sz="988"/>
          </a:p>
        </p:txBody>
      </p:sp>
      <p:sp>
        <p:nvSpPr>
          <p:cNvPr id="29" name="Arrow: Bent 28">
            <a:extLst>
              <a:ext uri="{FF2B5EF4-FFF2-40B4-BE49-F238E27FC236}">
                <a16:creationId xmlns:a16="http://schemas.microsoft.com/office/drawing/2014/main" id="{4B3084BF-3025-93C5-9C6B-A2D21146F886}"/>
              </a:ext>
            </a:extLst>
          </p:cNvPr>
          <p:cNvSpPr/>
          <p:nvPr/>
        </p:nvSpPr>
        <p:spPr>
          <a:xfrm>
            <a:off x="6856217" y="4815738"/>
            <a:ext cx="768359" cy="467249"/>
          </a:xfrm>
          <a:prstGeom prst="bentArrow">
            <a:avLst>
              <a:gd name="adj1" fmla="val 25000"/>
              <a:gd name="adj2" fmla="val 25842"/>
              <a:gd name="adj3" fmla="val 25000"/>
              <a:gd name="adj4" fmla="val 43750"/>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gn="ctr">
              <a:lnSpc>
                <a:spcPct val="85000"/>
              </a:lnSpc>
            </a:pPr>
            <a:endParaRPr lang="en-US" sz="2400">
              <a:solidFill>
                <a:schemeClr val="bg1"/>
              </a:solidFill>
            </a:endParaRPr>
          </a:p>
        </p:txBody>
      </p:sp>
      <p:pic>
        <p:nvPicPr>
          <p:cNvPr id="30" name="Picture 29">
            <a:extLst>
              <a:ext uri="{FF2B5EF4-FFF2-40B4-BE49-F238E27FC236}">
                <a16:creationId xmlns:a16="http://schemas.microsoft.com/office/drawing/2014/main" id="{53C65FC8-58B3-A2E6-0A18-CFB7A9CD249B}"/>
              </a:ext>
            </a:extLst>
          </p:cNvPr>
          <p:cNvPicPr>
            <a:picLocks noChangeAspect="1"/>
          </p:cNvPicPr>
          <p:nvPr/>
        </p:nvPicPr>
        <p:blipFill>
          <a:blip r:embed="rId3"/>
          <a:stretch>
            <a:fillRect/>
          </a:stretch>
        </p:blipFill>
        <p:spPr>
          <a:xfrm>
            <a:off x="6522426" y="5274209"/>
            <a:ext cx="510130" cy="380795"/>
          </a:xfrm>
          <a:prstGeom prst="rect">
            <a:avLst/>
          </a:prstGeom>
        </p:spPr>
      </p:pic>
      <p:cxnSp>
        <p:nvCxnSpPr>
          <p:cNvPr id="31" name="Straight Arrow Connector 30">
            <a:extLst>
              <a:ext uri="{FF2B5EF4-FFF2-40B4-BE49-F238E27FC236}">
                <a16:creationId xmlns:a16="http://schemas.microsoft.com/office/drawing/2014/main" id="{B7FE91A6-8685-12DB-4DA9-C318CA8FC9C5}"/>
              </a:ext>
            </a:extLst>
          </p:cNvPr>
          <p:cNvCxnSpPr>
            <a:cxnSpLocks/>
          </p:cNvCxnSpPr>
          <p:nvPr/>
        </p:nvCxnSpPr>
        <p:spPr>
          <a:xfrm flipH="1" flipV="1">
            <a:off x="7118657" y="5117735"/>
            <a:ext cx="508212" cy="5877"/>
          </a:xfrm>
          <a:prstGeom prst="straightConnector1">
            <a:avLst/>
          </a:prstGeom>
          <a:ln>
            <a:headEnd type="triangle"/>
            <a:tailEnd type="triangle"/>
          </a:ln>
        </p:spPr>
        <p:style>
          <a:lnRef idx="2">
            <a:schemeClr val="accent4"/>
          </a:lnRef>
          <a:fillRef idx="0">
            <a:schemeClr val="accent4"/>
          </a:fillRef>
          <a:effectRef idx="1">
            <a:schemeClr val="accent4"/>
          </a:effectRef>
          <a:fontRef idx="minor">
            <a:schemeClr val="tx1"/>
          </a:fontRef>
        </p:style>
      </p:cxnSp>
      <p:pic>
        <p:nvPicPr>
          <p:cNvPr id="33" name="Picture 32">
            <a:extLst>
              <a:ext uri="{FF2B5EF4-FFF2-40B4-BE49-F238E27FC236}">
                <a16:creationId xmlns:a16="http://schemas.microsoft.com/office/drawing/2014/main" id="{BE581BF2-95D2-9A13-8D08-E0097D536E03}"/>
              </a:ext>
            </a:extLst>
          </p:cNvPr>
          <p:cNvPicPr>
            <a:picLocks noChangeAspect="1"/>
          </p:cNvPicPr>
          <p:nvPr/>
        </p:nvPicPr>
        <p:blipFill>
          <a:blip r:embed="rId3"/>
          <a:stretch>
            <a:fillRect/>
          </a:stretch>
        </p:blipFill>
        <p:spPr>
          <a:xfrm>
            <a:off x="7663687" y="4763197"/>
            <a:ext cx="510130" cy="380795"/>
          </a:xfrm>
          <a:prstGeom prst="rect">
            <a:avLst/>
          </a:prstGeom>
        </p:spPr>
      </p:pic>
      <p:sp>
        <p:nvSpPr>
          <p:cNvPr id="34" name="Arrow: Bent 33">
            <a:extLst>
              <a:ext uri="{FF2B5EF4-FFF2-40B4-BE49-F238E27FC236}">
                <a16:creationId xmlns:a16="http://schemas.microsoft.com/office/drawing/2014/main" id="{E4D5EAA1-C811-4B06-BFF2-5FD43BCE45A6}"/>
              </a:ext>
            </a:extLst>
          </p:cNvPr>
          <p:cNvSpPr/>
          <p:nvPr/>
        </p:nvSpPr>
        <p:spPr>
          <a:xfrm>
            <a:off x="8012411" y="4319660"/>
            <a:ext cx="769613" cy="424073"/>
          </a:xfrm>
          <a:prstGeom prst="bentArrow">
            <a:avLst>
              <a:gd name="adj1" fmla="val 25000"/>
              <a:gd name="adj2" fmla="val 25842"/>
              <a:gd name="adj3" fmla="val 25000"/>
              <a:gd name="adj4" fmla="val 43750"/>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gn="ctr">
              <a:lnSpc>
                <a:spcPct val="85000"/>
              </a:lnSpc>
            </a:pPr>
            <a:endParaRPr lang="en-US" sz="2400">
              <a:solidFill>
                <a:schemeClr val="bg1"/>
              </a:solidFill>
            </a:endParaRPr>
          </a:p>
        </p:txBody>
      </p:sp>
      <p:cxnSp>
        <p:nvCxnSpPr>
          <p:cNvPr id="35" name="Straight Arrow Connector 34">
            <a:extLst>
              <a:ext uri="{FF2B5EF4-FFF2-40B4-BE49-F238E27FC236}">
                <a16:creationId xmlns:a16="http://schemas.microsoft.com/office/drawing/2014/main" id="{A0ECBD0B-92D1-F793-B2F0-37A3F4FC4C6E}"/>
              </a:ext>
            </a:extLst>
          </p:cNvPr>
          <p:cNvCxnSpPr>
            <a:cxnSpLocks/>
          </p:cNvCxnSpPr>
          <p:nvPr/>
        </p:nvCxnSpPr>
        <p:spPr>
          <a:xfrm flipH="1" flipV="1">
            <a:off x="8278243" y="4602706"/>
            <a:ext cx="508212" cy="5877"/>
          </a:xfrm>
          <a:prstGeom prst="straightConnector1">
            <a:avLst/>
          </a:prstGeom>
          <a:ln>
            <a:headEnd type="triangle"/>
            <a:tailEnd type="triangle"/>
          </a:ln>
        </p:spPr>
        <p:style>
          <a:lnRef idx="2">
            <a:schemeClr val="accent4"/>
          </a:lnRef>
          <a:fillRef idx="0">
            <a:schemeClr val="accent4"/>
          </a:fillRef>
          <a:effectRef idx="1">
            <a:schemeClr val="accent4"/>
          </a:effectRef>
          <a:fontRef idx="minor">
            <a:schemeClr val="tx1"/>
          </a:fontRef>
        </p:style>
      </p:cxnSp>
      <p:pic>
        <p:nvPicPr>
          <p:cNvPr id="11" name="Picture 10">
            <a:extLst>
              <a:ext uri="{FF2B5EF4-FFF2-40B4-BE49-F238E27FC236}">
                <a16:creationId xmlns:a16="http://schemas.microsoft.com/office/drawing/2014/main" id="{93A9540C-E46F-6C79-D101-8F6758F04AD2}"/>
              </a:ext>
            </a:extLst>
          </p:cNvPr>
          <p:cNvPicPr>
            <a:picLocks noChangeAspect="1"/>
          </p:cNvPicPr>
          <p:nvPr/>
        </p:nvPicPr>
        <p:blipFill>
          <a:blip r:embed="rId3"/>
          <a:stretch>
            <a:fillRect/>
          </a:stretch>
        </p:blipFill>
        <p:spPr>
          <a:xfrm>
            <a:off x="8814799" y="4237293"/>
            <a:ext cx="510130" cy="380795"/>
          </a:xfrm>
          <a:prstGeom prst="rect">
            <a:avLst/>
          </a:prstGeom>
        </p:spPr>
      </p:pic>
      <p:pic>
        <p:nvPicPr>
          <p:cNvPr id="13" name="Picture 12">
            <a:extLst>
              <a:ext uri="{FF2B5EF4-FFF2-40B4-BE49-F238E27FC236}">
                <a16:creationId xmlns:a16="http://schemas.microsoft.com/office/drawing/2014/main" id="{EB744012-1987-ABD8-703A-AD90D85C0A8E}"/>
              </a:ext>
            </a:extLst>
          </p:cNvPr>
          <p:cNvPicPr>
            <a:picLocks noChangeAspect="1"/>
          </p:cNvPicPr>
          <p:nvPr/>
        </p:nvPicPr>
        <p:blipFill>
          <a:blip r:embed="rId3"/>
          <a:stretch>
            <a:fillRect/>
          </a:stretch>
        </p:blipFill>
        <p:spPr>
          <a:xfrm>
            <a:off x="9987149" y="3731394"/>
            <a:ext cx="510130" cy="380795"/>
          </a:xfrm>
          <a:prstGeom prst="rect">
            <a:avLst/>
          </a:prstGeom>
        </p:spPr>
      </p:pic>
      <p:cxnSp>
        <p:nvCxnSpPr>
          <p:cNvPr id="15" name="Straight Arrow Connector 14">
            <a:extLst>
              <a:ext uri="{FF2B5EF4-FFF2-40B4-BE49-F238E27FC236}">
                <a16:creationId xmlns:a16="http://schemas.microsoft.com/office/drawing/2014/main" id="{A715DD57-8227-2B17-D539-E25BD59AA2C1}"/>
              </a:ext>
            </a:extLst>
          </p:cNvPr>
          <p:cNvCxnSpPr>
            <a:cxnSpLocks/>
          </p:cNvCxnSpPr>
          <p:nvPr/>
        </p:nvCxnSpPr>
        <p:spPr>
          <a:xfrm flipH="1" flipV="1">
            <a:off x="10594120" y="3575528"/>
            <a:ext cx="508212" cy="5877"/>
          </a:xfrm>
          <a:prstGeom prst="straightConnector1">
            <a:avLst/>
          </a:prstGeom>
          <a:ln>
            <a:headEnd type="triangle"/>
            <a:tailEnd type="triangle"/>
          </a:ln>
        </p:spPr>
        <p:style>
          <a:lnRef idx="2">
            <a:schemeClr val="accent4"/>
          </a:lnRef>
          <a:fillRef idx="0">
            <a:schemeClr val="accent4"/>
          </a:fillRef>
          <a:effectRef idx="1">
            <a:schemeClr val="accent4"/>
          </a:effectRef>
          <a:fontRef idx="minor">
            <a:schemeClr val="tx1"/>
          </a:fontRef>
        </p:style>
      </p:cxnSp>
      <p:cxnSp>
        <p:nvCxnSpPr>
          <p:cNvPr id="16" name="Straight Arrow Connector 15">
            <a:extLst>
              <a:ext uri="{FF2B5EF4-FFF2-40B4-BE49-F238E27FC236}">
                <a16:creationId xmlns:a16="http://schemas.microsoft.com/office/drawing/2014/main" id="{53AD4C28-0349-4F3C-BCF2-7B9B53148521}"/>
              </a:ext>
            </a:extLst>
          </p:cNvPr>
          <p:cNvCxnSpPr>
            <a:cxnSpLocks/>
          </p:cNvCxnSpPr>
          <p:nvPr/>
        </p:nvCxnSpPr>
        <p:spPr>
          <a:xfrm flipH="1" flipV="1">
            <a:off x="9427546" y="4089170"/>
            <a:ext cx="508212" cy="5877"/>
          </a:xfrm>
          <a:prstGeom prst="straightConnector1">
            <a:avLst/>
          </a:prstGeom>
          <a:ln>
            <a:headEnd type="triangle"/>
            <a:tailEnd type="triangle"/>
          </a:ln>
        </p:spPr>
        <p:style>
          <a:lnRef idx="2">
            <a:schemeClr val="accent4"/>
          </a:lnRef>
          <a:fillRef idx="0">
            <a:schemeClr val="accent4"/>
          </a:fillRef>
          <a:effectRef idx="1">
            <a:schemeClr val="accent4"/>
          </a:effectRef>
          <a:fontRef idx="minor">
            <a:schemeClr val="tx1"/>
          </a:fontRef>
        </p:style>
      </p:cxnSp>
      <p:sp>
        <p:nvSpPr>
          <p:cNvPr id="17" name="TextBox 16">
            <a:extLst>
              <a:ext uri="{FF2B5EF4-FFF2-40B4-BE49-F238E27FC236}">
                <a16:creationId xmlns:a16="http://schemas.microsoft.com/office/drawing/2014/main" id="{548CE888-2C45-5C65-FC27-C214F84C0E8C}"/>
              </a:ext>
            </a:extLst>
          </p:cNvPr>
          <p:cNvSpPr txBox="1"/>
          <p:nvPr/>
        </p:nvSpPr>
        <p:spPr>
          <a:xfrm>
            <a:off x="6795156" y="4613369"/>
            <a:ext cx="1067798" cy="244362"/>
          </a:xfrm>
          <a:prstGeom prst="rect">
            <a:avLst/>
          </a:prstGeom>
          <a:noFill/>
        </p:spPr>
        <p:txBody>
          <a:bodyPr wrap="square" rtlCol="0">
            <a:spAutoFit/>
          </a:bodyPr>
          <a:lstStyle/>
          <a:p>
            <a:r>
              <a:rPr lang="en-US" sz="988" dirty="0"/>
              <a:t>13,041 Users</a:t>
            </a:r>
            <a:endParaRPr lang="en-IN" sz="988" dirty="0"/>
          </a:p>
        </p:txBody>
      </p:sp>
      <p:sp>
        <p:nvSpPr>
          <p:cNvPr id="20" name="TextBox 19">
            <a:extLst>
              <a:ext uri="{FF2B5EF4-FFF2-40B4-BE49-F238E27FC236}">
                <a16:creationId xmlns:a16="http://schemas.microsoft.com/office/drawing/2014/main" id="{708B75AA-8B14-E5A8-860E-726D71F54475}"/>
              </a:ext>
            </a:extLst>
          </p:cNvPr>
          <p:cNvSpPr txBox="1"/>
          <p:nvPr/>
        </p:nvSpPr>
        <p:spPr>
          <a:xfrm>
            <a:off x="7699715" y="4031411"/>
            <a:ext cx="1122557" cy="244362"/>
          </a:xfrm>
          <a:prstGeom prst="rect">
            <a:avLst/>
          </a:prstGeom>
          <a:noFill/>
        </p:spPr>
        <p:txBody>
          <a:bodyPr wrap="square" rtlCol="0">
            <a:spAutoFit/>
          </a:bodyPr>
          <a:lstStyle/>
          <a:p>
            <a:r>
              <a:rPr lang="en-US" sz="988" dirty="0"/>
              <a:t>26,082  Users</a:t>
            </a:r>
            <a:endParaRPr lang="en-IN" sz="988" dirty="0"/>
          </a:p>
        </p:txBody>
      </p:sp>
      <p:sp>
        <p:nvSpPr>
          <p:cNvPr id="22" name="TextBox 21">
            <a:extLst>
              <a:ext uri="{FF2B5EF4-FFF2-40B4-BE49-F238E27FC236}">
                <a16:creationId xmlns:a16="http://schemas.microsoft.com/office/drawing/2014/main" id="{77D36E1F-DB22-BC95-2F96-81738F2EEA1A}"/>
              </a:ext>
            </a:extLst>
          </p:cNvPr>
          <p:cNvSpPr txBox="1"/>
          <p:nvPr/>
        </p:nvSpPr>
        <p:spPr>
          <a:xfrm>
            <a:off x="10525818" y="3673580"/>
            <a:ext cx="1122557" cy="244362"/>
          </a:xfrm>
          <a:prstGeom prst="rect">
            <a:avLst/>
          </a:prstGeom>
          <a:noFill/>
        </p:spPr>
        <p:txBody>
          <a:bodyPr wrap="square" rtlCol="0">
            <a:spAutoFit/>
          </a:bodyPr>
          <a:lstStyle/>
          <a:p>
            <a:r>
              <a:rPr lang="en-US" sz="988" dirty="0"/>
              <a:t>104,328  Users</a:t>
            </a:r>
            <a:endParaRPr lang="en-IN" sz="988" dirty="0"/>
          </a:p>
        </p:txBody>
      </p:sp>
      <p:sp>
        <p:nvSpPr>
          <p:cNvPr id="27" name="Rectangle 26">
            <a:extLst>
              <a:ext uri="{FF2B5EF4-FFF2-40B4-BE49-F238E27FC236}">
                <a16:creationId xmlns:a16="http://schemas.microsoft.com/office/drawing/2014/main" id="{C1A0CA3A-037D-6FB6-6905-E583B8E82B1B}"/>
              </a:ext>
            </a:extLst>
          </p:cNvPr>
          <p:cNvSpPr/>
          <p:nvPr/>
        </p:nvSpPr>
        <p:spPr>
          <a:xfrm>
            <a:off x="6312559" y="3281466"/>
            <a:ext cx="5428711" cy="3344259"/>
          </a:xfrm>
          <a:prstGeom prst="rect">
            <a:avLst/>
          </a:prstGeom>
          <a:noFill/>
          <a:ln/>
        </p:spPr>
        <p:style>
          <a:lnRef idx="2">
            <a:schemeClr val="accent1"/>
          </a:lnRef>
          <a:fillRef idx="1">
            <a:schemeClr val="lt1"/>
          </a:fillRef>
          <a:effectRef idx="0">
            <a:schemeClr val="accent1"/>
          </a:effectRef>
          <a:fontRef idx="minor">
            <a:schemeClr val="dk1"/>
          </a:fontRef>
        </p:style>
        <p:txBody>
          <a:bodyPr lIns="91440" tIns="0" rIns="91440" bIns="0" rtlCol="0" anchor="ctr"/>
          <a:lstStyle/>
          <a:p>
            <a:pPr algn="ctr">
              <a:lnSpc>
                <a:spcPct val="85000"/>
              </a:lnSpc>
            </a:pPr>
            <a:endParaRPr lang="en-US" sz="2400">
              <a:solidFill>
                <a:schemeClr val="bg1"/>
              </a:solidFill>
            </a:endParaRPr>
          </a:p>
        </p:txBody>
      </p:sp>
      <p:sp>
        <p:nvSpPr>
          <p:cNvPr id="28" name="Arrow: Bent 27">
            <a:extLst>
              <a:ext uri="{FF2B5EF4-FFF2-40B4-BE49-F238E27FC236}">
                <a16:creationId xmlns:a16="http://schemas.microsoft.com/office/drawing/2014/main" id="{09ED035A-A9DB-9EF7-D121-4742885D1A38}"/>
              </a:ext>
            </a:extLst>
          </p:cNvPr>
          <p:cNvSpPr/>
          <p:nvPr/>
        </p:nvSpPr>
        <p:spPr>
          <a:xfrm>
            <a:off x="9166145" y="3813220"/>
            <a:ext cx="769613" cy="424073"/>
          </a:xfrm>
          <a:prstGeom prst="bentArrow">
            <a:avLst>
              <a:gd name="adj1" fmla="val 25000"/>
              <a:gd name="adj2" fmla="val 25842"/>
              <a:gd name="adj3" fmla="val 25000"/>
              <a:gd name="adj4" fmla="val 43750"/>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gn="ctr">
              <a:lnSpc>
                <a:spcPct val="85000"/>
              </a:lnSpc>
            </a:pPr>
            <a:endParaRPr lang="en-US" sz="2400">
              <a:solidFill>
                <a:schemeClr val="bg1"/>
              </a:solidFill>
            </a:endParaRPr>
          </a:p>
        </p:txBody>
      </p:sp>
      <p:sp>
        <p:nvSpPr>
          <p:cNvPr id="32" name="Arrow: Bent 31">
            <a:extLst>
              <a:ext uri="{FF2B5EF4-FFF2-40B4-BE49-F238E27FC236}">
                <a16:creationId xmlns:a16="http://schemas.microsoft.com/office/drawing/2014/main" id="{8B39DB56-514B-2359-5523-8A97933DF344}"/>
              </a:ext>
            </a:extLst>
          </p:cNvPr>
          <p:cNvSpPr/>
          <p:nvPr/>
        </p:nvSpPr>
        <p:spPr>
          <a:xfrm>
            <a:off x="10338899" y="3274490"/>
            <a:ext cx="769613" cy="424073"/>
          </a:xfrm>
          <a:prstGeom prst="bentArrow">
            <a:avLst>
              <a:gd name="adj1" fmla="val 25000"/>
              <a:gd name="adj2" fmla="val 25842"/>
              <a:gd name="adj3" fmla="val 25000"/>
              <a:gd name="adj4" fmla="val 43750"/>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gn="ctr">
              <a:lnSpc>
                <a:spcPct val="85000"/>
              </a:lnSpc>
            </a:pPr>
            <a:endParaRPr lang="en-US" sz="2400">
              <a:solidFill>
                <a:schemeClr val="bg1"/>
              </a:solidFill>
            </a:endParaRPr>
          </a:p>
        </p:txBody>
      </p:sp>
      <p:sp>
        <p:nvSpPr>
          <p:cNvPr id="36" name="TextBox 35">
            <a:extLst>
              <a:ext uri="{FF2B5EF4-FFF2-40B4-BE49-F238E27FC236}">
                <a16:creationId xmlns:a16="http://schemas.microsoft.com/office/drawing/2014/main" id="{D9D2F5BE-AB49-E55B-B577-D202E7B56664}"/>
              </a:ext>
            </a:extLst>
          </p:cNvPr>
          <p:cNvSpPr txBox="1"/>
          <p:nvPr/>
        </p:nvSpPr>
        <p:spPr>
          <a:xfrm>
            <a:off x="7209046" y="2841728"/>
            <a:ext cx="4439329" cy="338554"/>
          </a:xfrm>
          <a:prstGeom prst="rect">
            <a:avLst/>
          </a:prstGeom>
          <a:noFill/>
        </p:spPr>
        <p:txBody>
          <a:bodyPr wrap="square">
            <a:spAutoFit/>
          </a:bodyPr>
          <a:lstStyle/>
          <a:p>
            <a:r>
              <a:rPr lang="en-US" sz="1600" b="1" dirty="0">
                <a:ea typeface="Calibri" panose="020F0502020204030204" pitchFamily="34" charset="0"/>
                <a:cs typeface="Calibri" panose="020F0502020204030204" pitchFamily="34" charset="0"/>
              </a:rPr>
              <a:t>Goal#</a:t>
            </a:r>
            <a:r>
              <a:rPr lang="en-US" sz="1600" b="1">
                <a:ea typeface="Calibri" panose="020F0502020204030204" pitchFamily="34" charset="0"/>
                <a:cs typeface="Calibri" panose="020F0502020204030204" pitchFamily="34" charset="0"/>
              </a:rPr>
              <a:t>2</a:t>
            </a:r>
            <a:r>
              <a:rPr lang="en-US" sz="1600" b="1" dirty="0">
                <a:ea typeface="Calibri" panose="020F0502020204030204" pitchFamily="34" charset="0"/>
                <a:cs typeface="Calibri" panose="020F0502020204030204" pitchFamily="34" charset="0"/>
              </a:rPr>
              <a:t> – Stress Test sample pattern</a:t>
            </a:r>
            <a:endParaRPr lang="en-US" sz="1600" b="1" dirty="0"/>
          </a:p>
        </p:txBody>
      </p:sp>
      <p:sp>
        <p:nvSpPr>
          <p:cNvPr id="37" name="TextBox 36">
            <a:extLst>
              <a:ext uri="{FF2B5EF4-FFF2-40B4-BE49-F238E27FC236}">
                <a16:creationId xmlns:a16="http://schemas.microsoft.com/office/drawing/2014/main" id="{03C6EB0D-BC0A-2536-13C9-22D146422347}"/>
              </a:ext>
            </a:extLst>
          </p:cNvPr>
          <p:cNvSpPr txBox="1"/>
          <p:nvPr/>
        </p:nvSpPr>
        <p:spPr>
          <a:xfrm>
            <a:off x="6503909" y="6012963"/>
            <a:ext cx="5254564" cy="457048"/>
          </a:xfrm>
          <a:prstGeom prst="rect">
            <a:avLst/>
          </a:prstGeom>
          <a:noFill/>
          <a:ln>
            <a:solidFill>
              <a:srgbClr val="002060"/>
            </a:solidFill>
          </a:ln>
        </p:spPr>
        <p:txBody>
          <a:bodyPr wrap="square" rtlCol="0">
            <a:spAutoFit/>
          </a:bodyPr>
          <a:lstStyle/>
          <a:p>
            <a:pPr algn="ctr"/>
            <a:r>
              <a:rPr lang="en-US" sz="1185" dirty="0">
                <a:solidFill>
                  <a:srgbClr val="002060"/>
                </a:solidFill>
              </a:rPr>
              <a:t>Stress Test Total Duration would be 1hr (Increase 2x no of users on every 15 min duration to identify the system / application breakdown point</a:t>
            </a:r>
            <a:endParaRPr lang="en-IN" sz="1185" dirty="0">
              <a:solidFill>
                <a:srgbClr val="002060"/>
              </a:solidFill>
            </a:endParaRPr>
          </a:p>
        </p:txBody>
      </p:sp>
      <p:sp>
        <p:nvSpPr>
          <p:cNvPr id="12" name="TextBox 11">
            <a:extLst>
              <a:ext uri="{FF2B5EF4-FFF2-40B4-BE49-F238E27FC236}">
                <a16:creationId xmlns:a16="http://schemas.microsoft.com/office/drawing/2014/main" id="{F0DDF9DE-F9F4-74FB-0CC9-5584FA371A3A}"/>
              </a:ext>
            </a:extLst>
          </p:cNvPr>
          <p:cNvSpPr txBox="1"/>
          <p:nvPr/>
        </p:nvSpPr>
        <p:spPr>
          <a:xfrm>
            <a:off x="8907726" y="3575528"/>
            <a:ext cx="1122557" cy="244362"/>
          </a:xfrm>
          <a:prstGeom prst="rect">
            <a:avLst/>
          </a:prstGeom>
          <a:noFill/>
        </p:spPr>
        <p:txBody>
          <a:bodyPr wrap="square" rtlCol="0">
            <a:spAutoFit/>
          </a:bodyPr>
          <a:lstStyle/>
          <a:p>
            <a:r>
              <a:rPr lang="en-US" sz="988" dirty="0"/>
              <a:t>52,164  Users</a:t>
            </a:r>
            <a:endParaRPr lang="en-IN" sz="988" dirty="0"/>
          </a:p>
        </p:txBody>
      </p:sp>
    </p:spTree>
    <p:extLst>
      <p:ext uri="{BB962C8B-B14F-4D97-AF65-F5344CB8AC3E}">
        <p14:creationId xmlns:p14="http://schemas.microsoft.com/office/powerpoint/2010/main" val="3245375454"/>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A745D-9425-8936-5B71-1ABD16464C9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F219B1F-BB50-FCC2-F315-0CD28996DD1A}"/>
              </a:ext>
            </a:extLst>
          </p:cNvPr>
          <p:cNvSpPr>
            <a:spLocks noGrp="1"/>
          </p:cNvSpPr>
          <p:nvPr>
            <p:ph type="ftr" sz="quarter" idx="15"/>
          </p:nvPr>
        </p:nvSpPr>
        <p:spPr/>
        <p:txBody>
          <a:bodyPr/>
          <a:lstStyle/>
          <a:p>
            <a:r>
              <a:rPr lang="en-US" dirty="0"/>
              <a:t>CONFIDENTIAL</a:t>
            </a:r>
          </a:p>
        </p:txBody>
      </p:sp>
      <p:sp>
        <p:nvSpPr>
          <p:cNvPr id="4" name="Slide Number Placeholder 3">
            <a:extLst>
              <a:ext uri="{FF2B5EF4-FFF2-40B4-BE49-F238E27FC236}">
                <a16:creationId xmlns:a16="http://schemas.microsoft.com/office/drawing/2014/main" id="{DF6F38ED-E396-6B13-279B-ED0017C99BCA}"/>
              </a:ext>
            </a:extLst>
          </p:cNvPr>
          <p:cNvSpPr>
            <a:spLocks noGrp="1"/>
          </p:cNvSpPr>
          <p:nvPr>
            <p:ph type="sldNum" sz="quarter" idx="16"/>
          </p:nvPr>
        </p:nvSpPr>
        <p:spPr/>
        <p:txBody>
          <a:bodyPr/>
          <a:lstStyle/>
          <a:p>
            <a:fld id="{4F90343F-D056-4E24-BE3D-A305BDC1A23E}" type="slidenum">
              <a:rPr lang="en-US" smtClean="0"/>
              <a:pPr/>
              <a:t>13</a:t>
            </a:fld>
            <a:endParaRPr lang="en-US"/>
          </a:p>
        </p:txBody>
      </p:sp>
      <p:sp>
        <p:nvSpPr>
          <p:cNvPr id="10" name="TextBox 9">
            <a:extLst>
              <a:ext uri="{FF2B5EF4-FFF2-40B4-BE49-F238E27FC236}">
                <a16:creationId xmlns:a16="http://schemas.microsoft.com/office/drawing/2014/main" id="{AA945972-C662-21D6-A186-4F2F147947CC}"/>
              </a:ext>
            </a:extLst>
          </p:cNvPr>
          <p:cNvSpPr txBox="1"/>
          <p:nvPr/>
        </p:nvSpPr>
        <p:spPr>
          <a:xfrm>
            <a:off x="666704" y="677243"/>
            <a:ext cx="10776854" cy="769441"/>
          </a:xfrm>
          <a:prstGeom prst="rect">
            <a:avLst/>
          </a:prstGeom>
          <a:noFill/>
        </p:spPr>
        <p:txBody>
          <a:bodyPr wrap="square">
            <a:spAutoFit/>
          </a:bodyPr>
          <a:lstStyle/>
          <a:p>
            <a:r>
              <a:rPr lang="en-US" sz="1400" b="1" dirty="0">
                <a:ea typeface="Calibri" panose="020F0502020204030204" pitchFamily="34" charset="0"/>
                <a:cs typeface="Calibri" panose="020F0502020204030204" pitchFamily="34" charset="0"/>
              </a:rPr>
              <a:t>Goal#2 – </a:t>
            </a:r>
            <a:r>
              <a:rPr lang="en-US" sz="1400" b="1" i="0" dirty="0">
                <a:solidFill>
                  <a:srgbClr val="172B4D"/>
                </a:solidFill>
                <a:effectLst/>
              </a:rPr>
              <a:t>GUI based performance testing with user base using PWD report generation only</a:t>
            </a:r>
          </a:p>
          <a:p>
            <a:r>
              <a:rPr lang="en-US" sz="1400" dirty="0"/>
              <a:t>Scalability test is to measures performance of a system when the number of user requests are scaled up or down.</a:t>
            </a:r>
          </a:p>
          <a:p>
            <a:endParaRPr lang="en-US" sz="1600" b="1" dirty="0"/>
          </a:p>
        </p:txBody>
      </p:sp>
      <p:sp>
        <p:nvSpPr>
          <p:cNvPr id="2" name="Rectangle 1">
            <a:extLst>
              <a:ext uri="{FF2B5EF4-FFF2-40B4-BE49-F238E27FC236}">
                <a16:creationId xmlns:a16="http://schemas.microsoft.com/office/drawing/2014/main" id="{9B3BA7E5-9197-888D-0A54-3CF95ABE1A2A}"/>
              </a:ext>
            </a:extLst>
          </p:cNvPr>
          <p:cNvSpPr/>
          <p:nvPr/>
        </p:nvSpPr>
        <p:spPr>
          <a:xfrm>
            <a:off x="670102" y="123099"/>
            <a:ext cx="10961917" cy="522515"/>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nSpc>
                <a:spcPct val="85000"/>
              </a:lnSpc>
            </a:pPr>
            <a:r>
              <a:rPr lang="en-US" sz="2400" b="1" dirty="0">
                <a:solidFill>
                  <a:schemeClr val="bg1"/>
                </a:solidFill>
                <a:ea typeface="Calibri" panose="020F0502020204030204" pitchFamily="34" charset="0"/>
                <a:cs typeface="Calibri" panose="020F0502020204030204" pitchFamily="34" charset="0"/>
              </a:rPr>
              <a:t>GUI Goals</a:t>
            </a:r>
          </a:p>
        </p:txBody>
      </p:sp>
      <p:graphicFrame>
        <p:nvGraphicFramePr>
          <p:cNvPr id="12" name="Table 11">
            <a:extLst>
              <a:ext uri="{FF2B5EF4-FFF2-40B4-BE49-F238E27FC236}">
                <a16:creationId xmlns:a16="http://schemas.microsoft.com/office/drawing/2014/main" id="{F5B1D401-A3C9-5646-A436-ECF8C223FF8D}"/>
              </a:ext>
            </a:extLst>
          </p:cNvPr>
          <p:cNvGraphicFramePr>
            <a:graphicFrameLocks noGrp="1"/>
          </p:cNvGraphicFramePr>
          <p:nvPr>
            <p:extLst>
              <p:ext uri="{D42A27DB-BD31-4B8C-83A1-F6EECF244321}">
                <p14:modId xmlns:p14="http://schemas.microsoft.com/office/powerpoint/2010/main" val="913344383"/>
              </p:ext>
            </p:extLst>
          </p:nvPr>
        </p:nvGraphicFramePr>
        <p:xfrm>
          <a:off x="666704" y="1297172"/>
          <a:ext cx="5064140" cy="3733050"/>
        </p:xfrm>
        <a:graphic>
          <a:graphicData uri="http://schemas.openxmlformats.org/drawingml/2006/table">
            <a:tbl>
              <a:tblPr/>
              <a:tblGrid>
                <a:gridCol w="473838">
                  <a:extLst>
                    <a:ext uri="{9D8B030D-6E8A-4147-A177-3AD203B41FA5}">
                      <a16:colId xmlns:a16="http://schemas.microsoft.com/office/drawing/2014/main" val="2968248114"/>
                    </a:ext>
                  </a:extLst>
                </a:gridCol>
                <a:gridCol w="2656435">
                  <a:extLst>
                    <a:ext uri="{9D8B030D-6E8A-4147-A177-3AD203B41FA5}">
                      <a16:colId xmlns:a16="http://schemas.microsoft.com/office/drawing/2014/main" val="4208589190"/>
                    </a:ext>
                  </a:extLst>
                </a:gridCol>
                <a:gridCol w="787960">
                  <a:extLst>
                    <a:ext uri="{9D8B030D-6E8A-4147-A177-3AD203B41FA5}">
                      <a16:colId xmlns:a16="http://schemas.microsoft.com/office/drawing/2014/main" val="1518096679"/>
                    </a:ext>
                  </a:extLst>
                </a:gridCol>
                <a:gridCol w="1145907">
                  <a:extLst>
                    <a:ext uri="{9D8B030D-6E8A-4147-A177-3AD203B41FA5}">
                      <a16:colId xmlns:a16="http://schemas.microsoft.com/office/drawing/2014/main" val="4253338888"/>
                    </a:ext>
                  </a:extLst>
                </a:gridCol>
              </a:tblGrid>
              <a:tr h="410362">
                <a:tc>
                  <a:txBody>
                    <a:bodyPr/>
                    <a:lstStyle/>
                    <a:p>
                      <a:pPr algn="ctr" rtl="0" fontAlgn="ctr"/>
                      <a:r>
                        <a:rPr lang="en-US" sz="1200" b="1" i="0" u="none" strike="noStrike">
                          <a:solidFill>
                            <a:srgbClr val="FFFFFF"/>
                          </a:solidFill>
                          <a:effectLst/>
                          <a:latin typeface="+mn-lt"/>
                        </a:rPr>
                        <a: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42BE"/>
                    </a:solidFill>
                  </a:tcPr>
                </a:tc>
                <a:tc>
                  <a:txBody>
                    <a:bodyPr/>
                    <a:lstStyle/>
                    <a:p>
                      <a:pPr algn="ctr" rtl="0" fontAlgn="ctr"/>
                      <a:r>
                        <a:rPr lang="en-US" sz="1200" b="1" i="0" u="none" strike="noStrike">
                          <a:solidFill>
                            <a:srgbClr val="FFFFFF"/>
                          </a:solidFill>
                          <a:effectLst/>
                          <a:latin typeface="+mn-lt"/>
                        </a:rPr>
                        <a:t>Scenario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42BE"/>
                    </a:solidFill>
                  </a:tcPr>
                </a:tc>
                <a:tc>
                  <a:txBody>
                    <a:bodyPr/>
                    <a:lstStyle/>
                    <a:p>
                      <a:pPr algn="ctr" rtl="0" fontAlgn="ctr"/>
                      <a:r>
                        <a:rPr lang="en-US" sz="1200" b="1" i="0" u="none" strike="noStrike">
                          <a:solidFill>
                            <a:srgbClr val="FFFFFF"/>
                          </a:solidFill>
                          <a:effectLst/>
                          <a:latin typeface="+mn-lt"/>
                        </a:rPr>
                        <a:t>Type of Test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42BE"/>
                    </a:solidFill>
                  </a:tcPr>
                </a:tc>
                <a:tc>
                  <a:txBody>
                    <a:bodyPr/>
                    <a:lstStyle/>
                    <a:p>
                      <a:pPr algn="ctr" rtl="0" fontAlgn="ctr"/>
                      <a:r>
                        <a:rPr lang="en-US" sz="1200" b="1" i="0" u="none" strike="noStrike">
                          <a:solidFill>
                            <a:srgbClr val="FFFFFF"/>
                          </a:solidFill>
                          <a:effectLst/>
                          <a:latin typeface="+mn-lt"/>
                        </a:rPr>
                        <a:t>Total No. of Users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42BE"/>
                    </a:solidFill>
                  </a:tcPr>
                </a:tc>
                <a:extLst>
                  <a:ext uri="{0D108BD9-81ED-4DB2-BD59-A6C34878D82A}">
                    <a16:rowId xmlns:a16="http://schemas.microsoft.com/office/drawing/2014/main" val="119694907"/>
                  </a:ext>
                </a:extLst>
              </a:tr>
              <a:tr h="415336">
                <a:tc>
                  <a:txBody>
                    <a:bodyPr/>
                    <a:lstStyle/>
                    <a:p>
                      <a:pPr algn="ctr" rtl="0" fontAlgn="ctr"/>
                      <a:r>
                        <a:rPr lang="en-US" sz="1050" b="0" i="0" u="none" strike="noStrike">
                          <a:solidFill>
                            <a:srgbClr val="000000"/>
                          </a:solidFill>
                          <a:effectLst/>
                          <a:latin typeface="+mn-lt"/>
                        </a:rPr>
                        <a:t>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5CFE8"/>
                    </a:solidFill>
                  </a:tcPr>
                </a:tc>
                <a:tc>
                  <a:txBody>
                    <a:bodyPr/>
                    <a:lstStyle/>
                    <a:p>
                      <a:pPr algn="l" rtl="0" fontAlgn="ctr"/>
                      <a:r>
                        <a:rPr lang="en-US" sz="1050" b="0" i="0" u="none" strike="noStrike" dirty="0">
                          <a:solidFill>
                            <a:srgbClr val="000000"/>
                          </a:solidFill>
                          <a:effectLst/>
                          <a:latin typeface="+mn-lt"/>
                        </a:rPr>
                        <a:t>Report generation with 90-, 14- and 7-days report with users' equal distribution</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5CFE8"/>
                    </a:solidFill>
                  </a:tcPr>
                </a:tc>
                <a:tc>
                  <a:txBody>
                    <a:bodyPr/>
                    <a:lstStyle/>
                    <a:p>
                      <a:pPr algn="ctr" rtl="0" fontAlgn="ctr"/>
                      <a:r>
                        <a:rPr lang="en-US" sz="1050" b="0" i="0" u="none" strike="noStrike">
                          <a:solidFill>
                            <a:srgbClr val="000000"/>
                          </a:solidFill>
                          <a:effectLst/>
                          <a:latin typeface="+mn-lt"/>
                        </a:rPr>
                        <a:t>Scalability Test 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5CFE8"/>
                    </a:solidFill>
                  </a:tcPr>
                </a:tc>
                <a:tc>
                  <a:txBody>
                    <a:bodyPr/>
                    <a:lstStyle/>
                    <a:p>
                      <a:pPr algn="ctr" rtl="0" fontAlgn="ctr"/>
                      <a:r>
                        <a:rPr lang="en-US" sz="1050" b="0" i="0" u="none" strike="noStrike" dirty="0">
                          <a:solidFill>
                            <a:srgbClr val="000000"/>
                          </a:solidFill>
                          <a:effectLst/>
                          <a:latin typeface="+mn-lt"/>
                        </a:rPr>
                        <a:t>50,000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5CFE8"/>
                    </a:solidFill>
                  </a:tcPr>
                </a:tc>
                <a:extLst>
                  <a:ext uri="{0D108BD9-81ED-4DB2-BD59-A6C34878D82A}">
                    <a16:rowId xmlns:a16="http://schemas.microsoft.com/office/drawing/2014/main" val="2220830045"/>
                  </a:ext>
                </a:extLst>
              </a:tr>
              <a:tr h="415336">
                <a:tc>
                  <a:txBody>
                    <a:bodyPr/>
                    <a:lstStyle/>
                    <a:p>
                      <a:pPr algn="ctr" rtl="0" fontAlgn="ctr"/>
                      <a:r>
                        <a:rPr lang="en-US" sz="1050" b="0" i="0" u="none" strike="noStrike">
                          <a:solidFill>
                            <a:srgbClr val="000000"/>
                          </a:solidFill>
                          <a:effectLst/>
                          <a:latin typeface="+mn-lt"/>
                        </a:rPr>
                        <a:t>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9F4"/>
                    </a:solidFill>
                  </a:tcPr>
                </a:tc>
                <a:tc>
                  <a:txBody>
                    <a:bodyPr/>
                    <a:lstStyle/>
                    <a:p>
                      <a:pPr algn="l" rtl="0" fontAlgn="ctr"/>
                      <a:r>
                        <a:rPr lang="en-US" sz="1050" b="0" i="0" u="none" strike="noStrike" dirty="0">
                          <a:solidFill>
                            <a:srgbClr val="000000"/>
                          </a:solidFill>
                          <a:effectLst/>
                          <a:latin typeface="+mn-lt"/>
                        </a:rPr>
                        <a:t>Report generation with 90-, 14- and 7-days report with users' equal distribution</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9F4"/>
                    </a:solidFill>
                  </a:tcPr>
                </a:tc>
                <a:tc>
                  <a:txBody>
                    <a:bodyPr/>
                    <a:lstStyle/>
                    <a:p>
                      <a:pPr algn="ctr" rtl="0" fontAlgn="ctr"/>
                      <a:r>
                        <a:rPr lang="en-US" sz="1050" b="0" i="0" u="none" strike="noStrike">
                          <a:solidFill>
                            <a:srgbClr val="000000"/>
                          </a:solidFill>
                          <a:effectLst/>
                          <a:latin typeface="+mn-lt"/>
                        </a:rPr>
                        <a:t>Scalability Test 2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9F4"/>
                    </a:solidFill>
                  </a:tcPr>
                </a:tc>
                <a:tc>
                  <a:txBody>
                    <a:bodyPr/>
                    <a:lstStyle/>
                    <a:p>
                      <a:pPr algn="ctr" rtl="0" fontAlgn="ctr"/>
                      <a:r>
                        <a:rPr lang="en-US" sz="1050" b="0" i="0" u="none" strike="noStrike" dirty="0">
                          <a:solidFill>
                            <a:srgbClr val="000000"/>
                          </a:solidFill>
                          <a:effectLst/>
                          <a:latin typeface="+mn-lt"/>
                        </a:rPr>
                        <a:t>40,000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9F4"/>
                    </a:solidFill>
                  </a:tcPr>
                </a:tc>
                <a:extLst>
                  <a:ext uri="{0D108BD9-81ED-4DB2-BD59-A6C34878D82A}">
                    <a16:rowId xmlns:a16="http://schemas.microsoft.com/office/drawing/2014/main" val="3905969755"/>
                  </a:ext>
                </a:extLst>
              </a:tr>
              <a:tr h="415336">
                <a:tc>
                  <a:txBody>
                    <a:bodyPr/>
                    <a:lstStyle/>
                    <a:p>
                      <a:pPr algn="ctr" rtl="0" fontAlgn="ctr"/>
                      <a:r>
                        <a:rPr lang="en-US" sz="1050" b="0" i="0" u="none" strike="noStrike">
                          <a:solidFill>
                            <a:srgbClr val="000000"/>
                          </a:solidFill>
                          <a:effectLst/>
                          <a:latin typeface="+mn-lt"/>
                        </a:rPr>
                        <a:t>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5CFE8"/>
                    </a:solidFill>
                  </a:tcPr>
                </a:tc>
                <a:tc>
                  <a:txBody>
                    <a:bodyPr/>
                    <a:lstStyle/>
                    <a:p>
                      <a:pPr algn="l" rtl="0" fontAlgn="ctr"/>
                      <a:r>
                        <a:rPr lang="en-US" sz="1050" b="0" i="0" u="none" strike="noStrike" dirty="0">
                          <a:solidFill>
                            <a:srgbClr val="000000"/>
                          </a:solidFill>
                          <a:effectLst/>
                          <a:latin typeface="+mn-lt"/>
                        </a:rPr>
                        <a:t>Report generation with 90-, 14- and 7-days report with users' equal distribution</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5CFE8"/>
                    </a:solidFill>
                  </a:tcPr>
                </a:tc>
                <a:tc>
                  <a:txBody>
                    <a:bodyPr/>
                    <a:lstStyle/>
                    <a:p>
                      <a:pPr algn="ctr" rtl="0" fontAlgn="ctr"/>
                      <a:r>
                        <a:rPr lang="en-US" sz="1050" b="0" i="0" u="none" strike="noStrike">
                          <a:solidFill>
                            <a:srgbClr val="000000"/>
                          </a:solidFill>
                          <a:effectLst/>
                          <a:latin typeface="+mn-lt"/>
                        </a:rPr>
                        <a:t>Scalability Test 3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5CFE8"/>
                    </a:solidFill>
                  </a:tcPr>
                </a:tc>
                <a:tc>
                  <a:txBody>
                    <a:bodyPr/>
                    <a:lstStyle/>
                    <a:p>
                      <a:pPr algn="ctr" rtl="0" fontAlgn="ctr"/>
                      <a:r>
                        <a:rPr lang="en-US" sz="1050" b="0" i="0" u="none" strike="noStrike" dirty="0">
                          <a:solidFill>
                            <a:srgbClr val="000000"/>
                          </a:solidFill>
                          <a:effectLst/>
                          <a:latin typeface="+mn-lt"/>
                        </a:rPr>
                        <a:t>30,000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5CFE8"/>
                    </a:solidFill>
                  </a:tcPr>
                </a:tc>
                <a:extLst>
                  <a:ext uri="{0D108BD9-81ED-4DB2-BD59-A6C34878D82A}">
                    <a16:rowId xmlns:a16="http://schemas.microsoft.com/office/drawing/2014/main" val="2653771836"/>
                  </a:ext>
                </a:extLst>
              </a:tr>
              <a:tr h="415336">
                <a:tc>
                  <a:txBody>
                    <a:bodyPr/>
                    <a:lstStyle/>
                    <a:p>
                      <a:pPr algn="ctr" rtl="0" fontAlgn="ctr"/>
                      <a:r>
                        <a:rPr lang="en-US" sz="1050" b="0" i="0" u="none" strike="noStrike">
                          <a:solidFill>
                            <a:srgbClr val="000000"/>
                          </a:solidFill>
                          <a:effectLst/>
                          <a:latin typeface="+mn-lt"/>
                        </a:rPr>
                        <a:t>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9F4"/>
                    </a:solidFill>
                  </a:tcPr>
                </a:tc>
                <a:tc>
                  <a:txBody>
                    <a:bodyPr/>
                    <a:lstStyle/>
                    <a:p>
                      <a:pPr algn="l" rtl="0" fontAlgn="ctr"/>
                      <a:r>
                        <a:rPr lang="en-US" sz="1050" b="0" i="0" u="none" strike="noStrike" dirty="0">
                          <a:solidFill>
                            <a:srgbClr val="000000"/>
                          </a:solidFill>
                          <a:effectLst/>
                          <a:latin typeface="+mn-lt"/>
                        </a:rPr>
                        <a:t>Report generation with 90-, 14- and 7-days report with users' equal distribution</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9F4"/>
                    </a:solidFill>
                  </a:tcPr>
                </a:tc>
                <a:tc>
                  <a:txBody>
                    <a:bodyPr/>
                    <a:lstStyle/>
                    <a:p>
                      <a:pPr algn="ctr" rtl="0" fontAlgn="ctr"/>
                      <a:r>
                        <a:rPr lang="en-US" sz="1050" b="0" i="0" u="none" strike="noStrike" dirty="0">
                          <a:solidFill>
                            <a:srgbClr val="000000"/>
                          </a:solidFill>
                          <a:effectLst/>
                          <a:latin typeface="+mn-lt"/>
                        </a:rPr>
                        <a:t>Scalability Test 4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9F4"/>
                    </a:solidFill>
                  </a:tcPr>
                </a:tc>
                <a:tc>
                  <a:txBody>
                    <a:bodyPr/>
                    <a:lstStyle/>
                    <a:p>
                      <a:pPr algn="ctr" rtl="0" fontAlgn="ctr"/>
                      <a:r>
                        <a:rPr lang="en-US" sz="1050" b="0" i="0" u="none" strike="noStrike" dirty="0">
                          <a:solidFill>
                            <a:srgbClr val="000000"/>
                          </a:solidFill>
                          <a:effectLst/>
                          <a:latin typeface="+mn-lt"/>
                        </a:rPr>
                        <a:t>20,000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9F4"/>
                    </a:solidFill>
                  </a:tcPr>
                </a:tc>
                <a:extLst>
                  <a:ext uri="{0D108BD9-81ED-4DB2-BD59-A6C34878D82A}">
                    <a16:rowId xmlns:a16="http://schemas.microsoft.com/office/drawing/2014/main" val="4056456337"/>
                  </a:ext>
                </a:extLst>
              </a:tr>
              <a:tr h="415336">
                <a:tc>
                  <a:txBody>
                    <a:bodyPr/>
                    <a:lstStyle/>
                    <a:p>
                      <a:pPr algn="ctr" rtl="0" fontAlgn="ctr"/>
                      <a:r>
                        <a:rPr lang="en-US" sz="1050" b="0" i="0" u="none" strike="noStrike">
                          <a:solidFill>
                            <a:srgbClr val="000000"/>
                          </a:solidFill>
                          <a:effectLst/>
                          <a:latin typeface="+mn-lt"/>
                        </a:rPr>
                        <a:t>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5CFE8"/>
                    </a:solidFill>
                  </a:tcPr>
                </a:tc>
                <a:tc>
                  <a:txBody>
                    <a:bodyPr/>
                    <a:lstStyle/>
                    <a:p>
                      <a:pPr algn="l" rtl="0" fontAlgn="ctr"/>
                      <a:r>
                        <a:rPr lang="en-US" sz="1050" b="0" i="0" u="none" strike="noStrike" dirty="0">
                          <a:solidFill>
                            <a:srgbClr val="000000"/>
                          </a:solidFill>
                          <a:effectLst/>
                          <a:latin typeface="+mn-lt"/>
                        </a:rPr>
                        <a:t>Report generation with 90-, 14- and 7-days report with users' equal distribution</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5CFE8"/>
                    </a:solidFill>
                  </a:tcPr>
                </a:tc>
                <a:tc>
                  <a:txBody>
                    <a:bodyPr/>
                    <a:lstStyle/>
                    <a:p>
                      <a:pPr algn="ctr" rtl="0" fontAlgn="ctr"/>
                      <a:r>
                        <a:rPr lang="en-US" sz="1050" b="0" i="0" u="none" strike="noStrike">
                          <a:solidFill>
                            <a:srgbClr val="000000"/>
                          </a:solidFill>
                          <a:effectLst/>
                          <a:latin typeface="+mn-lt"/>
                        </a:rPr>
                        <a:t>Scalability Test 5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5CFE8"/>
                    </a:solidFill>
                  </a:tcPr>
                </a:tc>
                <a:tc>
                  <a:txBody>
                    <a:bodyPr/>
                    <a:lstStyle/>
                    <a:p>
                      <a:pPr algn="ctr" rtl="0" fontAlgn="ctr"/>
                      <a:r>
                        <a:rPr lang="en-US" sz="1050" b="0" i="0" u="none" strike="noStrike" dirty="0">
                          <a:solidFill>
                            <a:srgbClr val="000000"/>
                          </a:solidFill>
                          <a:effectLst/>
                          <a:latin typeface="+mn-lt"/>
                        </a:rPr>
                        <a:t>10,000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5CFE8"/>
                    </a:solidFill>
                  </a:tcPr>
                </a:tc>
                <a:extLst>
                  <a:ext uri="{0D108BD9-81ED-4DB2-BD59-A6C34878D82A}">
                    <a16:rowId xmlns:a16="http://schemas.microsoft.com/office/drawing/2014/main" val="392617611"/>
                  </a:ext>
                </a:extLst>
              </a:tr>
              <a:tr h="415336">
                <a:tc>
                  <a:txBody>
                    <a:bodyPr/>
                    <a:lstStyle/>
                    <a:p>
                      <a:pPr algn="ctr" rtl="0" fontAlgn="ctr"/>
                      <a:r>
                        <a:rPr lang="en-US" sz="1050" b="0" i="0" u="none" strike="noStrike">
                          <a:solidFill>
                            <a:srgbClr val="000000"/>
                          </a:solidFill>
                          <a:effectLst/>
                          <a:latin typeface="+mn-lt"/>
                        </a:rPr>
                        <a:t>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9F4"/>
                    </a:solidFill>
                  </a:tcPr>
                </a:tc>
                <a:tc>
                  <a:txBody>
                    <a:bodyPr/>
                    <a:lstStyle/>
                    <a:p>
                      <a:pPr algn="l" rtl="0" fontAlgn="ctr"/>
                      <a:r>
                        <a:rPr lang="en-US" sz="1050" b="0" i="0" u="none" strike="noStrike" dirty="0">
                          <a:solidFill>
                            <a:srgbClr val="000000"/>
                          </a:solidFill>
                          <a:effectLst/>
                          <a:latin typeface="+mn-lt"/>
                        </a:rPr>
                        <a:t>Report generation with 90-, 14- and 7-days report with users' equal distribution</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9F4"/>
                    </a:solidFill>
                  </a:tcPr>
                </a:tc>
                <a:tc>
                  <a:txBody>
                    <a:bodyPr/>
                    <a:lstStyle/>
                    <a:p>
                      <a:pPr algn="ctr" rtl="0" fontAlgn="ctr"/>
                      <a:r>
                        <a:rPr lang="en-US" sz="1050" b="0" i="0" u="none" strike="noStrike">
                          <a:solidFill>
                            <a:srgbClr val="000000"/>
                          </a:solidFill>
                          <a:effectLst/>
                          <a:latin typeface="+mn-lt"/>
                        </a:rPr>
                        <a:t>Scalability Test 6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9F4"/>
                    </a:solidFill>
                  </a:tcPr>
                </a:tc>
                <a:tc>
                  <a:txBody>
                    <a:bodyPr/>
                    <a:lstStyle/>
                    <a:p>
                      <a:pPr algn="ctr" rtl="0" fontAlgn="ctr"/>
                      <a:r>
                        <a:rPr lang="en-US" sz="1050" b="0" i="0" u="none" strike="noStrike" dirty="0">
                          <a:solidFill>
                            <a:srgbClr val="000000"/>
                          </a:solidFill>
                          <a:effectLst/>
                          <a:latin typeface="+mn-lt"/>
                        </a:rPr>
                        <a:t>5,000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9F4"/>
                    </a:solidFill>
                  </a:tcPr>
                </a:tc>
                <a:extLst>
                  <a:ext uri="{0D108BD9-81ED-4DB2-BD59-A6C34878D82A}">
                    <a16:rowId xmlns:a16="http://schemas.microsoft.com/office/drawing/2014/main" val="1787304051"/>
                  </a:ext>
                </a:extLst>
              </a:tr>
              <a:tr h="415336">
                <a:tc>
                  <a:txBody>
                    <a:bodyPr/>
                    <a:lstStyle/>
                    <a:p>
                      <a:pPr algn="ctr" rtl="0" fontAlgn="ctr"/>
                      <a:r>
                        <a:rPr lang="en-US" sz="1050" b="0" i="0" u="none" strike="noStrike">
                          <a:solidFill>
                            <a:srgbClr val="000000"/>
                          </a:solidFill>
                          <a:effectLst/>
                          <a:latin typeface="+mn-lt"/>
                        </a:rPr>
                        <a:t>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5CFE8"/>
                    </a:solidFill>
                  </a:tcPr>
                </a:tc>
                <a:tc>
                  <a:txBody>
                    <a:bodyPr/>
                    <a:lstStyle/>
                    <a:p>
                      <a:pPr algn="l" rtl="0" fontAlgn="ctr"/>
                      <a:r>
                        <a:rPr lang="en-US" sz="1050" b="0" i="0" u="none" strike="noStrike" dirty="0">
                          <a:solidFill>
                            <a:srgbClr val="000000"/>
                          </a:solidFill>
                          <a:effectLst/>
                          <a:latin typeface="+mn-lt"/>
                        </a:rPr>
                        <a:t>Report generation with 90-, 14- and 7-days report with users' equal distribution</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5CFE8"/>
                    </a:solidFill>
                  </a:tcPr>
                </a:tc>
                <a:tc>
                  <a:txBody>
                    <a:bodyPr/>
                    <a:lstStyle/>
                    <a:p>
                      <a:pPr algn="ctr" rtl="0" fontAlgn="ctr"/>
                      <a:r>
                        <a:rPr lang="en-US" sz="1050" b="0" i="0" u="none" strike="noStrike">
                          <a:solidFill>
                            <a:srgbClr val="000000"/>
                          </a:solidFill>
                          <a:effectLst/>
                          <a:latin typeface="+mn-lt"/>
                        </a:rPr>
                        <a:t>Scalability Test 7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5CFE8"/>
                    </a:solidFill>
                  </a:tcPr>
                </a:tc>
                <a:tc>
                  <a:txBody>
                    <a:bodyPr/>
                    <a:lstStyle/>
                    <a:p>
                      <a:pPr algn="ctr" rtl="0" fontAlgn="ctr"/>
                      <a:r>
                        <a:rPr lang="en-US" sz="1050" b="0" i="0" u="none" strike="noStrike" dirty="0">
                          <a:solidFill>
                            <a:srgbClr val="000000"/>
                          </a:solidFill>
                          <a:effectLst/>
                          <a:latin typeface="+mn-lt"/>
                        </a:rPr>
                        <a:t>1,000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5CFE8"/>
                    </a:solidFill>
                  </a:tcPr>
                </a:tc>
                <a:extLst>
                  <a:ext uri="{0D108BD9-81ED-4DB2-BD59-A6C34878D82A}">
                    <a16:rowId xmlns:a16="http://schemas.microsoft.com/office/drawing/2014/main" val="1283751999"/>
                  </a:ext>
                </a:extLst>
              </a:tr>
              <a:tr h="415336">
                <a:tc>
                  <a:txBody>
                    <a:bodyPr/>
                    <a:lstStyle/>
                    <a:p>
                      <a:pPr algn="ctr" rtl="0" fontAlgn="ctr"/>
                      <a:r>
                        <a:rPr lang="en-US" sz="1050" b="0" i="0" u="none" strike="noStrike">
                          <a:solidFill>
                            <a:srgbClr val="000000"/>
                          </a:solidFill>
                          <a:effectLst/>
                          <a:latin typeface="+mn-lt"/>
                        </a:rPr>
                        <a:t>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9F4"/>
                    </a:solidFill>
                  </a:tcPr>
                </a:tc>
                <a:tc>
                  <a:txBody>
                    <a:bodyPr/>
                    <a:lstStyle/>
                    <a:p>
                      <a:pPr algn="l" rtl="0" fontAlgn="ctr"/>
                      <a:r>
                        <a:rPr lang="en-US" sz="1050" b="0" i="0" u="none" strike="noStrike" dirty="0">
                          <a:solidFill>
                            <a:srgbClr val="000000"/>
                          </a:solidFill>
                          <a:effectLst/>
                          <a:latin typeface="+mn-lt"/>
                        </a:rPr>
                        <a:t>Report generation with 90-, 14- and 7-days report with users' equal distribution</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9F4"/>
                    </a:solidFill>
                  </a:tcPr>
                </a:tc>
                <a:tc>
                  <a:txBody>
                    <a:bodyPr/>
                    <a:lstStyle/>
                    <a:p>
                      <a:pPr algn="ctr" rtl="0" fontAlgn="ctr"/>
                      <a:r>
                        <a:rPr lang="en-US" sz="1050" b="0" i="0" u="none" strike="noStrike" dirty="0">
                          <a:solidFill>
                            <a:srgbClr val="000000"/>
                          </a:solidFill>
                          <a:effectLst/>
                          <a:latin typeface="+mn-lt"/>
                        </a:rPr>
                        <a:t>Scalability Test 8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9F4"/>
                    </a:solidFill>
                  </a:tcPr>
                </a:tc>
                <a:tc>
                  <a:txBody>
                    <a:bodyPr/>
                    <a:lstStyle/>
                    <a:p>
                      <a:pPr algn="ctr" rtl="0" fontAlgn="ctr"/>
                      <a:r>
                        <a:rPr lang="en-US" sz="1050" b="0" i="0" u="none" strike="noStrike" dirty="0">
                          <a:solidFill>
                            <a:srgbClr val="000000"/>
                          </a:solidFill>
                          <a:effectLst/>
                          <a:latin typeface="+mn-lt"/>
                        </a:rPr>
                        <a:t>500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9F4"/>
                    </a:solidFill>
                  </a:tcPr>
                </a:tc>
                <a:extLst>
                  <a:ext uri="{0D108BD9-81ED-4DB2-BD59-A6C34878D82A}">
                    <a16:rowId xmlns:a16="http://schemas.microsoft.com/office/drawing/2014/main" val="729903066"/>
                  </a:ext>
                </a:extLst>
              </a:tr>
            </a:tbl>
          </a:graphicData>
        </a:graphic>
      </p:graphicFrame>
      <p:graphicFrame>
        <p:nvGraphicFramePr>
          <p:cNvPr id="14" name="Chart 13">
            <a:extLst>
              <a:ext uri="{FF2B5EF4-FFF2-40B4-BE49-F238E27FC236}">
                <a16:creationId xmlns:a16="http://schemas.microsoft.com/office/drawing/2014/main" id="{D49A4330-F467-6787-14A0-435344B052C8}"/>
              </a:ext>
            </a:extLst>
          </p:cNvPr>
          <p:cNvGraphicFramePr>
            <a:graphicFrameLocks/>
          </p:cNvGraphicFramePr>
          <p:nvPr>
            <p:extLst>
              <p:ext uri="{D42A27DB-BD31-4B8C-83A1-F6EECF244321}">
                <p14:modId xmlns:p14="http://schemas.microsoft.com/office/powerpoint/2010/main" val="3833148643"/>
              </p:ext>
            </p:extLst>
          </p:nvPr>
        </p:nvGraphicFramePr>
        <p:xfrm>
          <a:off x="5858541" y="1297172"/>
          <a:ext cx="6070192" cy="4468612"/>
        </p:xfrm>
        <a:graphic>
          <a:graphicData uri="http://schemas.openxmlformats.org/drawingml/2006/chart">
            <c:chart xmlns:c="http://schemas.openxmlformats.org/drawingml/2006/chart" xmlns:r="http://schemas.openxmlformats.org/officeDocument/2006/relationships" r:id="rId3"/>
          </a:graphicData>
        </a:graphic>
      </p:graphicFrame>
      <p:cxnSp>
        <p:nvCxnSpPr>
          <p:cNvPr id="17" name="Gerade Verbindung 19465">
            <a:extLst>
              <a:ext uri="{FF2B5EF4-FFF2-40B4-BE49-F238E27FC236}">
                <a16:creationId xmlns:a16="http://schemas.microsoft.com/office/drawing/2014/main" id="{D3C75D8F-5EF4-255E-A594-3DD79D4A9866}"/>
              </a:ext>
            </a:extLst>
          </p:cNvPr>
          <p:cNvCxnSpPr>
            <a:cxnSpLocks/>
            <a:endCxn id="25" idx="6"/>
          </p:cNvCxnSpPr>
          <p:nvPr/>
        </p:nvCxnSpPr>
        <p:spPr>
          <a:xfrm>
            <a:off x="1328802" y="6041713"/>
            <a:ext cx="7525623" cy="15616"/>
          </a:xfrm>
          <a:prstGeom prst="line">
            <a:avLst/>
          </a:prstGeom>
          <a:noFill/>
          <a:ln w="38100" cap="flat" cmpd="sng" algn="ctr">
            <a:solidFill>
              <a:schemeClr val="bg1">
                <a:lumMod val="65000"/>
              </a:schemeClr>
            </a:solidFill>
            <a:prstDash val="solid"/>
          </a:ln>
          <a:effectLst/>
        </p:spPr>
      </p:cxnSp>
      <p:sp>
        <p:nvSpPr>
          <p:cNvPr id="18" name="Textfeld 130">
            <a:extLst>
              <a:ext uri="{FF2B5EF4-FFF2-40B4-BE49-F238E27FC236}">
                <a16:creationId xmlns:a16="http://schemas.microsoft.com/office/drawing/2014/main" id="{4884F30F-5BF8-7441-29D7-49E4A75DDD65}"/>
              </a:ext>
            </a:extLst>
          </p:cNvPr>
          <p:cNvSpPr txBox="1"/>
          <p:nvPr/>
        </p:nvSpPr>
        <p:spPr>
          <a:xfrm>
            <a:off x="3246669" y="6240209"/>
            <a:ext cx="1272167" cy="430887"/>
          </a:xfrm>
          <a:prstGeom prst="rect">
            <a:avLst/>
          </a:prstGeom>
          <a:noFill/>
          <a:ln>
            <a:noFill/>
          </a:ln>
        </p:spPr>
        <p:txBody>
          <a:bodyPr wrap="square" rtlCol="0">
            <a:spAutoFit/>
          </a:bodyPr>
          <a:lstStyle/>
          <a:p>
            <a:pPr algn="ctr" defTabSz="509588" eaLnBrk="0" fontAlgn="base" hangingPunct="0">
              <a:spcBef>
                <a:spcPct val="0"/>
              </a:spcBef>
              <a:spcAft>
                <a:spcPct val="0"/>
              </a:spcAft>
            </a:pPr>
            <a:r>
              <a:rPr lang="de-DE" sz="1100" noProof="1">
                <a:solidFill>
                  <a:schemeClr val="tx1">
                    <a:lumMod val="75000"/>
                    <a:lumOff val="25000"/>
                  </a:schemeClr>
                </a:solidFill>
                <a:latin typeface="IBM Plex Sans Light" panose="020B0403050203000203"/>
                <a:ea typeface="ＭＳ Ｐゴシック" panose="020B0600070205080204" pitchFamily="34" charset="-128"/>
              </a:rPr>
              <a:t>Login as OP5 user</a:t>
            </a:r>
          </a:p>
        </p:txBody>
      </p:sp>
      <p:sp>
        <p:nvSpPr>
          <p:cNvPr id="19" name="Oval 7">
            <a:extLst>
              <a:ext uri="{FF2B5EF4-FFF2-40B4-BE49-F238E27FC236}">
                <a16:creationId xmlns:a16="http://schemas.microsoft.com/office/drawing/2014/main" id="{8E08E199-CDBF-748E-25AE-C47DC7802C55}"/>
              </a:ext>
            </a:extLst>
          </p:cNvPr>
          <p:cNvSpPr>
            <a:spLocks noChangeArrowheads="1"/>
          </p:cNvSpPr>
          <p:nvPr/>
        </p:nvSpPr>
        <p:spPr bwMode="auto">
          <a:xfrm>
            <a:off x="3759614" y="5850998"/>
            <a:ext cx="365760" cy="365760"/>
          </a:xfrm>
          <a:prstGeom prst="ellipse">
            <a:avLst/>
          </a:prstGeom>
          <a:solidFill>
            <a:schemeClr val="bg1"/>
          </a:solidFill>
          <a:ln w="38100" cap="flat">
            <a:solidFill>
              <a:schemeClr val="bg1">
                <a:lumMod val="65000"/>
              </a:schemeClr>
            </a:solidFill>
            <a:prstDash val="solid"/>
            <a:miter lim="800000"/>
            <a:headEnd/>
            <a:tailEnd/>
          </a:ln>
        </p:spPr>
        <p:txBody>
          <a:bodyPr vert="horz" wrap="square" lIns="91440" tIns="45720" rIns="91440" bIns="45720" numCol="1" anchor="ctr" anchorCtr="0" compatLnSpc="1">
            <a:prstTxWarp prst="textNoShape">
              <a:avLst/>
            </a:prstTxWarp>
          </a:bodyPr>
          <a:lstStyle/>
          <a:p>
            <a:pPr algn="ctr" defTabSz="509588" eaLnBrk="0" fontAlgn="base" hangingPunct="0">
              <a:spcBef>
                <a:spcPct val="0"/>
              </a:spcBef>
              <a:spcAft>
                <a:spcPct val="0"/>
              </a:spcAft>
            </a:pPr>
            <a:r>
              <a:rPr lang="en-US" sz="1400" dirty="0">
                <a:solidFill>
                  <a:srgbClr val="404040"/>
                </a:solidFill>
                <a:latin typeface="IBM Plex Sans Light" panose="020B0403050203000203" pitchFamily="34" charset="0"/>
                <a:ea typeface="ＭＳ Ｐゴシック" panose="020B0600070205080204" pitchFamily="34" charset="-128"/>
              </a:rPr>
              <a:t>2</a:t>
            </a:r>
          </a:p>
        </p:txBody>
      </p:sp>
      <p:sp>
        <p:nvSpPr>
          <p:cNvPr id="20" name="Oval 7">
            <a:extLst>
              <a:ext uri="{FF2B5EF4-FFF2-40B4-BE49-F238E27FC236}">
                <a16:creationId xmlns:a16="http://schemas.microsoft.com/office/drawing/2014/main" id="{3C9F78E2-B846-7655-D12B-E4572FE4599D}"/>
              </a:ext>
            </a:extLst>
          </p:cNvPr>
          <p:cNvSpPr>
            <a:spLocks noChangeArrowheads="1"/>
          </p:cNvSpPr>
          <p:nvPr/>
        </p:nvSpPr>
        <p:spPr bwMode="auto">
          <a:xfrm>
            <a:off x="5566013" y="5837500"/>
            <a:ext cx="365760" cy="365760"/>
          </a:xfrm>
          <a:prstGeom prst="ellipse">
            <a:avLst/>
          </a:prstGeom>
          <a:solidFill>
            <a:schemeClr val="bg1"/>
          </a:solidFill>
          <a:ln w="38100" cap="flat">
            <a:solidFill>
              <a:schemeClr val="bg1">
                <a:lumMod val="65000"/>
              </a:schemeClr>
            </a:solidFill>
            <a:prstDash val="solid"/>
            <a:miter lim="800000"/>
            <a:headEnd/>
            <a:tailEnd/>
          </a:ln>
        </p:spPr>
        <p:txBody>
          <a:bodyPr vert="horz" wrap="square" lIns="91440" tIns="45720" rIns="91440" bIns="45720" numCol="1" anchor="ctr" anchorCtr="0" compatLnSpc="1">
            <a:prstTxWarp prst="textNoShape">
              <a:avLst/>
            </a:prstTxWarp>
          </a:bodyPr>
          <a:lstStyle/>
          <a:p>
            <a:pPr algn="ctr" defTabSz="509588" eaLnBrk="0" fontAlgn="base" hangingPunct="0">
              <a:spcBef>
                <a:spcPct val="0"/>
              </a:spcBef>
              <a:spcAft>
                <a:spcPct val="0"/>
              </a:spcAft>
            </a:pPr>
            <a:r>
              <a:rPr lang="en-US" sz="1400">
                <a:solidFill>
                  <a:srgbClr val="404040"/>
                </a:solidFill>
                <a:latin typeface="IBM Plex Sans Light" panose="020B0403050203000203" pitchFamily="34" charset="0"/>
                <a:ea typeface="ＭＳ Ｐゴシック" panose="020B0600070205080204" pitchFamily="34" charset="-128"/>
              </a:rPr>
              <a:t>3</a:t>
            </a:r>
          </a:p>
        </p:txBody>
      </p:sp>
      <p:sp>
        <p:nvSpPr>
          <p:cNvPr id="21" name="Textfeld 130">
            <a:extLst>
              <a:ext uri="{FF2B5EF4-FFF2-40B4-BE49-F238E27FC236}">
                <a16:creationId xmlns:a16="http://schemas.microsoft.com/office/drawing/2014/main" id="{A4EFBA3F-0924-019D-AAFC-867340A4D79C}"/>
              </a:ext>
            </a:extLst>
          </p:cNvPr>
          <p:cNvSpPr txBox="1"/>
          <p:nvPr/>
        </p:nvSpPr>
        <p:spPr>
          <a:xfrm>
            <a:off x="2140073" y="6222120"/>
            <a:ext cx="938658" cy="261610"/>
          </a:xfrm>
          <a:prstGeom prst="rect">
            <a:avLst/>
          </a:prstGeom>
          <a:noFill/>
        </p:spPr>
        <p:txBody>
          <a:bodyPr wrap="square" rtlCol="0">
            <a:spAutoFit/>
          </a:bodyPr>
          <a:lstStyle/>
          <a:p>
            <a:pPr algn="ctr" defTabSz="509588" eaLnBrk="0" fontAlgn="base" hangingPunct="0">
              <a:spcBef>
                <a:spcPct val="0"/>
              </a:spcBef>
              <a:spcAft>
                <a:spcPct val="0"/>
              </a:spcAft>
            </a:pPr>
            <a:r>
              <a:rPr lang="de-DE" sz="1100" noProof="1">
                <a:solidFill>
                  <a:schemeClr val="tx1">
                    <a:lumMod val="75000"/>
                    <a:lumOff val="25000"/>
                  </a:schemeClr>
                </a:solidFill>
                <a:latin typeface="IBM Plex Sans Light" panose="020B0403050203000203"/>
                <a:ea typeface="ＭＳ Ｐゴシック" panose="020B0600070205080204" pitchFamily="34" charset="-128"/>
              </a:rPr>
              <a:t>Home Page</a:t>
            </a:r>
          </a:p>
        </p:txBody>
      </p:sp>
      <p:sp>
        <p:nvSpPr>
          <p:cNvPr id="22" name="Oval 7">
            <a:extLst>
              <a:ext uri="{FF2B5EF4-FFF2-40B4-BE49-F238E27FC236}">
                <a16:creationId xmlns:a16="http://schemas.microsoft.com/office/drawing/2014/main" id="{8AB718CB-FDEC-ACFD-0923-CC9A7C7DC460}"/>
              </a:ext>
            </a:extLst>
          </p:cNvPr>
          <p:cNvSpPr>
            <a:spLocks noChangeArrowheads="1"/>
          </p:cNvSpPr>
          <p:nvPr/>
        </p:nvSpPr>
        <p:spPr bwMode="auto">
          <a:xfrm>
            <a:off x="2452173" y="5861875"/>
            <a:ext cx="365760" cy="365760"/>
          </a:xfrm>
          <a:prstGeom prst="ellipse">
            <a:avLst/>
          </a:prstGeom>
          <a:solidFill>
            <a:schemeClr val="bg1"/>
          </a:solidFill>
          <a:ln w="38100" cap="flat">
            <a:solidFill>
              <a:schemeClr val="bg1">
                <a:lumMod val="65000"/>
              </a:schemeClr>
            </a:solidFill>
            <a:prstDash val="solid"/>
            <a:miter lim="800000"/>
            <a:headEnd/>
            <a:tailEnd/>
          </a:ln>
        </p:spPr>
        <p:txBody>
          <a:bodyPr vert="horz" wrap="square" lIns="91440" tIns="45720" rIns="91440" bIns="45720" numCol="1" anchor="ctr" anchorCtr="0" compatLnSpc="1">
            <a:prstTxWarp prst="textNoShape">
              <a:avLst/>
            </a:prstTxWarp>
          </a:bodyPr>
          <a:lstStyle/>
          <a:p>
            <a:pPr algn="ctr" defTabSz="509588" eaLnBrk="0" fontAlgn="base" hangingPunct="0">
              <a:spcBef>
                <a:spcPct val="0"/>
              </a:spcBef>
              <a:spcAft>
                <a:spcPct val="0"/>
              </a:spcAft>
            </a:pPr>
            <a:r>
              <a:rPr lang="en-US" sz="1400" dirty="0">
                <a:solidFill>
                  <a:srgbClr val="404040"/>
                </a:solidFill>
                <a:latin typeface="IBM Plex Sans Light" panose="020B0403050203000203" pitchFamily="34" charset="0"/>
                <a:ea typeface="ＭＳ Ｐゴシック" panose="020B0600070205080204" pitchFamily="34" charset="-128"/>
              </a:rPr>
              <a:t>1</a:t>
            </a:r>
          </a:p>
        </p:txBody>
      </p:sp>
      <p:sp>
        <p:nvSpPr>
          <p:cNvPr id="23" name="Oval 7">
            <a:extLst>
              <a:ext uri="{FF2B5EF4-FFF2-40B4-BE49-F238E27FC236}">
                <a16:creationId xmlns:a16="http://schemas.microsoft.com/office/drawing/2014/main" id="{31F0E7C5-F927-C2B4-15C1-B8F9FC2FFD30}"/>
              </a:ext>
            </a:extLst>
          </p:cNvPr>
          <p:cNvSpPr>
            <a:spLocks noChangeArrowheads="1"/>
          </p:cNvSpPr>
          <p:nvPr/>
        </p:nvSpPr>
        <p:spPr bwMode="auto">
          <a:xfrm>
            <a:off x="7262038" y="5839852"/>
            <a:ext cx="365760" cy="365760"/>
          </a:xfrm>
          <a:prstGeom prst="ellipse">
            <a:avLst/>
          </a:prstGeom>
          <a:solidFill>
            <a:schemeClr val="bg1"/>
          </a:solidFill>
          <a:ln w="38100" cap="flat">
            <a:solidFill>
              <a:schemeClr val="bg1">
                <a:lumMod val="65000"/>
              </a:schemeClr>
            </a:solidFill>
            <a:prstDash val="solid"/>
            <a:miter lim="800000"/>
            <a:headEnd/>
            <a:tailEnd/>
          </a:ln>
        </p:spPr>
        <p:txBody>
          <a:bodyPr vert="horz" wrap="square" lIns="91440" tIns="45720" rIns="91440" bIns="45720" numCol="1" anchor="ctr" anchorCtr="0" compatLnSpc="1">
            <a:prstTxWarp prst="textNoShape">
              <a:avLst/>
            </a:prstTxWarp>
          </a:bodyPr>
          <a:lstStyle/>
          <a:p>
            <a:pPr algn="ctr" defTabSz="509588" eaLnBrk="0" fontAlgn="base" hangingPunct="0">
              <a:spcBef>
                <a:spcPct val="0"/>
              </a:spcBef>
              <a:spcAft>
                <a:spcPct val="0"/>
              </a:spcAft>
            </a:pPr>
            <a:r>
              <a:rPr lang="en-US" sz="1400" dirty="0">
                <a:solidFill>
                  <a:srgbClr val="404040"/>
                </a:solidFill>
                <a:latin typeface="IBM Plex Sans Light" panose="020B0403050203000203" pitchFamily="34" charset="0"/>
                <a:ea typeface="ＭＳ Ｐゴシック" panose="020B0600070205080204" pitchFamily="34" charset="-128"/>
              </a:rPr>
              <a:t>4</a:t>
            </a:r>
          </a:p>
        </p:txBody>
      </p:sp>
      <p:sp>
        <p:nvSpPr>
          <p:cNvPr id="24" name="Oval 23">
            <a:extLst>
              <a:ext uri="{FF2B5EF4-FFF2-40B4-BE49-F238E27FC236}">
                <a16:creationId xmlns:a16="http://schemas.microsoft.com/office/drawing/2014/main" id="{21FF6D71-BABE-CF48-4C64-3FCEEBD92B14}"/>
              </a:ext>
            </a:extLst>
          </p:cNvPr>
          <p:cNvSpPr/>
          <p:nvPr/>
        </p:nvSpPr>
        <p:spPr>
          <a:xfrm>
            <a:off x="782483" y="5758533"/>
            <a:ext cx="640080" cy="640080"/>
          </a:xfrm>
          <a:prstGeom prst="ellipse">
            <a:avLst/>
          </a:prstGeom>
          <a:solidFill>
            <a:schemeClr val="bg1">
              <a:lumMod val="6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Montserrat"/>
            </a:endParaRPr>
          </a:p>
        </p:txBody>
      </p:sp>
      <p:sp>
        <p:nvSpPr>
          <p:cNvPr id="25" name="Oval 7">
            <a:extLst>
              <a:ext uri="{FF2B5EF4-FFF2-40B4-BE49-F238E27FC236}">
                <a16:creationId xmlns:a16="http://schemas.microsoft.com/office/drawing/2014/main" id="{05F2F367-963C-F0D4-E6D4-76738A1914FC}"/>
              </a:ext>
            </a:extLst>
          </p:cNvPr>
          <p:cNvSpPr>
            <a:spLocks noChangeArrowheads="1"/>
          </p:cNvSpPr>
          <p:nvPr/>
        </p:nvSpPr>
        <p:spPr bwMode="auto">
          <a:xfrm>
            <a:off x="8488665" y="5874449"/>
            <a:ext cx="365760" cy="365760"/>
          </a:xfrm>
          <a:prstGeom prst="ellipse">
            <a:avLst/>
          </a:prstGeom>
          <a:solidFill>
            <a:schemeClr val="bg1"/>
          </a:solidFill>
          <a:ln w="38100" cap="flat">
            <a:solidFill>
              <a:schemeClr val="bg1">
                <a:lumMod val="65000"/>
              </a:schemeClr>
            </a:solidFill>
            <a:prstDash val="solid"/>
            <a:miter lim="800000"/>
            <a:headEnd/>
            <a:tailEnd/>
          </a:ln>
        </p:spPr>
        <p:txBody>
          <a:bodyPr vert="horz" wrap="square" lIns="91440" tIns="45720" rIns="91440" bIns="45720" numCol="1" anchor="ctr" anchorCtr="0" compatLnSpc="1">
            <a:prstTxWarp prst="textNoShape">
              <a:avLst/>
            </a:prstTxWarp>
          </a:bodyPr>
          <a:lstStyle/>
          <a:p>
            <a:pPr algn="ctr" defTabSz="509588" eaLnBrk="0" fontAlgn="base" hangingPunct="0">
              <a:spcBef>
                <a:spcPct val="0"/>
              </a:spcBef>
              <a:spcAft>
                <a:spcPct val="0"/>
              </a:spcAft>
            </a:pPr>
            <a:r>
              <a:rPr lang="en-US" sz="1400" dirty="0">
                <a:solidFill>
                  <a:srgbClr val="404040"/>
                </a:solidFill>
                <a:latin typeface="IBM Plex Sans Light" panose="020B0403050203000203" pitchFamily="34" charset="0"/>
                <a:ea typeface="ＭＳ Ｐゴシック" panose="020B0600070205080204" pitchFamily="34" charset="-128"/>
              </a:rPr>
              <a:t>5</a:t>
            </a:r>
          </a:p>
        </p:txBody>
      </p:sp>
      <p:sp>
        <p:nvSpPr>
          <p:cNvPr id="26" name="Textfeld 130">
            <a:extLst>
              <a:ext uri="{FF2B5EF4-FFF2-40B4-BE49-F238E27FC236}">
                <a16:creationId xmlns:a16="http://schemas.microsoft.com/office/drawing/2014/main" id="{8F1E86E9-F28D-B754-F940-7F970B133885}"/>
              </a:ext>
            </a:extLst>
          </p:cNvPr>
          <p:cNvSpPr txBox="1"/>
          <p:nvPr/>
        </p:nvSpPr>
        <p:spPr>
          <a:xfrm>
            <a:off x="7992578" y="6300119"/>
            <a:ext cx="1357933" cy="261610"/>
          </a:xfrm>
          <a:prstGeom prst="rect">
            <a:avLst/>
          </a:prstGeom>
          <a:noFill/>
          <a:ln>
            <a:noFill/>
          </a:ln>
        </p:spPr>
        <p:txBody>
          <a:bodyPr wrap="square" rtlCol="0">
            <a:spAutoFit/>
          </a:bodyPr>
          <a:lstStyle/>
          <a:p>
            <a:pPr algn="ctr" defTabSz="509588" eaLnBrk="0" fontAlgn="base" hangingPunct="0">
              <a:spcBef>
                <a:spcPct val="0"/>
              </a:spcBef>
              <a:spcAft>
                <a:spcPct val="0"/>
              </a:spcAft>
            </a:pPr>
            <a:r>
              <a:rPr lang="de-DE" sz="1100" noProof="1">
                <a:solidFill>
                  <a:schemeClr val="tx1">
                    <a:lumMod val="75000"/>
                    <a:lumOff val="25000"/>
                  </a:schemeClr>
                </a:solidFill>
                <a:latin typeface="IBM Plex Sans Light" panose="020B0403050203000203"/>
                <a:ea typeface="ＭＳ Ｐゴシック" panose="020B0600070205080204" pitchFamily="34" charset="-128"/>
              </a:rPr>
              <a:t>Logout</a:t>
            </a:r>
          </a:p>
        </p:txBody>
      </p:sp>
      <p:sp>
        <p:nvSpPr>
          <p:cNvPr id="27" name="Textfeld 130">
            <a:extLst>
              <a:ext uri="{FF2B5EF4-FFF2-40B4-BE49-F238E27FC236}">
                <a16:creationId xmlns:a16="http://schemas.microsoft.com/office/drawing/2014/main" id="{BFC713BE-5C30-2D9A-697A-99D0A69BA904}"/>
              </a:ext>
            </a:extLst>
          </p:cNvPr>
          <p:cNvSpPr txBox="1"/>
          <p:nvPr/>
        </p:nvSpPr>
        <p:spPr>
          <a:xfrm>
            <a:off x="4633007" y="6169728"/>
            <a:ext cx="2231771" cy="430887"/>
          </a:xfrm>
          <a:prstGeom prst="rect">
            <a:avLst/>
          </a:prstGeom>
          <a:noFill/>
          <a:ln>
            <a:noFill/>
          </a:ln>
        </p:spPr>
        <p:txBody>
          <a:bodyPr wrap="square" rtlCol="0">
            <a:spAutoFit/>
          </a:bodyPr>
          <a:lstStyle/>
          <a:p>
            <a:pPr algn="ctr" defTabSz="509588" eaLnBrk="0" fontAlgn="base" hangingPunct="0">
              <a:spcBef>
                <a:spcPct val="0"/>
              </a:spcBef>
              <a:spcAft>
                <a:spcPct val="0"/>
              </a:spcAft>
            </a:pPr>
            <a:r>
              <a:rPr lang="en-US" sz="1100" dirty="0">
                <a:solidFill>
                  <a:schemeClr val="tx1">
                    <a:lumMod val="75000"/>
                    <a:lumOff val="25000"/>
                  </a:schemeClr>
                </a:solidFill>
                <a:latin typeface="IBM Plex Sans Light" panose="020B0403050203000203"/>
                <a:ea typeface="ＭＳ Ｐゴシック" panose="020B0600070205080204" pitchFamily="34" charset="-128"/>
              </a:rPr>
              <a:t>Navigate to Menu and select Download Physician Report</a:t>
            </a:r>
          </a:p>
        </p:txBody>
      </p:sp>
      <p:sp>
        <p:nvSpPr>
          <p:cNvPr id="29" name="TextBox 28">
            <a:extLst>
              <a:ext uri="{FF2B5EF4-FFF2-40B4-BE49-F238E27FC236}">
                <a16:creationId xmlns:a16="http://schemas.microsoft.com/office/drawing/2014/main" id="{92B13896-1C58-5EC7-0F9A-5162D9E20BC4}"/>
              </a:ext>
            </a:extLst>
          </p:cNvPr>
          <p:cNvSpPr txBox="1"/>
          <p:nvPr/>
        </p:nvSpPr>
        <p:spPr>
          <a:xfrm>
            <a:off x="1586678" y="5710865"/>
            <a:ext cx="723209" cy="289649"/>
          </a:xfrm>
          <a:prstGeom prst="rect">
            <a:avLst/>
          </a:prstGeom>
          <a:noFill/>
        </p:spPr>
        <p:txBody>
          <a:bodyPr wrap="square" rtlCol="0" anchor="ctr">
            <a:noAutofit/>
          </a:bodyPr>
          <a:lstStyle/>
          <a:p>
            <a:pPr algn="l">
              <a:buClr>
                <a:schemeClr val="accent1"/>
              </a:buClr>
            </a:pPr>
            <a:r>
              <a:rPr lang="en-US" sz="1400" dirty="0" err="1">
                <a:solidFill>
                  <a:schemeClr val="bg1">
                    <a:lumMod val="50000"/>
                  </a:schemeClr>
                </a:solidFill>
                <a:latin typeface="+mj-lt"/>
                <a:ea typeface="Open Sans" panose="020B0606030504020204" pitchFamily="34" charset="0"/>
                <a:cs typeface="Open Sans" panose="020B0606030504020204" pitchFamily="34" charset="0"/>
              </a:rPr>
              <a:t>PwD</a:t>
            </a:r>
            <a:endParaRPr lang="en-US" sz="1400" dirty="0">
              <a:solidFill>
                <a:schemeClr val="bg1">
                  <a:lumMod val="50000"/>
                </a:schemeClr>
              </a:solidFill>
              <a:latin typeface="+mj-lt"/>
              <a:ea typeface="Open Sans" panose="020B0606030504020204" pitchFamily="34" charset="0"/>
              <a:cs typeface="Open Sans" panose="020B0606030504020204" pitchFamily="34" charset="0"/>
            </a:endParaRPr>
          </a:p>
        </p:txBody>
      </p:sp>
      <p:sp>
        <p:nvSpPr>
          <p:cNvPr id="30" name="Rectangle 29">
            <a:extLst>
              <a:ext uri="{FF2B5EF4-FFF2-40B4-BE49-F238E27FC236}">
                <a16:creationId xmlns:a16="http://schemas.microsoft.com/office/drawing/2014/main" id="{1E2D190B-C605-58C9-797E-A6C920206DB2}"/>
              </a:ext>
            </a:extLst>
          </p:cNvPr>
          <p:cNvSpPr/>
          <p:nvPr/>
        </p:nvSpPr>
        <p:spPr>
          <a:xfrm>
            <a:off x="694278" y="5327793"/>
            <a:ext cx="3990554" cy="3180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b="1" dirty="0">
                <a:solidFill>
                  <a:schemeClr val="tx1">
                    <a:lumMod val="50000"/>
                    <a:lumOff val="50000"/>
                  </a:schemeClr>
                </a:solidFill>
                <a:latin typeface="IBM Plex Sans SemiBold" panose="020B0703050203000203"/>
              </a:rPr>
              <a:t>PWD NAVIGATION FLOW</a:t>
            </a:r>
          </a:p>
        </p:txBody>
      </p:sp>
      <p:grpSp>
        <p:nvGrpSpPr>
          <p:cNvPr id="36" name="Group 35">
            <a:extLst>
              <a:ext uri="{FF2B5EF4-FFF2-40B4-BE49-F238E27FC236}">
                <a16:creationId xmlns:a16="http://schemas.microsoft.com/office/drawing/2014/main" id="{0FB37EE9-B860-4588-9198-48E3C7065EDB}"/>
              </a:ext>
            </a:extLst>
          </p:cNvPr>
          <p:cNvGrpSpPr/>
          <p:nvPr/>
        </p:nvGrpSpPr>
        <p:grpSpPr>
          <a:xfrm>
            <a:off x="818774" y="5802243"/>
            <a:ext cx="571447" cy="552659"/>
            <a:chOff x="43895" y="3985425"/>
            <a:chExt cx="571447" cy="552659"/>
          </a:xfrm>
        </p:grpSpPr>
        <p:sp>
          <p:nvSpPr>
            <p:cNvPr id="37" name="Oval 36">
              <a:extLst>
                <a:ext uri="{FF2B5EF4-FFF2-40B4-BE49-F238E27FC236}">
                  <a16:creationId xmlns:a16="http://schemas.microsoft.com/office/drawing/2014/main" id="{752C1DF4-8C96-453F-07AE-F7E73F3004D4}"/>
                </a:ext>
              </a:extLst>
            </p:cNvPr>
            <p:cNvSpPr/>
            <p:nvPr/>
          </p:nvSpPr>
          <p:spPr>
            <a:xfrm>
              <a:off x="43895" y="3985425"/>
              <a:ext cx="571447" cy="552659"/>
            </a:xfrm>
            <a:prstGeom prst="ellipse">
              <a:avLst/>
            </a:prstGeom>
            <a:solidFill>
              <a:srgbClr val="1AD1D8"/>
            </a:solidFill>
            <a:ln w="1905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Open Sans"/>
                <a:ea typeface="+mn-ea"/>
                <a:cs typeface="+mn-cs"/>
              </a:endParaRPr>
            </a:p>
          </p:txBody>
        </p:sp>
        <p:pic>
          <p:nvPicPr>
            <p:cNvPr id="38" name="Picture 37">
              <a:extLst>
                <a:ext uri="{FF2B5EF4-FFF2-40B4-BE49-F238E27FC236}">
                  <a16:creationId xmlns:a16="http://schemas.microsoft.com/office/drawing/2014/main" id="{B01F09EA-6218-3368-C782-EEE9FCFB2B12}"/>
                </a:ext>
              </a:extLst>
            </p:cNvPr>
            <p:cNvPicPr>
              <a:picLocks noChangeAspect="1"/>
            </p:cNvPicPr>
            <p:nvPr/>
          </p:nvPicPr>
          <p:blipFill rotWithShape="1">
            <a:blip r:embed="rId4">
              <a:duotone>
                <a:srgbClr val="1AD1D8">
                  <a:shade val="45000"/>
                  <a:satMod val="135000"/>
                </a:srgbClr>
                <a:prstClr val="white"/>
              </a:duotone>
              <a:extLst>
                <a:ext uri="{BEBA8EAE-BF5A-486C-A8C5-ECC9F3942E4B}">
                  <a14:imgProps xmlns:a14="http://schemas.microsoft.com/office/drawing/2010/main">
                    <a14:imgLayer r:embed="rId5">
                      <a14:imgEffect>
                        <a14:colorTemperature colorTemp="5900"/>
                      </a14:imgEffect>
                    </a14:imgLayer>
                  </a14:imgProps>
                </a:ext>
              </a:extLst>
            </a:blip>
            <a:srcRect r="38153"/>
            <a:stretch/>
          </p:blipFill>
          <p:spPr>
            <a:xfrm>
              <a:off x="234847" y="4045846"/>
              <a:ext cx="211150" cy="445047"/>
            </a:xfrm>
            <a:prstGeom prst="rect">
              <a:avLst/>
            </a:prstGeom>
            <a:solidFill>
              <a:srgbClr val="1AD1D8"/>
            </a:solidFill>
            <a:ln>
              <a:solidFill>
                <a:srgbClr val="60C1D0"/>
              </a:solidFill>
            </a:ln>
          </p:spPr>
        </p:pic>
      </p:grpSp>
      <p:sp>
        <p:nvSpPr>
          <p:cNvPr id="43" name="Textfeld 130">
            <a:extLst>
              <a:ext uri="{FF2B5EF4-FFF2-40B4-BE49-F238E27FC236}">
                <a16:creationId xmlns:a16="http://schemas.microsoft.com/office/drawing/2014/main" id="{B313BADD-9E83-5EA9-B110-4FDB3AF7F672}"/>
              </a:ext>
            </a:extLst>
          </p:cNvPr>
          <p:cNvSpPr txBox="1"/>
          <p:nvPr/>
        </p:nvSpPr>
        <p:spPr>
          <a:xfrm>
            <a:off x="6765951" y="6314277"/>
            <a:ext cx="1357933" cy="261610"/>
          </a:xfrm>
          <a:prstGeom prst="rect">
            <a:avLst/>
          </a:prstGeom>
          <a:noFill/>
          <a:ln>
            <a:noFill/>
          </a:ln>
        </p:spPr>
        <p:txBody>
          <a:bodyPr wrap="square" rtlCol="0">
            <a:spAutoFit/>
          </a:bodyPr>
          <a:lstStyle/>
          <a:p>
            <a:pPr algn="ctr" defTabSz="509588" eaLnBrk="0" fontAlgn="base" hangingPunct="0">
              <a:spcBef>
                <a:spcPct val="0"/>
              </a:spcBef>
              <a:spcAft>
                <a:spcPct val="0"/>
              </a:spcAft>
            </a:pPr>
            <a:r>
              <a:rPr lang="de-DE" sz="1100" noProof="1">
                <a:solidFill>
                  <a:schemeClr val="tx1">
                    <a:lumMod val="75000"/>
                    <a:lumOff val="25000"/>
                  </a:schemeClr>
                </a:solidFill>
                <a:latin typeface="IBM Plex Sans Light" panose="020B0403050203000203"/>
                <a:ea typeface="ＭＳ Ｐゴシック" panose="020B0600070205080204" pitchFamily="34" charset="-128"/>
              </a:rPr>
              <a:t>90, 14 &amp; 7 days</a:t>
            </a:r>
          </a:p>
        </p:txBody>
      </p:sp>
    </p:spTree>
    <p:extLst>
      <p:ext uri="{BB962C8B-B14F-4D97-AF65-F5344CB8AC3E}">
        <p14:creationId xmlns:p14="http://schemas.microsoft.com/office/powerpoint/2010/main" val="3349132668"/>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A745D-9425-8936-5B71-1ABD16464C9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F219B1F-BB50-FCC2-F315-0CD28996DD1A}"/>
              </a:ext>
            </a:extLst>
          </p:cNvPr>
          <p:cNvSpPr>
            <a:spLocks noGrp="1"/>
          </p:cNvSpPr>
          <p:nvPr>
            <p:ph type="ftr" sz="quarter" idx="15"/>
          </p:nvPr>
        </p:nvSpPr>
        <p:spPr/>
        <p:txBody>
          <a:bodyPr/>
          <a:lstStyle/>
          <a:p>
            <a:r>
              <a:rPr lang="en-US"/>
              <a:t>CONFIDENTIAL</a:t>
            </a:r>
          </a:p>
        </p:txBody>
      </p:sp>
      <p:sp>
        <p:nvSpPr>
          <p:cNvPr id="4" name="Slide Number Placeholder 3">
            <a:extLst>
              <a:ext uri="{FF2B5EF4-FFF2-40B4-BE49-F238E27FC236}">
                <a16:creationId xmlns:a16="http://schemas.microsoft.com/office/drawing/2014/main" id="{DF6F38ED-E396-6B13-279B-ED0017C99BCA}"/>
              </a:ext>
            </a:extLst>
          </p:cNvPr>
          <p:cNvSpPr>
            <a:spLocks noGrp="1"/>
          </p:cNvSpPr>
          <p:nvPr>
            <p:ph type="sldNum" sz="quarter" idx="16"/>
          </p:nvPr>
        </p:nvSpPr>
        <p:spPr/>
        <p:txBody>
          <a:bodyPr/>
          <a:lstStyle/>
          <a:p>
            <a:fld id="{4F90343F-D056-4E24-BE3D-A305BDC1A23E}" type="slidenum">
              <a:rPr lang="en-US" smtClean="0"/>
              <a:pPr/>
              <a:t>14</a:t>
            </a:fld>
            <a:endParaRPr lang="en-US"/>
          </a:p>
        </p:txBody>
      </p:sp>
      <p:sp>
        <p:nvSpPr>
          <p:cNvPr id="2" name="Rectangle 1">
            <a:extLst>
              <a:ext uri="{FF2B5EF4-FFF2-40B4-BE49-F238E27FC236}">
                <a16:creationId xmlns:a16="http://schemas.microsoft.com/office/drawing/2014/main" id="{9B3BA7E5-9197-888D-0A54-3CF95ABE1A2A}"/>
              </a:ext>
            </a:extLst>
          </p:cNvPr>
          <p:cNvSpPr/>
          <p:nvPr/>
        </p:nvSpPr>
        <p:spPr>
          <a:xfrm>
            <a:off x="708296" y="123099"/>
            <a:ext cx="10895873" cy="522515"/>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nSpc>
                <a:spcPct val="85000"/>
              </a:lnSpc>
            </a:pPr>
            <a:r>
              <a:rPr lang="en-US" sz="2400" b="1">
                <a:solidFill>
                  <a:schemeClr val="bg1"/>
                </a:solidFill>
                <a:ea typeface="Calibri" panose="020F0502020204030204" pitchFamily="34" charset="0"/>
                <a:cs typeface="Calibri" panose="020F0502020204030204" pitchFamily="34" charset="0"/>
              </a:rPr>
              <a:t>GUI</a:t>
            </a:r>
            <a:r>
              <a:rPr lang="en-US" sz="240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2400" b="1">
                <a:solidFill>
                  <a:schemeClr val="bg1"/>
                </a:solidFill>
                <a:ea typeface="Calibri" panose="020F0502020204030204" pitchFamily="34" charset="0"/>
                <a:cs typeface="Calibri" panose="020F0502020204030204" pitchFamily="34" charset="0"/>
              </a:rPr>
              <a:t>Goals</a:t>
            </a:r>
            <a:r>
              <a:rPr lang="en-US" sz="2400">
                <a:solidFill>
                  <a:schemeClr val="bg1"/>
                </a:solidFill>
                <a:latin typeface="Calibri" panose="020F0502020204030204" pitchFamily="34" charset="0"/>
                <a:ea typeface="Calibri" panose="020F0502020204030204" pitchFamily="34" charset="0"/>
                <a:cs typeface="Calibri" panose="020F0502020204030204" pitchFamily="34" charset="0"/>
              </a:rPr>
              <a:t>                                                                                                               (Continue…)   </a:t>
            </a:r>
          </a:p>
        </p:txBody>
      </p:sp>
      <p:sp>
        <p:nvSpPr>
          <p:cNvPr id="5" name="TextBox 4">
            <a:extLst>
              <a:ext uri="{FF2B5EF4-FFF2-40B4-BE49-F238E27FC236}">
                <a16:creationId xmlns:a16="http://schemas.microsoft.com/office/drawing/2014/main" id="{7C6BFBD0-A543-37D2-ED20-30D01752F26B}"/>
              </a:ext>
            </a:extLst>
          </p:cNvPr>
          <p:cNvSpPr txBox="1"/>
          <p:nvPr/>
        </p:nvSpPr>
        <p:spPr>
          <a:xfrm>
            <a:off x="661599" y="666133"/>
            <a:ext cx="10776854" cy="677108"/>
          </a:xfrm>
          <a:prstGeom prst="rect">
            <a:avLst/>
          </a:prstGeom>
          <a:noFill/>
        </p:spPr>
        <p:txBody>
          <a:bodyPr wrap="square">
            <a:spAutoFit/>
          </a:bodyPr>
          <a:lstStyle/>
          <a:p>
            <a:r>
              <a:rPr lang="en-US" sz="1400" b="1" dirty="0">
                <a:ea typeface="Calibri" panose="020F0502020204030204" pitchFamily="34" charset="0"/>
                <a:cs typeface="Calibri" panose="020F0502020204030204" pitchFamily="34" charset="0"/>
              </a:rPr>
              <a:t>Goal#3 – All in-scope Scenario except Report generation</a:t>
            </a:r>
          </a:p>
          <a:p>
            <a:r>
              <a:rPr lang="en-US" sz="1200" dirty="0">
                <a:latin typeface="+mj-lt"/>
              </a:rPr>
              <a:t>Endurance Test is to measures how long a system or individual can sustain performance over time, often under normal or moderately challenging conditions.</a:t>
            </a:r>
          </a:p>
        </p:txBody>
      </p:sp>
      <p:graphicFrame>
        <p:nvGraphicFramePr>
          <p:cNvPr id="7" name="Table 6">
            <a:extLst>
              <a:ext uri="{FF2B5EF4-FFF2-40B4-BE49-F238E27FC236}">
                <a16:creationId xmlns:a16="http://schemas.microsoft.com/office/drawing/2014/main" id="{BE32E93A-2671-7E4C-B02C-80FEF49652A0}"/>
              </a:ext>
            </a:extLst>
          </p:cNvPr>
          <p:cNvGraphicFramePr>
            <a:graphicFrameLocks noGrp="1"/>
          </p:cNvGraphicFramePr>
          <p:nvPr>
            <p:extLst>
              <p:ext uri="{D42A27DB-BD31-4B8C-83A1-F6EECF244321}">
                <p14:modId xmlns:p14="http://schemas.microsoft.com/office/powerpoint/2010/main" val="2039571932"/>
              </p:ext>
            </p:extLst>
          </p:nvPr>
        </p:nvGraphicFramePr>
        <p:xfrm>
          <a:off x="738776" y="1333211"/>
          <a:ext cx="10885714" cy="964161"/>
        </p:xfrm>
        <a:graphic>
          <a:graphicData uri="http://schemas.openxmlformats.org/drawingml/2006/table">
            <a:tbl>
              <a:tblPr firstRow="1" bandRow="1">
                <a:tableStyleId>{5C22544A-7EE6-4342-B048-85BDC9FD1C3A}</a:tableStyleId>
              </a:tblPr>
              <a:tblGrid>
                <a:gridCol w="658588">
                  <a:extLst>
                    <a:ext uri="{9D8B030D-6E8A-4147-A177-3AD203B41FA5}">
                      <a16:colId xmlns:a16="http://schemas.microsoft.com/office/drawing/2014/main" val="2505345100"/>
                    </a:ext>
                  </a:extLst>
                </a:gridCol>
                <a:gridCol w="1295400">
                  <a:extLst>
                    <a:ext uri="{9D8B030D-6E8A-4147-A177-3AD203B41FA5}">
                      <a16:colId xmlns:a16="http://schemas.microsoft.com/office/drawing/2014/main" val="765473239"/>
                    </a:ext>
                  </a:extLst>
                </a:gridCol>
                <a:gridCol w="3265714">
                  <a:extLst>
                    <a:ext uri="{9D8B030D-6E8A-4147-A177-3AD203B41FA5}">
                      <a16:colId xmlns:a16="http://schemas.microsoft.com/office/drawing/2014/main" val="3908974634"/>
                    </a:ext>
                  </a:extLst>
                </a:gridCol>
                <a:gridCol w="870857">
                  <a:extLst>
                    <a:ext uri="{9D8B030D-6E8A-4147-A177-3AD203B41FA5}">
                      <a16:colId xmlns:a16="http://schemas.microsoft.com/office/drawing/2014/main" val="3870870621"/>
                    </a:ext>
                  </a:extLst>
                </a:gridCol>
                <a:gridCol w="3911323">
                  <a:extLst>
                    <a:ext uri="{9D8B030D-6E8A-4147-A177-3AD203B41FA5}">
                      <a16:colId xmlns:a16="http://schemas.microsoft.com/office/drawing/2014/main" val="3289002681"/>
                    </a:ext>
                  </a:extLst>
                </a:gridCol>
                <a:gridCol w="883832">
                  <a:extLst>
                    <a:ext uri="{9D8B030D-6E8A-4147-A177-3AD203B41FA5}">
                      <a16:colId xmlns:a16="http://schemas.microsoft.com/office/drawing/2014/main" val="617769190"/>
                    </a:ext>
                  </a:extLst>
                </a:gridCol>
              </a:tblGrid>
              <a:tr h="401635">
                <a:tc>
                  <a:txBody>
                    <a:bodyPr/>
                    <a:lstStyle/>
                    <a:p>
                      <a:pPr algn="ctr"/>
                      <a:r>
                        <a:rPr lang="en-US" sz="1200">
                          <a:latin typeface="+mn-lt"/>
                        </a:rPr>
                        <a:t>#</a:t>
                      </a:r>
                    </a:p>
                  </a:txBody>
                  <a:tcPr/>
                </a:tc>
                <a:tc>
                  <a:txBody>
                    <a:bodyPr/>
                    <a:lstStyle/>
                    <a:p>
                      <a:pPr algn="ctr"/>
                      <a:r>
                        <a:rPr lang="en-US" sz="1200">
                          <a:latin typeface="+mn-lt"/>
                        </a:rPr>
                        <a:t>Type of Test</a:t>
                      </a:r>
                    </a:p>
                  </a:txBody>
                  <a:tcPr/>
                </a:tc>
                <a:tc>
                  <a:txBody>
                    <a:bodyPr/>
                    <a:lstStyle/>
                    <a:p>
                      <a:pPr algn="ctr"/>
                      <a:r>
                        <a:rPr lang="en-US" sz="1200">
                          <a:latin typeface="+mn-lt"/>
                        </a:rPr>
                        <a:t>Scenario Details</a:t>
                      </a:r>
                    </a:p>
                  </a:txBody>
                  <a:tcPr/>
                </a:tc>
                <a:tc>
                  <a:txBody>
                    <a:bodyPr/>
                    <a:lstStyle/>
                    <a:p>
                      <a:pPr algn="ctr"/>
                      <a:r>
                        <a:rPr lang="en-US" sz="1200">
                          <a:latin typeface="+mn-lt"/>
                        </a:rPr>
                        <a:t>No. of Cycles</a:t>
                      </a:r>
                    </a:p>
                  </a:txBody>
                  <a:tcPr/>
                </a:tc>
                <a:tc>
                  <a:txBody>
                    <a:bodyPr/>
                    <a:lstStyle/>
                    <a:p>
                      <a:pPr algn="ctr"/>
                      <a:r>
                        <a:rPr lang="en-US" sz="1200">
                          <a:latin typeface="+mn-lt"/>
                        </a:rPr>
                        <a:t>Total No. of Users</a:t>
                      </a:r>
                    </a:p>
                  </a:txBody>
                  <a:tcPr/>
                </a:tc>
                <a:tc>
                  <a:txBody>
                    <a:bodyPr/>
                    <a:lstStyle/>
                    <a:p>
                      <a:pPr algn="ctr"/>
                      <a:r>
                        <a:rPr lang="en-US" sz="1200">
                          <a:latin typeface="+mn-lt"/>
                        </a:rPr>
                        <a:t>Duration</a:t>
                      </a:r>
                    </a:p>
                  </a:txBody>
                  <a:tcPr/>
                </a:tc>
                <a:extLst>
                  <a:ext uri="{0D108BD9-81ED-4DB2-BD59-A6C34878D82A}">
                    <a16:rowId xmlns:a16="http://schemas.microsoft.com/office/drawing/2014/main" val="935495309"/>
                  </a:ext>
                </a:extLst>
              </a:tr>
              <a:tr h="506961">
                <a:tc>
                  <a:txBody>
                    <a:bodyPr/>
                    <a:lstStyle/>
                    <a:p>
                      <a:pPr algn="ctr"/>
                      <a:r>
                        <a:rPr lang="en-US" sz="1200">
                          <a:latin typeface="+mn-lt"/>
                        </a:rPr>
                        <a:t>1</a:t>
                      </a:r>
                    </a:p>
                  </a:txBody>
                  <a:tcPr/>
                </a:tc>
                <a:tc>
                  <a:txBody>
                    <a:bodyPr/>
                    <a:lstStyle/>
                    <a:p>
                      <a:pPr algn="ctr"/>
                      <a:r>
                        <a:rPr lang="en-US" sz="1200" dirty="0">
                          <a:latin typeface="+mn-lt"/>
                        </a:rPr>
                        <a:t>Endurance Test (Optional)</a:t>
                      </a:r>
                    </a:p>
                  </a:txBody>
                  <a:tcPr/>
                </a:tc>
                <a:tc>
                  <a:txBody>
                    <a:bodyPr/>
                    <a:lstStyle/>
                    <a:p>
                      <a:pPr algn="l"/>
                      <a:r>
                        <a:rPr lang="en-US" sz="1200" dirty="0">
                          <a:latin typeface="+mn-lt"/>
                        </a:rPr>
                        <a:t>All in-scope scenarios</a:t>
                      </a:r>
                    </a:p>
                  </a:txBody>
                  <a:tcPr/>
                </a:tc>
                <a:tc>
                  <a:txBody>
                    <a:bodyPr/>
                    <a:lstStyle/>
                    <a:p>
                      <a:pPr algn="l"/>
                      <a:r>
                        <a:rPr lang="en-US" sz="1200">
                          <a:latin typeface="+mn-lt"/>
                        </a:rPr>
                        <a:t>1</a:t>
                      </a:r>
                    </a:p>
                  </a:txBody>
                  <a:tcPr/>
                </a:tc>
                <a:tc>
                  <a:txBody>
                    <a:bodyPr/>
                    <a:lstStyle/>
                    <a:p>
                      <a:pPr algn="ctr"/>
                      <a:r>
                        <a:rPr lang="en-US" sz="1200" dirty="0">
                          <a:latin typeface="+mn-lt"/>
                        </a:rPr>
                        <a:t>HCP – 4,916 &amp; </a:t>
                      </a:r>
                      <a:r>
                        <a:rPr lang="en-US" sz="1200" dirty="0" err="1">
                          <a:latin typeface="+mn-lt"/>
                        </a:rPr>
                        <a:t>PwD</a:t>
                      </a:r>
                      <a:r>
                        <a:rPr lang="en-US" sz="1200" dirty="0">
                          <a:latin typeface="+mn-lt"/>
                        </a:rPr>
                        <a:t> – 8,125 =  13,041</a:t>
                      </a:r>
                    </a:p>
                    <a:p>
                      <a:pPr marL="0" marR="0" lvl="0" indent="0" algn="ctr" defTabSz="1219170" rtl="0" eaLnBrk="1" fontAlgn="auto" latinLnBrk="0" hangingPunct="1">
                        <a:lnSpc>
                          <a:spcPct val="100000"/>
                        </a:lnSpc>
                        <a:spcBef>
                          <a:spcPts val="0"/>
                        </a:spcBef>
                        <a:spcAft>
                          <a:spcPts val="0"/>
                        </a:spcAft>
                        <a:buClrTx/>
                        <a:buSzTx/>
                        <a:buFontTx/>
                        <a:buNone/>
                        <a:tabLst/>
                        <a:defRPr/>
                      </a:pPr>
                      <a:r>
                        <a:rPr lang="en-US" sz="1200" dirty="0">
                          <a:latin typeface="+mn-lt"/>
                        </a:rPr>
                        <a:t>[Average of 6,521 Users]</a:t>
                      </a:r>
                    </a:p>
                  </a:txBody>
                  <a:tcPr/>
                </a:tc>
                <a:tc>
                  <a:txBody>
                    <a:bodyPr/>
                    <a:lstStyle/>
                    <a:p>
                      <a:pPr algn="ctr"/>
                      <a:r>
                        <a:rPr lang="en-US" sz="1200" dirty="0">
                          <a:latin typeface="+mn-lt"/>
                        </a:rPr>
                        <a:t>4  Hrs.</a:t>
                      </a:r>
                    </a:p>
                  </a:txBody>
                  <a:tcPr/>
                </a:tc>
                <a:extLst>
                  <a:ext uri="{0D108BD9-81ED-4DB2-BD59-A6C34878D82A}">
                    <a16:rowId xmlns:a16="http://schemas.microsoft.com/office/drawing/2014/main" val="3313892485"/>
                  </a:ext>
                </a:extLst>
              </a:tr>
            </a:tbl>
          </a:graphicData>
        </a:graphic>
      </p:graphicFrame>
      <p:sp>
        <p:nvSpPr>
          <p:cNvPr id="6" name="Rectangle 2">
            <a:extLst>
              <a:ext uri="{FF2B5EF4-FFF2-40B4-BE49-F238E27FC236}">
                <a16:creationId xmlns:a16="http://schemas.microsoft.com/office/drawing/2014/main" id="{AD99371B-FC2E-1CE5-1394-238CAC617318}"/>
              </a:ext>
            </a:extLst>
          </p:cNvPr>
          <p:cNvSpPr>
            <a:spLocks noChangeArrowheads="1"/>
          </p:cNvSpPr>
          <p:nvPr/>
        </p:nvSpPr>
        <p:spPr bwMode="auto">
          <a:xfrm>
            <a:off x="28070" y="1716123"/>
            <a:ext cx="1341942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12" name="Rectangle 4">
            <a:extLst>
              <a:ext uri="{FF2B5EF4-FFF2-40B4-BE49-F238E27FC236}">
                <a16:creationId xmlns:a16="http://schemas.microsoft.com/office/drawing/2014/main" id="{5C4ADA69-3357-0406-29D3-017DC8BA2290}"/>
              </a:ext>
            </a:extLst>
          </p:cNvPr>
          <p:cNvSpPr>
            <a:spLocks noChangeArrowheads="1"/>
          </p:cNvSpPr>
          <p:nvPr/>
        </p:nvSpPr>
        <p:spPr bwMode="auto">
          <a:xfrm>
            <a:off x="2284327" y="2944887"/>
            <a:ext cx="6635595" cy="1956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72" name="Rectangle 2">
            <a:extLst>
              <a:ext uri="{FF2B5EF4-FFF2-40B4-BE49-F238E27FC236}">
                <a16:creationId xmlns:a16="http://schemas.microsoft.com/office/drawing/2014/main" id="{A77C6CA1-7054-60E3-E4A6-E6FF84BB4A5E}"/>
              </a:ext>
            </a:extLst>
          </p:cNvPr>
          <p:cNvSpPr>
            <a:spLocks noChangeArrowheads="1"/>
          </p:cNvSpPr>
          <p:nvPr/>
        </p:nvSpPr>
        <p:spPr bwMode="auto">
          <a:xfrm>
            <a:off x="25782" y="1621610"/>
            <a:ext cx="1336007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73" name="Rectangle 4">
            <a:extLst>
              <a:ext uri="{FF2B5EF4-FFF2-40B4-BE49-F238E27FC236}">
                <a16:creationId xmlns:a16="http://schemas.microsoft.com/office/drawing/2014/main" id="{EC7F475F-2A57-AC4F-AD89-AC755A384B59}"/>
              </a:ext>
            </a:extLst>
          </p:cNvPr>
          <p:cNvSpPr>
            <a:spLocks noChangeArrowheads="1"/>
          </p:cNvSpPr>
          <p:nvPr/>
        </p:nvSpPr>
        <p:spPr bwMode="auto">
          <a:xfrm>
            <a:off x="2420273" y="2850373"/>
            <a:ext cx="6606250" cy="220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pSp>
        <p:nvGrpSpPr>
          <p:cNvPr id="74" name="Group 73">
            <a:extLst>
              <a:ext uri="{FF2B5EF4-FFF2-40B4-BE49-F238E27FC236}">
                <a16:creationId xmlns:a16="http://schemas.microsoft.com/office/drawing/2014/main" id="{0EE3911B-F808-C247-7206-8DCB88D782AA}"/>
              </a:ext>
            </a:extLst>
          </p:cNvPr>
          <p:cNvGrpSpPr/>
          <p:nvPr/>
        </p:nvGrpSpPr>
        <p:grpSpPr>
          <a:xfrm>
            <a:off x="924560" y="2296402"/>
            <a:ext cx="10548987" cy="3827554"/>
            <a:chOff x="35496" y="615110"/>
            <a:chExt cx="8953207" cy="3934771"/>
          </a:xfrm>
        </p:grpSpPr>
        <p:grpSp>
          <p:nvGrpSpPr>
            <p:cNvPr id="75" name="Group 74">
              <a:extLst>
                <a:ext uri="{FF2B5EF4-FFF2-40B4-BE49-F238E27FC236}">
                  <a16:creationId xmlns:a16="http://schemas.microsoft.com/office/drawing/2014/main" id="{91920518-4354-32FF-FCB5-ABCE711FDABF}"/>
                </a:ext>
              </a:extLst>
            </p:cNvPr>
            <p:cNvGrpSpPr/>
            <p:nvPr/>
          </p:nvGrpSpPr>
          <p:grpSpPr>
            <a:xfrm>
              <a:off x="301054" y="1223704"/>
              <a:ext cx="3187294" cy="2531204"/>
              <a:chOff x="301054" y="1223702"/>
              <a:chExt cx="3187294" cy="2531204"/>
            </a:xfrm>
          </p:grpSpPr>
          <p:pic>
            <p:nvPicPr>
              <p:cNvPr id="114" name="Picture 113">
                <a:extLst>
                  <a:ext uri="{FF2B5EF4-FFF2-40B4-BE49-F238E27FC236}">
                    <a16:creationId xmlns:a16="http://schemas.microsoft.com/office/drawing/2014/main" id="{635D2903-4DDB-5501-EBAF-05E95DE5A08E}"/>
                  </a:ext>
                </a:extLst>
              </p:cNvPr>
              <p:cNvPicPr>
                <a:picLocks noChangeAspect="1"/>
              </p:cNvPicPr>
              <p:nvPr/>
            </p:nvPicPr>
            <p:blipFill>
              <a:blip r:embed="rId2"/>
              <a:stretch>
                <a:fillRect/>
              </a:stretch>
            </p:blipFill>
            <p:spPr>
              <a:xfrm>
                <a:off x="323528" y="2173149"/>
                <a:ext cx="511249" cy="398601"/>
              </a:xfrm>
              <a:prstGeom prst="rect">
                <a:avLst/>
              </a:prstGeom>
            </p:spPr>
          </p:pic>
          <p:sp>
            <p:nvSpPr>
              <p:cNvPr id="115" name="TextBox 114">
                <a:extLst>
                  <a:ext uri="{FF2B5EF4-FFF2-40B4-BE49-F238E27FC236}">
                    <a16:creationId xmlns:a16="http://schemas.microsoft.com/office/drawing/2014/main" id="{0C2180C4-9B1B-9F59-6400-1A2EF5D460AB}"/>
                  </a:ext>
                </a:extLst>
              </p:cNvPr>
              <p:cNvSpPr txBox="1"/>
              <p:nvPr/>
            </p:nvSpPr>
            <p:spPr>
              <a:xfrm>
                <a:off x="301054" y="2595761"/>
                <a:ext cx="756001" cy="237468"/>
              </a:xfrm>
              <a:prstGeom prst="rect">
                <a:avLst/>
              </a:prstGeom>
              <a:noFill/>
            </p:spPr>
            <p:txBody>
              <a:bodyPr wrap="square" rtlCol="0">
                <a:spAutoFit/>
              </a:bodyPr>
              <a:lstStyle/>
              <a:p>
                <a:r>
                  <a:rPr lang="en-US" sz="988"/>
                  <a:t>100 Users</a:t>
                </a:r>
                <a:endParaRPr lang="en-IN" sz="988"/>
              </a:p>
            </p:txBody>
          </p:sp>
          <p:pic>
            <p:nvPicPr>
              <p:cNvPr id="116" name="Picture 115">
                <a:extLst>
                  <a:ext uri="{FF2B5EF4-FFF2-40B4-BE49-F238E27FC236}">
                    <a16:creationId xmlns:a16="http://schemas.microsoft.com/office/drawing/2014/main" id="{1A42B696-06D0-B4DC-2A46-0B212DE51DDE}"/>
                  </a:ext>
                </a:extLst>
              </p:cNvPr>
              <p:cNvPicPr>
                <a:picLocks noChangeAspect="1"/>
              </p:cNvPicPr>
              <p:nvPr/>
            </p:nvPicPr>
            <p:blipFill>
              <a:blip r:embed="rId2"/>
              <a:stretch>
                <a:fillRect/>
              </a:stretch>
            </p:blipFill>
            <p:spPr>
              <a:xfrm>
                <a:off x="1134616" y="1892824"/>
                <a:ext cx="511249" cy="398601"/>
              </a:xfrm>
              <a:prstGeom prst="rect">
                <a:avLst/>
              </a:prstGeom>
            </p:spPr>
          </p:pic>
          <p:cxnSp>
            <p:nvCxnSpPr>
              <p:cNvPr id="117" name="Connector: Elbow 116">
                <a:extLst>
                  <a:ext uri="{FF2B5EF4-FFF2-40B4-BE49-F238E27FC236}">
                    <a16:creationId xmlns:a16="http://schemas.microsoft.com/office/drawing/2014/main" id="{EFC78D43-7AFF-FF28-17FA-5E68A198B965}"/>
                  </a:ext>
                </a:extLst>
              </p:cNvPr>
              <p:cNvCxnSpPr>
                <a:stCxn id="114" idx="0"/>
                <a:endCxn id="116" idx="1"/>
              </p:cNvCxnSpPr>
              <p:nvPr/>
            </p:nvCxnSpPr>
            <p:spPr>
              <a:xfrm rot="5400000" flipH="1" flipV="1">
                <a:off x="816372" y="1854906"/>
                <a:ext cx="81024" cy="55546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18" name="TextBox 117">
                <a:extLst>
                  <a:ext uri="{FF2B5EF4-FFF2-40B4-BE49-F238E27FC236}">
                    <a16:creationId xmlns:a16="http://schemas.microsoft.com/office/drawing/2014/main" id="{6596192C-C652-FE00-212B-BC3079991971}"/>
                  </a:ext>
                </a:extLst>
              </p:cNvPr>
              <p:cNvSpPr txBox="1"/>
              <p:nvPr/>
            </p:nvSpPr>
            <p:spPr>
              <a:xfrm>
                <a:off x="467544" y="1819848"/>
                <a:ext cx="778309" cy="246835"/>
              </a:xfrm>
              <a:prstGeom prst="rect">
                <a:avLst/>
              </a:prstGeom>
              <a:noFill/>
            </p:spPr>
            <p:txBody>
              <a:bodyPr wrap="square" rtlCol="0">
                <a:spAutoFit/>
              </a:bodyPr>
              <a:lstStyle/>
              <a:p>
                <a:r>
                  <a:rPr lang="en-US" sz="988"/>
                  <a:t>12 sec</a:t>
                </a:r>
                <a:endParaRPr lang="en-IN" sz="988"/>
              </a:p>
            </p:txBody>
          </p:sp>
          <p:pic>
            <p:nvPicPr>
              <p:cNvPr id="119" name="Picture 118">
                <a:extLst>
                  <a:ext uri="{FF2B5EF4-FFF2-40B4-BE49-F238E27FC236}">
                    <a16:creationId xmlns:a16="http://schemas.microsoft.com/office/drawing/2014/main" id="{34A4374B-02B2-718B-7EE4-4C74896E844B}"/>
                  </a:ext>
                </a:extLst>
              </p:cNvPr>
              <p:cNvPicPr>
                <a:picLocks noChangeAspect="1"/>
              </p:cNvPicPr>
              <p:nvPr/>
            </p:nvPicPr>
            <p:blipFill>
              <a:blip r:embed="rId2"/>
              <a:stretch>
                <a:fillRect/>
              </a:stretch>
            </p:blipFill>
            <p:spPr>
              <a:xfrm>
                <a:off x="1945704" y="1597086"/>
                <a:ext cx="511249" cy="398601"/>
              </a:xfrm>
              <a:prstGeom prst="rect">
                <a:avLst/>
              </a:prstGeom>
            </p:spPr>
          </p:pic>
          <p:sp>
            <p:nvSpPr>
              <p:cNvPr id="120" name="TextBox 119">
                <a:extLst>
                  <a:ext uri="{FF2B5EF4-FFF2-40B4-BE49-F238E27FC236}">
                    <a16:creationId xmlns:a16="http://schemas.microsoft.com/office/drawing/2014/main" id="{50B7E786-FC00-F542-8FAD-2314033FA9BD}"/>
                  </a:ext>
                </a:extLst>
              </p:cNvPr>
              <p:cNvSpPr txBox="1"/>
              <p:nvPr/>
            </p:nvSpPr>
            <p:spPr>
              <a:xfrm>
                <a:off x="1278818" y="1585825"/>
                <a:ext cx="778309" cy="246835"/>
              </a:xfrm>
              <a:prstGeom prst="rect">
                <a:avLst/>
              </a:prstGeom>
              <a:noFill/>
            </p:spPr>
            <p:txBody>
              <a:bodyPr wrap="square" rtlCol="0">
                <a:spAutoFit/>
              </a:bodyPr>
              <a:lstStyle/>
              <a:p>
                <a:r>
                  <a:rPr lang="en-US" sz="988"/>
                  <a:t>12 sec</a:t>
                </a:r>
                <a:endParaRPr lang="en-IN" sz="988"/>
              </a:p>
            </p:txBody>
          </p:sp>
          <p:cxnSp>
            <p:nvCxnSpPr>
              <p:cNvPr id="121" name="Connector: Elbow 120">
                <a:extLst>
                  <a:ext uri="{FF2B5EF4-FFF2-40B4-BE49-F238E27FC236}">
                    <a16:creationId xmlns:a16="http://schemas.microsoft.com/office/drawing/2014/main" id="{8BD53B62-1214-76D3-7423-1ACAF505A96E}"/>
                  </a:ext>
                </a:extLst>
              </p:cNvPr>
              <p:cNvCxnSpPr/>
              <p:nvPr/>
            </p:nvCxnSpPr>
            <p:spPr>
              <a:xfrm rot="5400000" flipH="1" flipV="1">
                <a:off x="1627460" y="1574580"/>
                <a:ext cx="81024" cy="55546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pic>
            <p:nvPicPr>
              <p:cNvPr id="122" name="Picture 121">
                <a:extLst>
                  <a:ext uri="{FF2B5EF4-FFF2-40B4-BE49-F238E27FC236}">
                    <a16:creationId xmlns:a16="http://schemas.microsoft.com/office/drawing/2014/main" id="{4E1C3E3C-56A0-A659-74A3-C24FA84EF83E}"/>
                  </a:ext>
                </a:extLst>
              </p:cNvPr>
              <p:cNvPicPr>
                <a:picLocks noChangeAspect="1"/>
              </p:cNvPicPr>
              <p:nvPr/>
            </p:nvPicPr>
            <p:blipFill>
              <a:blip r:embed="rId2"/>
              <a:stretch>
                <a:fillRect/>
              </a:stretch>
            </p:blipFill>
            <p:spPr>
              <a:xfrm>
                <a:off x="2724013" y="1270623"/>
                <a:ext cx="511249" cy="398601"/>
              </a:xfrm>
              <a:prstGeom prst="rect">
                <a:avLst/>
              </a:prstGeom>
            </p:spPr>
          </p:pic>
          <p:cxnSp>
            <p:nvCxnSpPr>
              <p:cNvPr id="123" name="Connector: Elbow 122">
                <a:extLst>
                  <a:ext uri="{FF2B5EF4-FFF2-40B4-BE49-F238E27FC236}">
                    <a16:creationId xmlns:a16="http://schemas.microsoft.com/office/drawing/2014/main" id="{18819D57-C338-8E22-1BA7-FE538E94D8BA}"/>
                  </a:ext>
                </a:extLst>
              </p:cNvPr>
              <p:cNvCxnSpPr/>
              <p:nvPr/>
            </p:nvCxnSpPr>
            <p:spPr>
              <a:xfrm rot="5400000" flipH="1" flipV="1">
                <a:off x="2416441" y="1254411"/>
                <a:ext cx="81024" cy="55546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24" name="TextBox 123">
                <a:extLst>
                  <a:ext uri="{FF2B5EF4-FFF2-40B4-BE49-F238E27FC236}">
                    <a16:creationId xmlns:a16="http://schemas.microsoft.com/office/drawing/2014/main" id="{C5DA6173-8701-36CE-B737-3227C833F57C}"/>
                  </a:ext>
                </a:extLst>
              </p:cNvPr>
              <p:cNvSpPr txBox="1"/>
              <p:nvPr/>
            </p:nvSpPr>
            <p:spPr>
              <a:xfrm>
                <a:off x="2006752" y="1223702"/>
                <a:ext cx="778309" cy="246835"/>
              </a:xfrm>
              <a:prstGeom prst="rect">
                <a:avLst/>
              </a:prstGeom>
              <a:noFill/>
            </p:spPr>
            <p:txBody>
              <a:bodyPr wrap="square" rtlCol="0">
                <a:spAutoFit/>
              </a:bodyPr>
              <a:lstStyle/>
              <a:p>
                <a:r>
                  <a:rPr lang="en-US" sz="988"/>
                  <a:t>12 sec</a:t>
                </a:r>
                <a:endParaRPr lang="en-IN" sz="988"/>
              </a:p>
            </p:txBody>
          </p:sp>
          <p:sp>
            <p:nvSpPr>
              <p:cNvPr id="125" name="TextBox 124">
                <a:extLst>
                  <a:ext uri="{FF2B5EF4-FFF2-40B4-BE49-F238E27FC236}">
                    <a16:creationId xmlns:a16="http://schemas.microsoft.com/office/drawing/2014/main" id="{3908A94C-0805-33E6-60CC-DF281DBF3DE7}"/>
                  </a:ext>
                </a:extLst>
              </p:cNvPr>
              <p:cNvSpPr txBox="1"/>
              <p:nvPr/>
            </p:nvSpPr>
            <p:spPr>
              <a:xfrm rot="19595175">
                <a:off x="1097609" y="2574686"/>
                <a:ext cx="2390739" cy="407495"/>
              </a:xfrm>
              <a:prstGeom prst="rect">
                <a:avLst/>
              </a:prstGeom>
              <a:noFill/>
            </p:spPr>
            <p:txBody>
              <a:bodyPr wrap="square" rtlCol="0">
                <a:spAutoFit/>
              </a:bodyPr>
              <a:lstStyle/>
              <a:p>
                <a:pPr algn="ctr"/>
                <a:r>
                  <a:rPr lang="en-US" sz="988" b="1" dirty="0">
                    <a:solidFill>
                      <a:srgbClr val="002060"/>
                    </a:solidFill>
                  </a:rPr>
                  <a:t>100 users will ramp up in every 6  sec until user count reaches 6,521 Users</a:t>
                </a:r>
                <a:endParaRPr lang="en-IN" sz="988" b="1" dirty="0">
                  <a:solidFill>
                    <a:srgbClr val="002060"/>
                  </a:solidFill>
                </a:endParaRPr>
              </a:p>
            </p:txBody>
          </p:sp>
          <p:cxnSp>
            <p:nvCxnSpPr>
              <p:cNvPr id="126" name="Straight Arrow Connector 125">
                <a:extLst>
                  <a:ext uri="{FF2B5EF4-FFF2-40B4-BE49-F238E27FC236}">
                    <a16:creationId xmlns:a16="http://schemas.microsoft.com/office/drawing/2014/main" id="{849ED1F3-9163-A62A-32FE-F93B64E33DE0}"/>
                  </a:ext>
                </a:extLst>
              </p:cNvPr>
              <p:cNvCxnSpPr>
                <a:cxnSpLocks/>
              </p:cNvCxnSpPr>
              <p:nvPr/>
            </p:nvCxnSpPr>
            <p:spPr>
              <a:xfrm flipV="1">
                <a:off x="1006639" y="3510616"/>
                <a:ext cx="365856" cy="2442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7" name="Straight Arrow Connector 126">
                <a:extLst>
                  <a:ext uri="{FF2B5EF4-FFF2-40B4-BE49-F238E27FC236}">
                    <a16:creationId xmlns:a16="http://schemas.microsoft.com/office/drawing/2014/main" id="{E92F52BF-BB66-C189-C77D-714A6F260D1F}"/>
                  </a:ext>
                </a:extLst>
              </p:cNvPr>
              <p:cNvCxnSpPr>
                <a:cxnSpLocks/>
              </p:cNvCxnSpPr>
              <p:nvPr/>
            </p:nvCxnSpPr>
            <p:spPr>
              <a:xfrm flipH="1">
                <a:off x="3172901" y="1835740"/>
                <a:ext cx="242030" cy="1668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pic>
          <p:nvPicPr>
            <p:cNvPr id="76" name="Picture 75">
              <a:extLst>
                <a:ext uri="{FF2B5EF4-FFF2-40B4-BE49-F238E27FC236}">
                  <a16:creationId xmlns:a16="http://schemas.microsoft.com/office/drawing/2014/main" id="{1D0516F0-D8A5-95C6-FBF4-794A7A2EABAC}"/>
                </a:ext>
              </a:extLst>
            </p:cNvPr>
            <p:cNvPicPr>
              <a:picLocks noChangeAspect="1"/>
            </p:cNvPicPr>
            <p:nvPr/>
          </p:nvPicPr>
          <p:blipFill>
            <a:blip r:embed="rId2"/>
            <a:stretch>
              <a:fillRect/>
            </a:stretch>
          </p:blipFill>
          <p:spPr>
            <a:xfrm>
              <a:off x="3839386" y="780447"/>
              <a:ext cx="511249" cy="398601"/>
            </a:xfrm>
            <a:prstGeom prst="rect">
              <a:avLst/>
            </a:prstGeom>
          </p:spPr>
        </p:pic>
        <p:pic>
          <p:nvPicPr>
            <p:cNvPr id="77" name="Picture 76">
              <a:extLst>
                <a:ext uri="{FF2B5EF4-FFF2-40B4-BE49-F238E27FC236}">
                  <a16:creationId xmlns:a16="http://schemas.microsoft.com/office/drawing/2014/main" id="{A568F229-5E1E-871D-7775-623E8ED2E077}"/>
                </a:ext>
              </a:extLst>
            </p:cNvPr>
            <p:cNvPicPr>
              <a:picLocks noChangeAspect="1"/>
            </p:cNvPicPr>
            <p:nvPr/>
          </p:nvPicPr>
          <p:blipFill>
            <a:blip r:embed="rId2"/>
            <a:stretch>
              <a:fillRect/>
            </a:stretch>
          </p:blipFill>
          <p:spPr>
            <a:xfrm>
              <a:off x="4350635" y="764838"/>
              <a:ext cx="511249" cy="398601"/>
            </a:xfrm>
            <a:prstGeom prst="rect">
              <a:avLst/>
            </a:prstGeom>
          </p:spPr>
        </p:pic>
        <p:pic>
          <p:nvPicPr>
            <p:cNvPr id="78" name="Picture 77">
              <a:extLst>
                <a:ext uri="{FF2B5EF4-FFF2-40B4-BE49-F238E27FC236}">
                  <a16:creationId xmlns:a16="http://schemas.microsoft.com/office/drawing/2014/main" id="{6C97C53A-201D-D4BF-8597-7D06EECA011E}"/>
                </a:ext>
              </a:extLst>
            </p:cNvPr>
            <p:cNvPicPr>
              <a:picLocks noChangeAspect="1"/>
            </p:cNvPicPr>
            <p:nvPr/>
          </p:nvPicPr>
          <p:blipFill>
            <a:blip r:embed="rId2"/>
            <a:stretch>
              <a:fillRect/>
            </a:stretch>
          </p:blipFill>
          <p:spPr>
            <a:xfrm>
              <a:off x="4861884" y="741378"/>
              <a:ext cx="511249" cy="398601"/>
            </a:xfrm>
            <a:prstGeom prst="rect">
              <a:avLst/>
            </a:prstGeom>
          </p:spPr>
        </p:pic>
        <p:cxnSp>
          <p:nvCxnSpPr>
            <p:cNvPr id="79" name="Straight Arrow Connector 78">
              <a:extLst>
                <a:ext uri="{FF2B5EF4-FFF2-40B4-BE49-F238E27FC236}">
                  <a16:creationId xmlns:a16="http://schemas.microsoft.com/office/drawing/2014/main" id="{83FF5CC4-79A0-0493-9D26-9E3419F1C4A4}"/>
                </a:ext>
              </a:extLst>
            </p:cNvPr>
            <p:cNvCxnSpPr>
              <a:cxnSpLocks/>
            </p:cNvCxnSpPr>
            <p:nvPr/>
          </p:nvCxnSpPr>
          <p:spPr>
            <a:xfrm>
              <a:off x="3468300" y="648736"/>
              <a:ext cx="0" cy="3296635"/>
            </a:xfrm>
            <a:prstGeom prst="straightConnector1">
              <a:avLst/>
            </a:prstGeom>
            <a:ln w="34925">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80" name="Straight Arrow Connector 79">
              <a:extLst>
                <a:ext uri="{FF2B5EF4-FFF2-40B4-BE49-F238E27FC236}">
                  <a16:creationId xmlns:a16="http://schemas.microsoft.com/office/drawing/2014/main" id="{6634FB33-4DB8-2040-D6B0-8744590290C4}"/>
                </a:ext>
              </a:extLst>
            </p:cNvPr>
            <p:cNvCxnSpPr>
              <a:cxnSpLocks/>
            </p:cNvCxnSpPr>
            <p:nvPr/>
          </p:nvCxnSpPr>
          <p:spPr>
            <a:xfrm flipH="1">
              <a:off x="3483113" y="2154635"/>
              <a:ext cx="2327836" cy="0"/>
            </a:xfrm>
            <a:prstGeom prst="straightConnector1">
              <a:avLst/>
            </a:prstGeom>
            <a:ln w="34925">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81" name="Straight Arrow Connector 80">
              <a:extLst>
                <a:ext uri="{FF2B5EF4-FFF2-40B4-BE49-F238E27FC236}">
                  <a16:creationId xmlns:a16="http://schemas.microsoft.com/office/drawing/2014/main" id="{7A780017-5A34-FC47-3C2F-E0FEB6E53C62}"/>
                </a:ext>
              </a:extLst>
            </p:cNvPr>
            <p:cNvCxnSpPr>
              <a:cxnSpLocks/>
            </p:cNvCxnSpPr>
            <p:nvPr/>
          </p:nvCxnSpPr>
          <p:spPr>
            <a:xfrm>
              <a:off x="5798690" y="615110"/>
              <a:ext cx="0" cy="3330261"/>
            </a:xfrm>
            <a:prstGeom prst="straightConnector1">
              <a:avLst/>
            </a:prstGeom>
            <a:ln w="34925">
              <a:headEnd type="triangle"/>
              <a:tailEnd type="triangle"/>
            </a:ln>
          </p:spPr>
          <p:style>
            <a:lnRef idx="1">
              <a:schemeClr val="accent2"/>
            </a:lnRef>
            <a:fillRef idx="0">
              <a:schemeClr val="accent2"/>
            </a:fillRef>
            <a:effectRef idx="0">
              <a:schemeClr val="accent2"/>
            </a:effectRef>
            <a:fontRef idx="minor">
              <a:schemeClr val="tx1"/>
            </a:fontRef>
          </p:style>
        </p:cxnSp>
        <p:pic>
          <p:nvPicPr>
            <p:cNvPr id="82" name="Picture 81">
              <a:extLst>
                <a:ext uri="{FF2B5EF4-FFF2-40B4-BE49-F238E27FC236}">
                  <a16:creationId xmlns:a16="http://schemas.microsoft.com/office/drawing/2014/main" id="{57228CBF-D16B-3848-5E1F-76B77B7AE866}"/>
                </a:ext>
              </a:extLst>
            </p:cNvPr>
            <p:cNvPicPr>
              <a:picLocks noChangeAspect="1"/>
            </p:cNvPicPr>
            <p:nvPr/>
          </p:nvPicPr>
          <p:blipFill>
            <a:blip r:embed="rId2"/>
            <a:stretch>
              <a:fillRect/>
            </a:stretch>
          </p:blipFill>
          <p:spPr>
            <a:xfrm>
              <a:off x="5913858" y="1252971"/>
              <a:ext cx="511249" cy="398601"/>
            </a:xfrm>
            <a:prstGeom prst="rect">
              <a:avLst/>
            </a:prstGeom>
          </p:spPr>
        </p:pic>
        <p:sp>
          <p:nvSpPr>
            <p:cNvPr id="83" name="TextBox 82">
              <a:extLst>
                <a:ext uri="{FF2B5EF4-FFF2-40B4-BE49-F238E27FC236}">
                  <a16:creationId xmlns:a16="http://schemas.microsoft.com/office/drawing/2014/main" id="{66C3BFAF-0BEF-A697-27DE-2D38C6F33C2D}"/>
                </a:ext>
              </a:extLst>
            </p:cNvPr>
            <p:cNvSpPr txBox="1"/>
            <p:nvPr/>
          </p:nvSpPr>
          <p:spPr>
            <a:xfrm>
              <a:off x="7227039" y="2325528"/>
              <a:ext cx="648072" cy="385208"/>
            </a:xfrm>
            <a:prstGeom prst="rect">
              <a:avLst/>
            </a:prstGeom>
            <a:noFill/>
          </p:spPr>
          <p:txBody>
            <a:bodyPr wrap="square" rtlCol="0">
              <a:spAutoFit/>
            </a:bodyPr>
            <a:lstStyle/>
            <a:p>
              <a:r>
                <a:rPr lang="en-US" sz="988"/>
                <a:t>100 Users</a:t>
              </a:r>
              <a:endParaRPr lang="en-IN" sz="988"/>
            </a:p>
          </p:txBody>
        </p:sp>
        <p:pic>
          <p:nvPicPr>
            <p:cNvPr id="84" name="Picture 83">
              <a:extLst>
                <a:ext uri="{FF2B5EF4-FFF2-40B4-BE49-F238E27FC236}">
                  <a16:creationId xmlns:a16="http://schemas.microsoft.com/office/drawing/2014/main" id="{22E6F5A2-291E-0A9B-0A0F-A42F96A01CEB}"/>
                </a:ext>
              </a:extLst>
            </p:cNvPr>
            <p:cNvPicPr>
              <a:picLocks noChangeAspect="1"/>
            </p:cNvPicPr>
            <p:nvPr/>
          </p:nvPicPr>
          <p:blipFill>
            <a:blip r:embed="rId2"/>
            <a:stretch>
              <a:fillRect/>
            </a:stretch>
          </p:blipFill>
          <p:spPr>
            <a:xfrm>
              <a:off x="6601392" y="1582448"/>
              <a:ext cx="511249" cy="398601"/>
            </a:xfrm>
            <a:prstGeom prst="rect">
              <a:avLst/>
            </a:prstGeom>
          </p:spPr>
        </p:pic>
        <p:sp>
          <p:nvSpPr>
            <p:cNvPr id="85" name="TextBox 84">
              <a:extLst>
                <a:ext uri="{FF2B5EF4-FFF2-40B4-BE49-F238E27FC236}">
                  <a16:creationId xmlns:a16="http://schemas.microsoft.com/office/drawing/2014/main" id="{3F4332D4-DDEE-4DAB-E556-90F10EFA52F7}"/>
                </a:ext>
              </a:extLst>
            </p:cNvPr>
            <p:cNvSpPr txBox="1"/>
            <p:nvPr/>
          </p:nvSpPr>
          <p:spPr>
            <a:xfrm>
              <a:off x="5844916" y="996342"/>
              <a:ext cx="778309" cy="246835"/>
            </a:xfrm>
            <a:prstGeom prst="rect">
              <a:avLst/>
            </a:prstGeom>
            <a:noFill/>
          </p:spPr>
          <p:txBody>
            <a:bodyPr wrap="square" rtlCol="0">
              <a:spAutoFit/>
            </a:bodyPr>
            <a:lstStyle/>
            <a:p>
              <a:r>
                <a:rPr lang="en-US" sz="988"/>
                <a:t>12 sec</a:t>
              </a:r>
              <a:endParaRPr lang="en-IN" sz="988"/>
            </a:p>
          </p:txBody>
        </p:sp>
        <p:pic>
          <p:nvPicPr>
            <p:cNvPr id="86" name="Picture 85">
              <a:extLst>
                <a:ext uri="{FF2B5EF4-FFF2-40B4-BE49-F238E27FC236}">
                  <a16:creationId xmlns:a16="http://schemas.microsoft.com/office/drawing/2014/main" id="{33E233E5-F144-90BB-9C7E-2983EDCEE301}"/>
                </a:ext>
              </a:extLst>
            </p:cNvPr>
            <p:cNvPicPr>
              <a:picLocks noChangeAspect="1"/>
            </p:cNvPicPr>
            <p:nvPr/>
          </p:nvPicPr>
          <p:blipFill>
            <a:blip r:embed="rId2"/>
            <a:stretch>
              <a:fillRect/>
            </a:stretch>
          </p:blipFill>
          <p:spPr>
            <a:xfrm>
              <a:off x="7295472" y="1959472"/>
              <a:ext cx="511249" cy="398601"/>
            </a:xfrm>
            <a:prstGeom prst="rect">
              <a:avLst/>
            </a:prstGeom>
          </p:spPr>
        </p:pic>
        <p:pic>
          <p:nvPicPr>
            <p:cNvPr id="87" name="Picture 86">
              <a:extLst>
                <a:ext uri="{FF2B5EF4-FFF2-40B4-BE49-F238E27FC236}">
                  <a16:creationId xmlns:a16="http://schemas.microsoft.com/office/drawing/2014/main" id="{76EF3EF8-824E-A003-BBB3-192D17036F4F}"/>
                </a:ext>
              </a:extLst>
            </p:cNvPr>
            <p:cNvPicPr>
              <a:picLocks noChangeAspect="1"/>
            </p:cNvPicPr>
            <p:nvPr/>
          </p:nvPicPr>
          <p:blipFill>
            <a:blip r:embed="rId2"/>
            <a:stretch>
              <a:fillRect/>
            </a:stretch>
          </p:blipFill>
          <p:spPr>
            <a:xfrm>
              <a:off x="7971692" y="2326599"/>
              <a:ext cx="511249" cy="398601"/>
            </a:xfrm>
            <a:prstGeom prst="rect">
              <a:avLst/>
            </a:prstGeom>
          </p:spPr>
        </p:pic>
        <p:sp>
          <p:nvSpPr>
            <p:cNvPr id="88" name="TextBox 87">
              <a:extLst>
                <a:ext uri="{FF2B5EF4-FFF2-40B4-BE49-F238E27FC236}">
                  <a16:creationId xmlns:a16="http://schemas.microsoft.com/office/drawing/2014/main" id="{21F54C6D-F228-75DB-1DD4-19B9CD3161D6}"/>
                </a:ext>
              </a:extLst>
            </p:cNvPr>
            <p:cNvSpPr txBox="1"/>
            <p:nvPr/>
          </p:nvSpPr>
          <p:spPr>
            <a:xfrm rot="2062437">
              <a:off x="5968206" y="2746327"/>
              <a:ext cx="1970877" cy="400403"/>
            </a:xfrm>
            <a:prstGeom prst="rect">
              <a:avLst/>
            </a:prstGeom>
            <a:noFill/>
          </p:spPr>
          <p:txBody>
            <a:bodyPr wrap="square" rtlCol="0">
              <a:spAutoFit/>
            </a:bodyPr>
            <a:lstStyle/>
            <a:p>
              <a:pPr algn="ctr"/>
              <a:r>
                <a:rPr lang="en-US" sz="988" b="1">
                  <a:solidFill>
                    <a:srgbClr val="002060"/>
                  </a:solidFill>
                </a:rPr>
                <a:t>100 users will ramp down in every 6 sec until user count reaches 0 Users</a:t>
              </a:r>
              <a:endParaRPr lang="en-IN" sz="988" b="1">
                <a:solidFill>
                  <a:srgbClr val="002060"/>
                </a:solidFill>
              </a:endParaRPr>
            </a:p>
          </p:txBody>
        </p:sp>
        <p:cxnSp>
          <p:nvCxnSpPr>
            <p:cNvPr id="89" name="Connector: Elbow 88">
              <a:extLst>
                <a:ext uri="{FF2B5EF4-FFF2-40B4-BE49-F238E27FC236}">
                  <a16:creationId xmlns:a16="http://schemas.microsoft.com/office/drawing/2014/main" id="{E8F83BD0-D24C-76A6-E9E1-986F4148D638}"/>
                </a:ext>
              </a:extLst>
            </p:cNvPr>
            <p:cNvCxnSpPr>
              <a:cxnSpLocks/>
              <a:endCxn id="84" idx="0"/>
            </p:cNvCxnSpPr>
            <p:nvPr/>
          </p:nvCxnSpPr>
          <p:spPr>
            <a:xfrm>
              <a:off x="6452867" y="1414420"/>
              <a:ext cx="404150" cy="16802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90" name="TextBox 89">
              <a:extLst>
                <a:ext uri="{FF2B5EF4-FFF2-40B4-BE49-F238E27FC236}">
                  <a16:creationId xmlns:a16="http://schemas.microsoft.com/office/drawing/2014/main" id="{E7F385DC-BEF8-EB8B-9B50-6FE84A31932D}"/>
                </a:ext>
              </a:extLst>
            </p:cNvPr>
            <p:cNvSpPr txBox="1"/>
            <p:nvPr/>
          </p:nvSpPr>
          <p:spPr>
            <a:xfrm>
              <a:off x="2620834" y="1614036"/>
              <a:ext cx="763974" cy="241911"/>
            </a:xfrm>
            <a:prstGeom prst="rect">
              <a:avLst/>
            </a:prstGeom>
            <a:noFill/>
          </p:spPr>
          <p:txBody>
            <a:bodyPr wrap="square" rtlCol="0">
              <a:spAutoFit/>
            </a:bodyPr>
            <a:lstStyle/>
            <a:p>
              <a:r>
                <a:rPr lang="en-US" sz="988"/>
                <a:t>100 Users</a:t>
              </a:r>
              <a:endParaRPr lang="en-IN" sz="988"/>
            </a:p>
          </p:txBody>
        </p:sp>
        <p:sp>
          <p:nvSpPr>
            <p:cNvPr id="91" name="TextBox 90">
              <a:extLst>
                <a:ext uri="{FF2B5EF4-FFF2-40B4-BE49-F238E27FC236}">
                  <a16:creationId xmlns:a16="http://schemas.microsoft.com/office/drawing/2014/main" id="{E6A994B4-72FE-B094-AB13-8A3775958B07}"/>
                </a:ext>
              </a:extLst>
            </p:cNvPr>
            <p:cNvSpPr txBox="1"/>
            <p:nvPr/>
          </p:nvSpPr>
          <p:spPr>
            <a:xfrm>
              <a:off x="5866060" y="1587782"/>
              <a:ext cx="648072" cy="385208"/>
            </a:xfrm>
            <a:prstGeom prst="rect">
              <a:avLst/>
            </a:prstGeom>
            <a:noFill/>
          </p:spPr>
          <p:txBody>
            <a:bodyPr wrap="square" rtlCol="0">
              <a:spAutoFit/>
            </a:bodyPr>
            <a:lstStyle/>
            <a:p>
              <a:r>
                <a:rPr lang="en-US" sz="988"/>
                <a:t>100 Users</a:t>
              </a:r>
              <a:endParaRPr lang="en-IN" sz="988"/>
            </a:p>
          </p:txBody>
        </p:sp>
        <p:sp>
          <p:nvSpPr>
            <p:cNvPr id="92" name="TextBox 91">
              <a:extLst>
                <a:ext uri="{FF2B5EF4-FFF2-40B4-BE49-F238E27FC236}">
                  <a16:creationId xmlns:a16="http://schemas.microsoft.com/office/drawing/2014/main" id="{96FA7E5C-6A1F-28A2-84F8-2BC2B8412D5E}"/>
                </a:ext>
              </a:extLst>
            </p:cNvPr>
            <p:cNvSpPr txBox="1"/>
            <p:nvPr/>
          </p:nvSpPr>
          <p:spPr>
            <a:xfrm>
              <a:off x="6568723" y="1926641"/>
              <a:ext cx="648072" cy="385208"/>
            </a:xfrm>
            <a:prstGeom prst="rect">
              <a:avLst/>
            </a:prstGeom>
            <a:noFill/>
          </p:spPr>
          <p:txBody>
            <a:bodyPr wrap="square" rtlCol="0">
              <a:spAutoFit/>
            </a:bodyPr>
            <a:lstStyle/>
            <a:p>
              <a:r>
                <a:rPr lang="en-US" sz="988"/>
                <a:t>100 Users</a:t>
              </a:r>
              <a:endParaRPr lang="en-IN" sz="988"/>
            </a:p>
          </p:txBody>
        </p:sp>
        <p:sp>
          <p:nvSpPr>
            <p:cNvPr id="93" name="TextBox 92">
              <a:extLst>
                <a:ext uri="{FF2B5EF4-FFF2-40B4-BE49-F238E27FC236}">
                  <a16:creationId xmlns:a16="http://schemas.microsoft.com/office/drawing/2014/main" id="{6C971705-3E44-A996-E19C-D286FD27F542}"/>
                </a:ext>
              </a:extLst>
            </p:cNvPr>
            <p:cNvSpPr txBox="1"/>
            <p:nvPr/>
          </p:nvSpPr>
          <p:spPr>
            <a:xfrm>
              <a:off x="7971692" y="2659037"/>
              <a:ext cx="648072" cy="385208"/>
            </a:xfrm>
            <a:prstGeom prst="rect">
              <a:avLst/>
            </a:prstGeom>
            <a:noFill/>
          </p:spPr>
          <p:txBody>
            <a:bodyPr wrap="square" rtlCol="0">
              <a:spAutoFit/>
            </a:bodyPr>
            <a:lstStyle/>
            <a:p>
              <a:r>
                <a:rPr lang="en-US" sz="988"/>
                <a:t>100 Users</a:t>
              </a:r>
              <a:endParaRPr lang="en-IN" sz="988"/>
            </a:p>
          </p:txBody>
        </p:sp>
        <p:cxnSp>
          <p:nvCxnSpPr>
            <p:cNvPr id="94" name="Connector: Elbow 93">
              <a:extLst>
                <a:ext uri="{FF2B5EF4-FFF2-40B4-BE49-F238E27FC236}">
                  <a16:creationId xmlns:a16="http://schemas.microsoft.com/office/drawing/2014/main" id="{2157CBD4-498C-2B01-8A1A-5CD34FBA7CAD}"/>
                </a:ext>
              </a:extLst>
            </p:cNvPr>
            <p:cNvCxnSpPr>
              <a:cxnSpLocks/>
            </p:cNvCxnSpPr>
            <p:nvPr/>
          </p:nvCxnSpPr>
          <p:spPr>
            <a:xfrm>
              <a:off x="7146946" y="1699963"/>
              <a:ext cx="404150" cy="16802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95" name="TextBox 94">
              <a:extLst>
                <a:ext uri="{FF2B5EF4-FFF2-40B4-BE49-F238E27FC236}">
                  <a16:creationId xmlns:a16="http://schemas.microsoft.com/office/drawing/2014/main" id="{7644F8AF-43E1-B0EC-4AF3-B0F5C29F7BB2}"/>
                </a:ext>
              </a:extLst>
            </p:cNvPr>
            <p:cNvSpPr txBox="1"/>
            <p:nvPr/>
          </p:nvSpPr>
          <p:spPr>
            <a:xfrm>
              <a:off x="6510772" y="1144067"/>
              <a:ext cx="778309" cy="246835"/>
            </a:xfrm>
            <a:prstGeom prst="rect">
              <a:avLst/>
            </a:prstGeom>
            <a:noFill/>
          </p:spPr>
          <p:txBody>
            <a:bodyPr wrap="square" rtlCol="0">
              <a:spAutoFit/>
            </a:bodyPr>
            <a:lstStyle/>
            <a:p>
              <a:r>
                <a:rPr lang="en-US" sz="988"/>
                <a:t>12 sec</a:t>
              </a:r>
              <a:endParaRPr lang="en-IN" sz="988"/>
            </a:p>
          </p:txBody>
        </p:sp>
        <p:sp>
          <p:nvSpPr>
            <p:cNvPr id="96" name="TextBox 95">
              <a:extLst>
                <a:ext uri="{FF2B5EF4-FFF2-40B4-BE49-F238E27FC236}">
                  <a16:creationId xmlns:a16="http://schemas.microsoft.com/office/drawing/2014/main" id="{EF5247D0-7C40-03CA-BF17-DACF3E55FB62}"/>
                </a:ext>
              </a:extLst>
            </p:cNvPr>
            <p:cNvSpPr txBox="1"/>
            <p:nvPr/>
          </p:nvSpPr>
          <p:spPr>
            <a:xfrm>
              <a:off x="7113393" y="1428861"/>
              <a:ext cx="778309" cy="246835"/>
            </a:xfrm>
            <a:prstGeom prst="rect">
              <a:avLst/>
            </a:prstGeom>
            <a:noFill/>
          </p:spPr>
          <p:txBody>
            <a:bodyPr wrap="square" rtlCol="0">
              <a:spAutoFit/>
            </a:bodyPr>
            <a:lstStyle/>
            <a:p>
              <a:r>
                <a:rPr lang="en-US" sz="988"/>
                <a:t>12 sec</a:t>
              </a:r>
              <a:endParaRPr lang="en-IN" sz="988"/>
            </a:p>
          </p:txBody>
        </p:sp>
        <p:cxnSp>
          <p:nvCxnSpPr>
            <p:cNvPr id="97" name="Connector: Elbow 96">
              <a:extLst>
                <a:ext uri="{FF2B5EF4-FFF2-40B4-BE49-F238E27FC236}">
                  <a16:creationId xmlns:a16="http://schemas.microsoft.com/office/drawing/2014/main" id="{5F1B8EBF-547B-4B8F-98FA-D9BF928E1D33}"/>
                </a:ext>
              </a:extLst>
            </p:cNvPr>
            <p:cNvCxnSpPr>
              <a:cxnSpLocks/>
            </p:cNvCxnSpPr>
            <p:nvPr/>
          </p:nvCxnSpPr>
          <p:spPr>
            <a:xfrm>
              <a:off x="7828091" y="2173690"/>
              <a:ext cx="404150" cy="16802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5A43DB04-A480-1B89-60AA-A0E578E7B184}"/>
                </a:ext>
              </a:extLst>
            </p:cNvPr>
            <p:cNvCxnSpPr>
              <a:cxnSpLocks/>
            </p:cNvCxnSpPr>
            <p:nvPr/>
          </p:nvCxnSpPr>
          <p:spPr>
            <a:xfrm>
              <a:off x="5989479" y="1975661"/>
              <a:ext cx="233311" cy="1617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9AE35C33-8114-6F44-D50D-4EABA4752BB8}"/>
                </a:ext>
              </a:extLst>
            </p:cNvPr>
            <p:cNvCxnSpPr>
              <a:cxnSpLocks/>
            </p:cNvCxnSpPr>
            <p:nvPr/>
          </p:nvCxnSpPr>
          <p:spPr>
            <a:xfrm flipH="1" flipV="1">
              <a:off x="7743310" y="3521356"/>
              <a:ext cx="712554" cy="2153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5459C97E-D817-A52A-5C60-6C92ABE0B6A5}"/>
                </a:ext>
              </a:extLst>
            </p:cNvPr>
            <p:cNvCxnSpPr>
              <a:cxnSpLocks/>
            </p:cNvCxnSpPr>
            <p:nvPr/>
          </p:nvCxnSpPr>
          <p:spPr>
            <a:xfrm>
              <a:off x="35496" y="3795886"/>
              <a:ext cx="756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C91CE835-C18F-6426-A160-20CA4A8FAB51}"/>
                </a:ext>
              </a:extLst>
            </p:cNvPr>
            <p:cNvCxnSpPr>
              <a:cxnSpLocks/>
            </p:cNvCxnSpPr>
            <p:nvPr/>
          </p:nvCxnSpPr>
          <p:spPr>
            <a:xfrm flipH="1">
              <a:off x="2562432" y="3810234"/>
              <a:ext cx="656575" cy="158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B317747F-0061-EFAC-C78A-4AF3BD4BF226}"/>
                </a:ext>
              </a:extLst>
            </p:cNvPr>
            <p:cNvCxnSpPr>
              <a:cxnSpLocks/>
            </p:cNvCxnSpPr>
            <p:nvPr/>
          </p:nvCxnSpPr>
          <p:spPr>
            <a:xfrm flipH="1">
              <a:off x="5205482" y="3792553"/>
              <a:ext cx="33530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1972333F-ED58-648C-D00B-A3D73326E02F}"/>
                </a:ext>
              </a:extLst>
            </p:cNvPr>
            <p:cNvCxnSpPr>
              <a:cxnSpLocks/>
            </p:cNvCxnSpPr>
            <p:nvPr/>
          </p:nvCxnSpPr>
          <p:spPr>
            <a:xfrm flipV="1">
              <a:off x="3590311" y="3810234"/>
              <a:ext cx="477633" cy="11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4" name="TextBox 103">
              <a:extLst>
                <a:ext uri="{FF2B5EF4-FFF2-40B4-BE49-F238E27FC236}">
                  <a16:creationId xmlns:a16="http://schemas.microsoft.com/office/drawing/2014/main" id="{51FE7C1E-CC2C-DF6D-2FD3-DAA9514622C9}"/>
                </a:ext>
              </a:extLst>
            </p:cNvPr>
            <p:cNvSpPr txBox="1"/>
            <p:nvPr/>
          </p:nvSpPr>
          <p:spPr>
            <a:xfrm>
              <a:off x="4102479" y="3676186"/>
              <a:ext cx="1268594" cy="269184"/>
            </a:xfrm>
            <a:prstGeom prst="rect">
              <a:avLst/>
            </a:prstGeom>
            <a:noFill/>
          </p:spPr>
          <p:txBody>
            <a:bodyPr wrap="square" rtlCol="0">
              <a:spAutoFit/>
            </a:bodyPr>
            <a:lstStyle/>
            <a:p>
              <a:r>
                <a:rPr lang="en-US" sz="1200">
                  <a:solidFill>
                    <a:srgbClr val="002060"/>
                  </a:solidFill>
                </a:rPr>
                <a:t>Steady State</a:t>
              </a:r>
              <a:endParaRPr lang="en-IN" sz="1200">
                <a:solidFill>
                  <a:srgbClr val="002060"/>
                </a:solidFill>
              </a:endParaRPr>
            </a:p>
          </p:txBody>
        </p:sp>
        <p:cxnSp>
          <p:nvCxnSpPr>
            <p:cNvPr id="105" name="Straight Arrow Connector 104">
              <a:extLst>
                <a:ext uri="{FF2B5EF4-FFF2-40B4-BE49-F238E27FC236}">
                  <a16:creationId xmlns:a16="http://schemas.microsoft.com/office/drawing/2014/main" id="{FD1572C9-61BC-9A58-7012-943BF152E673}"/>
                </a:ext>
              </a:extLst>
            </p:cNvPr>
            <p:cNvCxnSpPr>
              <a:cxnSpLocks/>
            </p:cNvCxnSpPr>
            <p:nvPr/>
          </p:nvCxnSpPr>
          <p:spPr>
            <a:xfrm>
              <a:off x="5824833" y="3781104"/>
              <a:ext cx="63034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6" name="TextBox 105">
              <a:extLst>
                <a:ext uri="{FF2B5EF4-FFF2-40B4-BE49-F238E27FC236}">
                  <a16:creationId xmlns:a16="http://schemas.microsoft.com/office/drawing/2014/main" id="{FB83D615-AB7E-CC53-0AF5-2A3D5B2C648A}"/>
                </a:ext>
              </a:extLst>
            </p:cNvPr>
            <p:cNvSpPr txBox="1"/>
            <p:nvPr/>
          </p:nvSpPr>
          <p:spPr>
            <a:xfrm>
              <a:off x="6457083" y="3665674"/>
              <a:ext cx="2100225" cy="269184"/>
            </a:xfrm>
            <a:prstGeom prst="rect">
              <a:avLst/>
            </a:prstGeom>
            <a:noFill/>
          </p:spPr>
          <p:txBody>
            <a:bodyPr wrap="square" rtlCol="0">
              <a:spAutoFit/>
            </a:bodyPr>
            <a:lstStyle/>
            <a:p>
              <a:r>
                <a:rPr lang="en-US" sz="1200">
                  <a:solidFill>
                    <a:srgbClr val="002060"/>
                  </a:solidFill>
                </a:rPr>
                <a:t>User Ramp Down Phase</a:t>
              </a:r>
              <a:endParaRPr lang="en-IN" sz="1200">
                <a:solidFill>
                  <a:srgbClr val="002060"/>
                </a:solidFill>
              </a:endParaRPr>
            </a:p>
          </p:txBody>
        </p:sp>
        <p:cxnSp>
          <p:nvCxnSpPr>
            <p:cNvPr id="107" name="Straight Arrow Connector 106">
              <a:extLst>
                <a:ext uri="{FF2B5EF4-FFF2-40B4-BE49-F238E27FC236}">
                  <a16:creationId xmlns:a16="http://schemas.microsoft.com/office/drawing/2014/main" id="{B6751393-E2DD-4D53-0FD7-5E64E918C798}"/>
                </a:ext>
              </a:extLst>
            </p:cNvPr>
            <p:cNvCxnSpPr>
              <a:cxnSpLocks/>
            </p:cNvCxnSpPr>
            <p:nvPr/>
          </p:nvCxnSpPr>
          <p:spPr>
            <a:xfrm flipH="1" flipV="1">
              <a:off x="8115309" y="3773939"/>
              <a:ext cx="873394" cy="362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A311CDAC-975D-1233-7D15-276CA72D371F}"/>
                </a:ext>
              </a:extLst>
            </p:cNvPr>
            <p:cNvSpPr txBox="1"/>
            <p:nvPr/>
          </p:nvSpPr>
          <p:spPr>
            <a:xfrm>
              <a:off x="108551" y="4079178"/>
              <a:ext cx="2999090" cy="469851"/>
            </a:xfrm>
            <a:prstGeom prst="rect">
              <a:avLst/>
            </a:prstGeom>
            <a:noFill/>
            <a:ln>
              <a:solidFill>
                <a:srgbClr val="002060"/>
              </a:solidFill>
            </a:ln>
          </p:spPr>
          <p:txBody>
            <a:bodyPr wrap="square" rtlCol="0">
              <a:spAutoFit/>
            </a:bodyPr>
            <a:lstStyle/>
            <a:p>
              <a:pPr algn="ctr"/>
              <a:r>
                <a:rPr lang="en-US" sz="1185" dirty="0">
                  <a:solidFill>
                    <a:srgbClr val="002060"/>
                  </a:solidFill>
                </a:rPr>
                <a:t>It takes about 13 minutes to ramp up all 6,521 users onto the system</a:t>
              </a:r>
              <a:endParaRPr lang="en-IN" sz="1185" dirty="0">
                <a:solidFill>
                  <a:srgbClr val="002060"/>
                </a:solidFill>
              </a:endParaRPr>
            </a:p>
          </p:txBody>
        </p:sp>
        <p:sp>
          <p:nvSpPr>
            <p:cNvPr id="109" name="TextBox 108">
              <a:extLst>
                <a:ext uri="{FF2B5EF4-FFF2-40B4-BE49-F238E27FC236}">
                  <a16:creationId xmlns:a16="http://schemas.microsoft.com/office/drawing/2014/main" id="{2855A7A1-6B05-C8D8-89BD-B3516978D82C}"/>
                </a:ext>
              </a:extLst>
            </p:cNvPr>
            <p:cNvSpPr txBox="1"/>
            <p:nvPr/>
          </p:nvSpPr>
          <p:spPr>
            <a:xfrm>
              <a:off x="3563895" y="4080030"/>
              <a:ext cx="2232241" cy="469851"/>
            </a:xfrm>
            <a:prstGeom prst="rect">
              <a:avLst/>
            </a:prstGeom>
            <a:noFill/>
            <a:ln>
              <a:solidFill>
                <a:srgbClr val="002060"/>
              </a:solidFill>
            </a:ln>
          </p:spPr>
          <p:txBody>
            <a:bodyPr wrap="square" rtlCol="0">
              <a:spAutoFit/>
            </a:bodyPr>
            <a:lstStyle/>
            <a:p>
              <a:pPr algn="ctr"/>
              <a:r>
                <a:rPr lang="en-US" sz="1185" dirty="0">
                  <a:solidFill>
                    <a:srgbClr val="002060"/>
                  </a:solidFill>
                </a:rPr>
                <a:t>Test will run for 4 hour with 6,521 concurrent users</a:t>
              </a:r>
              <a:endParaRPr lang="en-IN" sz="1185" dirty="0">
                <a:solidFill>
                  <a:srgbClr val="002060"/>
                </a:solidFill>
              </a:endParaRPr>
            </a:p>
          </p:txBody>
        </p:sp>
        <p:sp>
          <p:nvSpPr>
            <p:cNvPr id="110" name="TextBox 109">
              <a:extLst>
                <a:ext uri="{FF2B5EF4-FFF2-40B4-BE49-F238E27FC236}">
                  <a16:creationId xmlns:a16="http://schemas.microsoft.com/office/drawing/2014/main" id="{69DF75B0-D7B3-D9C2-5D76-D3231CA4B5E0}"/>
                </a:ext>
              </a:extLst>
            </p:cNvPr>
            <p:cNvSpPr txBox="1"/>
            <p:nvPr/>
          </p:nvSpPr>
          <p:spPr>
            <a:xfrm>
              <a:off x="6114528" y="4079177"/>
              <a:ext cx="2874175" cy="469851"/>
            </a:xfrm>
            <a:prstGeom prst="rect">
              <a:avLst/>
            </a:prstGeom>
            <a:noFill/>
            <a:ln>
              <a:solidFill>
                <a:srgbClr val="002060"/>
              </a:solidFill>
            </a:ln>
          </p:spPr>
          <p:txBody>
            <a:bodyPr wrap="square" rtlCol="0">
              <a:spAutoFit/>
            </a:bodyPr>
            <a:lstStyle/>
            <a:p>
              <a:pPr algn="ctr"/>
              <a:r>
                <a:rPr lang="en-US" sz="1185" dirty="0">
                  <a:solidFill>
                    <a:srgbClr val="002060"/>
                  </a:solidFill>
                </a:rPr>
                <a:t>It takes about 13 minutes to ramp down all 6,521 users from the system</a:t>
              </a:r>
              <a:endParaRPr lang="en-IN" sz="1185" dirty="0">
                <a:solidFill>
                  <a:srgbClr val="002060"/>
                </a:solidFill>
              </a:endParaRPr>
            </a:p>
          </p:txBody>
        </p:sp>
        <p:pic>
          <p:nvPicPr>
            <p:cNvPr id="111" name="Picture 110">
              <a:extLst>
                <a:ext uri="{FF2B5EF4-FFF2-40B4-BE49-F238E27FC236}">
                  <a16:creationId xmlns:a16="http://schemas.microsoft.com/office/drawing/2014/main" id="{52141A8A-9C92-1AC1-4E6B-4D3896D3BB93}"/>
                </a:ext>
              </a:extLst>
            </p:cNvPr>
            <p:cNvPicPr>
              <a:picLocks noChangeAspect="1"/>
            </p:cNvPicPr>
            <p:nvPr/>
          </p:nvPicPr>
          <p:blipFill>
            <a:blip r:embed="rId2"/>
            <a:stretch>
              <a:fillRect/>
            </a:stretch>
          </p:blipFill>
          <p:spPr>
            <a:xfrm>
              <a:off x="3859051" y="1133542"/>
              <a:ext cx="511249" cy="398601"/>
            </a:xfrm>
            <a:prstGeom prst="rect">
              <a:avLst/>
            </a:prstGeom>
          </p:spPr>
        </p:pic>
        <p:pic>
          <p:nvPicPr>
            <p:cNvPr id="112" name="Picture 111">
              <a:extLst>
                <a:ext uri="{FF2B5EF4-FFF2-40B4-BE49-F238E27FC236}">
                  <a16:creationId xmlns:a16="http://schemas.microsoft.com/office/drawing/2014/main" id="{43A3F093-397F-1F03-E294-B086E7C786A4}"/>
                </a:ext>
              </a:extLst>
            </p:cNvPr>
            <p:cNvPicPr>
              <a:picLocks noChangeAspect="1"/>
            </p:cNvPicPr>
            <p:nvPr/>
          </p:nvPicPr>
          <p:blipFill>
            <a:blip r:embed="rId2"/>
            <a:stretch>
              <a:fillRect/>
            </a:stretch>
          </p:blipFill>
          <p:spPr>
            <a:xfrm>
              <a:off x="4375159" y="1123086"/>
              <a:ext cx="511249" cy="398601"/>
            </a:xfrm>
            <a:prstGeom prst="rect">
              <a:avLst/>
            </a:prstGeom>
          </p:spPr>
        </p:pic>
        <p:pic>
          <p:nvPicPr>
            <p:cNvPr id="113" name="Picture 112">
              <a:extLst>
                <a:ext uri="{FF2B5EF4-FFF2-40B4-BE49-F238E27FC236}">
                  <a16:creationId xmlns:a16="http://schemas.microsoft.com/office/drawing/2014/main" id="{BD1D2266-AD1B-EC6B-C797-14FEC33B84F3}"/>
                </a:ext>
              </a:extLst>
            </p:cNvPr>
            <p:cNvPicPr>
              <a:picLocks noChangeAspect="1"/>
            </p:cNvPicPr>
            <p:nvPr/>
          </p:nvPicPr>
          <p:blipFill>
            <a:blip r:embed="rId2"/>
            <a:stretch>
              <a:fillRect/>
            </a:stretch>
          </p:blipFill>
          <p:spPr>
            <a:xfrm>
              <a:off x="4859825" y="1110195"/>
              <a:ext cx="511249" cy="398601"/>
            </a:xfrm>
            <a:prstGeom prst="rect">
              <a:avLst/>
            </a:prstGeom>
          </p:spPr>
        </p:pic>
      </p:grpSp>
      <p:sp>
        <p:nvSpPr>
          <p:cNvPr id="128" name="TextBox 127">
            <a:extLst>
              <a:ext uri="{FF2B5EF4-FFF2-40B4-BE49-F238E27FC236}">
                <a16:creationId xmlns:a16="http://schemas.microsoft.com/office/drawing/2014/main" id="{C68654DE-1A49-F12C-A442-FF9E37F6BB41}"/>
              </a:ext>
            </a:extLst>
          </p:cNvPr>
          <p:cNvSpPr txBox="1"/>
          <p:nvPr/>
        </p:nvSpPr>
        <p:spPr>
          <a:xfrm>
            <a:off x="2119180" y="5273039"/>
            <a:ext cx="2044921" cy="276999"/>
          </a:xfrm>
          <a:prstGeom prst="rect">
            <a:avLst/>
          </a:prstGeom>
          <a:noFill/>
        </p:spPr>
        <p:txBody>
          <a:bodyPr wrap="square" rtlCol="0">
            <a:spAutoFit/>
          </a:bodyPr>
          <a:lstStyle/>
          <a:p>
            <a:r>
              <a:rPr lang="en-US" sz="1200">
                <a:solidFill>
                  <a:srgbClr val="002060"/>
                </a:solidFill>
              </a:rPr>
              <a:t>User Ramp up Phase</a:t>
            </a:r>
            <a:endParaRPr lang="en-IN" sz="1200">
              <a:solidFill>
                <a:srgbClr val="002060"/>
              </a:solidFill>
            </a:endParaRPr>
          </a:p>
        </p:txBody>
      </p:sp>
      <p:sp>
        <p:nvSpPr>
          <p:cNvPr id="129" name="Rectangle 128">
            <a:extLst>
              <a:ext uri="{FF2B5EF4-FFF2-40B4-BE49-F238E27FC236}">
                <a16:creationId xmlns:a16="http://schemas.microsoft.com/office/drawing/2014/main" id="{A2883198-2638-4FE5-CE76-50CF6ED589B6}"/>
              </a:ext>
            </a:extLst>
          </p:cNvPr>
          <p:cNvSpPr/>
          <p:nvPr/>
        </p:nvSpPr>
        <p:spPr>
          <a:xfrm>
            <a:off x="718456" y="2306293"/>
            <a:ext cx="10885713" cy="3992908"/>
          </a:xfrm>
          <a:prstGeom prst="rect">
            <a:avLst/>
          </a:prstGeom>
          <a:noFill/>
          <a:ln/>
        </p:spPr>
        <p:style>
          <a:lnRef idx="2">
            <a:schemeClr val="accent1"/>
          </a:lnRef>
          <a:fillRef idx="1">
            <a:schemeClr val="lt1"/>
          </a:fillRef>
          <a:effectRef idx="0">
            <a:schemeClr val="accent1"/>
          </a:effectRef>
          <a:fontRef idx="minor">
            <a:schemeClr val="dk1"/>
          </a:fontRef>
        </p:style>
        <p:txBody>
          <a:bodyPr lIns="91440" tIns="0" rIns="91440" bIns="0" rtlCol="0" anchor="ctr"/>
          <a:lstStyle/>
          <a:p>
            <a:pPr algn="ctr">
              <a:lnSpc>
                <a:spcPct val="85000"/>
              </a:lnSpc>
            </a:pPr>
            <a:endParaRPr lang="en-US" sz="2400">
              <a:solidFill>
                <a:schemeClr val="bg1"/>
              </a:solidFill>
            </a:endParaRPr>
          </a:p>
        </p:txBody>
      </p:sp>
      <p:sp>
        <p:nvSpPr>
          <p:cNvPr id="130" name="TextBox 129">
            <a:extLst>
              <a:ext uri="{FF2B5EF4-FFF2-40B4-BE49-F238E27FC236}">
                <a16:creationId xmlns:a16="http://schemas.microsoft.com/office/drawing/2014/main" id="{B58E1415-05A3-5C64-9F68-9CC01EA4F09F}"/>
              </a:ext>
            </a:extLst>
          </p:cNvPr>
          <p:cNvSpPr txBox="1"/>
          <p:nvPr/>
        </p:nvSpPr>
        <p:spPr>
          <a:xfrm>
            <a:off x="2554464" y="3986236"/>
            <a:ext cx="848891" cy="244362"/>
          </a:xfrm>
          <a:prstGeom prst="rect">
            <a:avLst/>
          </a:prstGeom>
          <a:noFill/>
        </p:spPr>
        <p:txBody>
          <a:bodyPr wrap="square" rtlCol="0">
            <a:spAutoFit/>
          </a:bodyPr>
          <a:lstStyle/>
          <a:p>
            <a:r>
              <a:rPr lang="en-US" sz="988"/>
              <a:t>100 Users</a:t>
            </a:r>
            <a:endParaRPr lang="en-IN" sz="988"/>
          </a:p>
        </p:txBody>
      </p:sp>
      <p:sp>
        <p:nvSpPr>
          <p:cNvPr id="131" name="TextBox 130">
            <a:extLst>
              <a:ext uri="{FF2B5EF4-FFF2-40B4-BE49-F238E27FC236}">
                <a16:creationId xmlns:a16="http://schemas.microsoft.com/office/drawing/2014/main" id="{B1B2B467-9A90-39FA-3037-16135B8F3771}"/>
              </a:ext>
            </a:extLst>
          </p:cNvPr>
          <p:cNvSpPr txBox="1"/>
          <p:nvPr/>
        </p:nvSpPr>
        <p:spPr>
          <a:xfrm>
            <a:off x="3556427" y="3648497"/>
            <a:ext cx="848891" cy="244362"/>
          </a:xfrm>
          <a:prstGeom prst="rect">
            <a:avLst/>
          </a:prstGeom>
          <a:noFill/>
        </p:spPr>
        <p:txBody>
          <a:bodyPr wrap="square" rtlCol="0">
            <a:spAutoFit/>
          </a:bodyPr>
          <a:lstStyle/>
          <a:p>
            <a:r>
              <a:rPr lang="en-US" sz="988"/>
              <a:t>100 Users</a:t>
            </a:r>
            <a:endParaRPr lang="en-IN" sz="988"/>
          </a:p>
        </p:txBody>
      </p:sp>
      <p:sp>
        <p:nvSpPr>
          <p:cNvPr id="132" name="TextBox 131">
            <a:extLst>
              <a:ext uri="{FF2B5EF4-FFF2-40B4-BE49-F238E27FC236}">
                <a16:creationId xmlns:a16="http://schemas.microsoft.com/office/drawing/2014/main" id="{5F763A6A-3ABC-34D3-D142-8D8650997EA6}"/>
              </a:ext>
            </a:extLst>
          </p:cNvPr>
          <p:cNvSpPr txBox="1"/>
          <p:nvPr/>
        </p:nvSpPr>
        <p:spPr>
          <a:xfrm>
            <a:off x="10074910" y="3491018"/>
            <a:ext cx="873941" cy="244362"/>
          </a:xfrm>
          <a:prstGeom prst="rect">
            <a:avLst/>
          </a:prstGeom>
          <a:noFill/>
        </p:spPr>
        <p:txBody>
          <a:bodyPr wrap="square" rtlCol="0">
            <a:spAutoFit/>
          </a:bodyPr>
          <a:lstStyle/>
          <a:p>
            <a:r>
              <a:rPr lang="en-US" sz="988"/>
              <a:t>12 sec</a:t>
            </a:r>
            <a:endParaRPr lang="en-IN" sz="988"/>
          </a:p>
        </p:txBody>
      </p:sp>
    </p:spTree>
    <p:extLst>
      <p:ext uri="{BB962C8B-B14F-4D97-AF65-F5344CB8AC3E}">
        <p14:creationId xmlns:p14="http://schemas.microsoft.com/office/powerpoint/2010/main" val="1261837866"/>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004E8-96C7-51F2-FECA-B92F7A8675E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769237C-9CAD-C973-FF5D-98B1942278DD}"/>
              </a:ext>
            </a:extLst>
          </p:cNvPr>
          <p:cNvSpPr>
            <a:spLocks noGrp="1"/>
          </p:cNvSpPr>
          <p:nvPr>
            <p:ph type="ftr" sz="quarter" idx="15"/>
          </p:nvPr>
        </p:nvSpPr>
        <p:spPr/>
        <p:txBody>
          <a:bodyPr/>
          <a:lstStyle/>
          <a:p>
            <a:r>
              <a:rPr lang="en-US"/>
              <a:t>CONFIDENTIAL</a:t>
            </a:r>
          </a:p>
        </p:txBody>
      </p:sp>
      <p:sp>
        <p:nvSpPr>
          <p:cNvPr id="4" name="Slide Number Placeholder 3">
            <a:extLst>
              <a:ext uri="{FF2B5EF4-FFF2-40B4-BE49-F238E27FC236}">
                <a16:creationId xmlns:a16="http://schemas.microsoft.com/office/drawing/2014/main" id="{8AD87BD2-0A25-8191-193D-21A33EACEC07}"/>
              </a:ext>
            </a:extLst>
          </p:cNvPr>
          <p:cNvSpPr>
            <a:spLocks noGrp="1"/>
          </p:cNvSpPr>
          <p:nvPr>
            <p:ph type="sldNum" sz="quarter" idx="16"/>
          </p:nvPr>
        </p:nvSpPr>
        <p:spPr/>
        <p:txBody>
          <a:bodyPr/>
          <a:lstStyle/>
          <a:p>
            <a:fld id="{4F90343F-D056-4E24-BE3D-A305BDC1A23E}" type="slidenum">
              <a:rPr lang="en-US" smtClean="0"/>
              <a:pPr/>
              <a:t>15</a:t>
            </a:fld>
            <a:endParaRPr lang="en-US"/>
          </a:p>
        </p:txBody>
      </p:sp>
      <p:sp>
        <p:nvSpPr>
          <p:cNvPr id="7" name="Rectangle 6">
            <a:extLst>
              <a:ext uri="{FF2B5EF4-FFF2-40B4-BE49-F238E27FC236}">
                <a16:creationId xmlns:a16="http://schemas.microsoft.com/office/drawing/2014/main" id="{C49CDD7D-3016-E1AD-6A00-8B354A13941C}"/>
              </a:ext>
            </a:extLst>
          </p:cNvPr>
          <p:cNvSpPr/>
          <p:nvPr/>
        </p:nvSpPr>
        <p:spPr>
          <a:xfrm>
            <a:off x="670102" y="123099"/>
            <a:ext cx="10825211" cy="522515"/>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nSpc>
                <a:spcPct val="85000"/>
              </a:lnSpc>
            </a:pPr>
            <a:r>
              <a:rPr lang="en-US" sz="2400" b="1" dirty="0">
                <a:solidFill>
                  <a:schemeClr val="bg1"/>
                </a:solidFill>
              </a:rPr>
              <a:t>List of Functionalities and Architectural changes</a:t>
            </a:r>
          </a:p>
        </p:txBody>
      </p:sp>
      <p:sp>
        <p:nvSpPr>
          <p:cNvPr id="8" name="TextBox 7">
            <a:extLst>
              <a:ext uri="{FF2B5EF4-FFF2-40B4-BE49-F238E27FC236}">
                <a16:creationId xmlns:a16="http://schemas.microsoft.com/office/drawing/2014/main" id="{2CB999BE-6F77-D015-C016-3AF2D0363A36}"/>
              </a:ext>
            </a:extLst>
          </p:cNvPr>
          <p:cNvSpPr txBox="1"/>
          <p:nvPr/>
        </p:nvSpPr>
        <p:spPr>
          <a:xfrm>
            <a:off x="707572" y="1417669"/>
            <a:ext cx="10776856" cy="3000821"/>
          </a:xfrm>
          <a:prstGeom prst="rect">
            <a:avLst/>
          </a:prstGeom>
          <a:noFill/>
        </p:spPr>
        <p:txBody>
          <a:bodyPr wrap="square">
            <a:spAutoFit/>
          </a:bodyPr>
          <a:lstStyle/>
          <a:p>
            <a:pPr>
              <a:spcAft>
                <a:spcPts val="600"/>
              </a:spcAft>
            </a:pPr>
            <a:r>
              <a:rPr lang="en-US" sz="1600" b="1" dirty="0"/>
              <a:t>Architectural changes</a:t>
            </a:r>
          </a:p>
          <a:p>
            <a:pPr marL="342900" indent="-342900">
              <a:spcAft>
                <a:spcPts val="600"/>
              </a:spcAft>
              <a:buFont typeface="+mj-lt"/>
              <a:buAutoNum type="arabicPeriod"/>
            </a:pPr>
            <a:r>
              <a:rPr lang="en-US" sz="1400" dirty="0"/>
              <a:t>New Hybrid ETL method</a:t>
            </a:r>
          </a:p>
          <a:p>
            <a:pPr>
              <a:spcAft>
                <a:spcPts val="600"/>
              </a:spcAft>
            </a:pPr>
            <a:endParaRPr lang="en-US" sz="1400" dirty="0"/>
          </a:p>
          <a:p>
            <a:pPr>
              <a:spcAft>
                <a:spcPts val="600"/>
              </a:spcAft>
            </a:pPr>
            <a:r>
              <a:rPr lang="en-US" sz="1600" b="1" dirty="0"/>
              <a:t>Application Functionalities</a:t>
            </a:r>
          </a:p>
          <a:p>
            <a:pPr marL="342900" indent="-342900">
              <a:spcAft>
                <a:spcPts val="600"/>
              </a:spcAft>
              <a:buFont typeface="+mj-lt"/>
              <a:buAutoNum type="arabicPeriod"/>
            </a:pPr>
            <a:r>
              <a:rPr lang="en-US" sz="1400" dirty="0"/>
              <a:t>Addition of automated basal rates to the reports</a:t>
            </a:r>
          </a:p>
          <a:p>
            <a:pPr marL="342900" indent="-342900">
              <a:spcAft>
                <a:spcPts val="600"/>
              </a:spcAft>
              <a:buFont typeface="+mj-lt"/>
              <a:buAutoNum type="arabicPeriod"/>
            </a:pPr>
            <a:r>
              <a:rPr lang="en-US" sz="1400" dirty="0"/>
              <a:t>Addition of Libre 2 support - completed and deployed to 1.5 FMR</a:t>
            </a:r>
          </a:p>
          <a:p>
            <a:pPr marL="342900" indent="-342900">
              <a:spcAft>
                <a:spcPts val="600"/>
              </a:spcAft>
              <a:buFont typeface="+mj-lt"/>
              <a:buAutoNum type="arabicPeriod"/>
            </a:pPr>
            <a:r>
              <a:rPr lang="en-US" sz="1400" dirty="0"/>
              <a:t>Addition of Manual Basal rate on the reports</a:t>
            </a:r>
          </a:p>
          <a:p>
            <a:pPr marL="342900" indent="-342900">
              <a:spcAft>
                <a:spcPts val="600"/>
              </a:spcAft>
              <a:buFont typeface="+mj-lt"/>
              <a:buAutoNum type="arabicPeriod"/>
            </a:pPr>
            <a:r>
              <a:rPr lang="en-US" sz="1400" dirty="0"/>
              <a:t>IBF processing enhancements</a:t>
            </a:r>
          </a:p>
          <a:p>
            <a:pPr marL="342900" indent="-342900">
              <a:spcAft>
                <a:spcPts val="600"/>
              </a:spcAft>
              <a:buFont typeface="+mj-lt"/>
              <a:buAutoNum type="arabicPeriod"/>
            </a:pPr>
            <a:r>
              <a:rPr lang="en-US" sz="1400" dirty="0"/>
              <a:t>Accommodate users with no CGM data (changing how we calculate reports)</a:t>
            </a:r>
          </a:p>
          <a:p>
            <a:pPr marL="342900" indent="-342900">
              <a:spcAft>
                <a:spcPts val="600"/>
              </a:spcAft>
              <a:buFont typeface="+mj-lt"/>
              <a:buAutoNum type="arabicPeriod"/>
            </a:pPr>
            <a:r>
              <a:rPr lang="en-US" sz="1400" dirty="0"/>
              <a:t>Enhancement to Weekly Insights Calculations</a:t>
            </a:r>
          </a:p>
        </p:txBody>
      </p:sp>
      <p:sp>
        <p:nvSpPr>
          <p:cNvPr id="2" name="TextBox 1">
            <a:extLst>
              <a:ext uri="{FF2B5EF4-FFF2-40B4-BE49-F238E27FC236}">
                <a16:creationId xmlns:a16="http://schemas.microsoft.com/office/drawing/2014/main" id="{401F209D-C577-ADDE-CFBF-9D6814FE92A7}"/>
              </a:ext>
            </a:extLst>
          </p:cNvPr>
          <p:cNvSpPr txBox="1"/>
          <p:nvPr/>
        </p:nvSpPr>
        <p:spPr>
          <a:xfrm>
            <a:off x="661597" y="856768"/>
            <a:ext cx="10776854" cy="523220"/>
          </a:xfrm>
          <a:prstGeom prst="rect">
            <a:avLst/>
          </a:prstGeom>
          <a:noFill/>
        </p:spPr>
        <p:txBody>
          <a:bodyPr wrap="square">
            <a:spAutoFit/>
          </a:bodyPr>
          <a:lstStyle/>
          <a:p>
            <a:pPr algn="l">
              <a:spcBef>
                <a:spcPts val="750"/>
              </a:spcBef>
            </a:pPr>
            <a:r>
              <a:rPr lang="en-US" sz="1400" b="0" i="0" dirty="0">
                <a:solidFill>
                  <a:srgbClr val="172B4D"/>
                </a:solidFill>
                <a:effectLst/>
                <a:latin typeface="-apple-system"/>
              </a:rPr>
              <a:t>Below are the list of features which are expected to be available, deployed, tested in Performance environment before start of the In-Scope performance test executions.</a:t>
            </a:r>
            <a:endParaRPr lang="en-US" sz="1200" dirty="0">
              <a:latin typeface="+mj-lt"/>
            </a:endParaRPr>
          </a:p>
        </p:txBody>
      </p:sp>
    </p:spTree>
    <p:extLst>
      <p:ext uri="{BB962C8B-B14F-4D97-AF65-F5344CB8AC3E}">
        <p14:creationId xmlns:p14="http://schemas.microsoft.com/office/powerpoint/2010/main" val="1716583116"/>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B784A8-9AFB-EEF7-9E62-094E3B9F09B1}"/>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E4B5FFB8-598C-0AC0-B9D8-BB2E92C83C05}"/>
              </a:ext>
            </a:extLst>
          </p:cNvPr>
          <p:cNvSpPr>
            <a:spLocks noGrp="1"/>
          </p:cNvSpPr>
          <p:nvPr>
            <p:ph type="ftr" sz="quarter" idx="15"/>
          </p:nvPr>
        </p:nvSpPr>
        <p:spPr/>
        <p:txBody>
          <a:bodyPr/>
          <a:lstStyle/>
          <a:p>
            <a:r>
              <a:rPr lang="en-US"/>
              <a:t>CONFIDENTIAL</a:t>
            </a:r>
          </a:p>
        </p:txBody>
      </p:sp>
      <p:sp>
        <p:nvSpPr>
          <p:cNvPr id="4" name="Slide Number Placeholder 3">
            <a:extLst>
              <a:ext uri="{FF2B5EF4-FFF2-40B4-BE49-F238E27FC236}">
                <a16:creationId xmlns:a16="http://schemas.microsoft.com/office/drawing/2014/main" id="{E0B96B6D-65FE-2DA6-CB75-0FBD820B8A87}"/>
              </a:ext>
            </a:extLst>
          </p:cNvPr>
          <p:cNvSpPr>
            <a:spLocks noGrp="1"/>
          </p:cNvSpPr>
          <p:nvPr>
            <p:ph type="sldNum" sz="quarter" idx="16"/>
          </p:nvPr>
        </p:nvSpPr>
        <p:spPr/>
        <p:txBody>
          <a:bodyPr/>
          <a:lstStyle/>
          <a:p>
            <a:fld id="{4F90343F-D056-4E24-BE3D-A305BDC1A23E}" type="slidenum">
              <a:rPr lang="en-US" smtClean="0"/>
              <a:pPr/>
              <a:t>16</a:t>
            </a:fld>
            <a:endParaRPr lang="en-US"/>
          </a:p>
        </p:txBody>
      </p:sp>
      <p:sp>
        <p:nvSpPr>
          <p:cNvPr id="7" name="Rectangle 6">
            <a:extLst>
              <a:ext uri="{FF2B5EF4-FFF2-40B4-BE49-F238E27FC236}">
                <a16:creationId xmlns:a16="http://schemas.microsoft.com/office/drawing/2014/main" id="{05F0B1E3-7222-0E8D-2E76-B283D3096EAB}"/>
              </a:ext>
            </a:extLst>
          </p:cNvPr>
          <p:cNvSpPr/>
          <p:nvPr/>
        </p:nvSpPr>
        <p:spPr>
          <a:xfrm>
            <a:off x="718456" y="123099"/>
            <a:ext cx="10776857" cy="522515"/>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nSpc>
                <a:spcPct val="85000"/>
              </a:lnSpc>
            </a:pPr>
            <a:r>
              <a:rPr lang="en-US" sz="2400" b="1" dirty="0">
                <a:solidFill>
                  <a:schemeClr val="bg1"/>
                </a:solidFill>
              </a:rPr>
              <a:t>PT Environment Details</a:t>
            </a:r>
          </a:p>
        </p:txBody>
      </p:sp>
      <p:sp>
        <p:nvSpPr>
          <p:cNvPr id="10" name="TextBox 9">
            <a:extLst>
              <a:ext uri="{FF2B5EF4-FFF2-40B4-BE49-F238E27FC236}">
                <a16:creationId xmlns:a16="http://schemas.microsoft.com/office/drawing/2014/main" id="{40444257-D765-B645-818A-4683D68F98C4}"/>
              </a:ext>
            </a:extLst>
          </p:cNvPr>
          <p:cNvSpPr txBox="1"/>
          <p:nvPr/>
        </p:nvSpPr>
        <p:spPr>
          <a:xfrm>
            <a:off x="670102" y="748833"/>
            <a:ext cx="6096000" cy="338554"/>
          </a:xfrm>
          <a:prstGeom prst="rect">
            <a:avLst/>
          </a:prstGeom>
          <a:noFill/>
        </p:spPr>
        <p:txBody>
          <a:bodyPr wrap="square">
            <a:spAutoFit/>
          </a:bodyPr>
          <a:lstStyle/>
          <a:p>
            <a:r>
              <a:rPr lang="en-US" sz="1600" b="1" dirty="0"/>
              <a:t>Server specifications</a:t>
            </a:r>
          </a:p>
        </p:txBody>
      </p:sp>
      <p:graphicFrame>
        <p:nvGraphicFramePr>
          <p:cNvPr id="11" name="Table 10">
            <a:extLst>
              <a:ext uri="{FF2B5EF4-FFF2-40B4-BE49-F238E27FC236}">
                <a16:creationId xmlns:a16="http://schemas.microsoft.com/office/drawing/2014/main" id="{E6BBF9E9-F1F0-5193-FE52-C6602534A149}"/>
              </a:ext>
            </a:extLst>
          </p:cNvPr>
          <p:cNvGraphicFramePr>
            <a:graphicFrameLocks noGrp="1"/>
          </p:cNvGraphicFramePr>
          <p:nvPr>
            <p:extLst>
              <p:ext uri="{D42A27DB-BD31-4B8C-83A1-F6EECF244321}">
                <p14:modId xmlns:p14="http://schemas.microsoft.com/office/powerpoint/2010/main" val="2951762951"/>
              </p:ext>
            </p:extLst>
          </p:nvPr>
        </p:nvGraphicFramePr>
        <p:xfrm>
          <a:off x="740231" y="1129051"/>
          <a:ext cx="10863941" cy="4705691"/>
        </p:xfrm>
        <a:graphic>
          <a:graphicData uri="http://schemas.openxmlformats.org/drawingml/2006/table">
            <a:tbl>
              <a:tblPr firstRow="1" bandRow="1">
                <a:tableStyleId>{5C22544A-7EE6-4342-B048-85BDC9FD1C3A}</a:tableStyleId>
              </a:tblPr>
              <a:tblGrid>
                <a:gridCol w="236622">
                  <a:extLst>
                    <a:ext uri="{9D8B030D-6E8A-4147-A177-3AD203B41FA5}">
                      <a16:colId xmlns:a16="http://schemas.microsoft.com/office/drawing/2014/main" val="3934244433"/>
                    </a:ext>
                  </a:extLst>
                </a:gridCol>
                <a:gridCol w="853889">
                  <a:extLst>
                    <a:ext uri="{9D8B030D-6E8A-4147-A177-3AD203B41FA5}">
                      <a16:colId xmlns:a16="http://schemas.microsoft.com/office/drawing/2014/main" val="2006049169"/>
                    </a:ext>
                  </a:extLst>
                </a:gridCol>
                <a:gridCol w="1522599">
                  <a:extLst>
                    <a:ext uri="{9D8B030D-6E8A-4147-A177-3AD203B41FA5}">
                      <a16:colId xmlns:a16="http://schemas.microsoft.com/office/drawing/2014/main" val="341861935"/>
                    </a:ext>
                  </a:extLst>
                </a:gridCol>
                <a:gridCol w="608688">
                  <a:extLst>
                    <a:ext uri="{9D8B030D-6E8A-4147-A177-3AD203B41FA5}">
                      <a16:colId xmlns:a16="http://schemas.microsoft.com/office/drawing/2014/main" val="4225038240"/>
                    </a:ext>
                  </a:extLst>
                </a:gridCol>
                <a:gridCol w="1304847">
                  <a:extLst>
                    <a:ext uri="{9D8B030D-6E8A-4147-A177-3AD203B41FA5}">
                      <a16:colId xmlns:a16="http://schemas.microsoft.com/office/drawing/2014/main" val="990758790"/>
                    </a:ext>
                  </a:extLst>
                </a:gridCol>
                <a:gridCol w="596694">
                  <a:extLst>
                    <a:ext uri="{9D8B030D-6E8A-4147-A177-3AD203B41FA5}">
                      <a16:colId xmlns:a16="http://schemas.microsoft.com/office/drawing/2014/main" val="1398815147"/>
                    </a:ext>
                  </a:extLst>
                </a:gridCol>
                <a:gridCol w="833314">
                  <a:extLst>
                    <a:ext uri="{9D8B030D-6E8A-4147-A177-3AD203B41FA5}">
                      <a16:colId xmlns:a16="http://schemas.microsoft.com/office/drawing/2014/main" val="2457639357"/>
                    </a:ext>
                  </a:extLst>
                </a:gridCol>
                <a:gridCol w="699572">
                  <a:extLst>
                    <a:ext uri="{9D8B030D-6E8A-4147-A177-3AD203B41FA5}">
                      <a16:colId xmlns:a16="http://schemas.microsoft.com/office/drawing/2014/main" val="1976389769"/>
                    </a:ext>
                  </a:extLst>
                </a:gridCol>
                <a:gridCol w="699572">
                  <a:extLst>
                    <a:ext uri="{9D8B030D-6E8A-4147-A177-3AD203B41FA5}">
                      <a16:colId xmlns:a16="http://schemas.microsoft.com/office/drawing/2014/main" val="1229977522"/>
                    </a:ext>
                  </a:extLst>
                </a:gridCol>
                <a:gridCol w="802451">
                  <a:extLst>
                    <a:ext uri="{9D8B030D-6E8A-4147-A177-3AD203B41FA5}">
                      <a16:colId xmlns:a16="http://schemas.microsoft.com/office/drawing/2014/main" val="1514709766"/>
                    </a:ext>
                  </a:extLst>
                </a:gridCol>
                <a:gridCol w="514391">
                  <a:extLst>
                    <a:ext uri="{9D8B030D-6E8A-4147-A177-3AD203B41FA5}">
                      <a16:colId xmlns:a16="http://schemas.microsoft.com/office/drawing/2014/main" val="4019929994"/>
                    </a:ext>
                  </a:extLst>
                </a:gridCol>
                <a:gridCol w="728853">
                  <a:extLst>
                    <a:ext uri="{9D8B030D-6E8A-4147-A177-3AD203B41FA5}">
                      <a16:colId xmlns:a16="http://schemas.microsoft.com/office/drawing/2014/main" val="196343109"/>
                    </a:ext>
                  </a:extLst>
                </a:gridCol>
                <a:gridCol w="846684">
                  <a:extLst>
                    <a:ext uri="{9D8B030D-6E8A-4147-A177-3AD203B41FA5}">
                      <a16:colId xmlns:a16="http://schemas.microsoft.com/office/drawing/2014/main" val="2348325740"/>
                    </a:ext>
                  </a:extLst>
                </a:gridCol>
                <a:gridCol w="615765">
                  <a:extLst>
                    <a:ext uri="{9D8B030D-6E8A-4147-A177-3AD203B41FA5}">
                      <a16:colId xmlns:a16="http://schemas.microsoft.com/office/drawing/2014/main" val="1443552264"/>
                    </a:ext>
                  </a:extLst>
                </a:gridCol>
              </a:tblGrid>
              <a:tr h="766043">
                <a:tc>
                  <a:txBody>
                    <a:bodyPr/>
                    <a:lstStyle/>
                    <a:p>
                      <a:r>
                        <a:rPr lang="en-US" sz="1200" dirty="0">
                          <a:latin typeface="+mn-lt"/>
                        </a:rPr>
                        <a:t>#</a:t>
                      </a:r>
                    </a:p>
                  </a:txBody>
                  <a:tcPr/>
                </a:tc>
                <a:tc>
                  <a:txBody>
                    <a:bodyPr/>
                    <a:lstStyle/>
                    <a:p>
                      <a:r>
                        <a:rPr lang="en-US" sz="1200" dirty="0">
                          <a:latin typeface="+mn-lt"/>
                        </a:rPr>
                        <a:t>Resource Name</a:t>
                      </a:r>
                    </a:p>
                  </a:txBody>
                  <a:tcPr/>
                </a:tc>
                <a:tc>
                  <a:txBody>
                    <a:bodyPr/>
                    <a:lstStyle/>
                    <a:p>
                      <a:r>
                        <a:rPr lang="en-US" sz="1200" dirty="0">
                          <a:latin typeface="+mn-lt"/>
                        </a:rPr>
                        <a:t>Azure Service Name</a:t>
                      </a:r>
                    </a:p>
                  </a:txBody>
                  <a:tcPr/>
                </a:tc>
                <a:tc>
                  <a:txBody>
                    <a:bodyPr/>
                    <a:lstStyle/>
                    <a:p>
                      <a:r>
                        <a:rPr lang="en-US" sz="1200" dirty="0">
                          <a:latin typeface="+mn-lt"/>
                        </a:rPr>
                        <a:t>Container count</a:t>
                      </a:r>
                    </a:p>
                  </a:txBody>
                  <a:tcPr/>
                </a:tc>
                <a:tc>
                  <a:txBody>
                    <a:bodyPr/>
                    <a:lstStyle/>
                    <a:p>
                      <a:r>
                        <a:rPr lang="en-US" sz="1200" dirty="0">
                          <a:latin typeface="+mn-lt"/>
                        </a:rPr>
                        <a:t>Resource Group Location</a:t>
                      </a:r>
                    </a:p>
                  </a:txBody>
                  <a:tcPr/>
                </a:tc>
                <a:tc>
                  <a:txBody>
                    <a:bodyPr/>
                    <a:lstStyle/>
                    <a:p>
                      <a:r>
                        <a:rPr lang="en-US" sz="1200" dirty="0">
                          <a:latin typeface="+mn-lt"/>
                        </a:rPr>
                        <a:t>OS</a:t>
                      </a:r>
                    </a:p>
                  </a:txBody>
                  <a:tcPr/>
                </a:tc>
                <a:tc>
                  <a:txBody>
                    <a:bodyPr/>
                    <a:lstStyle/>
                    <a:p>
                      <a:r>
                        <a:rPr lang="en-US" sz="1200" dirty="0">
                          <a:latin typeface="+mn-lt"/>
                        </a:rPr>
                        <a:t>App Service Tier</a:t>
                      </a:r>
                    </a:p>
                  </a:txBody>
                  <a:tcPr/>
                </a:tc>
                <a:tc>
                  <a:txBody>
                    <a:bodyPr/>
                    <a:lstStyle/>
                    <a:p>
                      <a:r>
                        <a:rPr lang="en-US" sz="1200" dirty="0">
                          <a:latin typeface="+mn-lt"/>
                        </a:rPr>
                        <a:t>DB Tier</a:t>
                      </a:r>
                    </a:p>
                  </a:txBody>
                  <a:tcPr/>
                </a:tc>
                <a:tc>
                  <a:txBody>
                    <a:bodyPr/>
                    <a:lstStyle/>
                    <a:p>
                      <a:r>
                        <a:rPr lang="en-US" sz="1200" dirty="0">
                          <a:latin typeface="+mn-lt"/>
                        </a:rPr>
                        <a:t>No. of Servers</a:t>
                      </a:r>
                    </a:p>
                  </a:txBody>
                  <a:tcPr/>
                </a:tc>
                <a:tc>
                  <a:txBody>
                    <a:bodyPr/>
                    <a:lstStyle/>
                    <a:p>
                      <a:r>
                        <a:rPr lang="en-US" sz="1200" dirty="0">
                          <a:latin typeface="+mn-lt"/>
                        </a:rPr>
                        <a:t>Scale instance</a:t>
                      </a:r>
                    </a:p>
                  </a:txBody>
                  <a:tcPr/>
                </a:tc>
                <a:tc>
                  <a:txBody>
                    <a:bodyPr/>
                    <a:lstStyle/>
                    <a:p>
                      <a:r>
                        <a:rPr lang="en-US" sz="1200" dirty="0">
                          <a:latin typeface="+mn-lt"/>
                        </a:rPr>
                        <a:t>LB</a:t>
                      </a:r>
                    </a:p>
                  </a:txBody>
                  <a:tcPr/>
                </a:tc>
                <a:tc>
                  <a:txBody>
                    <a:bodyPr/>
                    <a:lstStyle/>
                    <a:p>
                      <a:r>
                        <a:rPr lang="en-US" sz="1200" dirty="0">
                          <a:latin typeface="+mn-lt"/>
                        </a:rPr>
                        <a:t>No. of VCPUs</a:t>
                      </a:r>
                    </a:p>
                  </a:txBody>
                  <a:tcPr/>
                </a:tc>
                <a:tc>
                  <a:txBody>
                    <a:bodyPr/>
                    <a:lstStyle/>
                    <a:p>
                      <a:r>
                        <a:rPr lang="en-US" sz="1200" dirty="0">
                          <a:latin typeface="+mn-lt"/>
                        </a:rPr>
                        <a:t>Memory allocation (GB)</a:t>
                      </a:r>
                    </a:p>
                  </a:txBody>
                  <a:tcPr/>
                </a:tc>
                <a:tc>
                  <a:txBody>
                    <a:bodyPr/>
                    <a:lstStyle/>
                    <a:p>
                      <a:r>
                        <a:rPr lang="en-US" sz="1200" dirty="0">
                          <a:latin typeface="+mn-lt"/>
                        </a:rPr>
                        <a:t>Region</a:t>
                      </a:r>
                    </a:p>
                  </a:txBody>
                  <a:tcPr/>
                </a:tc>
                <a:extLst>
                  <a:ext uri="{0D108BD9-81ED-4DB2-BD59-A6C34878D82A}">
                    <a16:rowId xmlns:a16="http://schemas.microsoft.com/office/drawing/2014/main" val="3402317045"/>
                  </a:ext>
                </a:extLst>
              </a:tr>
              <a:tr h="547173">
                <a:tc>
                  <a:txBody>
                    <a:bodyPr/>
                    <a:lstStyle/>
                    <a:p>
                      <a:r>
                        <a:rPr lang="en-US" sz="1200" dirty="0">
                          <a:latin typeface="+mn-lt"/>
                        </a:rPr>
                        <a:t>1</a:t>
                      </a:r>
                    </a:p>
                  </a:txBody>
                  <a:tcPr/>
                </a:tc>
                <a:tc>
                  <a:txBody>
                    <a:bodyPr/>
                    <a:lstStyle/>
                    <a:p>
                      <a:r>
                        <a:rPr lang="en-US" sz="1200" dirty="0">
                          <a:latin typeface="+mn-lt"/>
                        </a:rPr>
                        <a:t>HCP App Server</a:t>
                      </a:r>
                    </a:p>
                  </a:txBody>
                  <a:tcPr/>
                </a:tc>
                <a:tc>
                  <a:txBody>
                    <a:bodyPr/>
                    <a:lstStyle/>
                    <a:p>
                      <a:r>
                        <a:rPr lang="en-US" sz="1200">
                          <a:latin typeface="+mn-lt"/>
                        </a:rPr>
                        <a:t>app-wus-be-hcp-gibraltar-pf</a:t>
                      </a:r>
                    </a:p>
                  </a:txBody>
                  <a:tcPr/>
                </a:tc>
                <a:tc>
                  <a:txBody>
                    <a:bodyPr/>
                    <a:lstStyle/>
                    <a:p>
                      <a:r>
                        <a:rPr lang="en-US" sz="1200" dirty="0">
                          <a:latin typeface="+mn-lt"/>
                        </a:rPr>
                        <a:t>NA</a:t>
                      </a:r>
                    </a:p>
                  </a:txBody>
                  <a:tcPr/>
                </a:tc>
                <a:tc>
                  <a:txBody>
                    <a:bodyPr/>
                    <a:lstStyle/>
                    <a:p>
                      <a:r>
                        <a:rPr lang="en-US" sz="1200">
                          <a:latin typeface="+mn-lt"/>
                        </a:rPr>
                        <a:t>rg-wus-infra-Gibraltar-pf</a:t>
                      </a:r>
                    </a:p>
                  </a:txBody>
                  <a:tcPr/>
                </a:tc>
                <a:tc>
                  <a:txBody>
                    <a:bodyPr/>
                    <a:lstStyle/>
                    <a:p>
                      <a:r>
                        <a:rPr lang="en-US" sz="1200" dirty="0">
                          <a:latin typeface="+mn-lt"/>
                        </a:rPr>
                        <a:t>Linux</a:t>
                      </a:r>
                    </a:p>
                  </a:txBody>
                  <a:tcPr/>
                </a:tc>
                <a:tc>
                  <a:txBody>
                    <a:bodyPr/>
                    <a:lstStyle/>
                    <a:p>
                      <a:r>
                        <a:rPr lang="en-US" sz="1200" dirty="0">
                          <a:latin typeface="+mn-lt"/>
                        </a:rPr>
                        <a:t>Premium V3</a:t>
                      </a:r>
                    </a:p>
                  </a:txBody>
                  <a:tcPr/>
                </a:tc>
                <a:tc>
                  <a:txBody>
                    <a:bodyPr/>
                    <a:lstStyle/>
                    <a:p>
                      <a:r>
                        <a:rPr lang="en-US" sz="1200" dirty="0">
                          <a:latin typeface="+mn-lt"/>
                        </a:rPr>
                        <a:t>NA</a:t>
                      </a:r>
                    </a:p>
                  </a:txBody>
                  <a:tcPr/>
                </a:tc>
                <a:tc>
                  <a:txBody>
                    <a:bodyPr/>
                    <a:lstStyle/>
                    <a:p>
                      <a:r>
                        <a:rPr lang="en-US" sz="1200" dirty="0">
                          <a:latin typeface="+mn-lt"/>
                        </a:rPr>
                        <a:t>1</a:t>
                      </a:r>
                    </a:p>
                  </a:txBody>
                  <a:tcPr/>
                </a:tc>
                <a:tc>
                  <a:txBody>
                    <a:bodyPr/>
                    <a:lstStyle/>
                    <a:p>
                      <a:r>
                        <a:rPr lang="en-US" sz="1200" dirty="0">
                          <a:latin typeface="+mn-lt"/>
                        </a:rPr>
                        <a:t>30</a:t>
                      </a:r>
                    </a:p>
                  </a:txBody>
                  <a:tcPr/>
                </a:tc>
                <a:tc>
                  <a:txBody>
                    <a:bodyPr/>
                    <a:lstStyle/>
                    <a:p>
                      <a:r>
                        <a:rPr lang="en-US" sz="1200" dirty="0">
                          <a:latin typeface="+mn-lt"/>
                        </a:rPr>
                        <a:t>No</a:t>
                      </a:r>
                    </a:p>
                  </a:txBody>
                  <a:tcPr/>
                </a:tc>
                <a:tc>
                  <a:txBody>
                    <a:bodyPr/>
                    <a:lstStyle/>
                    <a:p>
                      <a:r>
                        <a:rPr lang="en-US" sz="1200" dirty="0">
                          <a:latin typeface="+mn-lt"/>
                        </a:rPr>
                        <a:t>4</a:t>
                      </a:r>
                    </a:p>
                  </a:txBody>
                  <a:tcPr/>
                </a:tc>
                <a:tc>
                  <a:txBody>
                    <a:bodyPr/>
                    <a:lstStyle/>
                    <a:p>
                      <a:r>
                        <a:rPr lang="en-US" sz="1200" dirty="0">
                          <a:latin typeface="+mn-lt"/>
                        </a:rPr>
                        <a:t>16</a:t>
                      </a:r>
                    </a:p>
                  </a:txBody>
                  <a:tcPr/>
                </a:tc>
                <a:tc>
                  <a:txBody>
                    <a:bodyPr/>
                    <a:lstStyle/>
                    <a:p>
                      <a:r>
                        <a:rPr lang="en-US" sz="1200" dirty="0">
                          <a:latin typeface="+mn-lt"/>
                        </a:rPr>
                        <a:t>West US</a:t>
                      </a:r>
                    </a:p>
                  </a:txBody>
                  <a:tcPr/>
                </a:tc>
                <a:extLst>
                  <a:ext uri="{0D108BD9-81ED-4DB2-BD59-A6C34878D82A}">
                    <a16:rowId xmlns:a16="http://schemas.microsoft.com/office/drawing/2014/main" val="854935237"/>
                  </a:ext>
                </a:extLst>
              </a:tr>
              <a:tr h="766043">
                <a:tc>
                  <a:txBody>
                    <a:bodyPr/>
                    <a:lstStyle/>
                    <a:p>
                      <a:r>
                        <a:rPr lang="en-US" sz="1200" dirty="0">
                          <a:latin typeface="+mn-lt"/>
                        </a:rPr>
                        <a:t>2</a:t>
                      </a:r>
                    </a:p>
                  </a:txBody>
                  <a:tcPr/>
                </a:tc>
                <a:tc>
                  <a:txBody>
                    <a:bodyPr/>
                    <a:lstStyle/>
                    <a:p>
                      <a:r>
                        <a:rPr lang="en-US" sz="1200" dirty="0">
                          <a:latin typeface="+mn-lt"/>
                        </a:rPr>
                        <a:t>PWD App Server</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200">
                          <a:latin typeface="+mn-lt"/>
                        </a:rPr>
                        <a:t>app-wus-be-pwd-gibraltar-pf</a:t>
                      </a:r>
                      <a:endParaRPr lang="en-US" sz="1200" b="0" i="0" u="none" strike="noStrike">
                        <a:solidFill>
                          <a:schemeClr val="tx1"/>
                        </a:solidFill>
                        <a:effectLst/>
                        <a:latin typeface="+mn-lt"/>
                      </a:endParaRPr>
                    </a:p>
                  </a:txBody>
                  <a:tcPr/>
                </a:tc>
                <a:tc>
                  <a:txBody>
                    <a:bodyPr/>
                    <a:lstStyle/>
                    <a:p>
                      <a:r>
                        <a:rPr lang="en-US" sz="1200" dirty="0">
                          <a:latin typeface="+mn-lt"/>
                        </a:rPr>
                        <a:t>NA</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200">
                          <a:latin typeface="+mn-lt"/>
                        </a:rPr>
                        <a:t>rg-wus-infra-gibraltar-pf</a:t>
                      </a:r>
                      <a:endParaRPr lang="en-US" sz="1200" b="0" i="0" u="none" strike="noStrike">
                        <a:solidFill>
                          <a:schemeClr val="tx1"/>
                        </a:solidFill>
                        <a:effectLst/>
                        <a:latin typeface="+mn-lt"/>
                      </a:endParaRPr>
                    </a:p>
                    <a:p>
                      <a:endParaRPr lang="en-US" sz="1200">
                        <a:latin typeface="+mn-lt"/>
                      </a:endParaRPr>
                    </a:p>
                  </a:txBody>
                  <a:tcPr/>
                </a:tc>
                <a:tc>
                  <a:txBody>
                    <a:bodyPr/>
                    <a:lstStyle/>
                    <a:p>
                      <a:r>
                        <a:rPr lang="en-US" sz="1200" dirty="0">
                          <a:latin typeface="+mn-lt"/>
                        </a:rPr>
                        <a:t>Linux</a:t>
                      </a:r>
                    </a:p>
                  </a:txBody>
                  <a:tcPr/>
                </a:tc>
                <a:tc>
                  <a:txBody>
                    <a:bodyPr/>
                    <a:lstStyle/>
                    <a:p>
                      <a:r>
                        <a:rPr lang="en-US" sz="1200" dirty="0">
                          <a:latin typeface="+mn-lt"/>
                        </a:rPr>
                        <a:t>Premium V3 (P2V3)</a:t>
                      </a:r>
                    </a:p>
                  </a:txBody>
                  <a:tcPr/>
                </a:tc>
                <a:tc>
                  <a:txBody>
                    <a:bodyPr/>
                    <a:lstStyle/>
                    <a:p>
                      <a:r>
                        <a:rPr lang="en-US" sz="1200" dirty="0">
                          <a:latin typeface="+mn-lt"/>
                        </a:rPr>
                        <a:t>NA</a:t>
                      </a:r>
                    </a:p>
                  </a:txBody>
                  <a:tcPr/>
                </a:tc>
                <a:tc>
                  <a:txBody>
                    <a:bodyPr/>
                    <a:lstStyle/>
                    <a:p>
                      <a:r>
                        <a:rPr lang="en-US" sz="1200" dirty="0">
                          <a:latin typeface="+mn-lt"/>
                        </a:rPr>
                        <a:t>1</a:t>
                      </a:r>
                    </a:p>
                  </a:txBody>
                  <a:tcPr/>
                </a:tc>
                <a:tc>
                  <a:txBody>
                    <a:bodyPr/>
                    <a:lstStyle/>
                    <a:p>
                      <a:r>
                        <a:rPr lang="en-US" sz="1200" dirty="0">
                          <a:latin typeface="+mn-lt"/>
                        </a:rPr>
                        <a:t>30</a:t>
                      </a:r>
                    </a:p>
                  </a:txBody>
                  <a:tcPr/>
                </a:tc>
                <a:tc>
                  <a:txBody>
                    <a:bodyPr/>
                    <a:lstStyle/>
                    <a:p>
                      <a:r>
                        <a:rPr lang="en-US" sz="1200" dirty="0">
                          <a:latin typeface="+mn-lt"/>
                        </a:rPr>
                        <a:t>No</a:t>
                      </a:r>
                    </a:p>
                  </a:txBody>
                  <a:tcPr/>
                </a:tc>
                <a:tc>
                  <a:txBody>
                    <a:bodyPr/>
                    <a:lstStyle/>
                    <a:p>
                      <a:r>
                        <a:rPr lang="en-US" sz="1200" dirty="0">
                          <a:latin typeface="+mn-lt"/>
                        </a:rPr>
                        <a:t>4</a:t>
                      </a:r>
                    </a:p>
                  </a:txBody>
                  <a:tcPr/>
                </a:tc>
                <a:tc>
                  <a:txBody>
                    <a:bodyPr/>
                    <a:lstStyle/>
                    <a:p>
                      <a:r>
                        <a:rPr lang="en-US" sz="1200" dirty="0">
                          <a:latin typeface="+mn-lt"/>
                        </a:rPr>
                        <a:t>16</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200" dirty="0">
                          <a:latin typeface="+mn-lt"/>
                        </a:rPr>
                        <a:t>West US</a:t>
                      </a:r>
                    </a:p>
                    <a:p>
                      <a:endParaRPr lang="en-US" sz="1200" dirty="0">
                        <a:latin typeface="+mn-lt"/>
                      </a:endParaRPr>
                    </a:p>
                  </a:txBody>
                  <a:tcPr/>
                </a:tc>
                <a:extLst>
                  <a:ext uri="{0D108BD9-81ED-4DB2-BD59-A6C34878D82A}">
                    <a16:rowId xmlns:a16="http://schemas.microsoft.com/office/drawing/2014/main" val="3460816646"/>
                  </a:ext>
                </a:extLst>
              </a:tr>
              <a:tr h="766043">
                <a:tc>
                  <a:txBody>
                    <a:bodyPr/>
                    <a:lstStyle/>
                    <a:p>
                      <a:r>
                        <a:rPr lang="en-US" sz="1200" dirty="0">
                          <a:latin typeface="+mn-lt"/>
                        </a:rPr>
                        <a:t>3</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200" b="0" i="0" u="none" strike="noStrike" dirty="0">
                          <a:solidFill>
                            <a:schemeClr val="tx1"/>
                          </a:solidFill>
                          <a:effectLst/>
                          <a:latin typeface="+mn-lt"/>
                        </a:rPr>
                        <a:t>PDF App Services</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200">
                          <a:latin typeface="+mn-lt"/>
                        </a:rPr>
                        <a:t>app-wus-be-pdf-hcp-gibraltar-pf</a:t>
                      </a:r>
                      <a:endParaRPr lang="en-US" sz="1200" b="0" i="0" u="none" strike="noStrike">
                        <a:solidFill>
                          <a:schemeClr val="tx1"/>
                        </a:solidFill>
                        <a:effectLst/>
                        <a:latin typeface="+mn-lt"/>
                      </a:endParaRPr>
                    </a:p>
                  </a:txBody>
                  <a:tcPr/>
                </a:tc>
                <a:tc>
                  <a:txBody>
                    <a:bodyPr/>
                    <a:lstStyle/>
                    <a:p>
                      <a:r>
                        <a:rPr lang="en-US" sz="1200" dirty="0">
                          <a:latin typeface="+mn-lt"/>
                        </a:rPr>
                        <a:t>NA</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200">
                          <a:latin typeface="+mn-lt"/>
                        </a:rPr>
                        <a:t>rg-wus-infra-gibraltar-pf</a:t>
                      </a:r>
                      <a:endParaRPr lang="en-US" sz="1200" b="0" i="0" u="none" strike="noStrike">
                        <a:solidFill>
                          <a:schemeClr val="tx1"/>
                        </a:solidFill>
                        <a:effectLst/>
                        <a:latin typeface="+mn-lt"/>
                      </a:endParaRPr>
                    </a:p>
                  </a:txBody>
                  <a:tcPr/>
                </a:tc>
                <a:tc>
                  <a:txBody>
                    <a:bodyPr/>
                    <a:lstStyle/>
                    <a:p>
                      <a:r>
                        <a:rPr lang="en-US" sz="1200" dirty="0">
                          <a:latin typeface="+mn-lt"/>
                        </a:rPr>
                        <a:t>Linux</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200" dirty="0">
                          <a:latin typeface="+mn-lt"/>
                        </a:rPr>
                        <a:t>Premium V3 (P2V3)</a:t>
                      </a:r>
                    </a:p>
                  </a:txBody>
                  <a:tcPr/>
                </a:tc>
                <a:tc>
                  <a:txBody>
                    <a:bodyPr/>
                    <a:lstStyle/>
                    <a:p>
                      <a:r>
                        <a:rPr lang="en-US" sz="1200" dirty="0">
                          <a:latin typeface="+mn-lt"/>
                        </a:rPr>
                        <a:t>NA</a:t>
                      </a:r>
                    </a:p>
                  </a:txBody>
                  <a:tcPr/>
                </a:tc>
                <a:tc>
                  <a:txBody>
                    <a:bodyPr/>
                    <a:lstStyle/>
                    <a:p>
                      <a:r>
                        <a:rPr lang="en-US" sz="1200" dirty="0">
                          <a:latin typeface="+mn-lt"/>
                        </a:rPr>
                        <a:t>1</a:t>
                      </a:r>
                    </a:p>
                  </a:txBody>
                  <a:tcPr/>
                </a:tc>
                <a:tc>
                  <a:txBody>
                    <a:bodyPr/>
                    <a:lstStyle/>
                    <a:p>
                      <a:r>
                        <a:rPr lang="en-US" sz="1200" dirty="0">
                          <a:latin typeface="+mn-lt"/>
                        </a:rPr>
                        <a:t>30</a:t>
                      </a:r>
                    </a:p>
                  </a:txBody>
                  <a:tcPr/>
                </a:tc>
                <a:tc>
                  <a:txBody>
                    <a:bodyPr/>
                    <a:lstStyle/>
                    <a:p>
                      <a:r>
                        <a:rPr lang="en-US" sz="1200" dirty="0">
                          <a:latin typeface="+mn-lt"/>
                        </a:rPr>
                        <a:t>No</a:t>
                      </a:r>
                    </a:p>
                  </a:txBody>
                  <a:tcPr/>
                </a:tc>
                <a:tc>
                  <a:txBody>
                    <a:bodyPr/>
                    <a:lstStyle/>
                    <a:p>
                      <a:r>
                        <a:rPr lang="en-US" sz="1200" dirty="0">
                          <a:latin typeface="+mn-lt"/>
                        </a:rPr>
                        <a:t>4</a:t>
                      </a:r>
                    </a:p>
                  </a:txBody>
                  <a:tcPr/>
                </a:tc>
                <a:tc>
                  <a:txBody>
                    <a:bodyPr/>
                    <a:lstStyle/>
                    <a:p>
                      <a:r>
                        <a:rPr lang="en-US" sz="1200" dirty="0">
                          <a:latin typeface="+mn-lt"/>
                        </a:rPr>
                        <a:t>16</a:t>
                      </a:r>
                    </a:p>
                  </a:txBody>
                  <a:tcPr/>
                </a:tc>
                <a:tc>
                  <a:txBody>
                    <a:bodyPr/>
                    <a:lstStyle/>
                    <a:p>
                      <a:r>
                        <a:rPr lang="en-US" sz="1200" dirty="0">
                          <a:latin typeface="+mn-lt"/>
                        </a:rPr>
                        <a:t>West US</a:t>
                      </a:r>
                    </a:p>
                  </a:txBody>
                  <a:tcPr/>
                </a:tc>
                <a:extLst>
                  <a:ext uri="{0D108BD9-81ED-4DB2-BD59-A6C34878D82A}">
                    <a16:rowId xmlns:a16="http://schemas.microsoft.com/office/drawing/2014/main" val="8888072"/>
                  </a:ext>
                </a:extLst>
              </a:tr>
              <a:tr h="766043">
                <a:tc>
                  <a:txBody>
                    <a:bodyPr/>
                    <a:lstStyle/>
                    <a:p>
                      <a:r>
                        <a:rPr lang="en-US" sz="1200" dirty="0">
                          <a:latin typeface="+mn-lt"/>
                        </a:rPr>
                        <a:t>4</a:t>
                      </a:r>
                    </a:p>
                  </a:txBody>
                  <a:tcPr/>
                </a:tc>
                <a:tc>
                  <a:txBody>
                    <a:bodyPr/>
                    <a:lstStyle/>
                    <a:p>
                      <a:r>
                        <a:rPr lang="en-US" sz="1200" dirty="0">
                          <a:latin typeface="+mn-lt"/>
                        </a:rPr>
                        <a:t>DMS DB</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200">
                          <a:latin typeface="+mn-lt"/>
                        </a:rPr>
                        <a:t>psql-wus-gibraltar-pf</a:t>
                      </a:r>
                      <a:endParaRPr lang="en-US" sz="1200" b="0" i="0" u="none" strike="noStrike">
                        <a:solidFill>
                          <a:schemeClr val="tx1"/>
                        </a:solidFill>
                        <a:effectLst/>
                        <a:latin typeface="+mn-lt"/>
                      </a:endParaRPr>
                    </a:p>
                  </a:txBody>
                  <a:tcPr/>
                </a:tc>
                <a:tc>
                  <a:txBody>
                    <a:bodyPr/>
                    <a:lstStyle/>
                    <a:p>
                      <a:r>
                        <a:rPr lang="en-US" sz="1200" dirty="0">
                          <a:latin typeface="+mn-lt"/>
                        </a:rPr>
                        <a:t>NA</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200">
                          <a:latin typeface="+mn-lt"/>
                        </a:rPr>
                        <a:t>rg-wus-infra-gibraltar-pf</a:t>
                      </a:r>
                      <a:endParaRPr lang="en-US" sz="1200" b="0" i="0" u="none" strike="noStrike">
                        <a:solidFill>
                          <a:schemeClr val="tx1"/>
                        </a:solidFill>
                        <a:effectLst/>
                        <a:latin typeface="+mn-lt"/>
                      </a:endParaRPr>
                    </a:p>
                  </a:txBody>
                  <a:tcPr/>
                </a:tc>
                <a:tc>
                  <a:txBody>
                    <a:bodyPr/>
                    <a:lstStyle/>
                    <a:p>
                      <a:r>
                        <a:rPr lang="en-US" sz="1200" dirty="0">
                          <a:latin typeface="+mn-lt"/>
                        </a:rPr>
                        <a:t>NA</a:t>
                      </a:r>
                    </a:p>
                  </a:txBody>
                  <a:tcPr/>
                </a:tc>
                <a:tc>
                  <a:txBody>
                    <a:bodyPr/>
                    <a:lstStyle/>
                    <a:p>
                      <a:r>
                        <a:rPr lang="en-US" sz="1200" dirty="0">
                          <a:latin typeface="+mn-lt"/>
                        </a:rPr>
                        <a:t>NA</a:t>
                      </a:r>
                    </a:p>
                  </a:txBody>
                  <a:tcPr/>
                </a:tc>
                <a:tc>
                  <a:txBody>
                    <a:bodyPr/>
                    <a:lstStyle/>
                    <a:p>
                      <a:r>
                        <a:rPr lang="en-US" sz="1200" dirty="0">
                          <a:latin typeface="+mn-lt"/>
                        </a:rPr>
                        <a:t>Gen Purpose 4v</a:t>
                      </a:r>
                    </a:p>
                  </a:txBody>
                  <a:tcPr/>
                </a:tc>
                <a:tc>
                  <a:txBody>
                    <a:bodyPr/>
                    <a:lstStyle/>
                    <a:p>
                      <a:r>
                        <a:rPr lang="en-US" sz="1200" dirty="0">
                          <a:latin typeface="+mn-lt"/>
                        </a:rPr>
                        <a:t>1</a:t>
                      </a:r>
                    </a:p>
                  </a:txBody>
                  <a:tcPr/>
                </a:tc>
                <a:tc>
                  <a:txBody>
                    <a:bodyPr/>
                    <a:lstStyle/>
                    <a:p>
                      <a:endParaRPr lang="en-US" sz="1200" dirty="0">
                        <a:latin typeface="+mn-lt"/>
                      </a:endParaRPr>
                    </a:p>
                  </a:txBody>
                  <a:tcPr/>
                </a:tc>
                <a:tc>
                  <a:txBody>
                    <a:bodyPr/>
                    <a:lstStyle/>
                    <a:p>
                      <a:r>
                        <a:rPr lang="en-US" sz="1200" dirty="0">
                          <a:latin typeface="+mn-lt"/>
                        </a:rPr>
                        <a:t>No</a:t>
                      </a:r>
                    </a:p>
                  </a:txBody>
                  <a:tcPr/>
                </a:tc>
                <a:tc>
                  <a:txBody>
                    <a:bodyPr/>
                    <a:lstStyle/>
                    <a:p>
                      <a:r>
                        <a:rPr lang="en-US" sz="1200" dirty="0">
                          <a:latin typeface="+mn-lt"/>
                        </a:rPr>
                        <a:t>4</a:t>
                      </a:r>
                    </a:p>
                  </a:txBody>
                  <a:tcPr/>
                </a:tc>
                <a:tc>
                  <a:txBody>
                    <a:bodyPr/>
                    <a:lstStyle/>
                    <a:p>
                      <a:r>
                        <a:rPr lang="en-US" sz="1200">
                          <a:latin typeface="+mn-lt"/>
                        </a:rPr>
                        <a:t>20 (5 GB Per Vcore</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200" dirty="0">
                          <a:latin typeface="+mn-lt"/>
                        </a:rPr>
                        <a:t>West US</a:t>
                      </a:r>
                    </a:p>
                    <a:p>
                      <a:endParaRPr lang="en-US" sz="1200" dirty="0">
                        <a:latin typeface="+mn-lt"/>
                      </a:endParaRPr>
                    </a:p>
                  </a:txBody>
                  <a:tcPr/>
                </a:tc>
                <a:extLst>
                  <a:ext uri="{0D108BD9-81ED-4DB2-BD59-A6C34878D82A}">
                    <a16:rowId xmlns:a16="http://schemas.microsoft.com/office/drawing/2014/main" val="2492943226"/>
                  </a:ext>
                </a:extLst>
              </a:tr>
              <a:tr h="547173">
                <a:tc>
                  <a:txBody>
                    <a:bodyPr/>
                    <a:lstStyle/>
                    <a:p>
                      <a:r>
                        <a:rPr lang="en-US" sz="1200" dirty="0">
                          <a:latin typeface="+mn-lt"/>
                        </a:rPr>
                        <a:t>5</a:t>
                      </a:r>
                    </a:p>
                  </a:txBody>
                  <a:tcPr/>
                </a:tc>
                <a:tc>
                  <a:txBody>
                    <a:bodyPr/>
                    <a:lstStyle/>
                    <a:p>
                      <a:r>
                        <a:rPr lang="en-US" sz="1200" dirty="0">
                          <a:latin typeface="+mn-lt"/>
                        </a:rPr>
                        <a:t>Container Group</a:t>
                      </a:r>
                    </a:p>
                  </a:txBody>
                  <a:tcPr/>
                </a:tc>
                <a:tc>
                  <a:txBody>
                    <a:bodyPr/>
                    <a:lstStyle/>
                    <a:p>
                      <a:r>
                        <a:rPr lang="en-US" sz="1200">
                          <a:latin typeface="+mn-lt"/>
                        </a:rPr>
                        <a:t>etl-cloud-api-hcp-pwddatalake-pf </a:t>
                      </a:r>
                    </a:p>
                  </a:txBody>
                  <a:tcPr/>
                </a:tc>
                <a:tc>
                  <a:txBody>
                    <a:bodyPr/>
                    <a:lstStyle/>
                    <a:p>
                      <a:r>
                        <a:rPr lang="en-US" sz="1200" dirty="0">
                          <a:latin typeface="+mn-lt"/>
                        </a:rPr>
                        <a:t>8</a:t>
                      </a:r>
                    </a:p>
                  </a:txBody>
                  <a:tcPr/>
                </a:tc>
                <a:tc>
                  <a:txBody>
                    <a:bodyPr/>
                    <a:lstStyle/>
                    <a:p>
                      <a:r>
                        <a:rPr lang="en-US" sz="1200">
                          <a:latin typeface="+mn-lt"/>
                        </a:rPr>
                        <a:t>rg-wus-infra-Gibraltar-pf</a:t>
                      </a:r>
                    </a:p>
                  </a:txBody>
                  <a:tcPr/>
                </a:tc>
                <a:tc>
                  <a:txBody>
                    <a:bodyPr/>
                    <a:lstStyle/>
                    <a:p>
                      <a:r>
                        <a:rPr lang="en-US" sz="1200" dirty="0">
                          <a:latin typeface="+mn-lt"/>
                        </a:rPr>
                        <a:t>NA</a:t>
                      </a:r>
                    </a:p>
                  </a:txBody>
                  <a:tcPr/>
                </a:tc>
                <a:tc>
                  <a:txBody>
                    <a:bodyPr/>
                    <a:lstStyle/>
                    <a:p>
                      <a:r>
                        <a:rPr lang="en-US" sz="1200" dirty="0">
                          <a:latin typeface="+mn-lt"/>
                        </a:rPr>
                        <a:t>NA</a:t>
                      </a:r>
                    </a:p>
                  </a:txBody>
                  <a:tcPr/>
                </a:tc>
                <a:tc>
                  <a:txBody>
                    <a:bodyPr/>
                    <a:lstStyle/>
                    <a:p>
                      <a:r>
                        <a:rPr lang="en-US" sz="1200" dirty="0">
                          <a:latin typeface="+mn-lt"/>
                        </a:rPr>
                        <a:t>NA</a:t>
                      </a:r>
                    </a:p>
                  </a:txBody>
                  <a:tcPr/>
                </a:tc>
                <a:tc>
                  <a:txBody>
                    <a:bodyPr/>
                    <a:lstStyle/>
                    <a:p>
                      <a:r>
                        <a:rPr lang="en-US" sz="1200" dirty="0">
                          <a:latin typeface="+mn-lt"/>
                        </a:rPr>
                        <a:t>1</a:t>
                      </a:r>
                    </a:p>
                  </a:txBody>
                  <a:tcPr/>
                </a:tc>
                <a:tc>
                  <a:txBody>
                    <a:bodyPr/>
                    <a:lstStyle/>
                    <a:p>
                      <a:endParaRPr lang="en-US" sz="1200" dirty="0">
                        <a:latin typeface="+mn-lt"/>
                      </a:endParaRPr>
                    </a:p>
                  </a:txBody>
                  <a:tcPr/>
                </a:tc>
                <a:tc>
                  <a:txBody>
                    <a:bodyPr/>
                    <a:lstStyle/>
                    <a:p>
                      <a:r>
                        <a:rPr lang="en-US" sz="1200" dirty="0">
                          <a:latin typeface="+mn-lt"/>
                        </a:rPr>
                        <a:t>No</a:t>
                      </a:r>
                    </a:p>
                  </a:txBody>
                  <a:tcPr/>
                </a:tc>
                <a:tc>
                  <a:txBody>
                    <a:bodyPr/>
                    <a:lstStyle/>
                    <a:p>
                      <a:r>
                        <a:rPr lang="en-US" sz="1200" dirty="0">
                          <a:latin typeface="+mn-lt"/>
                        </a:rPr>
                        <a:t>4</a:t>
                      </a:r>
                    </a:p>
                  </a:txBody>
                  <a:tcPr/>
                </a:tc>
                <a:tc>
                  <a:txBody>
                    <a:bodyPr/>
                    <a:lstStyle/>
                    <a:p>
                      <a:r>
                        <a:rPr lang="en-US" sz="1200" dirty="0">
                          <a:latin typeface="+mn-lt"/>
                        </a:rPr>
                        <a:t>16</a:t>
                      </a:r>
                    </a:p>
                  </a:txBody>
                  <a:tcPr/>
                </a:tc>
                <a:tc>
                  <a:txBody>
                    <a:bodyPr/>
                    <a:lstStyle/>
                    <a:p>
                      <a:r>
                        <a:rPr lang="en-US" sz="1200" dirty="0">
                          <a:latin typeface="+mn-lt"/>
                        </a:rPr>
                        <a:t>West US</a:t>
                      </a:r>
                    </a:p>
                  </a:txBody>
                  <a:tcPr/>
                </a:tc>
                <a:extLst>
                  <a:ext uri="{0D108BD9-81ED-4DB2-BD59-A6C34878D82A}">
                    <a16:rowId xmlns:a16="http://schemas.microsoft.com/office/drawing/2014/main" val="2654064376"/>
                  </a:ext>
                </a:extLst>
              </a:tr>
              <a:tr h="547173">
                <a:tc>
                  <a:txBody>
                    <a:bodyPr/>
                    <a:lstStyle/>
                    <a:p>
                      <a:r>
                        <a:rPr lang="en-US" sz="1200" dirty="0">
                          <a:latin typeface="+mn-lt"/>
                        </a:rPr>
                        <a:t>6</a:t>
                      </a:r>
                    </a:p>
                  </a:txBody>
                  <a:tcPr/>
                </a:tc>
                <a:tc>
                  <a:txBody>
                    <a:bodyPr/>
                    <a:lstStyle/>
                    <a:p>
                      <a:endParaRPr lang="en-US" sz="1200" dirty="0">
                        <a:latin typeface="+mn-lt"/>
                      </a:endParaRPr>
                    </a:p>
                  </a:txBody>
                  <a:tcPr/>
                </a:tc>
                <a:tc>
                  <a:txBody>
                    <a:bodyPr/>
                    <a:lstStyle/>
                    <a:p>
                      <a:r>
                        <a:rPr lang="en-US" sz="1200">
                          <a:latin typeface="+mn-lt"/>
                        </a:rPr>
                        <a:t>etl-cloud-api-hcp-pwddatamart-pf </a:t>
                      </a:r>
                    </a:p>
                  </a:txBody>
                  <a:tcPr/>
                </a:tc>
                <a:tc>
                  <a:txBody>
                    <a:bodyPr/>
                    <a:lstStyle/>
                    <a:p>
                      <a:r>
                        <a:rPr lang="en-US" sz="1200" dirty="0">
                          <a:latin typeface="+mn-lt"/>
                        </a:rPr>
                        <a:t>10</a:t>
                      </a:r>
                    </a:p>
                  </a:txBody>
                  <a:tcPr/>
                </a:tc>
                <a:tc>
                  <a:txBody>
                    <a:bodyPr/>
                    <a:lstStyle/>
                    <a:p>
                      <a:r>
                        <a:rPr lang="en-US" sz="1200">
                          <a:latin typeface="+mn-lt"/>
                        </a:rPr>
                        <a:t>rg-wus-infra-Gibraltar-pf</a:t>
                      </a:r>
                    </a:p>
                  </a:txBody>
                  <a:tcPr/>
                </a:tc>
                <a:tc>
                  <a:txBody>
                    <a:bodyPr/>
                    <a:lstStyle/>
                    <a:p>
                      <a:r>
                        <a:rPr lang="en-US" sz="1200" dirty="0">
                          <a:latin typeface="+mn-lt"/>
                        </a:rPr>
                        <a:t>NA</a:t>
                      </a:r>
                    </a:p>
                  </a:txBody>
                  <a:tcPr/>
                </a:tc>
                <a:tc>
                  <a:txBody>
                    <a:bodyPr/>
                    <a:lstStyle/>
                    <a:p>
                      <a:r>
                        <a:rPr lang="en-US" sz="1200" dirty="0">
                          <a:latin typeface="+mn-lt"/>
                        </a:rPr>
                        <a:t>NA</a:t>
                      </a:r>
                    </a:p>
                  </a:txBody>
                  <a:tcPr/>
                </a:tc>
                <a:tc>
                  <a:txBody>
                    <a:bodyPr/>
                    <a:lstStyle/>
                    <a:p>
                      <a:r>
                        <a:rPr lang="en-US" sz="1200" dirty="0">
                          <a:latin typeface="+mn-lt"/>
                        </a:rPr>
                        <a:t>NA</a:t>
                      </a:r>
                    </a:p>
                  </a:txBody>
                  <a:tcPr/>
                </a:tc>
                <a:tc>
                  <a:txBody>
                    <a:bodyPr/>
                    <a:lstStyle/>
                    <a:p>
                      <a:r>
                        <a:rPr lang="en-US" sz="1200" dirty="0">
                          <a:latin typeface="+mn-lt"/>
                        </a:rPr>
                        <a:t>1</a:t>
                      </a:r>
                    </a:p>
                  </a:txBody>
                  <a:tcPr/>
                </a:tc>
                <a:tc>
                  <a:txBody>
                    <a:bodyPr/>
                    <a:lstStyle/>
                    <a:p>
                      <a:endParaRPr lang="en-US" sz="1200" dirty="0">
                        <a:latin typeface="+mn-lt"/>
                      </a:endParaRPr>
                    </a:p>
                  </a:txBody>
                  <a:tcPr/>
                </a:tc>
                <a:tc>
                  <a:txBody>
                    <a:bodyPr/>
                    <a:lstStyle/>
                    <a:p>
                      <a:r>
                        <a:rPr lang="en-US" sz="1200" dirty="0">
                          <a:latin typeface="+mn-lt"/>
                        </a:rPr>
                        <a:t>No</a:t>
                      </a:r>
                    </a:p>
                  </a:txBody>
                  <a:tcPr/>
                </a:tc>
                <a:tc>
                  <a:txBody>
                    <a:bodyPr/>
                    <a:lstStyle/>
                    <a:p>
                      <a:r>
                        <a:rPr lang="en-US" sz="1200" dirty="0">
                          <a:latin typeface="+mn-lt"/>
                        </a:rPr>
                        <a:t>4</a:t>
                      </a:r>
                    </a:p>
                  </a:txBody>
                  <a:tcPr/>
                </a:tc>
                <a:tc>
                  <a:txBody>
                    <a:bodyPr/>
                    <a:lstStyle/>
                    <a:p>
                      <a:r>
                        <a:rPr lang="en-US" sz="1200" dirty="0">
                          <a:latin typeface="+mn-lt"/>
                        </a:rPr>
                        <a:t>NA</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200" dirty="0">
                          <a:latin typeface="+mn-lt"/>
                        </a:rPr>
                        <a:t>West US</a:t>
                      </a:r>
                    </a:p>
                  </a:txBody>
                  <a:tcPr/>
                </a:tc>
                <a:extLst>
                  <a:ext uri="{0D108BD9-81ED-4DB2-BD59-A6C34878D82A}">
                    <a16:rowId xmlns:a16="http://schemas.microsoft.com/office/drawing/2014/main" val="2873767947"/>
                  </a:ext>
                </a:extLst>
              </a:tr>
            </a:tbl>
          </a:graphicData>
        </a:graphic>
      </p:graphicFrame>
    </p:spTree>
    <p:extLst>
      <p:ext uri="{BB962C8B-B14F-4D97-AF65-F5344CB8AC3E}">
        <p14:creationId xmlns:p14="http://schemas.microsoft.com/office/powerpoint/2010/main" val="3353432610"/>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04754-F4C5-32BD-982F-10D597CA5294}"/>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3083373E-E63E-09FF-039C-E76A4A98E870}"/>
              </a:ext>
            </a:extLst>
          </p:cNvPr>
          <p:cNvSpPr>
            <a:spLocks noGrp="1"/>
          </p:cNvSpPr>
          <p:nvPr>
            <p:ph type="ftr" sz="quarter" idx="15"/>
          </p:nvPr>
        </p:nvSpPr>
        <p:spPr/>
        <p:txBody>
          <a:bodyPr/>
          <a:lstStyle/>
          <a:p>
            <a:r>
              <a:rPr lang="en-US"/>
              <a:t>CONFIDENTIAL</a:t>
            </a:r>
          </a:p>
        </p:txBody>
      </p:sp>
      <p:sp>
        <p:nvSpPr>
          <p:cNvPr id="3" name="Slide Number Placeholder 2">
            <a:extLst>
              <a:ext uri="{FF2B5EF4-FFF2-40B4-BE49-F238E27FC236}">
                <a16:creationId xmlns:a16="http://schemas.microsoft.com/office/drawing/2014/main" id="{8B6B34F1-AED8-9F4C-262C-FFB29BE75B09}"/>
              </a:ext>
            </a:extLst>
          </p:cNvPr>
          <p:cNvSpPr>
            <a:spLocks noGrp="1"/>
          </p:cNvSpPr>
          <p:nvPr>
            <p:ph type="sldNum" sz="quarter" idx="16"/>
          </p:nvPr>
        </p:nvSpPr>
        <p:spPr/>
        <p:txBody>
          <a:bodyPr/>
          <a:lstStyle/>
          <a:p>
            <a:fld id="{4F90343F-D056-4E24-BE3D-A305BDC1A23E}" type="slidenum">
              <a:rPr lang="en-US" smtClean="0"/>
              <a:pPr/>
              <a:t>17</a:t>
            </a:fld>
            <a:endParaRPr lang="en-US"/>
          </a:p>
        </p:txBody>
      </p:sp>
      <p:sp>
        <p:nvSpPr>
          <p:cNvPr id="32" name="Title 31">
            <a:extLst>
              <a:ext uri="{FF2B5EF4-FFF2-40B4-BE49-F238E27FC236}">
                <a16:creationId xmlns:a16="http://schemas.microsoft.com/office/drawing/2014/main" id="{F01C4C9C-145A-D226-AE80-451C119B8C19}"/>
              </a:ext>
            </a:extLst>
          </p:cNvPr>
          <p:cNvSpPr>
            <a:spLocks noGrp="1"/>
          </p:cNvSpPr>
          <p:nvPr>
            <p:ph type="title"/>
          </p:nvPr>
        </p:nvSpPr>
        <p:spPr>
          <a:xfrm>
            <a:off x="435262" y="2430877"/>
            <a:ext cx="11273991" cy="1147160"/>
          </a:xfrm>
        </p:spPr>
        <p:txBody>
          <a:bodyPr/>
          <a:lstStyle/>
          <a:p>
            <a:pPr algn="ctr"/>
            <a:r>
              <a:rPr lang="en-US" dirty="0">
                <a:latin typeface="Aptos" panose="020B0004020202020204" pitchFamily="34" charset="0"/>
              </a:rPr>
              <a:t> Thank you!</a:t>
            </a:r>
            <a:endParaRPr lang="en-US" dirty="0">
              <a:solidFill>
                <a:schemeClr val="accent2"/>
              </a:solidFill>
              <a:latin typeface="Aptos" panose="020B0004020202020204" pitchFamily="34" charset="0"/>
            </a:endParaRPr>
          </a:p>
        </p:txBody>
      </p:sp>
    </p:spTree>
    <p:extLst>
      <p:ext uri="{BB962C8B-B14F-4D97-AF65-F5344CB8AC3E}">
        <p14:creationId xmlns:p14="http://schemas.microsoft.com/office/powerpoint/2010/main" val="2522070517"/>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2AB47-79C9-7DE1-C20E-8086BBF2300E}"/>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A284D6B5-B224-19A7-3A85-7FD1B23C2E9D}"/>
              </a:ext>
            </a:extLst>
          </p:cNvPr>
          <p:cNvSpPr>
            <a:spLocks noGrp="1"/>
          </p:cNvSpPr>
          <p:nvPr>
            <p:ph type="ftr" sz="quarter" idx="11"/>
          </p:nvPr>
        </p:nvSpPr>
        <p:spPr/>
        <p:txBody>
          <a:bodyPr/>
          <a:lstStyle/>
          <a:p>
            <a:r>
              <a:rPr lang="en-US"/>
              <a:t>CONFIDENTIAL</a:t>
            </a:r>
          </a:p>
        </p:txBody>
      </p:sp>
      <p:sp>
        <p:nvSpPr>
          <p:cNvPr id="4" name="Slide Number Placeholder 3">
            <a:extLst>
              <a:ext uri="{FF2B5EF4-FFF2-40B4-BE49-F238E27FC236}">
                <a16:creationId xmlns:a16="http://schemas.microsoft.com/office/drawing/2014/main" id="{33D319F6-D516-A582-A8B5-9485A1F0B066}"/>
              </a:ext>
            </a:extLst>
          </p:cNvPr>
          <p:cNvSpPr>
            <a:spLocks noGrp="1"/>
          </p:cNvSpPr>
          <p:nvPr>
            <p:ph type="sldNum" sz="quarter" idx="12"/>
          </p:nvPr>
        </p:nvSpPr>
        <p:spPr/>
        <p:txBody>
          <a:bodyPr/>
          <a:lstStyle/>
          <a:p>
            <a:fld id="{4F90343F-D056-4E24-BE3D-A305BDC1A23E}" type="slidenum">
              <a:rPr lang="en-US" smtClean="0"/>
              <a:pPr/>
              <a:t>18</a:t>
            </a:fld>
            <a:endParaRPr lang="en-US"/>
          </a:p>
        </p:txBody>
      </p:sp>
      <p:sp>
        <p:nvSpPr>
          <p:cNvPr id="2" name="Rectangle 1">
            <a:extLst>
              <a:ext uri="{FF2B5EF4-FFF2-40B4-BE49-F238E27FC236}">
                <a16:creationId xmlns:a16="http://schemas.microsoft.com/office/drawing/2014/main" id="{E9DFCE16-06DC-0A1C-490A-5E209C711548}"/>
              </a:ext>
            </a:extLst>
          </p:cNvPr>
          <p:cNvSpPr/>
          <p:nvPr/>
        </p:nvSpPr>
        <p:spPr>
          <a:xfrm rot="20420523">
            <a:off x="2678595" y="2353088"/>
            <a:ext cx="7223760" cy="1016276"/>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gn="ctr">
              <a:lnSpc>
                <a:spcPct val="85000"/>
              </a:lnSpc>
            </a:pPr>
            <a:r>
              <a:rPr lang="en-US" sz="3600" dirty="0">
                <a:solidFill>
                  <a:schemeClr val="bg1"/>
                </a:solidFill>
              </a:rPr>
              <a:t>Appendix </a:t>
            </a:r>
          </a:p>
        </p:txBody>
      </p:sp>
    </p:spTree>
    <p:extLst>
      <p:ext uri="{BB962C8B-B14F-4D97-AF65-F5344CB8AC3E}">
        <p14:creationId xmlns:p14="http://schemas.microsoft.com/office/powerpoint/2010/main" val="2662079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F966A68-69F2-A782-1AB8-71DC052C8440}"/>
              </a:ext>
            </a:extLst>
          </p:cNvPr>
          <p:cNvSpPr>
            <a:spLocks noGrp="1"/>
          </p:cNvSpPr>
          <p:nvPr>
            <p:ph type="ftr" sz="quarter" idx="15"/>
          </p:nvPr>
        </p:nvSpPr>
        <p:spPr/>
        <p:txBody>
          <a:bodyPr/>
          <a:lstStyle/>
          <a:p>
            <a:r>
              <a:rPr lang="en-US"/>
              <a:t>CONFIDENTIAL</a:t>
            </a:r>
          </a:p>
        </p:txBody>
      </p:sp>
      <p:sp>
        <p:nvSpPr>
          <p:cNvPr id="4" name="Slide Number Placeholder 3">
            <a:extLst>
              <a:ext uri="{FF2B5EF4-FFF2-40B4-BE49-F238E27FC236}">
                <a16:creationId xmlns:a16="http://schemas.microsoft.com/office/drawing/2014/main" id="{BF3A995B-B819-F715-7EEE-82D0043A070F}"/>
              </a:ext>
            </a:extLst>
          </p:cNvPr>
          <p:cNvSpPr>
            <a:spLocks noGrp="1"/>
          </p:cNvSpPr>
          <p:nvPr>
            <p:ph type="sldNum" sz="quarter" idx="16"/>
          </p:nvPr>
        </p:nvSpPr>
        <p:spPr/>
        <p:txBody>
          <a:bodyPr/>
          <a:lstStyle/>
          <a:p>
            <a:fld id="{4F90343F-D056-4E24-BE3D-A305BDC1A23E}" type="slidenum">
              <a:rPr lang="en-US" smtClean="0"/>
              <a:pPr/>
              <a:t>19</a:t>
            </a:fld>
            <a:endParaRPr lang="en-US"/>
          </a:p>
        </p:txBody>
      </p:sp>
      <p:sp>
        <p:nvSpPr>
          <p:cNvPr id="10" name="Arrow: Right 9">
            <a:extLst>
              <a:ext uri="{FF2B5EF4-FFF2-40B4-BE49-F238E27FC236}">
                <a16:creationId xmlns:a16="http://schemas.microsoft.com/office/drawing/2014/main" id="{6EAA67EA-AD86-E104-4B31-7DB2599C083A}"/>
              </a:ext>
            </a:extLst>
          </p:cNvPr>
          <p:cNvSpPr/>
          <p:nvPr/>
        </p:nvSpPr>
        <p:spPr>
          <a:xfrm>
            <a:off x="1025236" y="923636"/>
            <a:ext cx="2604655" cy="487721"/>
          </a:xfrm>
          <a:prstGeom prst="rightArrow">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gn="ctr">
              <a:lnSpc>
                <a:spcPct val="85000"/>
              </a:lnSpc>
            </a:pPr>
            <a:r>
              <a:rPr lang="en-US" sz="1600" b="1" dirty="0">
                <a:solidFill>
                  <a:schemeClr val="bg1"/>
                </a:solidFill>
              </a:rPr>
              <a:t>Perf Test Plan</a:t>
            </a:r>
          </a:p>
        </p:txBody>
      </p:sp>
      <p:sp>
        <p:nvSpPr>
          <p:cNvPr id="11" name="TextBox 10">
            <a:extLst>
              <a:ext uri="{FF2B5EF4-FFF2-40B4-BE49-F238E27FC236}">
                <a16:creationId xmlns:a16="http://schemas.microsoft.com/office/drawing/2014/main" id="{3A5CC702-6890-25E5-54BA-162410C84F8A}"/>
              </a:ext>
            </a:extLst>
          </p:cNvPr>
          <p:cNvSpPr txBox="1"/>
          <p:nvPr/>
        </p:nvSpPr>
        <p:spPr>
          <a:xfrm>
            <a:off x="3815421" y="1062852"/>
            <a:ext cx="8376579" cy="209288"/>
          </a:xfrm>
          <a:prstGeom prst="rect">
            <a:avLst/>
          </a:prstGeom>
          <a:noFill/>
        </p:spPr>
        <p:txBody>
          <a:bodyPr wrap="square" lIns="91440" tIns="0" rIns="91440" bIns="0" rtlCol="0" anchor="ctr">
            <a:spAutoFit/>
          </a:bodyPr>
          <a:lstStyle/>
          <a:p>
            <a:pPr>
              <a:lnSpc>
                <a:spcPct val="85000"/>
              </a:lnSpc>
            </a:pPr>
            <a:r>
              <a:rPr lang="en-US" sz="1600" dirty="0">
                <a:hlinkClick r:id="rId2"/>
              </a:rPr>
              <a:t>Performance Test Plan Rel 1.5 FMR 2024'Q4 and 2025'Q1 - DGB Gibraltar - Confluence</a:t>
            </a:r>
            <a:endParaRPr lang="en-US" sz="1600" dirty="0"/>
          </a:p>
        </p:txBody>
      </p:sp>
      <p:sp>
        <p:nvSpPr>
          <p:cNvPr id="12" name="Arrow: Right 11">
            <a:extLst>
              <a:ext uri="{FF2B5EF4-FFF2-40B4-BE49-F238E27FC236}">
                <a16:creationId xmlns:a16="http://schemas.microsoft.com/office/drawing/2014/main" id="{E65CAF02-C3B9-3AE4-4D03-6DBC7E1F0038}"/>
              </a:ext>
            </a:extLst>
          </p:cNvPr>
          <p:cNvSpPr/>
          <p:nvPr/>
        </p:nvSpPr>
        <p:spPr>
          <a:xfrm>
            <a:off x="1025236" y="1682323"/>
            <a:ext cx="2604655" cy="487721"/>
          </a:xfrm>
          <a:prstGeom prst="rightArrow">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gn="ctr">
              <a:lnSpc>
                <a:spcPct val="85000"/>
              </a:lnSpc>
            </a:pPr>
            <a:r>
              <a:rPr lang="en-US" sz="1600" b="1" dirty="0">
                <a:solidFill>
                  <a:schemeClr val="bg1"/>
                </a:solidFill>
              </a:rPr>
              <a:t>Data Model Sheet</a:t>
            </a:r>
          </a:p>
        </p:txBody>
      </p:sp>
      <p:sp>
        <p:nvSpPr>
          <p:cNvPr id="13" name="TextBox 12">
            <a:extLst>
              <a:ext uri="{FF2B5EF4-FFF2-40B4-BE49-F238E27FC236}">
                <a16:creationId xmlns:a16="http://schemas.microsoft.com/office/drawing/2014/main" id="{4996A20F-3716-A723-F5BD-D0E64708A0B4}"/>
              </a:ext>
            </a:extLst>
          </p:cNvPr>
          <p:cNvSpPr txBox="1"/>
          <p:nvPr/>
        </p:nvSpPr>
        <p:spPr>
          <a:xfrm>
            <a:off x="3815422" y="1819036"/>
            <a:ext cx="3102214" cy="209288"/>
          </a:xfrm>
          <a:prstGeom prst="rect">
            <a:avLst/>
          </a:prstGeom>
          <a:noFill/>
        </p:spPr>
        <p:txBody>
          <a:bodyPr wrap="square" lIns="91440" tIns="0" rIns="91440" bIns="0" rtlCol="0" anchor="ctr">
            <a:spAutoFit/>
          </a:bodyPr>
          <a:lstStyle/>
          <a:p>
            <a:pPr>
              <a:lnSpc>
                <a:spcPct val="85000"/>
              </a:lnSpc>
            </a:pPr>
            <a:r>
              <a:rPr lang="en-US" sz="1600" dirty="0">
                <a:hlinkClick r:id="rId3"/>
              </a:rPr>
              <a:t>Performance Data Models.xlsx</a:t>
            </a:r>
            <a:endParaRPr lang="en-US" sz="1600" dirty="0"/>
          </a:p>
        </p:txBody>
      </p:sp>
      <p:sp>
        <p:nvSpPr>
          <p:cNvPr id="14" name="Rectangle 13">
            <a:extLst>
              <a:ext uri="{FF2B5EF4-FFF2-40B4-BE49-F238E27FC236}">
                <a16:creationId xmlns:a16="http://schemas.microsoft.com/office/drawing/2014/main" id="{7781F9E0-8D30-81AF-DD5A-C42E7360447A}"/>
              </a:ext>
            </a:extLst>
          </p:cNvPr>
          <p:cNvSpPr/>
          <p:nvPr/>
        </p:nvSpPr>
        <p:spPr>
          <a:xfrm>
            <a:off x="625008" y="232336"/>
            <a:ext cx="11240421" cy="522515"/>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nSpc>
                <a:spcPct val="85000"/>
              </a:lnSpc>
            </a:pPr>
            <a:r>
              <a:rPr lang="en-US" sz="2400" b="1" dirty="0">
                <a:solidFill>
                  <a:schemeClr val="bg1"/>
                </a:solidFill>
              </a:rPr>
              <a:t>Documents Links</a:t>
            </a:r>
          </a:p>
        </p:txBody>
      </p:sp>
    </p:spTree>
    <p:extLst>
      <p:ext uri="{BB962C8B-B14F-4D97-AF65-F5344CB8AC3E}">
        <p14:creationId xmlns:p14="http://schemas.microsoft.com/office/powerpoint/2010/main" val="2395561354"/>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11F89-01CD-0AD4-D65C-5D035EA893D7}"/>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156890C9-2CF9-9D25-F071-B86BE8FAD683}"/>
              </a:ext>
            </a:extLst>
          </p:cNvPr>
          <p:cNvSpPr>
            <a:spLocks noGrp="1"/>
          </p:cNvSpPr>
          <p:nvPr>
            <p:ph type="ftr" sz="quarter" idx="15"/>
          </p:nvPr>
        </p:nvSpPr>
        <p:spPr/>
        <p:txBody>
          <a:bodyPr/>
          <a:lstStyle/>
          <a:p>
            <a:r>
              <a:rPr lang="en-US">
                <a:latin typeface="+mj-lt"/>
              </a:rPr>
              <a:t>CONFIDENTIAL</a:t>
            </a:r>
          </a:p>
        </p:txBody>
      </p:sp>
      <p:sp>
        <p:nvSpPr>
          <p:cNvPr id="4" name="Slide Number Placeholder 3">
            <a:extLst>
              <a:ext uri="{FF2B5EF4-FFF2-40B4-BE49-F238E27FC236}">
                <a16:creationId xmlns:a16="http://schemas.microsoft.com/office/drawing/2014/main" id="{42FCF1C5-C897-76BF-C009-59A041181927}"/>
              </a:ext>
            </a:extLst>
          </p:cNvPr>
          <p:cNvSpPr>
            <a:spLocks noGrp="1"/>
          </p:cNvSpPr>
          <p:nvPr>
            <p:ph type="sldNum" sz="quarter" idx="16"/>
          </p:nvPr>
        </p:nvSpPr>
        <p:spPr/>
        <p:txBody>
          <a:bodyPr/>
          <a:lstStyle/>
          <a:p>
            <a:fld id="{4F90343F-D056-4E24-BE3D-A305BDC1A23E}" type="slidenum">
              <a:rPr lang="en-US" smtClean="0">
                <a:latin typeface="+mj-lt"/>
              </a:rPr>
              <a:pPr/>
              <a:t>20</a:t>
            </a:fld>
            <a:endParaRPr lang="en-US">
              <a:latin typeface="+mj-lt"/>
            </a:endParaRPr>
          </a:p>
        </p:txBody>
      </p:sp>
      <p:sp>
        <p:nvSpPr>
          <p:cNvPr id="20" name="TextBox 19">
            <a:extLst>
              <a:ext uri="{FF2B5EF4-FFF2-40B4-BE49-F238E27FC236}">
                <a16:creationId xmlns:a16="http://schemas.microsoft.com/office/drawing/2014/main" id="{03B54CB4-DA54-498E-5CBE-9C5334A04B37}"/>
              </a:ext>
            </a:extLst>
          </p:cNvPr>
          <p:cNvSpPr txBox="1"/>
          <p:nvPr/>
        </p:nvSpPr>
        <p:spPr>
          <a:xfrm>
            <a:off x="623522" y="667203"/>
            <a:ext cx="10944955" cy="969496"/>
          </a:xfrm>
          <a:prstGeom prst="rect">
            <a:avLst/>
          </a:prstGeom>
          <a:noFill/>
        </p:spPr>
        <p:txBody>
          <a:bodyPr wrap="square" lIns="91440" tIns="0" rIns="91440" bIns="0" rtlCol="0" anchor="ctr">
            <a:spAutoFit/>
          </a:bodyPr>
          <a:lstStyle/>
          <a:p>
            <a:pPr>
              <a:spcAft>
                <a:spcPts val="600"/>
              </a:spcAft>
            </a:pPr>
            <a:r>
              <a:rPr lang="en-US" sz="1600" b="1" dirty="0">
                <a:latin typeface="+mj-lt"/>
                <a:ea typeface="Calibri" panose="020F0502020204030204" pitchFamily="34" charset="0"/>
                <a:cs typeface="Calibri" panose="020F0502020204030204" pitchFamily="34" charset="0"/>
              </a:rPr>
              <a:t>Objective:</a:t>
            </a:r>
          </a:p>
          <a:p>
            <a:pPr>
              <a:spcAft>
                <a:spcPts val="600"/>
              </a:spcAft>
            </a:pPr>
            <a:r>
              <a:rPr lang="en-US" sz="1400" b="1" dirty="0">
                <a:latin typeface="+mj-lt"/>
                <a:ea typeface="Calibri" panose="020F0502020204030204" pitchFamily="34" charset="0"/>
                <a:cs typeface="Calibri" panose="020F0502020204030204" pitchFamily="34" charset="0"/>
              </a:rPr>
              <a:t> </a:t>
            </a:r>
            <a:r>
              <a:rPr lang="en-US" sz="1400" b="0" i="0" dirty="0">
                <a:solidFill>
                  <a:srgbClr val="000000"/>
                </a:solidFill>
                <a:effectLst/>
                <a:ea typeface="Calibri" panose="020F0502020204030204" pitchFamily="34" charset="0"/>
                <a:cs typeface="Calibri" panose="020F0502020204030204" pitchFamily="34" charset="0"/>
              </a:rPr>
              <a:t>For FMR release execute the below agreed Load tests for HCP and </a:t>
            </a:r>
            <a:r>
              <a:rPr lang="en-US" sz="1400" b="0" i="0" dirty="0" err="1">
                <a:solidFill>
                  <a:srgbClr val="000000"/>
                </a:solidFill>
                <a:effectLst/>
                <a:ea typeface="Calibri" panose="020F0502020204030204" pitchFamily="34" charset="0"/>
                <a:cs typeface="Calibri" panose="020F0502020204030204" pitchFamily="34" charset="0"/>
              </a:rPr>
              <a:t>PwD</a:t>
            </a:r>
            <a:r>
              <a:rPr lang="en-US" sz="1400" b="0" i="0" dirty="0">
                <a:solidFill>
                  <a:srgbClr val="000000"/>
                </a:solidFill>
                <a:effectLst/>
                <a:ea typeface="Calibri" panose="020F0502020204030204" pitchFamily="34" charset="0"/>
                <a:cs typeface="Calibri" panose="020F0502020204030204" pitchFamily="34" charset="0"/>
              </a:rPr>
              <a:t> scenarios to understand the overall systems behavior, stability and responsiveness of the API &amp; GUI performance for an application. Also, ensure that per NFR requirements, all the in-scope scenarios for HCP and </a:t>
            </a:r>
            <a:r>
              <a:rPr lang="en-US" sz="1400" b="0" i="0" dirty="0" err="1">
                <a:solidFill>
                  <a:srgbClr val="000000"/>
                </a:solidFill>
                <a:effectLst/>
                <a:ea typeface="Calibri" panose="020F0502020204030204" pitchFamily="34" charset="0"/>
                <a:cs typeface="Calibri" panose="020F0502020204030204" pitchFamily="34" charset="0"/>
              </a:rPr>
              <a:t>PwD</a:t>
            </a:r>
            <a:r>
              <a:rPr lang="en-US" sz="1400" b="0" i="0" dirty="0">
                <a:solidFill>
                  <a:srgbClr val="000000"/>
                </a:solidFill>
                <a:effectLst/>
                <a:ea typeface="Calibri" panose="020F0502020204030204" pitchFamily="34" charset="0"/>
                <a:cs typeface="Calibri" panose="020F0502020204030204" pitchFamily="34" charset="0"/>
              </a:rPr>
              <a:t> meet the targeted SLAs, server health is within the threshold limit</a:t>
            </a:r>
            <a:endParaRPr lang="en-US" sz="1400" dirty="0">
              <a:ea typeface="Calibri" panose="020F0502020204030204" pitchFamily="34" charset="0"/>
              <a:cs typeface="Calibri" panose="020F0502020204030204" pitchFamily="34" charset="0"/>
            </a:endParaRPr>
          </a:p>
        </p:txBody>
      </p:sp>
      <p:sp>
        <p:nvSpPr>
          <p:cNvPr id="25" name="TextBox 24">
            <a:extLst>
              <a:ext uri="{FF2B5EF4-FFF2-40B4-BE49-F238E27FC236}">
                <a16:creationId xmlns:a16="http://schemas.microsoft.com/office/drawing/2014/main" id="{01B2FE3E-4A3C-FACE-7590-A40586A08E76}"/>
              </a:ext>
            </a:extLst>
          </p:cNvPr>
          <p:cNvSpPr txBox="1"/>
          <p:nvPr/>
        </p:nvSpPr>
        <p:spPr>
          <a:xfrm>
            <a:off x="754150" y="1833480"/>
            <a:ext cx="3044964" cy="276999"/>
          </a:xfrm>
          <a:prstGeom prst="rect">
            <a:avLst/>
          </a:prstGeom>
          <a:noFill/>
        </p:spPr>
        <p:txBody>
          <a:bodyPr wrap="square">
            <a:spAutoFit/>
          </a:bodyPr>
          <a:lstStyle/>
          <a:p>
            <a:r>
              <a:rPr lang="en-US" sz="1200" b="1" i="0" dirty="0">
                <a:solidFill>
                  <a:srgbClr val="000000"/>
                </a:solidFill>
                <a:effectLst/>
                <a:latin typeface="+mj-lt"/>
                <a:ea typeface="Calibri" panose="020F0502020204030204" pitchFamily="34" charset="0"/>
                <a:cs typeface="Calibri" panose="020F0502020204030204" pitchFamily="34" charset="0"/>
              </a:rPr>
              <a:t>1.5 </a:t>
            </a:r>
            <a:r>
              <a:rPr lang="en-US" sz="1200" b="1" dirty="0">
                <a:latin typeface="+mj-lt"/>
                <a:ea typeface="Calibri" panose="020F0502020204030204" pitchFamily="34" charset="0"/>
                <a:cs typeface="Calibri" panose="020F0502020204030204" pitchFamily="34" charset="0"/>
              </a:rPr>
              <a:t>FMR</a:t>
            </a:r>
            <a:r>
              <a:rPr lang="en-US" sz="1200" b="1" i="0" dirty="0">
                <a:solidFill>
                  <a:srgbClr val="000000"/>
                </a:solidFill>
                <a:effectLst/>
                <a:latin typeface="+mj-lt"/>
                <a:ea typeface="Calibri" panose="020F0502020204030204" pitchFamily="34" charset="0"/>
                <a:cs typeface="Calibri" panose="020F0502020204030204" pitchFamily="34" charset="0"/>
              </a:rPr>
              <a:t> In-scope Features List </a:t>
            </a:r>
            <a:endParaRPr lang="en-US" sz="1200" b="1" dirty="0">
              <a:latin typeface="+mj-lt"/>
              <a:ea typeface="Calibri" panose="020F0502020204030204" pitchFamily="34" charset="0"/>
              <a:cs typeface="Calibri" panose="020F0502020204030204" pitchFamily="34" charset="0"/>
            </a:endParaRPr>
          </a:p>
        </p:txBody>
      </p:sp>
      <p:sp>
        <p:nvSpPr>
          <p:cNvPr id="36" name="Rectangle 35">
            <a:extLst>
              <a:ext uri="{FF2B5EF4-FFF2-40B4-BE49-F238E27FC236}">
                <a16:creationId xmlns:a16="http://schemas.microsoft.com/office/drawing/2014/main" id="{3C02C3C5-1CCC-0F27-2B22-23D96B848C12}"/>
              </a:ext>
            </a:extLst>
          </p:cNvPr>
          <p:cNvSpPr/>
          <p:nvPr/>
        </p:nvSpPr>
        <p:spPr>
          <a:xfrm>
            <a:off x="670102" y="152672"/>
            <a:ext cx="10776857" cy="522515"/>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lIns="91440" tIns="0" rIns="91440" bIns="0" rtlCol="0" anchor="ctr"/>
          <a:lstStyle/>
          <a:p>
            <a:pPr>
              <a:lnSpc>
                <a:spcPct val="85000"/>
              </a:lnSpc>
              <a:spcAft>
                <a:spcPts val="600"/>
              </a:spcAft>
            </a:pPr>
            <a:r>
              <a:rPr lang="en-US" sz="2400" b="1" dirty="0">
                <a:latin typeface="+mj-lt"/>
                <a:cs typeface="Times New Roman" panose="02020603050405020304" pitchFamily="18" charset="0"/>
              </a:rPr>
              <a:t>Objective &amp; Feature Details</a:t>
            </a:r>
          </a:p>
        </p:txBody>
      </p:sp>
      <p:graphicFrame>
        <p:nvGraphicFramePr>
          <p:cNvPr id="7" name="Diagram 6">
            <a:extLst>
              <a:ext uri="{FF2B5EF4-FFF2-40B4-BE49-F238E27FC236}">
                <a16:creationId xmlns:a16="http://schemas.microsoft.com/office/drawing/2014/main" id="{437E83C8-80F8-CCFF-818A-55778A724E6F}"/>
              </a:ext>
            </a:extLst>
          </p:cNvPr>
          <p:cNvGraphicFramePr/>
          <p:nvPr/>
        </p:nvGraphicFramePr>
        <p:xfrm>
          <a:off x="754150" y="2184506"/>
          <a:ext cx="11067736" cy="406389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18306458"/>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023 Insulet Template">
  <a:themeElements>
    <a:clrScheme name="Insulet 2023">
      <a:dk1>
        <a:srgbClr val="000000"/>
      </a:dk1>
      <a:lt1>
        <a:srgbClr val="FFFFFF"/>
      </a:lt1>
      <a:dk2>
        <a:srgbClr val="323232"/>
      </a:dk2>
      <a:lt2>
        <a:srgbClr val="F2F2F2"/>
      </a:lt2>
      <a:accent1>
        <a:srgbClr val="7042BE"/>
      </a:accent1>
      <a:accent2>
        <a:srgbClr val="A84FFF"/>
      </a:accent2>
      <a:accent3>
        <a:srgbClr val="F8D545"/>
      </a:accent3>
      <a:accent4>
        <a:srgbClr val="EA6E6E"/>
      </a:accent4>
      <a:accent5>
        <a:srgbClr val="0596A0"/>
      </a:accent5>
      <a:accent6>
        <a:srgbClr val="EAE2F5"/>
      </a:accent6>
      <a:hlink>
        <a:srgbClr val="7042BE"/>
      </a:hlink>
      <a:folHlink>
        <a:srgbClr val="390F63"/>
      </a:folHlink>
    </a:clrScheme>
    <a:fontScheme name="Insulet 2023">
      <a:majorFont>
        <a:latin typeface="IBM Plex Sans"/>
        <a:ea typeface=""/>
        <a:cs typeface=""/>
      </a:majorFont>
      <a:minorFont>
        <a:latin typeface="IBM Plex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spPr>
      <a:bodyPr lIns="91440" tIns="0" rIns="91440" bIns="0" rtlCol="0" anchor="ctr"/>
      <a:lstStyle>
        <a:defPPr algn="ctr">
          <a:lnSpc>
            <a:spcPct val="85000"/>
          </a:lnSpc>
          <a:defRPr sz="2400" dirty="0">
            <a:solidFill>
              <a:schemeClr val="bg1"/>
            </a:solidFill>
          </a:defRPr>
        </a:defPPr>
      </a:lstStyle>
      <a:style>
        <a:lnRef idx="2">
          <a:schemeClr val="accent2">
            <a:shade val="50000"/>
          </a:schemeClr>
        </a:lnRef>
        <a:fillRef idx="1">
          <a:schemeClr val="accent2"/>
        </a:fillRef>
        <a:effectRef idx="0">
          <a:schemeClr val="accent2"/>
        </a:effectRef>
        <a:fontRef idx="minor">
          <a:schemeClr val="lt1"/>
        </a:fontRef>
      </a:style>
    </a:spDef>
    <a:lnDef>
      <a:spPr>
        <a:ln w="25400">
          <a:solidFill>
            <a:schemeClr val="accent1"/>
          </a:solidFill>
        </a:ln>
        <a:effectLst/>
      </a:spPr>
      <a:bodyPr/>
      <a:lstStyle/>
      <a:style>
        <a:lnRef idx="2">
          <a:schemeClr val="accent2"/>
        </a:lnRef>
        <a:fillRef idx="0">
          <a:schemeClr val="accent2"/>
        </a:fillRef>
        <a:effectRef idx="1">
          <a:schemeClr val="accent2"/>
        </a:effectRef>
        <a:fontRef idx="minor">
          <a:schemeClr val="tx1"/>
        </a:fontRef>
      </a:style>
    </a:lnDef>
    <a:txDef>
      <a:spPr>
        <a:noFill/>
      </a:spPr>
      <a:bodyPr wrap="none" lIns="91440" tIns="0" rIns="91440" bIns="0" rtlCol="0" anchor="ctr">
        <a:spAutoFit/>
      </a:bodyPr>
      <a:lstStyle>
        <a:defPPr algn="ctr">
          <a:lnSpc>
            <a:spcPct val="85000"/>
          </a:lnSpc>
          <a:defRPr sz="2400" dirty="0"/>
        </a:defPPr>
      </a:lstStyle>
    </a:txDef>
  </a:objectDefaults>
  <a:extraClrSchemeLst/>
  <a:extLst>
    <a:ext uri="{05A4C25C-085E-4340-85A3-A5531E510DB2}">
      <thm15:themeFamily xmlns:thm15="http://schemas.microsoft.com/office/thememl/2012/main" name="Insulet_Template_2023_v6.pptx" id="{C5BA4933-B378-474F-872E-6D89004D5065}" vid="{08842770-00A1-4076-9618-A760A81A05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2BA662C1D901E49BA4AC1916D15706D" ma:contentTypeVersion="4" ma:contentTypeDescription="Create a new document." ma:contentTypeScope="" ma:versionID="e9b6752ba785ddf5f2d39dc50e11a644">
  <xsd:schema xmlns:xsd="http://www.w3.org/2001/XMLSchema" xmlns:xs="http://www.w3.org/2001/XMLSchema" xmlns:p="http://schemas.microsoft.com/office/2006/metadata/properties" xmlns:ns2="7e3582f0-e55a-497c-a7b5-d19f797ba2dc" targetNamespace="http://schemas.microsoft.com/office/2006/metadata/properties" ma:root="true" ma:fieldsID="f2520eacdb6e97c2fe4496d7a40cb580" ns2:_="">
    <xsd:import namespace="7e3582f0-e55a-497c-a7b5-d19f797ba2d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e3582f0-e55a-497c-a7b5-d19f797ba2d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74A6491-8C43-415F-9118-81A69E59E3E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e3582f0-e55a-497c-a7b5-d19f797ba2d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44A7055-9002-40DC-94DF-D4DEE84229C8}">
  <ds:schemaRefs>
    <ds:schemaRef ds:uri="http://schemas.microsoft.com/sharepoint/v3/contenttype/forms"/>
  </ds:schemaRefs>
</ds:datastoreItem>
</file>

<file path=customXml/itemProps3.xml><?xml version="1.0" encoding="utf-8"?>
<ds:datastoreItem xmlns:ds="http://schemas.openxmlformats.org/officeDocument/2006/customXml" ds:itemID="{E4CDA916-4037-42B8-9F9F-FEBED0723406}">
  <ds:schemaRefs>
    <ds:schemaRef ds:uri="http://purl.org/dc/elements/1.1/"/>
    <ds:schemaRef ds:uri="http://schemas.microsoft.com/office/2006/documentManagement/types"/>
    <ds:schemaRef ds:uri="http://schemas.openxmlformats.org/package/2006/metadata/core-properties"/>
    <ds:schemaRef ds:uri="http://purl.org/dc/dcmitype/"/>
    <ds:schemaRef ds:uri="7e3582f0-e55a-497c-a7b5-d19f797ba2dc"/>
    <ds:schemaRef ds:uri="http://schemas.microsoft.com/office/2006/metadata/properties"/>
    <ds:schemaRef ds:uri="http://www.w3.org/XML/1998/namespace"/>
    <ds:schemaRef ds:uri="http://purl.org/dc/term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3836</TotalTime>
  <Words>3616</Words>
  <Application>Microsoft Office PowerPoint</Application>
  <PresentationFormat>Widescreen</PresentationFormat>
  <Paragraphs>822</Paragraphs>
  <Slides>20</Slides>
  <Notes>14</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20</vt:i4>
      </vt:variant>
    </vt:vector>
  </HeadingPairs>
  <TitlesOfParts>
    <vt:vector size="31" baseType="lpstr">
      <vt:lpstr>-apple-system</vt:lpstr>
      <vt:lpstr>Aptos</vt:lpstr>
      <vt:lpstr>Calibri</vt:lpstr>
      <vt:lpstr>IBM Plex Sans</vt:lpstr>
      <vt:lpstr>IBM Plex Sans Light</vt:lpstr>
      <vt:lpstr>IBM Plex Sans Medium</vt:lpstr>
      <vt:lpstr>IBM Plex Sans SemiBold</vt:lpstr>
      <vt:lpstr>Montserrat</vt:lpstr>
      <vt:lpstr>Open Sans</vt:lpstr>
      <vt:lpstr>2023 Insulet Template</vt:lpstr>
      <vt:lpstr>think-cell Slide</vt:lpstr>
      <vt:lpstr>Performance Test Plan for 1.5 FMR Release API &amp; GUI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Thank you!</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FMR Performance Testing Plan</dc:title>
  <dc:creator>Alli Przybylowicz</dc:creator>
  <cp:lastModifiedBy>Mruthyunjaya Talamanchi</cp:lastModifiedBy>
  <cp:revision>55</cp:revision>
  <dcterms:created xsi:type="dcterms:W3CDTF">2024-06-17T15:53:59Z</dcterms:created>
  <dcterms:modified xsi:type="dcterms:W3CDTF">2024-11-20T01:31:11Z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0x010100D2BA662C1D901E49BA4AC1916D15706D</vt:lpwstr>
  </property>
  <property fmtid="{D5CDD505-2E9C-101B-9397-08002B2CF9AE}" pid="3" name="MediaServiceImageTags">
    <vt:lpwstr/>
  </property>
</Properties>
</file>