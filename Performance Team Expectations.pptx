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371" r:id="rId5"/>
    <p:sldId id="422" r:id="rId6"/>
    <p:sldId id="423" r:id="rId7"/>
    <p:sldId id="420" r:id="rId8"/>
    <p:sldId id="421" r:id="rId9"/>
    <p:sldId id="419" r:id="rId10"/>
    <p:sldId id="41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A92BED-BCC3-4E49-B935-65C7C372CEBF}" v="54" dt="2024-06-19T12:24:20.6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8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esa Janz" userId="S::tjanz@insulet.com::d2ec99a6-5075-484d-a27a-61c26ab1b3a7" providerId="AD" clId="Web-{B40C4375-A2A8-13F3-F02F-8DCCD08EB4D3}"/>
    <pc:docChg chg="addSld delSld modSld">
      <pc:chgData name="Teresa Janz" userId="S::tjanz@insulet.com::d2ec99a6-5075-484d-a27a-61c26ab1b3a7" providerId="AD" clId="Web-{B40C4375-A2A8-13F3-F02F-8DCCD08EB4D3}" dt="2024-06-17T16:31:17.486" v="1004" actId="20577"/>
      <pc:docMkLst>
        <pc:docMk/>
      </pc:docMkLst>
      <pc:sldChg chg="modSp">
        <pc:chgData name="Teresa Janz" userId="S::tjanz@insulet.com::d2ec99a6-5075-484d-a27a-61c26ab1b3a7" providerId="AD" clId="Web-{B40C4375-A2A8-13F3-F02F-8DCCD08EB4D3}" dt="2024-06-17T16:28:20.387" v="543" actId="1076"/>
        <pc:sldMkLst>
          <pc:docMk/>
          <pc:sldMk cId="566575460" sldId="408"/>
        </pc:sldMkLst>
        <pc:spChg chg="mod">
          <ac:chgData name="Teresa Janz" userId="S::tjanz@insulet.com::d2ec99a6-5075-484d-a27a-61c26ab1b3a7" providerId="AD" clId="Web-{B40C4375-A2A8-13F3-F02F-8DCCD08EB4D3}" dt="2024-06-17T16:28:20.387" v="543" actId="1076"/>
          <ac:spMkLst>
            <pc:docMk/>
            <pc:sldMk cId="566575460" sldId="408"/>
            <ac:spMk id="16" creationId="{A20E3433-8FEC-AB35-4F74-4A22A988D6BA}"/>
          </ac:spMkLst>
        </pc:spChg>
        <pc:spChg chg="mod">
          <ac:chgData name="Teresa Janz" userId="S::tjanz@insulet.com::d2ec99a6-5075-484d-a27a-61c26ab1b3a7" providerId="AD" clId="Web-{B40C4375-A2A8-13F3-F02F-8DCCD08EB4D3}" dt="2024-06-17T16:27:35.323" v="539" actId="20577"/>
          <ac:spMkLst>
            <pc:docMk/>
            <pc:sldMk cId="566575460" sldId="408"/>
            <ac:spMk id="33" creationId="{78BB6141-DBCD-F2B7-2AE6-E6C5D85D24C3}"/>
          </ac:spMkLst>
        </pc:spChg>
      </pc:sldChg>
      <pc:sldChg chg="modSp">
        <pc:chgData name="Teresa Janz" userId="S::tjanz@insulet.com::d2ec99a6-5075-484d-a27a-61c26ab1b3a7" providerId="AD" clId="Web-{B40C4375-A2A8-13F3-F02F-8DCCD08EB4D3}" dt="2024-06-17T16:25:49.335" v="319" actId="20577"/>
        <pc:sldMkLst>
          <pc:docMk/>
          <pc:sldMk cId="3565473742" sldId="410"/>
        </pc:sldMkLst>
        <pc:spChg chg="mod">
          <ac:chgData name="Teresa Janz" userId="S::tjanz@insulet.com::d2ec99a6-5075-484d-a27a-61c26ab1b3a7" providerId="AD" clId="Web-{B40C4375-A2A8-13F3-F02F-8DCCD08EB4D3}" dt="2024-06-17T16:25:49.335" v="319" actId="20577"/>
          <ac:spMkLst>
            <pc:docMk/>
            <pc:sldMk cId="3565473742" sldId="410"/>
            <ac:spMk id="33" creationId="{78BB6141-DBCD-F2B7-2AE6-E6C5D85D24C3}"/>
          </ac:spMkLst>
        </pc:spChg>
      </pc:sldChg>
      <pc:sldChg chg="modSp">
        <pc:chgData name="Teresa Janz" userId="S::tjanz@insulet.com::d2ec99a6-5075-484d-a27a-61c26ab1b3a7" providerId="AD" clId="Web-{B40C4375-A2A8-13F3-F02F-8DCCD08EB4D3}" dt="2024-06-17T16:26:22.102" v="351" actId="20577"/>
        <pc:sldMkLst>
          <pc:docMk/>
          <pc:sldMk cId="61755581" sldId="411"/>
        </pc:sldMkLst>
        <pc:spChg chg="mod">
          <ac:chgData name="Teresa Janz" userId="S::tjanz@insulet.com::d2ec99a6-5075-484d-a27a-61c26ab1b3a7" providerId="AD" clId="Web-{B40C4375-A2A8-13F3-F02F-8DCCD08EB4D3}" dt="2024-06-17T16:26:22.102" v="351" actId="20577"/>
          <ac:spMkLst>
            <pc:docMk/>
            <pc:sldMk cId="61755581" sldId="411"/>
            <ac:spMk id="33" creationId="{78BB6141-DBCD-F2B7-2AE6-E6C5D85D24C3}"/>
          </ac:spMkLst>
        </pc:spChg>
      </pc:sldChg>
      <pc:sldChg chg="modSp">
        <pc:chgData name="Teresa Janz" userId="S::tjanz@insulet.com::d2ec99a6-5075-484d-a27a-61c26ab1b3a7" providerId="AD" clId="Web-{B40C4375-A2A8-13F3-F02F-8DCCD08EB4D3}" dt="2024-06-17T16:24:54.630" v="109" actId="20577"/>
        <pc:sldMkLst>
          <pc:docMk/>
          <pc:sldMk cId="538198254" sldId="412"/>
        </pc:sldMkLst>
        <pc:spChg chg="mod">
          <ac:chgData name="Teresa Janz" userId="S::tjanz@insulet.com::d2ec99a6-5075-484d-a27a-61c26ab1b3a7" providerId="AD" clId="Web-{B40C4375-A2A8-13F3-F02F-8DCCD08EB4D3}" dt="2024-06-17T16:24:54.630" v="109" actId="20577"/>
          <ac:spMkLst>
            <pc:docMk/>
            <pc:sldMk cId="538198254" sldId="412"/>
            <ac:spMk id="33" creationId="{78BB6141-DBCD-F2B7-2AE6-E6C5D85D24C3}"/>
          </ac:spMkLst>
        </pc:spChg>
      </pc:sldChg>
      <pc:sldChg chg="new del">
        <pc:chgData name="Teresa Janz" userId="S::tjanz@insulet.com::d2ec99a6-5075-484d-a27a-61c26ab1b3a7" providerId="AD" clId="Web-{B40C4375-A2A8-13F3-F02F-8DCCD08EB4D3}" dt="2024-06-17T16:28:34.184" v="545"/>
        <pc:sldMkLst>
          <pc:docMk/>
          <pc:sldMk cId="1680172387" sldId="413"/>
        </pc:sldMkLst>
      </pc:sldChg>
      <pc:sldChg chg="new del">
        <pc:chgData name="Teresa Janz" userId="S::tjanz@insulet.com::d2ec99a6-5075-484d-a27a-61c26ab1b3a7" providerId="AD" clId="Web-{B40C4375-A2A8-13F3-F02F-8DCCD08EB4D3}" dt="2024-06-17T16:28:09.199" v="541"/>
        <pc:sldMkLst>
          <pc:docMk/>
          <pc:sldMk cId="2698323407" sldId="413"/>
        </pc:sldMkLst>
      </pc:sldChg>
      <pc:sldChg chg="modSp new">
        <pc:chgData name="Teresa Janz" userId="S::tjanz@insulet.com::d2ec99a6-5075-484d-a27a-61c26ab1b3a7" providerId="AD" clId="Web-{B40C4375-A2A8-13F3-F02F-8DCCD08EB4D3}" dt="2024-06-17T16:31:17.486" v="1004" actId="20577"/>
        <pc:sldMkLst>
          <pc:docMk/>
          <pc:sldMk cId="3744996876" sldId="413"/>
        </pc:sldMkLst>
        <pc:spChg chg="mod">
          <ac:chgData name="Teresa Janz" userId="S::tjanz@insulet.com::d2ec99a6-5075-484d-a27a-61c26ab1b3a7" providerId="AD" clId="Web-{B40C4375-A2A8-13F3-F02F-8DCCD08EB4D3}" dt="2024-06-17T16:31:17.486" v="1004" actId="20577"/>
          <ac:spMkLst>
            <pc:docMk/>
            <pc:sldMk cId="3744996876" sldId="413"/>
            <ac:spMk id="2" creationId="{9312A934-D00E-1E54-214B-79BD7B534069}"/>
          </ac:spMkLst>
        </pc:spChg>
        <pc:spChg chg="mod">
          <ac:chgData name="Teresa Janz" userId="S::tjanz@insulet.com::d2ec99a6-5075-484d-a27a-61c26ab1b3a7" providerId="AD" clId="Web-{B40C4375-A2A8-13F3-F02F-8DCCD08EB4D3}" dt="2024-06-17T16:29:07.701" v="575" actId="20577"/>
          <ac:spMkLst>
            <pc:docMk/>
            <pc:sldMk cId="3744996876" sldId="413"/>
            <ac:spMk id="5" creationId="{BBF34A24-B804-9568-C98D-93D303CDB33C}"/>
          </ac:spMkLst>
        </pc:spChg>
      </pc:sldChg>
    </pc:docChg>
  </pc:docChgLst>
  <pc:docChgLst>
    <pc:chgData name="Alli Przybylowicz" userId="S::aprzybylowicz@insulet.com::0cab5687-46fd-4a28-9b9b-b6c86c89484f" providerId="AD" clId="Web-{51020C51-CFC1-F1AD-7B9D-10CC7A8FABD7}"/>
    <pc:docChg chg="modSld">
      <pc:chgData name="Alli Przybylowicz" userId="S::aprzybylowicz@insulet.com::0cab5687-46fd-4a28-9b9b-b6c86c89484f" providerId="AD" clId="Web-{51020C51-CFC1-F1AD-7B9D-10CC7A8FABD7}" dt="2024-06-17T17:48:57.523" v="151" actId="20577"/>
      <pc:docMkLst>
        <pc:docMk/>
      </pc:docMkLst>
      <pc:sldChg chg="modSp">
        <pc:chgData name="Alli Przybylowicz" userId="S::aprzybylowicz@insulet.com::0cab5687-46fd-4a28-9b9b-b6c86c89484f" providerId="AD" clId="Web-{51020C51-CFC1-F1AD-7B9D-10CC7A8FABD7}" dt="2024-06-17T17:30:34.097" v="114" actId="20577"/>
        <pc:sldMkLst>
          <pc:docMk/>
          <pc:sldMk cId="566575460" sldId="408"/>
        </pc:sldMkLst>
        <pc:spChg chg="mod">
          <ac:chgData name="Alli Przybylowicz" userId="S::aprzybylowicz@insulet.com::0cab5687-46fd-4a28-9b9b-b6c86c89484f" providerId="AD" clId="Web-{51020C51-CFC1-F1AD-7B9D-10CC7A8FABD7}" dt="2024-06-17T17:30:34.097" v="114" actId="20577"/>
          <ac:spMkLst>
            <pc:docMk/>
            <pc:sldMk cId="566575460" sldId="408"/>
            <ac:spMk id="33" creationId="{78BB6141-DBCD-F2B7-2AE6-E6C5D85D24C3}"/>
          </ac:spMkLst>
        </pc:spChg>
      </pc:sldChg>
      <pc:sldChg chg="modSp">
        <pc:chgData name="Alli Przybylowicz" userId="S::aprzybylowicz@insulet.com::0cab5687-46fd-4a28-9b9b-b6c86c89484f" providerId="AD" clId="Web-{51020C51-CFC1-F1AD-7B9D-10CC7A8FABD7}" dt="2024-06-17T17:48:57.523" v="151" actId="20577"/>
        <pc:sldMkLst>
          <pc:docMk/>
          <pc:sldMk cId="2589198787" sldId="409"/>
        </pc:sldMkLst>
        <pc:spChg chg="mod">
          <ac:chgData name="Alli Przybylowicz" userId="S::aprzybylowicz@insulet.com::0cab5687-46fd-4a28-9b9b-b6c86c89484f" providerId="AD" clId="Web-{51020C51-CFC1-F1AD-7B9D-10CC7A8FABD7}" dt="2024-06-17T17:48:57.523" v="151" actId="20577"/>
          <ac:spMkLst>
            <pc:docMk/>
            <pc:sldMk cId="2589198787" sldId="409"/>
            <ac:spMk id="33" creationId="{78BB6141-DBCD-F2B7-2AE6-E6C5D85D24C3}"/>
          </ac:spMkLst>
        </pc:spChg>
      </pc:sldChg>
    </pc:docChg>
  </pc:docChgLst>
  <pc:docChgLst>
    <pc:chgData name="Suresh Pittala" userId="708117ca-04a3-4153-825a-0aaaacf1bb30" providerId="ADAL" clId="{46A550EB-4628-4B05-922F-B93BC8829A99}"/>
    <pc:docChg chg="custSel addSld delSld modSld">
      <pc:chgData name="Suresh Pittala" userId="708117ca-04a3-4153-825a-0aaaacf1bb30" providerId="ADAL" clId="{46A550EB-4628-4B05-922F-B93BC8829A99}" dt="2024-06-18T10:55:32.398" v="793"/>
      <pc:docMkLst>
        <pc:docMk/>
      </pc:docMkLst>
      <pc:sldChg chg="modSp mod">
        <pc:chgData name="Suresh Pittala" userId="708117ca-04a3-4153-825a-0aaaacf1bb30" providerId="ADAL" clId="{46A550EB-4628-4B05-922F-B93BC8829A99}" dt="2024-06-18T09:45:22.254" v="1" actId="20577"/>
        <pc:sldMkLst>
          <pc:docMk/>
          <pc:sldMk cId="162820012" sldId="371"/>
        </pc:sldMkLst>
        <pc:spChg chg="mod">
          <ac:chgData name="Suresh Pittala" userId="708117ca-04a3-4153-825a-0aaaacf1bb30" providerId="ADAL" clId="{46A550EB-4628-4B05-922F-B93BC8829A99}" dt="2024-06-18T09:45:16.436" v="0"/>
          <ac:spMkLst>
            <pc:docMk/>
            <pc:sldMk cId="162820012" sldId="371"/>
            <ac:spMk id="7" creationId="{A9BDE9B6-E406-7EFA-C73F-F319F9AD0CA1}"/>
          </ac:spMkLst>
        </pc:spChg>
        <pc:spChg chg="mod">
          <ac:chgData name="Suresh Pittala" userId="708117ca-04a3-4153-825a-0aaaacf1bb30" providerId="ADAL" clId="{46A550EB-4628-4B05-922F-B93BC8829A99}" dt="2024-06-18T09:45:22.254" v="1" actId="20577"/>
          <ac:spMkLst>
            <pc:docMk/>
            <pc:sldMk cId="162820012" sldId="371"/>
            <ac:spMk id="8" creationId="{4B1EEB66-E41A-F0CB-6E64-3DFC37C1E63F}"/>
          </ac:spMkLst>
        </pc:spChg>
      </pc:sldChg>
      <pc:sldChg chg="del">
        <pc:chgData name="Suresh Pittala" userId="708117ca-04a3-4153-825a-0aaaacf1bb30" providerId="ADAL" clId="{46A550EB-4628-4B05-922F-B93BC8829A99}" dt="2024-06-18T10:47:16.229" v="405" actId="47"/>
        <pc:sldMkLst>
          <pc:docMk/>
          <pc:sldMk cId="566575460" sldId="408"/>
        </pc:sldMkLst>
      </pc:sldChg>
      <pc:sldChg chg="del">
        <pc:chgData name="Suresh Pittala" userId="708117ca-04a3-4153-825a-0aaaacf1bb30" providerId="ADAL" clId="{46A550EB-4628-4B05-922F-B93BC8829A99}" dt="2024-06-18T10:47:16.229" v="405" actId="47"/>
        <pc:sldMkLst>
          <pc:docMk/>
          <pc:sldMk cId="2589198787" sldId="409"/>
        </pc:sldMkLst>
      </pc:sldChg>
      <pc:sldChg chg="del">
        <pc:chgData name="Suresh Pittala" userId="708117ca-04a3-4153-825a-0aaaacf1bb30" providerId="ADAL" clId="{46A550EB-4628-4B05-922F-B93BC8829A99}" dt="2024-06-18T10:47:16.229" v="405" actId="47"/>
        <pc:sldMkLst>
          <pc:docMk/>
          <pc:sldMk cId="61755581" sldId="411"/>
        </pc:sldMkLst>
      </pc:sldChg>
      <pc:sldChg chg="addSp modSp mod">
        <pc:chgData name="Suresh Pittala" userId="708117ca-04a3-4153-825a-0aaaacf1bb30" providerId="ADAL" clId="{46A550EB-4628-4B05-922F-B93BC8829A99}" dt="2024-06-18T10:55:32.398" v="793"/>
        <pc:sldMkLst>
          <pc:docMk/>
          <pc:sldMk cId="3744996876" sldId="413"/>
        </pc:sldMkLst>
        <pc:spChg chg="mod">
          <ac:chgData name="Suresh Pittala" userId="708117ca-04a3-4153-825a-0aaaacf1bb30" providerId="ADAL" clId="{46A550EB-4628-4B05-922F-B93BC8829A99}" dt="2024-06-18T10:55:32.398" v="793"/>
          <ac:spMkLst>
            <pc:docMk/>
            <pc:sldMk cId="3744996876" sldId="413"/>
            <ac:spMk id="2" creationId="{9312A934-D00E-1E54-214B-79BD7B534069}"/>
          </ac:spMkLst>
        </pc:spChg>
        <pc:spChg chg="mod">
          <ac:chgData name="Suresh Pittala" userId="708117ca-04a3-4153-825a-0aaaacf1bb30" providerId="ADAL" clId="{46A550EB-4628-4B05-922F-B93BC8829A99}" dt="2024-06-18T10:55:01.688" v="780" actId="20577"/>
          <ac:spMkLst>
            <pc:docMk/>
            <pc:sldMk cId="3744996876" sldId="413"/>
            <ac:spMk id="5" creationId="{BBF34A24-B804-9568-C98D-93D303CDB33C}"/>
          </ac:spMkLst>
        </pc:spChg>
        <pc:spChg chg="add">
          <ac:chgData name="Suresh Pittala" userId="708117ca-04a3-4153-825a-0aaaacf1bb30" providerId="ADAL" clId="{46A550EB-4628-4B05-922F-B93BC8829A99}" dt="2024-06-18T10:46:22.761" v="386"/>
          <ac:spMkLst>
            <pc:docMk/>
            <pc:sldMk cId="3744996876" sldId="413"/>
            <ac:spMk id="6" creationId="{0DE5AB52-14B1-8807-20F5-FCE2B65A3131}"/>
          </ac:spMkLst>
        </pc:spChg>
      </pc:sldChg>
      <pc:sldChg chg="addSp delSp modSp new del mod">
        <pc:chgData name="Suresh Pittala" userId="708117ca-04a3-4153-825a-0aaaacf1bb30" providerId="ADAL" clId="{46A550EB-4628-4B05-922F-B93BC8829A99}" dt="2024-06-18T10:41:54.635" v="184" actId="47"/>
        <pc:sldMkLst>
          <pc:docMk/>
          <pc:sldMk cId="1011813757" sldId="415"/>
        </pc:sldMkLst>
        <pc:spChg chg="del">
          <ac:chgData name="Suresh Pittala" userId="708117ca-04a3-4153-825a-0aaaacf1bb30" providerId="ADAL" clId="{46A550EB-4628-4B05-922F-B93BC8829A99}" dt="2024-06-18T09:45:52.867" v="3" actId="478"/>
          <ac:spMkLst>
            <pc:docMk/>
            <pc:sldMk cId="1011813757" sldId="415"/>
            <ac:spMk id="2" creationId="{3EAC573B-055C-87C3-96A3-22617C98FF1A}"/>
          </ac:spMkLst>
        </pc:spChg>
        <pc:spChg chg="del">
          <ac:chgData name="Suresh Pittala" userId="708117ca-04a3-4153-825a-0aaaacf1bb30" providerId="ADAL" clId="{46A550EB-4628-4B05-922F-B93BC8829A99}" dt="2024-06-18T09:45:56.306" v="4" actId="478"/>
          <ac:spMkLst>
            <pc:docMk/>
            <pc:sldMk cId="1011813757" sldId="415"/>
            <ac:spMk id="3" creationId="{CAF1225E-8A5B-7B17-3BC1-5340076240EE}"/>
          </ac:spMkLst>
        </pc:spChg>
        <pc:graphicFrameChg chg="add mod modGraphic">
          <ac:chgData name="Suresh Pittala" userId="708117ca-04a3-4153-825a-0aaaacf1bb30" providerId="ADAL" clId="{46A550EB-4628-4B05-922F-B93BC8829A99}" dt="2024-06-18T09:46:04.048" v="7" actId="14100"/>
          <ac:graphicFrameMkLst>
            <pc:docMk/>
            <pc:sldMk cId="1011813757" sldId="415"/>
            <ac:graphicFrameMk id="6" creationId="{9BFE91EC-794D-AB28-E32A-681F1B5FCAA5}"/>
          </ac:graphicFrameMkLst>
        </pc:graphicFrameChg>
      </pc:sldChg>
      <pc:sldChg chg="addSp delSp modSp new mod">
        <pc:chgData name="Suresh Pittala" userId="708117ca-04a3-4153-825a-0aaaacf1bb30" providerId="ADAL" clId="{46A550EB-4628-4B05-922F-B93BC8829A99}" dt="2024-06-18T10:43:12.101" v="237" actId="20577"/>
        <pc:sldMkLst>
          <pc:docMk/>
          <pc:sldMk cId="2114682095" sldId="416"/>
        </pc:sldMkLst>
        <pc:spChg chg="del">
          <ac:chgData name="Suresh Pittala" userId="708117ca-04a3-4153-825a-0aaaacf1bb30" providerId="ADAL" clId="{46A550EB-4628-4B05-922F-B93BC8829A99}" dt="2024-06-18T09:46:21.857" v="9" actId="478"/>
          <ac:spMkLst>
            <pc:docMk/>
            <pc:sldMk cId="2114682095" sldId="416"/>
            <ac:spMk id="2" creationId="{1829E2D5-135C-E14F-7781-4565929AF345}"/>
          </ac:spMkLst>
        </pc:spChg>
        <pc:spChg chg="del">
          <ac:chgData name="Suresh Pittala" userId="708117ca-04a3-4153-825a-0aaaacf1bb30" providerId="ADAL" clId="{46A550EB-4628-4B05-922F-B93BC8829A99}" dt="2024-06-18T09:46:23.975" v="10" actId="478"/>
          <ac:spMkLst>
            <pc:docMk/>
            <pc:sldMk cId="2114682095" sldId="416"/>
            <ac:spMk id="3" creationId="{91E68B9F-0529-878C-C465-0FE59A69705F}"/>
          </ac:spMkLst>
        </pc:spChg>
        <pc:spChg chg="add mod">
          <ac:chgData name="Suresh Pittala" userId="708117ca-04a3-4153-825a-0aaaacf1bb30" providerId="ADAL" clId="{46A550EB-4628-4B05-922F-B93BC8829A99}" dt="2024-06-18T10:43:12.101" v="237" actId="20577"/>
          <ac:spMkLst>
            <pc:docMk/>
            <pc:sldMk cId="2114682095" sldId="416"/>
            <ac:spMk id="8" creationId="{FD51D3CD-3C0D-9974-6A6F-106C98803587}"/>
          </ac:spMkLst>
        </pc:spChg>
        <pc:graphicFrameChg chg="add del">
          <ac:chgData name="Suresh Pittala" userId="708117ca-04a3-4153-825a-0aaaacf1bb30" providerId="ADAL" clId="{46A550EB-4628-4B05-922F-B93BC8829A99}" dt="2024-06-18T09:46:43.167" v="12" actId="478"/>
          <ac:graphicFrameMkLst>
            <pc:docMk/>
            <pc:sldMk cId="2114682095" sldId="416"/>
            <ac:graphicFrameMk id="6" creationId="{E6048D51-CC24-2348-07E2-07C5F9BEDE7D}"/>
          </ac:graphicFrameMkLst>
        </pc:graphicFrameChg>
        <pc:graphicFrameChg chg="add mod modGraphic">
          <ac:chgData name="Suresh Pittala" userId="708117ca-04a3-4153-825a-0aaaacf1bb30" providerId="ADAL" clId="{46A550EB-4628-4B05-922F-B93BC8829A99}" dt="2024-06-18T10:42:24.434" v="189" actId="404"/>
          <ac:graphicFrameMkLst>
            <pc:docMk/>
            <pc:sldMk cId="2114682095" sldId="416"/>
            <ac:graphicFrameMk id="7" creationId="{D5271542-CB5C-B71D-BE6D-C2708E865D31}"/>
          </ac:graphicFrameMkLst>
        </pc:graphicFrameChg>
      </pc:sldChg>
    </pc:docChg>
  </pc:docChgLst>
  <pc:docChgLst>
    <pc:chgData name="Suresh Pittala" userId="708117ca-04a3-4153-825a-0aaaacf1bb30" providerId="ADAL" clId="{6AA92BED-BCC3-4E49-B935-65C7C372CEBF}"/>
    <pc:docChg chg="undo custSel addSld delSld modSld sldOrd">
      <pc:chgData name="Suresh Pittala" userId="708117ca-04a3-4153-825a-0aaaacf1bb30" providerId="ADAL" clId="{6AA92BED-BCC3-4E49-B935-65C7C372CEBF}" dt="2024-06-19T13:00:10.122" v="8625" actId="20577"/>
      <pc:docMkLst>
        <pc:docMk/>
      </pc:docMkLst>
      <pc:sldChg chg="modSp mod">
        <pc:chgData name="Suresh Pittala" userId="708117ca-04a3-4153-825a-0aaaacf1bb30" providerId="ADAL" clId="{6AA92BED-BCC3-4E49-B935-65C7C372CEBF}" dt="2024-06-18T13:46:56.758" v="3830" actId="20577"/>
        <pc:sldMkLst>
          <pc:docMk/>
          <pc:sldMk cId="162820012" sldId="371"/>
        </pc:sldMkLst>
        <pc:spChg chg="mod">
          <ac:chgData name="Suresh Pittala" userId="708117ca-04a3-4153-825a-0aaaacf1bb30" providerId="ADAL" clId="{6AA92BED-BCC3-4E49-B935-65C7C372CEBF}" dt="2024-06-18T13:46:56.758" v="3830" actId="20577"/>
          <ac:spMkLst>
            <pc:docMk/>
            <pc:sldMk cId="162820012" sldId="371"/>
            <ac:spMk id="7" creationId="{A9BDE9B6-E406-7EFA-C73F-F319F9AD0CA1}"/>
          </ac:spMkLst>
        </pc:spChg>
      </pc:sldChg>
      <pc:sldChg chg="del">
        <pc:chgData name="Suresh Pittala" userId="708117ca-04a3-4153-825a-0aaaacf1bb30" providerId="ADAL" clId="{6AA92BED-BCC3-4E49-B935-65C7C372CEBF}" dt="2024-06-18T12:48:51.023" v="1" actId="47"/>
        <pc:sldMkLst>
          <pc:docMk/>
          <pc:sldMk cId="3744996876" sldId="413"/>
        </pc:sldMkLst>
      </pc:sldChg>
      <pc:sldChg chg="ord">
        <pc:chgData name="Suresh Pittala" userId="708117ca-04a3-4153-825a-0aaaacf1bb30" providerId="ADAL" clId="{6AA92BED-BCC3-4E49-B935-65C7C372CEBF}" dt="2024-06-18T12:59:43.040" v="1359"/>
        <pc:sldMkLst>
          <pc:docMk/>
          <pc:sldMk cId="729514414" sldId="414"/>
        </pc:sldMkLst>
      </pc:sldChg>
      <pc:sldChg chg="addSp delSp modSp new del mod">
        <pc:chgData name="Suresh Pittala" userId="708117ca-04a3-4153-825a-0aaaacf1bb30" providerId="ADAL" clId="{6AA92BED-BCC3-4E49-B935-65C7C372CEBF}" dt="2024-06-18T16:06:30.424" v="4237" actId="47"/>
        <pc:sldMkLst>
          <pc:docMk/>
          <pc:sldMk cId="1187963598" sldId="415"/>
        </pc:sldMkLst>
        <pc:spChg chg="mod">
          <ac:chgData name="Suresh Pittala" userId="708117ca-04a3-4153-825a-0aaaacf1bb30" providerId="ADAL" clId="{6AA92BED-BCC3-4E49-B935-65C7C372CEBF}" dt="2024-06-18T13:04:40.847" v="1565" actId="20577"/>
          <ac:spMkLst>
            <pc:docMk/>
            <pc:sldMk cId="1187963598" sldId="415"/>
            <ac:spMk id="2" creationId="{EE05064E-B2D8-0347-0676-ED7BFF1577F4}"/>
          </ac:spMkLst>
        </pc:spChg>
        <pc:spChg chg="mod">
          <ac:chgData name="Suresh Pittala" userId="708117ca-04a3-4153-825a-0aaaacf1bb30" providerId="ADAL" clId="{6AA92BED-BCC3-4E49-B935-65C7C372CEBF}" dt="2024-06-18T12:48:59.347" v="5" actId="20577"/>
          <ac:spMkLst>
            <pc:docMk/>
            <pc:sldMk cId="1187963598" sldId="415"/>
            <ac:spMk id="5" creationId="{6BE53062-7C15-01F5-C894-52C14A3A23FF}"/>
          </ac:spMkLst>
        </pc:spChg>
        <pc:spChg chg="del mod">
          <ac:chgData name="Suresh Pittala" userId="708117ca-04a3-4153-825a-0aaaacf1bb30" providerId="ADAL" clId="{6AA92BED-BCC3-4E49-B935-65C7C372CEBF}" dt="2024-06-18T13:03:28.020" v="1481" actId="478"/>
          <ac:spMkLst>
            <pc:docMk/>
            <pc:sldMk cId="1187963598" sldId="415"/>
            <ac:spMk id="6" creationId="{50C845E0-7399-FA67-7B0C-7A81FDB81120}"/>
          </ac:spMkLst>
        </pc:spChg>
        <pc:spChg chg="add mod">
          <ac:chgData name="Suresh Pittala" userId="708117ca-04a3-4153-825a-0aaaacf1bb30" providerId="ADAL" clId="{6AA92BED-BCC3-4E49-B935-65C7C372CEBF}" dt="2024-06-18T13:00:21.642" v="1390"/>
          <ac:spMkLst>
            <pc:docMk/>
            <pc:sldMk cId="1187963598" sldId="415"/>
            <ac:spMk id="7" creationId="{F39E214F-8544-6983-17C6-F7C8B6F570AB}"/>
          </ac:spMkLst>
        </pc:spChg>
        <pc:spChg chg="add mod">
          <ac:chgData name="Suresh Pittala" userId="708117ca-04a3-4153-825a-0aaaacf1bb30" providerId="ADAL" clId="{6AA92BED-BCC3-4E49-B935-65C7C372CEBF}" dt="2024-06-18T13:11:34.752" v="2514" actId="20577"/>
          <ac:spMkLst>
            <pc:docMk/>
            <pc:sldMk cId="1187963598" sldId="415"/>
            <ac:spMk id="8" creationId="{AA1FA783-9EF2-6D11-50E1-283FEA79A199}"/>
          </ac:spMkLst>
        </pc:spChg>
      </pc:sldChg>
      <pc:sldChg chg="modSp add del mod">
        <pc:chgData name="Suresh Pittala" userId="708117ca-04a3-4153-825a-0aaaacf1bb30" providerId="ADAL" clId="{6AA92BED-BCC3-4E49-B935-65C7C372CEBF}" dt="2024-06-18T13:11:19.714" v="2511" actId="47"/>
        <pc:sldMkLst>
          <pc:docMk/>
          <pc:sldMk cId="611283254" sldId="416"/>
        </pc:sldMkLst>
        <pc:spChg chg="mod">
          <ac:chgData name="Suresh Pittala" userId="708117ca-04a3-4153-825a-0aaaacf1bb30" providerId="ADAL" clId="{6AA92BED-BCC3-4E49-B935-65C7C372CEBF}" dt="2024-06-18T12:55:30.431" v="993" actId="20577"/>
          <ac:spMkLst>
            <pc:docMk/>
            <pc:sldMk cId="611283254" sldId="416"/>
            <ac:spMk id="5" creationId="{6BE53062-7C15-01F5-C894-52C14A3A23FF}"/>
          </ac:spMkLst>
        </pc:spChg>
      </pc:sldChg>
      <pc:sldChg chg="del">
        <pc:chgData name="Suresh Pittala" userId="708117ca-04a3-4153-825a-0aaaacf1bb30" providerId="ADAL" clId="{6AA92BED-BCC3-4E49-B935-65C7C372CEBF}" dt="2024-06-18T12:48:50.482" v="0" actId="47"/>
        <pc:sldMkLst>
          <pc:docMk/>
          <pc:sldMk cId="2114682095" sldId="416"/>
        </pc:sldMkLst>
      </pc:sldChg>
      <pc:sldChg chg="modSp add del mod">
        <pc:chgData name="Suresh Pittala" userId="708117ca-04a3-4153-825a-0aaaacf1bb30" providerId="ADAL" clId="{6AA92BED-BCC3-4E49-B935-65C7C372CEBF}" dt="2024-06-18T13:11:19.100" v="2510" actId="47"/>
        <pc:sldMkLst>
          <pc:docMk/>
          <pc:sldMk cId="3297345595" sldId="417"/>
        </pc:sldMkLst>
        <pc:spChg chg="mod">
          <ac:chgData name="Suresh Pittala" userId="708117ca-04a3-4153-825a-0aaaacf1bb30" providerId="ADAL" clId="{6AA92BED-BCC3-4E49-B935-65C7C372CEBF}" dt="2024-06-18T13:01:59.513" v="1464" actId="20577"/>
          <ac:spMkLst>
            <pc:docMk/>
            <pc:sldMk cId="3297345595" sldId="417"/>
            <ac:spMk id="2" creationId="{EE05064E-B2D8-0347-0676-ED7BFF1577F4}"/>
          </ac:spMkLst>
        </pc:spChg>
        <pc:spChg chg="mod">
          <ac:chgData name="Suresh Pittala" userId="708117ca-04a3-4153-825a-0aaaacf1bb30" providerId="ADAL" clId="{6AA92BED-BCC3-4E49-B935-65C7C372CEBF}" dt="2024-06-18T13:01:48.037" v="1430" actId="20577"/>
          <ac:spMkLst>
            <pc:docMk/>
            <pc:sldMk cId="3297345595" sldId="417"/>
            <ac:spMk id="6" creationId="{50C845E0-7399-FA67-7B0C-7A81FDB81120}"/>
          </ac:spMkLst>
        </pc:spChg>
      </pc:sldChg>
      <pc:sldChg chg="modSp add del mod">
        <pc:chgData name="Suresh Pittala" userId="708117ca-04a3-4153-825a-0aaaacf1bb30" providerId="ADAL" clId="{6AA92BED-BCC3-4E49-B935-65C7C372CEBF}" dt="2024-06-18T13:41:46.181" v="3785" actId="47"/>
        <pc:sldMkLst>
          <pc:docMk/>
          <pc:sldMk cId="3516187694" sldId="418"/>
        </pc:sldMkLst>
        <pc:spChg chg="mod">
          <ac:chgData name="Suresh Pittala" userId="708117ca-04a3-4153-825a-0aaaacf1bb30" providerId="ADAL" clId="{6AA92BED-BCC3-4E49-B935-65C7C372CEBF}" dt="2024-06-18T13:12:37.304" v="2524" actId="20577"/>
          <ac:spMkLst>
            <pc:docMk/>
            <pc:sldMk cId="3516187694" sldId="418"/>
            <ac:spMk id="2" creationId="{EE05064E-B2D8-0347-0676-ED7BFF1577F4}"/>
          </ac:spMkLst>
        </pc:spChg>
        <pc:spChg chg="mod">
          <ac:chgData name="Suresh Pittala" userId="708117ca-04a3-4153-825a-0aaaacf1bb30" providerId="ADAL" clId="{6AA92BED-BCC3-4E49-B935-65C7C372CEBF}" dt="2024-06-18T13:11:09.531" v="2509" actId="20577"/>
          <ac:spMkLst>
            <pc:docMk/>
            <pc:sldMk cId="3516187694" sldId="418"/>
            <ac:spMk id="5" creationId="{6BE53062-7C15-01F5-C894-52C14A3A23FF}"/>
          </ac:spMkLst>
        </pc:spChg>
      </pc:sldChg>
      <pc:sldChg chg="modSp new mod">
        <pc:chgData name="Suresh Pittala" userId="708117ca-04a3-4153-825a-0aaaacf1bb30" providerId="ADAL" clId="{6AA92BED-BCC3-4E49-B935-65C7C372CEBF}" dt="2024-06-18T16:31:32.507" v="6705" actId="20577"/>
        <pc:sldMkLst>
          <pc:docMk/>
          <pc:sldMk cId="805184732" sldId="419"/>
        </pc:sldMkLst>
        <pc:spChg chg="mod">
          <ac:chgData name="Suresh Pittala" userId="708117ca-04a3-4153-825a-0aaaacf1bb30" providerId="ADAL" clId="{6AA92BED-BCC3-4E49-B935-65C7C372CEBF}" dt="2024-06-18T16:31:32.507" v="6705" actId="20577"/>
          <ac:spMkLst>
            <pc:docMk/>
            <pc:sldMk cId="805184732" sldId="419"/>
            <ac:spMk id="2" creationId="{1334D4E9-8A53-8C47-C5D9-F530ABD2582D}"/>
          </ac:spMkLst>
        </pc:spChg>
        <pc:spChg chg="mod">
          <ac:chgData name="Suresh Pittala" userId="708117ca-04a3-4153-825a-0aaaacf1bb30" providerId="ADAL" clId="{6AA92BED-BCC3-4E49-B935-65C7C372CEBF}" dt="2024-06-18T16:17:48.340" v="4831" actId="20577"/>
          <ac:spMkLst>
            <pc:docMk/>
            <pc:sldMk cId="805184732" sldId="419"/>
            <ac:spMk id="5" creationId="{7E825CEC-956B-37A7-B614-A0724609A3F3}"/>
          </ac:spMkLst>
        </pc:spChg>
        <pc:spChg chg="mod">
          <ac:chgData name="Suresh Pittala" userId="708117ca-04a3-4153-825a-0aaaacf1bb30" providerId="ADAL" clId="{6AA92BED-BCC3-4E49-B935-65C7C372CEBF}" dt="2024-06-18T16:18:35.264" v="4981" actId="20577"/>
          <ac:spMkLst>
            <pc:docMk/>
            <pc:sldMk cId="805184732" sldId="419"/>
            <ac:spMk id="6" creationId="{5206BF59-0785-D3BD-779E-010DCE36D061}"/>
          </ac:spMkLst>
        </pc:spChg>
      </pc:sldChg>
      <pc:sldChg chg="addSp delSp modSp new mod ord">
        <pc:chgData name="Suresh Pittala" userId="708117ca-04a3-4153-825a-0aaaacf1bb30" providerId="ADAL" clId="{6AA92BED-BCC3-4E49-B935-65C7C372CEBF}" dt="2024-06-18T16:19:15.109" v="4986" actId="207"/>
        <pc:sldMkLst>
          <pc:docMk/>
          <pc:sldMk cId="4175340724" sldId="420"/>
        </pc:sldMkLst>
        <pc:spChg chg="add del">
          <ac:chgData name="Suresh Pittala" userId="708117ca-04a3-4153-825a-0aaaacf1bb30" providerId="ADAL" clId="{6AA92BED-BCC3-4E49-B935-65C7C372CEBF}" dt="2024-06-18T14:08:32.973" v="3839" actId="3680"/>
          <ac:spMkLst>
            <pc:docMk/>
            <pc:sldMk cId="4175340724" sldId="420"/>
            <ac:spMk id="2" creationId="{F5208EC0-202E-2531-F41F-150264EF8C0F}"/>
          </ac:spMkLst>
        </pc:spChg>
        <pc:spChg chg="mod">
          <ac:chgData name="Suresh Pittala" userId="708117ca-04a3-4153-825a-0aaaacf1bb30" providerId="ADAL" clId="{6AA92BED-BCC3-4E49-B935-65C7C372CEBF}" dt="2024-06-18T16:06:09.714" v="4234" actId="20577"/>
          <ac:spMkLst>
            <pc:docMk/>
            <pc:sldMk cId="4175340724" sldId="420"/>
            <ac:spMk id="5" creationId="{4CA355E8-C636-7AD0-5699-D31F06D68AC5}"/>
          </ac:spMkLst>
        </pc:spChg>
        <pc:spChg chg="add del mod">
          <ac:chgData name="Suresh Pittala" userId="708117ca-04a3-4153-825a-0aaaacf1bb30" providerId="ADAL" clId="{6AA92BED-BCC3-4E49-B935-65C7C372CEBF}" dt="2024-06-18T16:06:14.339" v="4235" actId="478"/>
          <ac:spMkLst>
            <pc:docMk/>
            <pc:sldMk cId="4175340724" sldId="420"/>
            <ac:spMk id="6" creationId="{617B2B9A-DE6D-52ED-9F2B-C360F8220433}"/>
          </ac:spMkLst>
        </pc:spChg>
        <pc:spChg chg="add del mod">
          <ac:chgData name="Suresh Pittala" userId="708117ca-04a3-4153-825a-0aaaacf1bb30" providerId="ADAL" clId="{6AA92BED-BCC3-4E49-B935-65C7C372CEBF}" dt="2024-06-18T15:48:19.273" v="3966" actId="478"/>
          <ac:spMkLst>
            <pc:docMk/>
            <pc:sldMk cId="4175340724" sldId="420"/>
            <ac:spMk id="11" creationId="{6FE63518-E508-AA1B-2A7F-76F7CE573AE0}"/>
          </ac:spMkLst>
        </pc:spChg>
        <pc:spChg chg="add del">
          <ac:chgData name="Suresh Pittala" userId="708117ca-04a3-4153-825a-0aaaacf1bb30" providerId="ADAL" clId="{6AA92BED-BCC3-4E49-B935-65C7C372CEBF}" dt="2024-06-18T15:49:44.670" v="3990" actId="22"/>
          <ac:spMkLst>
            <pc:docMk/>
            <pc:sldMk cId="4175340724" sldId="420"/>
            <ac:spMk id="13" creationId="{B2581374-3AC9-36E6-9840-524E95B3C0B2}"/>
          </ac:spMkLst>
        </pc:spChg>
        <pc:graphicFrameChg chg="add del mod ord modGraphic">
          <ac:chgData name="Suresh Pittala" userId="708117ca-04a3-4153-825a-0aaaacf1bb30" providerId="ADAL" clId="{6AA92BED-BCC3-4E49-B935-65C7C372CEBF}" dt="2024-06-18T14:08:27.874" v="3838" actId="3680"/>
          <ac:graphicFrameMkLst>
            <pc:docMk/>
            <pc:sldMk cId="4175340724" sldId="420"/>
            <ac:graphicFrameMk id="7" creationId="{80221E0E-1D14-3CD1-2A5E-2FEA5D5B9911}"/>
          </ac:graphicFrameMkLst>
        </pc:graphicFrameChg>
        <pc:graphicFrameChg chg="add del mod ord modGraphic">
          <ac:chgData name="Suresh Pittala" userId="708117ca-04a3-4153-825a-0aaaacf1bb30" providerId="ADAL" clId="{6AA92BED-BCC3-4E49-B935-65C7C372CEBF}" dt="2024-06-18T16:19:15.109" v="4986" actId="207"/>
          <ac:graphicFrameMkLst>
            <pc:docMk/>
            <pc:sldMk cId="4175340724" sldId="420"/>
            <ac:graphicFrameMk id="8" creationId="{42B2FEF2-21A9-B26F-7373-4E8BEBFAAE36}"/>
          </ac:graphicFrameMkLst>
        </pc:graphicFrameChg>
        <pc:graphicFrameChg chg="add del">
          <ac:chgData name="Suresh Pittala" userId="708117ca-04a3-4153-825a-0aaaacf1bb30" providerId="ADAL" clId="{6AA92BED-BCC3-4E49-B935-65C7C372CEBF}" dt="2024-06-18T14:09:53.052" v="3874" actId="478"/>
          <ac:graphicFrameMkLst>
            <pc:docMk/>
            <pc:sldMk cId="4175340724" sldId="420"/>
            <ac:graphicFrameMk id="9" creationId="{D55EC998-2B52-56F5-04F4-4A6D92B745DE}"/>
          </ac:graphicFrameMkLst>
        </pc:graphicFrameChg>
      </pc:sldChg>
      <pc:sldChg chg="addSp delSp modSp add mod">
        <pc:chgData name="Suresh Pittala" userId="708117ca-04a3-4153-825a-0aaaacf1bb30" providerId="ADAL" clId="{6AA92BED-BCC3-4E49-B935-65C7C372CEBF}" dt="2024-06-18T16:17:33.795" v="4823" actId="14100"/>
        <pc:sldMkLst>
          <pc:docMk/>
          <pc:sldMk cId="980377360" sldId="421"/>
        </pc:sldMkLst>
        <pc:spChg chg="add mod">
          <ac:chgData name="Suresh Pittala" userId="708117ca-04a3-4153-825a-0aaaacf1bb30" providerId="ADAL" clId="{6AA92BED-BCC3-4E49-B935-65C7C372CEBF}" dt="2024-06-18T16:16:50.294" v="4814" actId="404"/>
          <ac:spMkLst>
            <pc:docMk/>
            <pc:sldMk cId="980377360" sldId="421"/>
            <ac:spMk id="2" creationId="{AEA0ACE8-30B0-F4C7-2E5B-1DA858313059}"/>
          </ac:spMkLst>
        </pc:spChg>
        <pc:spChg chg="mod">
          <ac:chgData name="Suresh Pittala" userId="708117ca-04a3-4153-825a-0aaaacf1bb30" providerId="ADAL" clId="{6AA92BED-BCC3-4E49-B935-65C7C372CEBF}" dt="2024-06-18T16:06:45.841" v="4242" actId="20577"/>
          <ac:spMkLst>
            <pc:docMk/>
            <pc:sldMk cId="980377360" sldId="421"/>
            <ac:spMk id="5" creationId="{4CA355E8-C636-7AD0-5699-D31F06D68AC5}"/>
          </ac:spMkLst>
        </pc:spChg>
        <pc:spChg chg="add del mod">
          <ac:chgData name="Suresh Pittala" userId="708117ca-04a3-4153-825a-0aaaacf1bb30" providerId="ADAL" clId="{6AA92BED-BCC3-4E49-B935-65C7C372CEBF}" dt="2024-06-18T16:13:49.200" v="4497" actId="478"/>
          <ac:spMkLst>
            <pc:docMk/>
            <pc:sldMk cId="980377360" sldId="421"/>
            <ac:spMk id="6" creationId="{E3407237-159E-86B8-9E9B-47768750D45C}"/>
          </ac:spMkLst>
        </pc:spChg>
        <pc:graphicFrameChg chg="mod modGraphic">
          <ac:chgData name="Suresh Pittala" userId="708117ca-04a3-4153-825a-0aaaacf1bb30" providerId="ADAL" clId="{6AA92BED-BCC3-4E49-B935-65C7C372CEBF}" dt="2024-06-18T16:17:33.795" v="4823" actId="14100"/>
          <ac:graphicFrameMkLst>
            <pc:docMk/>
            <pc:sldMk cId="980377360" sldId="421"/>
            <ac:graphicFrameMk id="8" creationId="{42B2FEF2-21A9-B26F-7373-4E8BEBFAAE36}"/>
          </ac:graphicFrameMkLst>
        </pc:graphicFrameChg>
      </pc:sldChg>
      <pc:sldChg chg="new del">
        <pc:chgData name="Suresh Pittala" userId="708117ca-04a3-4153-825a-0aaaacf1bb30" providerId="ADAL" clId="{6AA92BED-BCC3-4E49-B935-65C7C372CEBF}" dt="2024-06-18T16:06:39.509" v="4239" actId="47"/>
        <pc:sldMkLst>
          <pc:docMk/>
          <pc:sldMk cId="1570515555" sldId="421"/>
        </pc:sldMkLst>
      </pc:sldChg>
      <pc:sldChg chg="modSp add mod ord">
        <pc:chgData name="Suresh Pittala" userId="708117ca-04a3-4153-825a-0aaaacf1bb30" providerId="ADAL" clId="{6AA92BED-BCC3-4E49-B935-65C7C372CEBF}" dt="2024-06-19T12:25:00.814" v="7906" actId="6549"/>
        <pc:sldMkLst>
          <pc:docMk/>
          <pc:sldMk cId="2985007852" sldId="422"/>
        </pc:sldMkLst>
        <pc:spChg chg="mod">
          <ac:chgData name="Suresh Pittala" userId="708117ca-04a3-4153-825a-0aaaacf1bb30" providerId="ADAL" clId="{6AA92BED-BCC3-4E49-B935-65C7C372CEBF}" dt="2024-06-19T12:00:10.437" v="7897" actId="20577"/>
          <ac:spMkLst>
            <pc:docMk/>
            <pc:sldMk cId="2985007852" sldId="422"/>
            <ac:spMk id="2" creationId="{1334D4E9-8A53-8C47-C5D9-F530ABD2582D}"/>
          </ac:spMkLst>
        </pc:spChg>
        <pc:spChg chg="mod">
          <ac:chgData name="Suresh Pittala" userId="708117ca-04a3-4153-825a-0aaaacf1bb30" providerId="ADAL" clId="{6AA92BED-BCC3-4E49-B935-65C7C372CEBF}" dt="2024-06-19T12:25:00.814" v="7906" actId="6549"/>
          <ac:spMkLst>
            <pc:docMk/>
            <pc:sldMk cId="2985007852" sldId="422"/>
            <ac:spMk id="5" creationId="{7E825CEC-956B-37A7-B614-A0724609A3F3}"/>
          </ac:spMkLst>
        </pc:spChg>
        <pc:spChg chg="mod">
          <ac:chgData name="Suresh Pittala" userId="708117ca-04a3-4153-825a-0aaaacf1bb30" providerId="ADAL" clId="{6AA92BED-BCC3-4E49-B935-65C7C372CEBF}" dt="2024-06-19T11:50:46.739" v="6733" actId="20577"/>
          <ac:spMkLst>
            <pc:docMk/>
            <pc:sldMk cId="2985007852" sldId="422"/>
            <ac:spMk id="6" creationId="{5206BF59-0785-D3BD-779E-010DCE36D061}"/>
          </ac:spMkLst>
        </pc:spChg>
      </pc:sldChg>
      <pc:sldChg chg="modSp add mod">
        <pc:chgData name="Suresh Pittala" userId="708117ca-04a3-4153-825a-0aaaacf1bb30" providerId="ADAL" clId="{6AA92BED-BCC3-4E49-B935-65C7C372CEBF}" dt="2024-06-19T13:00:10.122" v="8625" actId="20577"/>
        <pc:sldMkLst>
          <pc:docMk/>
          <pc:sldMk cId="365571264" sldId="423"/>
        </pc:sldMkLst>
        <pc:spChg chg="mod">
          <ac:chgData name="Suresh Pittala" userId="708117ca-04a3-4153-825a-0aaaacf1bb30" providerId="ADAL" clId="{6AA92BED-BCC3-4E49-B935-65C7C372CEBF}" dt="2024-06-19T13:00:10.122" v="8625" actId="20577"/>
          <ac:spMkLst>
            <pc:docMk/>
            <pc:sldMk cId="365571264" sldId="423"/>
            <ac:spMk id="2" creationId="{1334D4E9-8A53-8C47-C5D9-F530ABD2582D}"/>
          </ac:spMkLst>
        </pc:spChg>
        <pc:spChg chg="mod">
          <ac:chgData name="Suresh Pittala" userId="708117ca-04a3-4153-825a-0aaaacf1bb30" providerId="ADAL" clId="{6AA92BED-BCC3-4E49-B935-65C7C372CEBF}" dt="2024-06-19T12:25:06.718" v="7916" actId="20577"/>
          <ac:spMkLst>
            <pc:docMk/>
            <pc:sldMk cId="365571264" sldId="423"/>
            <ac:spMk id="5" creationId="{7E825CEC-956B-37A7-B614-A0724609A3F3}"/>
          </ac:spMkLst>
        </pc:spChg>
      </pc:sldChg>
    </pc:docChg>
  </pc:docChgLst>
  <pc:docChgLst>
    <pc:chgData name="Suresh Pittala" userId="7ef467a9-530a-43c4-82c1-f5547a3543fd" providerId="ADAL" clId="{471AF5D9-B7FB-457D-AE38-2038D8C1A5A9}"/>
    <pc:docChg chg="custSel addSld delSld modSld">
      <pc:chgData name="Suresh Pittala" userId="7ef467a9-530a-43c4-82c1-f5547a3543fd" providerId="ADAL" clId="{471AF5D9-B7FB-457D-AE38-2038D8C1A5A9}" dt="2024-06-17T16:58:57.158" v="432" actId="122"/>
      <pc:docMkLst>
        <pc:docMk/>
      </pc:docMkLst>
      <pc:sldChg chg="modSp mod">
        <pc:chgData name="Suresh Pittala" userId="7ef467a9-530a-43c4-82c1-f5547a3543fd" providerId="ADAL" clId="{471AF5D9-B7FB-457D-AE38-2038D8C1A5A9}" dt="2024-06-17T16:18:22.288" v="4" actId="20577"/>
        <pc:sldMkLst>
          <pc:docMk/>
          <pc:sldMk cId="566575460" sldId="408"/>
        </pc:sldMkLst>
        <pc:spChg chg="mod">
          <ac:chgData name="Suresh Pittala" userId="7ef467a9-530a-43c4-82c1-f5547a3543fd" providerId="ADAL" clId="{471AF5D9-B7FB-457D-AE38-2038D8C1A5A9}" dt="2024-06-17T16:18:22.288" v="4" actId="20577"/>
          <ac:spMkLst>
            <pc:docMk/>
            <pc:sldMk cId="566575460" sldId="408"/>
            <ac:spMk id="33" creationId="{78BB6141-DBCD-F2B7-2AE6-E6C5D85D24C3}"/>
          </ac:spMkLst>
        </pc:spChg>
      </pc:sldChg>
      <pc:sldChg chg="modSp mod">
        <pc:chgData name="Suresh Pittala" userId="7ef467a9-530a-43c4-82c1-f5547a3543fd" providerId="ADAL" clId="{471AF5D9-B7FB-457D-AE38-2038D8C1A5A9}" dt="2024-06-17T16:57:55.057" v="406" actId="20577"/>
        <pc:sldMkLst>
          <pc:docMk/>
          <pc:sldMk cId="2589198787" sldId="409"/>
        </pc:sldMkLst>
        <pc:spChg chg="mod">
          <ac:chgData name="Suresh Pittala" userId="7ef467a9-530a-43c4-82c1-f5547a3543fd" providerId="ADAL" clId="{471AF5D9-B7FB-457D-AE38-2038D8C1A5A9}" dt="2024-06-17T16:57:55.057" v="406" actId="20577"/>
          <ac:spMkLst>
            <pc:docMk/>
            <pc:sldMk cId="2589198787" sldId="409"/>
            <ac:spMk id="33" creationId="{78BB6141-DBCD-F2B7-2AE6-E6C5D85D24C3}"/>
          </ac:spMkLst>
        </pc:spChg>
      </pc:sldChg>
      <pc:sldChg chg="del">
        <pc:chgData name="Suresh Pittala" userId="7ef467a9-530a-43c4-82c1-f5547a3543fd" providerId="ADAL" clId="{471AF5D9-B7FB-457D-AE38-2038D8C1A5A9}" dt="2024-06-17T16:33:11.168" v="138" actId="47"/>
        <pc:sldMkLst>
          <pc:docMk/>
          <pc:sldMk cId="3565473742" sldId="410"/>
        </pc:sldMkLst>
      </pc:sldChg>
      <pc:sldChg chg="delSp modSp mod">
        <pc:chgData name="Suresh Pittala" userId="7ef467a9-530a-43c4-82c1-f5547a3543fd" providerId="ADAL" clId="{471AF5D9-B7FB-457D-AE38-2038D8C1A5A9}" dt="2024-06-17T16:56:27.555" v="365" actId="478"/>
        <pc:sldMkLst>
          <pc:docMk/>
          <pc:sldMk cId="61755581" sldId="411"/>
        </pc:sldMkLst>
        <pc:spChg chg="del">
          <ac:chgData name="Suresh Pittala" userId="7ef467a9-530a-43c4-82c1-f5547a3543fd" providerId="ADAL" clId="{471AF5D9-B7FB-457D-AE38-2038D8C1A5A9}" dt="2024-06-17T16:56:27.555" v="365" actId="478"/>
          <ac:spMkLst>
            <pc:docMk/>
            <pc:sldMk cId="61755581" sldId="411"/>
            <ac:spMk id="5" creationId="{F9454DA1-0480-29E1-9C53-F86E4518A66F}"/>
          </ac:spMkLst>
        </pc:spChg>
        <pc:spChg chg="mod">
          <ac:chgData name="Suresh Pittala" userId="7ef467a9-530a-43c4-82c1-f5547a3543fd" providerId="ADAL" clId="{471AF5D9-B7FB-457D-AE38-2038D8C1A5A9}" dt="2024-06-17T16:56:13.270" v="364" actId="20577"/>
          <ac:spMkLst>
            <pc:docMk/>
            <pc:sldMk cId="61755581" sldId="411"/>
            <ac:spMk id="33" creationId="{78BB6141-DBCD-F2B7-2AE6-E6C5D85D24C3}"/>
          </ac:spMkLst>
        </pc:spChg>
      </pc:sldChg>
      <pc:sldChg chg="modSp del mod">
        <pc:chgData name="Suresh Pittala" userId="7ef467a9-530a-43c4-82c1-f5547a3543fd" providerId="ADAL" clId="{471AF5D9-B7FB-457D-AE38-2038D8C1A5A9}" dt="2024-06-17T16:32:49.591" v="137" actId="47"/>
        <pc:sldMkLst>
          <pc:docMk/>
          <pc:sldMk cId="538198254" sldId="412"/>
        </pc:sldMkLst>
        <pc:spChg chg="mod">
          <ac:chgData name="Suresh Pittala" userId="7ef467a9-530a-43c4-82c1-f5547a3543fd" providerId="ADAL" clId="{471AF5D9-B7FB-457D-AE38-2038D8C1A5A9}" dt="2024-06-17T16:25:20.494" v="53" actId="20577"/>
          <ac:spMkLst>
            <pc:docMk/>
            <pc:sldMk cId="538198254" sldId="412"/>
            <ac:spMk id="33" creationId="{78BB6141-DBCD-F2B7-2AE6-E6C5D85D24C3}"/>
          </ac:spMkLst>
        </pc:spChg>
      </pc:sldChg>
      <pc:sldChg chg="delSp modSp mod">
        <pc:chgData name="Suresh Pittala" userId="7ef467a9-530a-43c4-82c1-f5547a3543fd" providerId="ADAL" clId="{471AF5D9-B7FB-457D-AE38-2038D8C1A5A9}" dt="2024-06-17T16:38:27.724" v="140" actId="478"/>
        <pc:sldMkLst>
          <pc:docMk/>
          <pc:sldMk cId="3744996876" sldId="413"/>
        </pc:sldMkLst>
        <pc:spChg chg="mod">
          <ac:chgData name="Suresh Pittala" userId="7ef467a9-530a-43c4-82c1-f5547a3543fd" providerId="ADAL" clId="{471AF5D9-B7FB-457D-AE38-2038D8C1A5A9}" dt="2024-06-17T16:38:23.079" v="139" actId="20577"/>
          <ac:spMkLst>
            <pc:docMk/>
            <pc:sldMk cId="3744996876" sldId="413"/>
            <ac:spMk id="2" creationId="{9312A934-D00E-1E54-214B-79BD7B534069}"/>
          </ac:spMkLst>
        </pc:spChg>
        <pc:spChg chg="del">
          <ac:chgData name="Suresh Pittala" userId="7ef467a9-530a-43c4-82c1-f5547a3543fd" providerId="ADAL" clId="{471AF5D9-B7FB-457D-AE38-2038D8C1A5A9}" dt="2024-06-17T16:38:27.724" v="140" actId="478"/>
          <ac:spMkLst>
            <pc:docMk/>
            <pc:sldMk cId="3744996876" sldId="413"/>
            <ac:spMk id="6" creationId="{70A7BF16-FB9A-574D-323F-903EA64F8E5F}"/>
          </ac:spMkLst>
        </pc:spChg>
      </pc:sldChg>
      <pc:sldChg chg="addSp delSp modSp add mod">
        <pc:chgData name="Suresh Pittala" userId="7ef467a9-530a-43c4-82c1-f5547a3543fd" providerId="ADAL" clId="{471AF5D9-B7FB-457D-AE38-2038D8C1A5A9}" dt="2024-06-17T16:58:57.158" v="432" actId="122"/>
        <pc:sldMkLst>
          <pc:docMk/>
          <pc:sldMk cId="729514414" sldId="414"/>
        </pc:sldMkLst>
        <pc:spChg chg="add del mod">
          <ac:chgData name="Suresh Pittala" userId="7ef467a9-530a-43c4-82c1-f5547a3543fd" providerId="ADAL" clId="{471AF5D9-B7FB-457D-AE38-2038D8C1A5A9}" dt="2024-06-17T16:58:43.045" v="409" actId="478"/>
          <ac:spMkLst>
            <pc:docMk/>
            <pc:sldMk cId="729514414" sldId="414"/>
            <ac:spMk id="5" creationId="{D6EE3EEE-569C-E484-8248-223F710FB7AC}"/>
          </ac:spMkLst>
        </pc:spChg>
        <pc:spChg chg="mod">
          <ac:chgData name="Suresh Pittala" userId="7ef467a9-530a-43c4-82c1-f5547a3543fd" providerId="ADAL" clId="{471AF5D9-B7FB-457D-AE38-2038D8C1A5A9}" dt="2024-06-17T16:58:57.158" v="432" actId="122"/>
          <ac:spMkLst>
            <pc:docMk/>
            <pc:sldMk cId="729514414" sldId="414"/>
            <ac:spMk id="32" creationId="{0B906AA9-0817-5904-3C89-6FEF1945E91E}"/>
          </ac:spMkLst>
        </pc:spChg>
        <pc:spChg chg="del">
          <ac:chgData name="Suresh Pittala" userId="7ef467a9-530a-43c4-82c1-f5547a3543fd" providerId="ADAL" clId="{471AF5D9-B7FB-457D-AE38-2038D8C1A5A9}" dt="2024-06-17T16:58:39.384" v="408" actId="478"/>
          <ac:spMkLst>
            <pc:docMk/>
            <pc:sldMk cId="729514414" sldId="414"/>
            <ac:spMk id="33" creationId="{78BB6141-DBCD-F2B7-2AE6-E6C5D85D24C3}"/>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5.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5.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5.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5.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5.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5.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5.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5.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5.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5.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5.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5.emf"/></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5.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5.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5.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emplate Font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518C4C-09F9-6EEF-47FE-825CD6CABBFB}"/>
              </a:ext>
            </a:extLst>
          </p:cNvPr>
          <p:cNvPicPr>
            <a:picLocks noChangeAspect="1"/>
          </p:cNvPicPr>
          <p:nvPr userDrawn="1"/>
        </p:nvPicPr>
        <p:blipFill>
          <a:blip r:embed="rId2"/>
          <a:stretch>
            <a:fillRect/>
          </a:stretch>
        </p:blipFill>
        <p:spPr>
          <a:xfrm>
            <a:off x="7267647" y="1543305"/>
            <a:ext cx="3834716" cy="1963082"/>
          </a:xfrm>
          <a:prstGeom prst="rect">
            <a:avLst/>
          </a:prstGeom>
        </p:spPr>
      </p:pic>
      <p:sp>
        <p:nvSpPr>
          <p:cNvPr id="16" name="TextBox 15">
            <a:extLst>
              <a:ext uri="{FF2B5EF4-FFF2-40B4-BE49-F238E27FC236}">
                <a16:creationId xmlns:a16="http://schemas.microsoft.com/office/drawing/2014/main" id="{2E8E886F-3E53-4F8D-9117-4C02C360033D}"/>
              </a:ext>
            </a:extLst>
          </p:cNvPr>
          <p:cNvSpPr txBox="1"/>
          <p:nvPr userDrawn="1"/>
        </p:nvSpPr>
        <p:spPr>
          <a:xfrm>
            <a:off x="457200" y="232760"/>
            <a:ext cx="11273991" cy="1188720"/>
          </a:xfrm>
          <a:prstGeom prst="rect">
            <a:avLst/>
          </a:prstGeom>
        </p:spPr>
        <p:txBody>
          <a:bodyPr vert="horz" lIns="0" tIns="0" rIns="0" bIns="0" rtlCol="0" anchor="ctr">
            <a:noAutofit/>
          </a:bodyPr>
          <a:lstStyle>
            <a:lvl1pPr>
              <a:lnSpc>
                <a:spcPct val="90000"/>
              </a:lnSpc>
              <a:spcBef>
                <a:spcPct val="0"/>
              </a:spcBef>
              <a:buNone/>
              <a:defRPr sz="4000" b="1" cap="none" baseline="0">
                <a:solidFill>
                  <a:schemeClr val="accent1">
                    <a:lumMod val="50000"/>
                  </a:schemeClr>
                </a:solidFill>
                <a:ea typeface="+mj-ea"/>
                <a:cs typeface="+mj-cs"/>
              </a:defRPr>
            </a:lvl1pPr>
          </a:lstStyle>
          <a:p>
            <a:pPr lvl="0"/>
            <a:r>
              <a:rPr lang="en-US" noProof="0"/>
              <a:t>Fonts Used in This Template</a:t>
            </a:r>
            <a:endParaRPr lang="en-US"/>
          </a:p>
        </p:txBody>
      </p:sp>
      <p:sp>
        <p:nvSpPr>
          <p:cNvPr id="14" name="Rectangle 13">
            <a:extLst>
              <a:ext uri="{FF2B5EF4-FFF2-40B4-BE49-F238E27FC236}">
                <a16:creationId xmlns:a16="http://schemas.microsoft.com/office/drawing/2014/main" id="{33C54567-E714-4E46-93BB-50E897FC5F16}"/>
              </a:ext>
            </a:extLst>
          </p:cNvPr>
          <p:cNvSpPr/>
          <p:nvPr userDrawn="1"/>
        </p:nvSpPr>
        <p:spPr>
          <a:xfrm>
            <a:off x="6391109" y="3933427"/>
            <a:ext cx="5520753" cy="1517513"/>
          </a:xfrm>
          <a:prstGeom prst="rect">
            <a:avLst/>
          </a:prstGeom>
          <a:solidFill>
            <a:schemeClr val="bg1">
              <a:lumMod val="85000"/>
            </a:schemeClr>
          </a:solidFill>
          <a:ln/>
        </p:spPr>
        <p:style>
          <a:lnRef idx="1">
            <a:schemeClr val="dk1"/>
          </a:lnRef>
          <a:fillRef idx="2">
            <a:schemeClr val="dk1"/>
          </a:fillRef>
          <a:effectRef idx="1">
            <a:schemeClr val="dk1"/>
          </a:effectRef>
          <a:fontRef idx="minor">
            <a:schemeClr val="dk1"/>
          </a:fontRef>
        </p:style>
        <p:txBody>
          <a:bodyPr lIns="91440" tIns="0" rIns="91440" bIns="0" rtlCol="0" anchor="ctr"/>
          <a:lstStyle/>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Custom fonts are any non-Microsoft font. </a:t>
            </a: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Custom fonts need to be installed on each computer. </a:t>
            </a: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lang="en-US" sz="1200">
                <a:solidFill>
                  <a:srgbClr val="000000"/>
                </a:solidFill>
                <a:latin typeface="IBM Plex Sans" panose="020B0503050203000203" pitchFamily="34" charset="0"/>
                <a:cs typeface="IBM Plex Sans" panose="020B0503050203000203" pitchFamily="34" charset="0"/>
              </a:rPr>
              <a:t>Font files must be available to install on computer.</a:t>
            </a:r>
            <a:endPar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endParaRP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lang="en-US" sz="1200">
                <a:solidFill>
                  <a:srgbClr val="000000"/>
                </a:solidFill>
                <a:latin typeface="IBM Plex Sans" panose="020B0503050203000203" pitchFamily="34" charset="0"/>
                <a:cs typeface="IBM Plex Sans" panose="020B0503050203000203" pitchFamily="34" charset="0"/>
              </a:rPr>
              <a:t>Custom fonts cannot be installed on mobile or tablet devices. </a:t>
            </a: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If a custom font is not installed, PowerPoint will randomly select a substitute font each time file is opened.</a:t>
            </a:r>
          </a:p>
        </p:txBody>
      </p:sp>
      <p:sp>
        <p:nvSpPr>
          <p:cNvPr id="15" name="Rectangle 14">
            <a:extLst>
              <a:ext uri="{FF2B5EF4-FFF2-40B4-BE49-F238E27FC236}">
                <a16:creationId xmlns:a16="http://schemas.microsoft.com/office/drawing/2014/main" id="{E72ABD27-75F6-43FC-B217-870364863AB4}"/>
              </a:ext>
            </a:extLst>
          </p:cNvPr>
          <p:cNvSpPr/>
          <p:nvPr userDrawn="1"/>
        </p:nvSpPr>
        <p:spPr>
          <a:xfrm>
            <a:off x="279918" y="3560386"/>
            <a:ext cx="11631944" cy="329393"/>
          </a:xfrm>
          <a:prstGeom prst="rect">
            <a:avLst/>
          </a:prstGeom>
          <a:solidFill>
            <a:schemeClr val="accent1"/>
          </a:solidFill>
          <a:ln/>
        </p:spPr>
        <p:style>
          <a:lnRef idx="1">
            <a:schemeClr val="dk1"/>
          </a:lnRef>
          <a:fillRef idx="2">
            <a:schemeClr val="dk1"/>
          </a:fillRef>
          <a:effectRef idx="1">
            <a:schemeClr val="dk1"/>
          </a:effectRef>
          <a:fontRef idx="minor">
            <a:schemeClr val="dk1"/>
          </a:fontRef>
        </p:style>
        <p:txBody>
          <a:bodyPr lIns="274320" tIns="45720" rIns="274320" bIns="0" rtlCol="0" anchor="ctr"/>
          <a:lstStyle/>
          <a:p>
            <a:pPr marL="0" marR="0" lvl="0" indent="0" algn="ctr" defTabSz="914400" rtl="0" eaLnBrk="1" fontAlgn="auto" latinLnBrk="0" hangingPunct="1">
              <a:lnSpc>
                <a:spcPct val="85000"/>
              </a:lnSpc>
              <a:spcBef>
                <a:spcPts val="0"/>
              </a:spcBef>
              <a:spcAft>
                <a:spcPts val="0"/>
              </a:spcAft>
              <a:buClrTx/>
              <a:buSzTx/>
              <a:buFontTx/>
              <a:buNone/>
              <a:tabLst/>
              <a:defRPr/>
            </a:pPr>
            <a:r>
              <a:rPr lang="en-US" sz="1600">
                <a:solidFill>
                  <a:schemeClr val="bg1"/>
                </a:solidFill>
                <a:latin typeface="IBM Plex Sans" panose="020B0503050203000203" pitchFamily="34" charset="0"/>
                <a:cs typeface="IBM Plex Sans" panose="020B0503050203000203" pitchFamily="34" charset="0"/>
              </a:rPr>
              <a:t>If the text on the </a:t>
            </a:r>
            <a:r>
              <a:rPr lang="en-US" sz="1600" b="1">
                <a:solidFill>
                  <a:schemeClr val="bg1"/>
                </a:solidFill>
                <a:latin typeface="IBM Plex Sans" panose="020B0503050203000203" pitchFamily="34" charset="0"/>
                <a:cs typeface="IBM Plex Sans" panose="020B0503050203000203" pitchFamily="34" charset="0"/>
              </a:rPr>
              <a:t>left</a:t>
            </a:r>
            <a:r>
              <a:rPr lang="en-US" sz="1600">
                <a:solidFill>
                  <a:schemeClr val="bg1"/>
                </a:solidFill>
                <a:latin typeface="IBM Plex Sans" panose="020B0503050203000203" pitchFamily="34" charset="0"/>
                <a:cs typeface="IBM Plex Sans" panose="020B0503050203000203" pitchFamily="34" charset="0"/>
              </a:rPr>
              <a:t> </a:t>
            </a:r>
            <a:r>
              <a:rPr lang="en-US" sz="1600" b="1">
                <a:solidFill>
                  <a:schemeClr val="bg1"/>
                </a:solidFill>
                <a:latin typeface="IBM Plex Sans" panose="020B0503050203000203" pitchFamily="34" charset="0"/>
                <a:cs typeface="IBM Plex Sans" panose="020B0503050203000203" pitchFamily="34" charset="0"/>
              </a:rPr>
              <a:t>does not match </a:t>
            </a:r>
            <a:r>
              <a:rPr lang="en-US" sz="1600">
                <a:solidFill>
                  <a:schemeClr val="bg1"/>
                </a:solidFill>
                <a:latin typeface="IBM Plex Sans" panose="020B0503050203000203" pitchFamily="34" charset="0"/>
                <a:cs typeface="IBM Plex Sans" panose="020B0503050203000203" pitchFamily="34" charset="0"/>
              </a:rPr>
              <a:t>the text on the right, the </a:t>
            </a:r>
            <a:r>
              <a:rPr lang="en-US" sz="1600" b="1">
                <a:solidFill>
                  <a:schemeClr val="bg1"/>
                </a:solidFill>
                <a:latin typeface="IBM Plex Sans" panose="020B0503050203000203" pitchFamily="34" charset="0"/>
                <a:cs typeface="IBM Plex Sans" panose="020B0503050203000203" pitchFamily="34" charset="0"/>
              </a:rPr>
              <a:t>computer/device is missing that font</a:t>
            </a:r>
            <a:r>
              <a:rPr lang="en-US" sz="1600">
                <a:solidFill>
                  <a:schemeClr val="bg1"/>
                </a:solidFill>
                <a:latin typeface="IBM Plex Sans" panose="020B0503050203000203" pitchFamily="34" charset="0"/>
                <a:cs typeface="IBM Plex Sans" panose="020B0503050203000203" pitchFamily="34" charset="0"/>
              </a:rPr>
              <a:t>.</a:t>
            </a:r>
            <a:endParaRPr kumimoji="0" lang="en-US" sz="1600" b="0" i="0" u="none" strike="noStrike" kern="1200" cap="none" spc="0" normalizeH="0" baseline="0" noProof="0">
              <a:ln>
                <a:noFill/>
              </a:ln>
              <a:solidFill>
                <a:schemeClr val="bg1"/>
              </a:solidFill>
              <a:effectLst/>
              <a:uLnTx/>
              <a:uFillTx/>
              <a:latin typeface="IBM Plex Sans" panose="020B0503050203000203" pitchFamily="34" charset="0"/>
              <a:ea typeface="+mn-ea"/>
              <a:cs typeface="IBM Plex Sans" panose="020B0503050203000203" pitchFamily="34" charset="0"/>
            </a:endParaRPr>
          </a:p>
        </p:txBody>
      </p:sp>
      <p:sp>
        <p:nvSpPr>
          <p:cNvPr id="17" name="Rectangle 16">
            <a:extLst>
              <a:ext uri="{FF2B5EF4-FFF2-40B4-BE49-F238E27FC236}">
                <a16:creationId xmlns:a16="http://schemas.microsoft.com/office/drawing/2014/main" id="{920B4FC5-0AE0-4931-9294-C1DE57E7FD8E}"/>
              </a:ext>
            </a:extLst>
          </p:cNvPr>
          <p:cNvSpPr/>
          <p:nvPr userDrawn="1"/>
        </p:nvSpPr>
        <p:spPr>
          <a:xfrm>
            <a:off x="279918" y="5488117"/>
            <a:ext cx="11631944" cy="858561"/>
          </a:xfrm>
          <a:prstGeom prst="rect">
            <a:avLst/>
          </a:prstGeom>
          <a:solidFill>
            <a:schemeClr val="bg1">
              <a:lumMod val="85000"/>
            </a:schemeClr>
          </a:solidFill>
          <a:ln/>
        </p:spPr>
        <p:style>
          <a:lnRef idx="1">
            <a:schemeClr val="dk1"/>
          </a:lnRef>
          <a:fillRef idx="2">
            <a:schemeClr val="dk1"/>
          </a:fillRef>
          <a:effectRef idx="1">
            <a:schemeClr val="dk1"/>
          </a:effectRef>
          <a:fontRef idx="minor">
            <a:schemeClr val="dk1"/>
          </a:fontRef>
        </p:style>
        <p:txBody>
          <a:bodyPr lIns="91440" tIns="0" rIns="274320" bIns="0" rtlCol="0" anchor="ctr"/>
          <a:lstStyle/>
          <a:p>
            <a:pPr marL="214313" marR="0" lvl="0" indent="-200025" algn="l" defTabSz="1219170" rtl="0" eaLnBrk="1" fontAlgn="auto" latinLnBrk="0" hangingPunct="1">
              <a:lnSpc>
                <a:spcPct val="100000"/>
              </a:lnSpc>
              <a:spcBef>
                <a:spcPts val="300"/>
              </a:spcBef>
              <a:spcAft>
                <a:spcPts val="0"/>
              </a:spcAft>
              <a:buClrTx/>
              <a:buSzTx/>
              <a:buFontTx/>
              <a:buNone/>
              <a:tabLst/>
              <a:defRPr/>
            </a:pPr>
            <a:r>
              <a:rPr lang="en-US" sz="1200" b="1">
                <a:solidFill>
                  <a:srgbClr val="000000"/>
                </a:solidFill>
                <a:latin typeface="IBM Plex Sans" panose="020B0503050203000203" pitchFamily="34" charset="0"/>
                <a:cs typeface="IBM Plex Sans" panose="020B0503050203000203" pitchFamily="34" charset="0"/>
              </a:rPr>
              <a:t>How To Install Custom Fonts</a:t>
            </a:r>
            <a:endParaRPr kumimoji="0" lang="en-US" sz="1200" b="1"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endParaRPr>
          </a:p>
          <a:p>
            <a:pPr marL="228600" marR="0" lvl="1" indent="-11430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Windows 7/8/10/11: right-click font file and select install</a:t>
            </a:r>
          </a:p>
          <a:p>
            <a:pPr marL="228600" marR="0" lvl="1" indent="-11430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Mac OS: Double click the font, when the font window opens click “Install Font”</a:t>
            </a:r>
          </a:p>
          <a:p>
            <a:pPr marL="228600" lvl="1" indent="-114300" defTabSz="1219170">
              <a:spcBef>
                <a:spcPts val="300"/>
              </a:spcBef>
              <a:defRPr/>
            </a:pPr>
            <a:r>
              <a:rPr lang="en-US" sz="1100">
                <a:solidFill>
                  <a:srgbClr val="000000"/>
                </a:solidFill>
                <a:latin typeface="IBM Plex Sans" panose="020B0503050203000203" pitchFamily="34" charset="0"/>
                <a:cs typeface="IBM Plex Sans" panose="020B0503050203000203" pitchFamily="34" charset="0"/>
              </a:rPr>
              <a:t>PowerPoint Online, PowerPoint through Teams, IOS, Android, iPad: custom fonts cannot be installed on mobile devices</a:t>
            </a:r>
          </a:p>
        </p:txBody>
      </p:sp>
      <p:sp>
        <p:nvSpPr>
          <p:cNvPr id="18" name="Rectangle 17">
            <a:extLst>
              <a:ext uri="{FF2B5EF4-FFF2-40B4-BE49-F238E27FC236}">
                <a16:creationId xmlns:a16="http://schemas.microsoft.com/office/drawing/2014/main" id="{3D699DBD-D765-419C-ABC4-16FC23EEF80B}"/>
              </a:ext>
            </a:extLst>
          </p:cNvPr>
          <p:cNvSpPr/>
          <p:nvPr userDrawn="1"/>
        </p:nvSpPr>
        <p:spPr>
          <a:xfrm>
            <a:off x="279918" y="3933426"/>
            <a:ext cx="6074229" cy="1517513"/>
          </a:xfrm>
          <a:prstGeom prst="rect">
            <a:avLst/>
          </a:prstGeom>
          <a:solidFill>
            <a:schemeClr val="bg1">
              <a:lumMod val="85000"/>
            </a:schemeClr>
          </a:solidFill>
          <a:ln/>
        </p:spPr>
        <p:style>
          <a:lnRef idx="1">
            <a:schemeClr val="dk1"/>
          </a:lnRef>
          <a:fillRef idx="2">
            <a:schemeClr val="dk1"/>
          </a:fillRef>
          <a:effectRef idx="1">
            <a:schemeClr val="dk1"/>
          </a:effectRef>
          <a:fontRef idx="minor">
            <a:schemeClr val="dk1"/>
          </a:fontRef>
        </p:style>
        <p:txBody>
          <a:bodyPr lIns="274320" tIns="91440" rIns="91440" bIns="0" numCol="1" spcCol="182880" rtlCol="0" anchor="t"/>
          <a:lstStyle/>
          <a:p>
            <a:pPr marL="0" marR="0" lvl="0" indent="0" defTabSz="914400" rtl="0" eaLnBrk="1" fontAlgn="auto" latinLnBrk="0" hangingPunct="1">
              <a:lnSpc>
                <a:spcPct val="85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Types of Fonts:</a:t>
            </a:r>
          </a:p>
          <a:p>
            <a:pPr marL="114300" marR="0" lvl="0" defTabSz="914400" rtl="0" eaLnBrk="1" fontAlgn="auto" latinLnBrk="0" hangingPunct="1">
              <a:lnSpc>
                <a:spcPct val="85000"/>
              </a:lnSpc>
              <a:spcBef>
                <a:spcPts val="400"/>
              </a:spcBef>
              <a:spcAft>
                <a:spcPts val="0"/>
              </a:spcAft>
              <a:buClrTx/>
              <a:buSzTx/>
              <a:buFontTx/>
              <a:buNone/>
              <a:tabLst/>
              <a:defRPr/>
            </a:pPr>
            <a:r>
              <a:rPr lang="en-US" sz="1050">
                <a:solidFill>
                  <a:srgbClr val="000000"/>
                </a:solidFill>
                <a:latin typeface="IBM Plex Sans" panose="020B0503050203000203" pitchFamily="34" charset="0"/>
                <a:cs typeface="IBM Plex Sans" panose="020B0503050203000203" pitchFamily="34" charset="0"/>
              </a:rPr>
              <a:t>Microsoft Cloud/Standard </a:t>
            </a:r>
            <a:br>
              <a:rPr lang="en-US" sz="1050">
                <a:solidFill>
                  <a:srgbClr val="000000"/>
                </a:solidFill>
                <a:latin typeface="IBM Plex Sans" panose="020B0503050203000203" pitchFamily="34" charset="0"/>
                <a:cs typeface="IBM Plex Sans" panose="020B0503050203000203" pitchFamily="34" charset="0"/>
              </a:rPr>
            </a:b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(auto install if online and have Microsoft 365 account)</a:t>
            </a:r>
          </a:p>
          <a:p>
            <a:pPr marL="114300" marR="0" lvl="0" defTabSz="914400" rtl="0" eaLnBrk="1" fontAlgn="auto" latinLnBrk="0" hangingPunct="1">
              <a:lnSpc>
                <a:spcPct val="85000"/>
              </a:lnSpc>
              <a:spcBef>
                <a:spcPts val="40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Google </a:t>
            </a:r>
            <a:b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b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(web-based, free, download – install – then open PowerPoint)</a:t>
            </a:r>
          </a:p>
          <a:p>
            <a:pPr marL="114300" marR="0" lvl="0" defTabSz="914400" rtl="0" eaLnBrk="1" fontAlgn="auto" latinLnBrk="0" hangingPunct="1">
              <a:lnSpc>
                <a:spcPct val="85000"/>
              </a:lnSpc>
              <a:spcBef>
                <a:spcPts val="40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Adobe </a:t>
            </a:r>
            <a:r>
              <a:rPr kumimoji="0" lang="en-US" sz="1050" b="0" i="0" u="none" strike="noStrike" kern="1200" cap="none" spc="0" normalizeH="0" baseline="0" noProof="0" err="1">
                <a:ln>
                  <a:noFill/>
                </a:ln>
                <a:solidFill>
                  <a:srgbClr val="000000"/>
                </a:solidFill>
                <a:effectLst/>
                <a:uLnTx/>
                <a:uFillTx/>
                <a:latin typeface="IBM Plex Sans" panose="020B0503050203000203" pitchFamily="34" charset="0"/>
                <a:ea typeface="+mn-ea"/>
                <a:cs typeface="IBM Plex Sans" panose="020B0503050203000203" pitchFamily="34" charset="0"/>
              </a:rPr>
              <a:t>Typekit</a:t>
            </a: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 </a:t>
            </a:r>
            <a:b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b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(must have Adobe Creative Cloud acct, download – install – then open PowerPoint)</a:t>
            </a:r>
          </a:p>
          <a:p>
            <a:pPr marL="114300" marR="0" lvl="0" defTabSz="914400" rtl="0" eaLnBrk="1" fontAlgn="auto" latinLnBrk="0" hangingPunct="1">
              <a:lnSpc>
                <a:spcPct val="85000"/>
              </a:lnSpc>
              <a:spcBef>
                <a:spcPts val="400"/>
              </a:spcBef>
              <a:spcAft>
                <a:spcPts val="0"/>
              </a:spcAft>
              <a:buClrTx/>
              <a:buSzTx/>
              <a:buFontTx/>
              <a:buNone/>
              <a:tabLst/>
              <a:defRPr/>
            </a:pPr>
            <a:r>
              <a:rPr lang="en-US" sz="1050">
                <a:solidFill>
                  <a:srgbClr val="000000"/>
                </a:solidFill>
                <a:latin typeface="IBM Plex Sans" panose="020B0503050203000203" pitchFamily="34" charset="0"/>
                <a:cs typeface="IBM Plex Sans" panose="020B0503050203000203" pitchFamily="34" charset="0"/>
              </a:rPr>
              <a:t>Custom (must have file(s)</a:t>
            </a: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 – install – then open PowerPoint</a:t>
            </a:r>
            <a:r>
              <a:rPr lang="en-US" sz="1050">
                <a:solidFill>
                  <a:srgbClr val="000000"/>
                </a:solidFill>
                <a:latin typeface="IBM Plex Sans" panose="020B0503050203000203" pitchFamily="34" charset="0"/>
                <a:cs typeface="IBM Plex Sans" panose="020B0503050203000203" pitchFamily="34" charset="0"/>
              </a:rPr>
              <a:t>)</a:t>
            </a:r>
            <a:endPar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endParaRPr>
          </a:p>
        </p:txBody>
      </p:sp>
      <p:sp>
        <p:nvSpPr>
          <p:cNvPr id="20" name="Rectangle 19">
            <a:extLst>
              <a:ext uri="{FF2B5EF4-FFF2-40B4-BE49-F238E27FC236}">
                <a16:creationId xmlns:a16="http://schemas.microsoft.com/office/drawing/2014/main" id="{270D0F8C-19B8-4DDB-B25B-FB683ADD6ACA}"/>
              </a:ext>
            </a:extLst>
          </p:cNvPr>
          <p:cNvSpPr/>
          <p:nvPr userDrawn="1"/>
        </p:nvSpPr>
        <p:spPr>
          <a:xfrm>
            <a:off x="465268" y="4587464"/>
            <a:ext cx="144061" cy="144061"/>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8C0AB79-AB3E-4E49-96AE-41AB4A55A1B5}"/>
              </a:ext>
            </a:extLst>
          </p:cNvPr>
          <p:cNvSpPr/>
          <p:nvPr userDrawn="1"/>
        </p:nvSpPr>
        <p:spPr>
          <a:xfrm>
            <a:off x="465268" y="4901874"/>
            <a:ext cx="144061" cy="14406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5A62839-7F6B-46BB-A3DB-E62022383AFA}"/>
              </a:ext>
            </a:extLst>
          </p:cNvPr>
          <p:cNvSpPr/>
          <p:nvPr userDrawn="1"/>
        </p:nvSpPr>
        <p:spPr>
          <a:xfrm>
            <a:off x="465268" y="5216284"/>
            <a:ext cx="144061" cy="14406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3126638-8EEA-4788-9BB1-030509ABF476}"/>
              </a:ext>
            </a:extLst>
          </p:cNvPr>
          <p:cNvSpPr txBox="1"/>
          <p:nvPr userDrawn="1"/>
        </p:nvSpPr>
        <p:spPr>
          <a:xfrm>
            <a:off x="1596337" y="1270815"/>
            <a:ext cx="3565624" cy="272490"/>
          </a:xfrm>
          <a:prstGeom prst="rect">
            <a:avLst/>
          </a:prstGeom>
        </p:spPr>
        <p:txBody>
          <a:bodyPr vert="horz" lIns="0" tIns="0" rIns="91440" bIns="0" rtlCol="0">
            <a:noAutofit/>
          </a:bodyPr>
          <a:lstStyle>
            <a:lvl1pPr marL="304792" indent="-304792">
              <a:lnSpc>
                <a:spcPct val="90000"/>
              </a:lnSpc>
              <a:spcBef>
                <a:spcPts val="1200"/>
              </a:spcBef>
              <a:buFont typeface="IBM Plex Sans" panose="020B0503050203000203" pitchFamily="34" charset="0"/>
              <a:buChar char="•"/>
              <a:defRPr sz="1800"/>
            </a:lvl1pPr>
            <a:lvl2pPr indent="-304792">
              <a:lnSpc>
                <a:spcPct val="90000"/>
              </a:lnSpc>
              <a:spcBef>
                <a:spcPts val="300"/>
              </a:spcBef>
              <a:buFont typeface="IBM Plex Sans" panose="020B0503050203000203" pitchFamily="34" charset="0"/>
              <a:buChar char="–"/>
              <a:defRPr sz="2400"/>
            </a:lvl2pPr>
            <a:lvl3pPr marL="914377" indent="-304792">
              <a:lnSpc>
                <a:spcPct val="90000"/>
              </a:lnSpc>
              <a:spcBef>
                <a:spcPts val="300"/>
              </a:spcBef>
              <a:buFont typeface="IBM Plex Sans" panose="020B0503050203000203" pitchFamily="34" charset="0"/>
              <a:buChar char="–"/>
              <a:defRPr sz="2000"/>
            </a:lvl3pPr>
            <a:lvl4pPr marL="1219170" indent="-304792">
              <a:lnSpc>
                <a:spcPct val="90000"/>
              </a:lnSpc>
              <a:spcBef>
                <a:spcPts val="300"/>
              </a:spcBef>
              <a:buFont typeface="IBM Plex Sans" panose="020B0503050203000203" pitchFamily="34" charset="0"/>
              <a:buChar char="–"/>
              <a:defRPr sz="1800"/>
            </a:lvl4pPr>
            <a:lvl5pPr marL="1523962" indent="-304792">
              <a:lnSpc>
                <a:spcPct val="90000"/>
              </a:lnSpc>
              <a:spcBef>
                <a:spcPts val="300"/>
              </a:spcBef>
              <a:buFont typeface="IBM Plex Sans" panose="020B0503050203000203" pitchFamily="34" charset="0"/>
              <a:buChar char="–"/>
              <a:tabLst/>
              <a:defRPr sz="1600"/>
            </a:lvl5pPr>
            <a:lvl6pPr marL="1828754" indent="-304792">
              <a:lnSpc>
                <a:spcPct val="90000"/>
              </a:lnSpc>
              <a:spcBef>
                <a:spcPts val="300"/>
              </a:spcBef>
              <a:buFont typeface="IBM Plex Sans" panose="020B0503050203000203" pitchFamily="34" charset="0"/>
              <a:buChar char="–"/>
              <a:defRPr sz="1400" baseline="0"/>
            </a:lvl6pPr>
            <a:lvl7pPr marL="2133547" indent="-304792">
              <a:lnSpc>
                <a:spcPct val="90000"/>
              </a:lnSpc>
              <a:spcBef>
                <a:spcPts val="300"/>
              </a:spcBef>
              <a:buFont typeface="IBM Plex Sans" panose="020B0503050203000203" pitchFamily="34" charset="0"/>
              <a:buChar char="–"/>
              <a:defRPr sz="1400" baseline="0"/>
            </a:lvl7pPr>
            <a:lvl8pPr marL="2438339" indent="-304792">
              <a:lnSpc>
                <a:spcPct val="90000"/>
              </a:lnSpc>
              <a:spcBef>
                <a:spcPts val="300"/>
              </a:spcBef>
              <a:buFont typeface="IBM Plex Sans" panose="020B0503050203000203" pitchFamily="34" charset="0"/>
              <a:buChar char="–"/>
              <a:defRPr sz="1400" baseline="0"/>
            </a:lvl8pPr>
            <a:lvl9pPr marL="2743131" indent="-304792">
              <a:lnSpc>
                <a:spcPct val="90000"/>
              </a:lnSpc>
              <a:spcBef>
                <a:spcPts val="300"/>
              </a:spcBef>
              <a:buFont typeface="IBM Plex Sans" panose="020B0503050203000203" pitchFamily="34" charset="0"/>
              <a:buChar char="–"/>
              <a:defRPr sz="1400" baseline="0"/>
            </a:lvl9pPr>
          </a:lstStyle>
          <a:p>
            <a:pPr marL="0" marR="0" lvl="0" indent="0" algn="ctr" defTabSz="1219170" rtl="0" eaLnBrk="1" fontAlgn="auto" latinLnBrk="0" hangingPunct="1">
              <a:lnSpc>
                <a:spcPct val="90000"/>
              </a:lnSpc>
              <a:spcBef>
                <a:spcPts val="1200"/>
              </a:spcBef>
              <a:spcAft>
                <a:spcPts val="0"/>
              </a:spcAft>
              <a:buClrTx/>
              <a:buSzTx/>
              <a:buFont typeface="IBM Plex Sans" panose="020B0503050203000203" pitchFamily="34" charset="0"/>
              <a:buNone/>
              <a:tabLst/>
              <a:defRPr/>
            </a:pPr>
            <a:r>
              <a:rPr kumimoji="0" lang="en-US" sz="1800" b="1"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This is the editable (real) font</a:t>
            </a:r>
          </a:p>
        </p:txBody>
      </p:sp>
      <p:sp>
        <p:nvSpPr>
          <p:cNvPr id="26" name="TextBox 25">
            <a:extLst>
              <a:ext uri="{FF2B5EF4-FFF2-40B4-BE49-F238E27FC236}">
                <a16:creationId xmlns:a16="http://schemas.microsoft.com/office/drawing/2014/main" id="{0598A2F9-73EF-407A-9F03-77193C8C18AF}"/>
              </a:ext>
            </a:extLst>
          </p:cNvPr>
          <p:cNvSpPr txBox="1"/>
          <p:nvPr userDrawn="1"/>
        </p:nvSpPr>
        <p:spPr>
          <a:xfrm>
            <a:off x="7163121" y="1270815"/>
            <a:ext cx="3578678" cy="272491"/>
          </a:xfrm>
          <a:prstGeom prst="rect">
            <a:avLst/>
          </a:prstGeom>
        </p:spPr>
        <p:txBody>
          <a:bodyPr vert="horz" lIns="0" tIns="0" rIns="91440" bIns="0" rtlCol="0">
            <a:noAutofit/>
          </a:bodyPr>
          <a:lstStyle>
            <a:lvl1pPr marL="304792" indent="-304792">
              <a:lnSpc>
                <a:spcPct val="90000"/>
              </a:lnSpc>
              <a:spcBef>
                <a:spcPts val="1200"/>
              </a:spcBef>
              <a:buFont typeface="IBM Plex Sans" panose="020B0503050203000203" pitchFamily="34" charset="0"/>
              <a:buChar char="•"/>
              <a:defRPr sz="1800"/>
            </a:lvl1pPr>
            <a:lvl2pPr indent="-304792">
              <a:lnSpc>
                <a:spcPct val="90000"/>
              </a:lnSpc>
              <a:spcBef>
                <a:spcPts val="300"/>
              </a:spcBef>
              <a:buFont typeface="IBM Plex Sans" panose="020B0503050203000203" pitchFamily="34" charset="0"/>
              <a:buChar char="–"/>
              <a:defRPr sz="2400"/>
            </a:lvl2pPr>
            <a:lvl3pPr marL="914377" indent="-304792">
              <a:lnSpc>
                <a:spcPct val="90000"/>
              </a:lnSpc>
              <a:spcBef>
                <a:spcPts val="300"/>
              </a:spcBef>
              <a:buFont typeface="IBM Plex Sans" panose="020B0503050203000203" pitchFamily="34" charset="0"/>
              <a:buChar char="–"/>
              <a:defRPr sz="2000"/>
            </a:lvl3pPr>
            <a:lvl4pPr marL="1219170" indent="-304792">
              <a:lnSpc>
                <a:spcPct val="90000"/>
              </a:lnSpc>
              <a:spcBef>
                <a:spcPts val="300"/>
              </a:spcBef>
              <a:buFont typeface="IBM Plex Sans" panose="020B0503050203000203" pitchFamily="34" charset="0"/>
              <a:buChar char="–"/>
              <a:defRPr sz="1800"/>
            </a:lvl4pPr>
            <a:lvl5pPr marL="1523962" indent="-304792">
              <a:lnSpc>
                <a:spcPct val="90000"/>
              </a:lnSpc>
              <a:spcBef>
                <a:spcPts val="300"/>
              </a:spcBef>
              <a:buFont typeface="IBM Plex Sans" panose="020B0503050203000203" pitchFamily="34" charset="0"/>
              <a:buChar char="–"/>
              <a:tabLst/>
              <a:defRPr sz="1600"/>
            </a:lvl5pPr>
            <a:lvl6pPr marL="1828754" indent="-304792">
              <a:lnSpc>
                <a:spcPct val="90000"/>
              </a:lnSpc>
              <a:spcBef>
                <a:spcPts val="300"/>
              </a:spcBef>
              <a:buFont typeface="IBM Plex Sans" panose="020B0503050203000203" pitchFamily="34" charset="0"/>
              <a:buChar char="–"/>
              <a:defRPr sz="1400" baseline="0"/>
            </a:lvl6pPr>
            <a:lvl7pPr marL="2133547" indent="-304792">
              <a:lnSpc>
                <a:spcPct val="90000"/>
              </a:lnSpc>
              <a:spcBef>
                <a:spcPts val="300"/>
              </a:spcBef>
              <a:buFont typeface="IBM Plex Sans" panose="020B0503050203000203" pitchFamily="34" charset="0"/>
              <a:buChar char="–"/>
              <a:defRPr sz="1400" baseline="0"/>
            </a:lvl7pPr>
            <a:lvl8pPr marL="2438339" indent="-304792">
              <a:lnSpc>
                <a:spcPct val="90000"/>
              </a:lnSpc>
              <a:spcBef>
                <a:spcPts val="300"/>
              </a:spcBef>
              <a:buFont typeface="IBM Plex Sans" panose="020B0503050203000203" pitchFamily="34" charset="0"/>
              <a:buChar char="–"/>
              <a:defRPr sz="1400" baseline="0"/>
            </a:lvl8pPr>
            <a:lvl9pPr marL="2743131" indent="-304792">
              <a:lnSpc>
                <a:spcPct val="90000"/>
              </a:lnSpc>
              <a:spcBef>
                <a:spcPts val="300"/>
              </a:spcBef>
              <a:buFont typeface="IBM Plex Sans" panose="020B0503050203000203" pitchFamily="34" charset="0"/>
              <a:buChar char="–"/>
              <a:defRPr sz="1400" baseline="0"/>
            </a:lvl9pPr>
          </a:lstStyle>
          <a:p>
            <a:pPr marL="0" marR="0" lvl="0" indent="0" algn="ctr" defTabSz="1219170" rtl="0" eaLnBrk="1" fontAlgn="auto" latinLnBrk="0" hangingPunct="1">
              <a:lnSpc>
                <a:spcPct val="90000"/>
              </a:lnSpc>
              <a:spcBef>
                <a:spcPts val="1200"/>
              </a:spcBef>
              <a:spcAft>
                <a:spcPts val="0"/>
              </a:spcAft>
              <a:buClrTx/>
              <a:buSzTx/>
              <a:buFont typeface="IBM Plex Sans" panose="020B0503050203000203" pitchFamily="34" charset="0"/>
              <a:buNone/>
              <a:tabLst/>
              <a:defRPr/>
            </a:pPr>
            <a:r>
              <a:rPr lang="en-US" b="1">
                <a:solidFill>
                  <a:srgbClr val="000000"/>
                </a:solidFill>
                <a:latin typeface="IBM Plex Sans" panose="020B0503050203000203" pitchFamily="34" charset="0"/>
                <a:cs typeface="IBM Plex Sans" panose="020B0503050203000203" pitchFamily="34" charset="0"/>
              </a:rPr>
              <a:t>This is an i</a:t>
            </a:r>
            <a:r>
              <a:rPr kumimoji="0" lang="en-US" sz="1800" b="1"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mage of the font</a:t>
            </a:r>
          </a:p>
        </p:txBody>
      </p:sp>
      <p:sp>
        <p:nvSpPr>
          <p:cNvPr id="28" name="TextBox 27">
            <a:extLst>
              <a:ext uri="{FF2B5EF4-FFF2-40B4-BE49-F238E27FC236}">
                <a16:creationId xmlns:a16="http://schemas.microsoft.com/office/drawing/2014/main" id="{C38B422F-4D64-4EC8-8430-6732BD5D0627}"/>
              </a:ext>
            </a:extLst>
          </p:cNvPr>
          <p:cNvSpPr txBox="1"/>
          <p:nvPr userDrawn="1"/>
        </p:nvSpPr>
        <p:spPr>
          <a:xfrm>
            <a:off x="2129385" y="1603326"/>
            <a:ext cx="3488134" cy="1740092"/>
          </a:xfrm>
          <a:prstGeom prst="rect">
            <a:avLst/>
          </a:prstGeom>
          <a:noFill/>
        </p:spPr>
        <p:txBody>
          <a:bodyPr wrap="none" lIns="0" tIns="0" rIns="0" bIns="0"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mn-lt"/>
                <a:ea typeface="+mn-ea"/>
                <a:cs typeface="IBM Plex Sans" panose="020B0503050203000203" pitchFamily="34" charset="0"/>
              </a:rPr>
              <a:t>IBM Plex Sans</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IBM Plex Sans Medium" panose="020B0603050203000203" pitchFamily="34" charset="0"/>
                <a:ea typeface="+mn-ea"/>
                <a:cs typeface="IBM Plex Sans" panose="020B0503050203000203" pitchFamily="34" charset="0"/>
              </a:rPr>
              <a:t>IBM Plex Sans Medium</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IBM Plex Sans SemiBold" panose="020B0703050203000203" pitchFamily="34" charset="0"/>
                <a:ea typeface="+mn-ea"/>
                <a:cs typeface="IBM Plex Sans" panose="020B0503050203000203" pitchFamily="34" charset="0"/>
              </a:rPr>
              <a:t>IBM Plex Sans </a:t>
            </a:r>
            <a:r>
              <a:rPr kumimoji="0" lang="en-US" sz="2400" b="0" i="0" u="none" strike="noStrike" kern="1200" cap="none" spc="0" normalizeH="0" baseline="0" noProof="0" err="1">
                <a:ln>
                  <a:noFill/>
                </a:ln>
                <a:solidFill>
                  <a:srgbClr val="000000"/>
                </a:solidFill>
                <a:effectLst/>
                <a:uLnTx/>
                <a:uFillTx/>
                <a:latin typeface="IBM Plex Sans SemiBold" panose="020B0703050203000203" pitchFamily="34" charset="0"/>
                <a:ea typeface="+mn-ea"/>
                <a:cs typeface="IBM Plex Sans" panose="020B0503050203000203" pitchFamily="34" charset="0"/>
              </a:rPr>
              <a:t>SemiBold</a:t>
            </a:r>
            <a:endParaRPr kumimoji="0" lang="en-US" sz="2400" b="0" i="0" u="none" strike="noStrike" kern="1200" cap="none" spc="0" normalizeH="0" baseline="0" noProof="0">
              <a:ln>
                <a:noFill/>
              </a:ln>
              <a:solidFill>
                <a:srgbClr val="000000"/>
              </a:solidFill>
              <a:effectLst/>
              <a:uLnTx/>
              <a:uFillTx/>
              <a:latin typeface="IBM Plex Sans SemiBold" panose="020B0703050203000203" pitchFamily="34" charset="0"/>
              <a:ea typeface="+mn-ea"/>
              <a:cs typeface="IBM Plex Sans" panose="020B0503050203000203"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IBM Plex Sans SemiBold" panose="020B0703050203000203" pitchFamily="34" charset="0"/>
                <a:ea typeface="+mn-ea"/>
                <a:cs typeface="IBM Plex Sans" panose="020B0503050203000203" pitchFamily="34" charset="0"/>
              </a:rPr>
              <a:t>IBM Plex Sans Bold</a:t>
            </a:r>
          </a:p>
        </p:txBody>
      </p:sp>
      <p:cxnSp>
        <p:nvCxnSpPr>
          <p:cNvPr id="30" name="Straight Connector 29">
            <a:extLst>
              <a:ext uri="{FF2B5EF4-FFF2-40B4-BE49-F238E27FC236}">
                <a16:creationId xmlns:a16="http://schemas.microsoft.com/office/drawing/2014/main" id="{F8DF45DD-DE2F-4317-AA60-5C336615BFD7}"/>
              </a:ext>
            </a:extLst>
          </p:cNvPr>
          <p:cNvCxnSpPr>
            <a:cxnSpLocks/>
          </p:cNvCxnSpPr>
          <p:nvPr userDrawn="1"/>
        </p:nvCxnSpPr>
        <p:spPr>
          <a:xfrm>
            <a:off x="6922745" y="1543306"/>
            <a:ext cx="40594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EA684F7-C4A2-4255-BB8A-C949D3A6FA4B}"/>
              </a:ext>
            </a:extLst>
          </p:cNvPr>
          <p:cNvCxnSpPr>
            <a:cxnSpLocks/>
          </p:cNvCxnSpPr>
          <p:nvPr userDrawn="1"/>
        </p:nvCxnSpPr>
        <p:spPr>
          <a:xfrm>
            <a:off x="1349433" y="1543306"/>
            <a:ext cx="4059430"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985E7BE-B649-41A3-A8B3-5E3D753C4C2A}"/>
              </a:ext>
            </a:extLst>
          </p:cNvPr>
          <p:cNvSpPr/>
          <p:nvPr userDrawn="1"/>
        </p:nvSpPr>
        <p:spPr>
          <a:xfrm>
            <a:off x="1826490" y="1758937"/>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A07298F-4439-4F4D-AB73-FA88B454B0FB}"/>
              </a:ext>
            </a:extLst>
          </p:cNvPr>
          <p:cNvSpPr/>
          <p:nvPr userDrawn="1"/>
        </p:nvSpPr>
        <p:spPr>
          <a:xfrm>
            <a:off x="465268" y="4270224"/>
            <a:ext cx="144061" cy="144061"/>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3366F4ED-EB13-257E-4E03-FAD26D847971}"/>
              </a:ext>
            </a:extLst>
          </p:cNvPr>
          <p:cNvSpPr>
            <a:spLocks noGrp="1"/>
          </p:cNvSpPr>
          <p:nvPr>
            <p:ph type="dt" sz="half" idx="10"/>
          </p:nvPr>
        </p:nvSpPr>
        <p:spPr/>
        <p:txBody>
          <a:bodyPr/>
          <a:lstStyle/>
          <a:p>
            <a:fld id="{228D026D-C07B-48C8-8C2B-C561E4D51E16}" type="datetime1">
              <a:rPr lang="en-US" smtClean="0"/>
              <a:t>6/19/2024</a:t>
            </a:fld>
            <a:endParaRPr lang="en-US"/>
          </a:p>
        </p:txBody>
      </p:sp>
      <p:sp>
        <p:nvSpPr>
          <p:cNvPr id="13" name="Footer Placeholder 12">
            <a:extLst>
              <a:ext uri="{FF2B5EF4-FFF2-40B4-BE49-F238E27FC236}">
                <a16:creationId xmlns:a16="http://schemas.microsoft.com/office/drawing/2014/main" id="{5F1AF7AF-268F-C0F7-B4A8-180B3344D6E0}"/>
              </a:ext>
            </a:extLst>
          </p:cNvPr>
          <p:cNvSpPr>
            <a:spLocks noGrp="1"/>
          </p:cNvSpPr>
          <p:nvPr>
            <p:ph type="ftr" sz="quarter" idx="11"/>
          </p:nvPr>
        </p:nvSpPr>
        <p:spPr/>
        <p:txBody>
          <a:bodyPr/>
          <a:lstStyle/>
          <a:p>
            <a:r>
              <a:rPr lang="en-US"/>
              <a:t>CONFIDENTIAL</a:t>
            </a:r>
          </a:p>
        </p:txBody>
      </p:sp>
      <p:sp>
        <p:nvSpPr>
          <p:cNvPr id="19" name="Slide Number Placeholder 18">
            <a:extLst>
              <a:ext uri="{FF2B5EF4-FFF2-40B4-BE49-F238E27FC236}">
                <a16:creationId xmlns:a16="http://schemas.microsoft.com/office/drawing/2014/main" id="{2660270F-A946-D2E6-0422-2E94C4C0D98D}"/>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3" name="Rectangle 2">
            <a:extLst>
              <a:ext uri="{FF2B5EF4-FFF2-40B4-BE49-F238E27FC236}">
                <a16:creationId xmlns:a16="http://schemas.microsoft.com/office/drawing/2014/main" id="{17BB8EB5-283F-3841-CB09-D1077136327F}"/>
              </a:ext>
            </a:extLst>
          </p:cNvPr>
          <p:cNvSpPr/>
          <p:nvPr userDrawn="1"/>
        </p:nvSpPr>
        <p:spPr>
          <a:xfrm>
            <a:off x="1826490" y="2201389"/>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A37EEB1-C672-3128-838F-F611CF9CE0B6}"/>
              </a:ext>
            </a:extLst>
          </p:cNvPr>
          <p:cNvSpPr/>
          <p:nvPr userDrawn="1"/>
        </p:nvSpPr>
        <p:spPr>
          <a:xfrm>
            <a:off x="1826490" y="2634008"/>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4D9ACE2-96B1-6DFD-8D0D-BF527C80FFFA}"/>
              </a:ext>
            </a:extLst>
          </p:cNvPr>
          <p:cNvSpPr/>
          <p:nvPr userDrawn="1"/>
        </p:nvSpPr>
        <p:spPr>
          <a:xfrm>
            <a:off x="1826490" y="3056795"/>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72681"/>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hem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EF7E7FE-161C-1621-6150-3632C1A9CE7D}"/>
              </a:ext>
            </a:extLst>
          </p:cNvPr>
          <p:cNvGrpSpPr/>
          <p:nvPr userDrawn="1"/>
        </p:nvGrpSpPr>
        <p:grpSpPr>
          <a:xfrm>
            <a:off x="3035300" y="2171699"/>
            <a:ext cx="6120841" cy="1825149"/>
            <a:chOff x="11074630" y="5946246"/>
            <a:chExt cx="911089" cy="271674"/>
          </a:xfrm>
        </p:grpSpPr>
        <p:sp>
          <p:nvSpPr>
            <p:cNvPr id="9" name="Freeform: Shape 8">
              <a:extLst>
                <a:ext uri="{FF2B5EF4-FFF2-40B4-BE49-F238E27FC236}">
                  <a16:creationId xmlns:a16="http://schemas.microsoft.com/office/drawing/2014/main" id="{9FF9BA49-6480-3B28-769B-38A4F05CEB71}"/>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E7CBCA5-3183-D716-0C70-808826A7A8F5}"/>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17CC162-0CDA-B675-8D14-BCF0C26475FE}"/>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17E801-6DED-3E1B-FE8E-9E34E980B2A9}"/>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5518CEB9-5C35-B9BB-E050-764B8E1EEAD7}"/>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3551EC86-42A7-0BD2-DF5F-8556C97D86A3}"/>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39CC110-D973-407B-160C-4C76EB949D16}"/>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F9ABECC8-9BFF-94F7-5B1F-2F15643C9893}"/>
              </a:ext>
            </a:extLst>
          </p:cNvPr>
          <p:cNvSpPr>
            <a:spLocks noGrp="1"/>
          </p:cNvSpPr>
          <p:nvPr>
            <p:ph type="dt" sz="half" idx="10"/>
          </p:nvPr>
        </p:nvSpPr>
        <p:spPr/>
        <p:txBody>
          <a:bodyPr/>
          <a:lstStyle/>
          <a:p>
            <a:fld id="{228D026D-C07B-48C8-8C2B-C561E4D51E16}" type="datetime1">
              <a:rPr lang="en-US" smtClean="0"/>
              <a:t>6/19/2024</a:t>
            </a:fld>
            <a:endParaRPr lang="en-US"/>
          </a:p>
        </p:txBody>
      </p:sp>
      <p:sp>
        <p:nvSpPr>
          <p:cNvPr id="7" name="Footer Placeholder 6">
            <a:extLst>
              <a:ext uri="{FF2B5EF4-FFF2-40B4-BE49-F238E27FC236}">
                <a16:creationId xmlns:a16="http://schemas.microsoft.com/office/drawing/2014/main" id="{B4CF6CF7-E1E0-67DC-469D-A01272979FF4}"/>
              </a:ext>
            </a:extLst>
          </p:cNvPr>
          <p:cNvSpPr>
            <a:spLocks noGrp="1"/>
          </p:cNvSpPr>
          <p:nvPr>
            <p:ph type="ftr" sz="quarter" idx="11"/>
          </p:nvPr>
        </p:nvSpPr>
        <p:spPr/>
        <p:txBody>
          <a:bodyPr/>
          <a:lstStyle/>
          <a:p>
            <a:r>
              <a:rPr lang="en-US"/>
              <a:t>CONFIDENTIAL</a:t>
            </a:r>
          </a:p>
        </p:txBody>
      </p:sp>
      <p:sp>
        <p:nvSpPr>
          <p:cNvPr id="8" name="Slide Number Placeholder 7">
            <a:extLst>
              <a:ext uri="{FF2B5EF4-FFF2-40B4-BE49-F238E27FC236}">
                <a16:creationId xmlns:a16="http://schemas.microsoft.com/office/drawing/2014/main" id="{B71F7B46-5447-BE96-BA00-AE43C3918968}"/>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31049214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heme Purple">
    <p:bg bwMode="auto">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9D65AD-CAD6-5A52-B275-D078D33296D8}"/>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6/19/2024</a:t>
            </a:fld>
            <a:endParaRPr lang="en-US"/>
          </a:p>
        </p:txBody>
      </p:sp>
      <p:sp>
        <p:nvSpPr>
          <p:cNvPr id="7" name="Footer Placeholder 6">
            <a:extLst>
              <a:ext uri="{FF2B5EF4-FFF2-40B4-BE49-F238E27FC236}">
                <a16:creationId xmlns:a16="http://schemas.microsoft.com/office/drawing/2014/main" id="{EA6AAE02-3BA5-D8B7-7251-21D4DA9B282E}"/>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8" name="Slide Number Placeholder 7">
            <a:extLst>
              <a:ext uri="{FF2B5EF4-FFF2-40B4-BE49-F238E27FC236}">
                <a16:creationId xmlns:a16="http://schemas.microsoft.com/office/drawing/2014/main" id="{E8159697-EFC4-6E39-DBE9-4DDFE4973379}"/>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grpSp>
        <p:nvGrpSpPr>
          <p:cNvPr id="3" name="Group 2">
            <a:extLst>
              <a:ext uri="{FF2B5EF4-FFF2-40B4-BE49-F238E27FC236}">
                <a16:creationId xmlns:a16="http://schemas.microsoft.com/office/drawing/2014/main" id="{B9B15462-CC88-CAEE-D663-19BBBEEBD506}"/>
              </a:ext>
            </a:extLst>
          </p:cNvPr>
          <p:cNvGrpSpPr/>
          <p:nvPr userDrawn="1"/>
        </p:nvGrpSpPr>
        <p:grpSpPr>
          <a:xfrm>
            <a:off x="3035300" y="2171699"/>
            <a:ext cx="6120841" cy="1825149"/>
            <a:chOff x="11074630" y="5946246"/>
            <a:chExt cx="911089" cy="271674"/>
          </a:xfrm>
          <a:solidFill>
            <a:schemeClr val="bg1"/>
          </a:solidFill>
        </p:grpSpPr>
        <p:sp>
          <p:nvSpPr>
            <p:cNvPr id="4" name="Freeform: Shape 3">
              <a:extLst>
                <a:ext uri="{FF2B5EF4-FFF2-40B4-BE49-F238E27FC236}">
                  <a16:creationId xmlns:a16="http://schemas.microsoft.com/office/drawing/2014/main" id="{AC046DD5-840F-3F44-44EC-D6BC41B5A888}"/>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grp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17C787E7-0C29-CAC4-DE0B-0368B0D81F14}"/>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C8494EEC-76AD-F7D6-88E5-40FE91B23FE5}"/>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A55D20E-CC35-2045-0CC5-3928672E4663}"/>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6CDC61E-C84E-8A01-44A7-DE7EC4FF561C}"/>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B3932A9-39F7-99CF-6CFB-211EBE2478C4}"/>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9E1B41A-75BA-76C6-2CD0-334F2D18F9BC}"/>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0227370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3C08197-5484-277D-7AE3-A725D51F85D4}"/>
              </a:ext>
            </a:extLst>
          </p:cNvPr>
          <p:cNvGrpSpPr/>
          <p:nvPr userDrawn="1"/>
        </p:nvGrpSpPr>
        <p:grpSpPr>
          <a:xfrm>
            <a:off x="10408962" y="6131833"/>
            <a:ext cx="1549676" cy="462092"/>
            <a:chOff x="11074630" y="5946246"/>
            <a:chExt cx="911089" cy="271674"/>
          </a:xfrm>
        </p:grpSpPr>
        <p:sp>
          <p:nvSpPr>
            <p:cNvPr id="10" name="Freeform: Shape 9">
              <a:extLst>
                <a:ext uri="{FF2B5EF4-FFF2-40B4-BE49-F238E27FC236}">
                  <a16:creationId xmlns:a16="http://schemas.microsoft.com/office/drawing/2014/main" id="{127C715E-6F55-1045-DCB3-118A8CB0B74B}"/>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DD62EFA-5517-D2BE-4C4C-60514C7C22A7}"/>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6AB7D9F-9895-A614-1095-A0A933CE2CB5}"/>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E4ECC3F-F6CC-28DE-A8F5-477A4A8E8160}"/>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90418F3-B9E4-CBE1-846E-781CB1B3D2FD}"/>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DACAC5E-33A2-0ED8-46A6-26F78FA2D853}"/>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0693BD0-2206-8EF2-5A36-80C66185370A}"/>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
        <p:nvSpPr>
          <p:cNvPr id="5" name="Freeform: Shape 4">
            <a:extLst>
              <a:ext uri="{FF2B5EF4-FFF2-40B4-BE49-F238E27FC236}">
                <a16:creationId xmlns:a16="http://schemas.microsoft.com/office/drawing/2014/main" id="{962E6D14-C103-CDC1-F78C-13EBBB4F25B8}"/>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17" name="Title 1">
            <a:extLst>
              <a:ext uri="{FF2B5EF4-FFF2-40B4-BE49-F238E27FC236}">
                <a16:creationId xmlns:a16="http://schemas.microsoft.com/office/drawing/2014/main" id="{EFCC516B-E122-4FD1-BCFB-950A404368F3}"/>
              </a:ext>
            </a:extLst>
          </p:cNvPr>
          <p:cNvSpPr>
            <a:spLocks noGrp="1"/>
          </p:cNvSpPr>
          <p:nvPr>
            <p:ph type="ctrTitle" hasCustomPrompt="1"/>
          </p:nvPr>
        </p:nvSpPr>
        <p:spPr>
          <a:xfrm>
            <a:off x="685014" y="2103120"/>
            <a:ext cx="10812544" cy="1681544"/>
          </a:xfrm>
        </p:spPr>
        <p:txBody>
          <a:bodyPr vert="horz" lIns="91440" rIns="91440" anchor="b">
            <a:noAutofit/>
          </a:bodyPr>
          <a:lstStyle>
            <a:lvl1pPr algn="ctr">
              <a:defRPr sz="6000" b="1">
                <a:solidFill>
                  <a:schemeClr val="accent1">
                    <a:lumMod val="50000"/>
                  </a:schemeClr>
                </a:solidFill>
                <a:latin typeface="+mj-lt"/>
                <a:ea typeface="+mj-ea"/>
                <a:cs typeface="+mj-cs"/>
              </a:defRPr>
            </a:lvl1pPr>
          </a:lstStyle>
          <a:p>
            <a:r>
              <a:rPr lang="en-US"/>
              <a:t>Title Layout</a:t>
            </a:r>
            <a:br>
              <a:rPr lang="en-US"/>
            </a:br>
            <a:r>
              <a:rPr lang="en-US"/>
              <a:t>Title Goes Here</a:t>
            </a:r>
          </a:p>
        </p:txBody>
      </p:sp>
      <p:sp>
        <p:nvSpPr>
          <p:cNvPr id="9" name="Subtitle 2">
            <a:extLst>
              <a:ext uri="{FF2B5EF4-FFF2-40B4-BE49-F238E27FC236}">
                <a16:creationId xmlns:a16="http://schemas.microsoft.com/office/drawing/2014/main" id="{75617103-2C8B-16AA-D9C4-99FC08F54C28}"/>
              </a:ext>
            </a:extLst>
          </p:cNvPr>
          <p:cNvSpPr>
            <a:spLocks noGrp="1"/>
          </p:cNvSpPr>
          <p:nvPr>
            <p:ph type="subTitle" idx="1" hasCustomPrompt="1"/>
          </p:nvPr>
        </p:nvSpPr>
        <p:spPr>
          <a:xfrm>
            <a:off x="685014" y="3840480"/>
            <a:ext cx="10812544" cy="1067765"/>
          </a:xfrm>
        </p:spPr>
        <p:txBody>
          <a:bodyPr lIns="91440" rIns="91440"/>
          <a:lstStyle>
            <a:lvl1pPr marL="0" indent="0" algn="ctr">
              <a:buNone/>
              <a:defRPr sz="2800">
                <a:solidFill>
                  <a:schemeClr val="accent1">
                    <a:lumMod val="50000"/>
                  </a:schemeClr>
                </a:solidFill>
                <a:latin typeface="IBM Plex Sans Medium" panose="020B0603050203000203"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Add Subtitle Here</a:t>
            </a:r>
          </a:p>
        </p:txBody>
      </p:sp>
      <p:sp>
        <p:nvSpPr>
          <p:cNvPr id="3" name="Date Placeholder 2">
            <a:extLst>
              <a:ext uri="{FF2B5EF4-FFF2-40B4-BE49-F238E27FC236}">
                <a16:creationId xmlns:a16="http://schemas.microsoft.com/office/drawing/2014/main" id="{CE4B4162-F823-B088-69DA-C55BDB929BAE}"/>
              </a:ext>
            </a:extLst>
          </p:cNvPr>
          <p:cNvSpPr>
            <a:spLocks noGrp="1"/>
          </p:cNvSpPr>
          <p:nvPr>
            <p:ph type="dt" sz="half" idx="10"/>
          </p:nvPr>
        </p:nvSpPr>
        <p:spPr/>
        <p:txBody>
          <a:bodyPr/>
          <a:lstStyle/>
          <a:p>
            <a:fld id="{228D026D-C07B-48C8-8C2B-C561E4D51E16}" type="datetime1">
              <a:rPr lang="en-US" smtClean="0"/>
              <a:t>6/19/2024</a:t>
            </a:fld>
            <a:endParaRPr lang="en-US"/>
          </a:p>
        </p:txBody>
      </p:sp>
      <p:sp>
        <p:nvSpPr>
          <p:cNvPr id="4" name="Footer Placeholder 3">
            <a:extLst>
              <a:ext uri="{FF2B5EF4-FFF2-40B4-BE49-F238E27FC236}">
                <a16:creationId xmlns:a16="http://schemas.microsoft.com/office/drawing/2014/main" id="{547FC45A-96C2-AA8C-6236-FF429BB8F50D}"/>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FBBD3472-9A5D-760A-9970-4D4536DFC233}"/>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6147372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Purple">
    <p:bg bwMode="auto">
      <p:bgPr>
        <a:solidFill>
          <a:schemeClr val="accent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FCC516B-E122-4FD1-BCFB-950A404368F3}"/>
              </a:ext>
            </a:extLst>
          </p:cNvPr>
          <p:cNvSpPr>
            <a:spLocks noGrp="1"/>
          </p:cNvSpPr>
          <p:nvPr>
            <p:ph type="ctrTitle" hasCustomPrompt="1"/>
          </p:nvPr>
        </p:nvSpPr>
        <p:spPr bwMode="white">
          <a:xfrm>
            <a:off x="684229" y="2103120"/>
            <a:ext cx="10812544" cy="1681544"/>
          </a:xfrm>
        </p:spPr>
        <p:txBody>
          <a:bodyPr vert="horz" lIns="91440" rIns="91440" anchor="b">
            <a:noAutofit/>
          </a:bodyPr>
          <a:lstStyle>
            <a:lvl1pPr algn="ctr">
              <a:defRPr sz="6000" b="1">
                <a:solidFill>
                  <a:schemeClr val="bg1"/>
                </a:solidFill>
                <a:latin typeface="+mn-lt"/>
                <a:ea typeface="+mj-ea"/>
                <a:cs typeface="+mj-cs"/>
              </a:defRPr>
            </a:lvl1pPr>
          </a:lstStyle>
          <a:p>
            <a:r>
              <a:rPr lang="en-US"/>
              <a:t>Title Layout</a:t>
            </a:r>
            <a:br>
              <a:rPr lang="en-US"/>
            </a:br>
            <a:r>
              <a:rPr lang="en-US"/>
              <a:t>Title Goes Here</a:t>
            </a:r>
          </a:p>
        </p:txBody>
      </p:sp>
      <p:sp>
        <p:nvSpPr>
          <p:cNvPr id="19" name="Subtitle 2">
            <a:extLst>
              <a:ext uri="{FF2B5EF4-FFF2-40B4-BE49-F238E27FC236}">
                <a16:creationId xmlns:a16="http://schemas.microsoft.com/office/drawing/2014/main" id="{263C3898-E2D2-4879-8325-10F61C0CB84E}"/>
              </a:ext>
            </a:extLst>
          </p:cNvPr>
          <p:cNvSpPr>
            <a:spLocks noGrp="1"/>
          </p:cNvSpPr>
          <p:nvPr>
            <p:ph type="subTitle" idx="1" hasCustomPrompt="1"/>
          </p:nvPr>
        </p:nvSpPr>
        <p:spPr bwMode="white">
          <a:xfrm>
            <a:off x="684229" y="3840480"/>
            <a:ext cx="10812544" cy="1067765"/>
          </a:xfrm>
        </p:spPr>
        <p:txBody>
          <a:bodyPr lIns="91440" rIns="91440"/>
          <a:lstStyle>
            <a:lvl1pPr marL="0" indent="0" algn="ctr">
              <a:buNone/>
              <a:defRPr sz="2800">
                <a:solidFill>
                  <a:schemeClr val="bg1"/>
                </a:solidFill>
                <a:latin typeface="IBM Plex Sans Medium" panose="020B0603050203000203"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Add Subtitle Here</a:t>
            </a:r>
          </a:p>
        </p:txBody>
      </p:sp>
      <p:sp>
        <p:nvSpPr>
          <p:cNvPr id="2" name="Date Placeholder 1">
            <a:extLst>
              <a:ext uri="{FF2B5EF4-FFF2-40B4-BE49-F238E27FC236}">
                <a16:creationId xmlns:a16="http://schemas.microsoft.com/office/drawing/2014/main" id="{25FA2D38-2396-419B-D1E8-2593971D8468}"/>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6/19/2024</a:t>
            </a:fld>
            <a:endParaRPr lang="en-US"/>
          </a:p>
        </p:txBody>
      </p:sp>
      <p:sp>
        <p:nvSpPr>
          <p:cNvPr id="3" name="Footer Placeholder 2">
            <a:extLst>
              <a:ext uri="{FF2B5EF4-FFF2-40B4-BE49-F238E27FC236}">
                <a16:creationId xmlns:a16="http://schemas.microsoft.com/office/drawing/2014/main" id="{978A53C6-46FF-2529-EC31-2AC94CF00610}"/>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4" name="Slide Number Placeholder 3">
            <a:extLst>
              <a:ext uri="{FF2B5EF4-FFF2-40B4-BE49-F238E27FC236}">
                <a16:creationId xmlns:a16="http://schemas.microsoft.com/office/drawing/2014/main" id="{99CE166E-0F1C-14ED-250D-1AC7A22337A0}"/>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grpSp>
        <p:nvGrpSpPr>
          <p:cNvPr id="5" name="Group 4">
            <a:extLst>
              <a:ext uri="{FF2B5EF4-FFF2-40B4-BE49-F238E27FC236}">
                <a16:creationId xmlns:a16="http://schemas.microsoft.com/office/drawing/2014/main" id="{5BC6ADC3-0EFB-4894-5F6E-732FFF649A73}"/>
              </a:ext>
            </a:extLst>
          </p:cNvPr>
          <p:cNvGrpSpPr/>
          <p:nvPr userDrawn="1"/>
        </p:nvGrpSpPr>
        <p:grpSpPr>
          <a:xfrm>
            <a:off x="10408962" y="6131833"/>
            <a:ext cx="1549676" cy="462092"/>
            <a:chOff x="11074630" y="5946246"/>
            <a:chExt cx="911089" cy="271674"/>
          </a:xfrm>
          <a:solidFill>
            <a:schemeClr val="bg1"/>
          </a:solidFill>
        </p:grpSpPr>
        <p:sp>
          <p:nvSpPr>
            <p:cNvPr id="6" name="Freeform: Shape 5">
              <a:extLst>
                <a:ext uri="{FF2B5EF4-FFF2-40B4-BE49-F238E27FC236}">
                  <a16:creationId xmlns:a16="http://schemas.microsoft.com/office/drawing/2014/main" id="{474962E9-0216-5EA4-EE45-01FF30622C2C}"/>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6456954D-5FDE-A9E0-8674-4259ABA1BC98}"/>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9284F22-C4FD-E199-C133-CC955BFE74F3}"/>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A35389F-6F1B-2561-0738-640DA9F4348F}"/>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9EA730F-29AD-8FA0-27C8-254ECF5935AB}"/>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2BBA7867-792E-8613-2566-D8E8150B1382}"/>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2C28627-33C0-ACB9-6E20-418B06CA411D}"/>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52482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urple">
    <p:bg bwMode="auto">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AADDB-2DD6-77EB-DC6F-884F589BD72C}"/>
              </a:ext>
            </a:extLst>
          </p:cNvPr>
          <p:cNvSpPr>
            <a:spLocks noGrp="1"/>
          </p:cNvSpPr>
          <p:nvPr>
            <p:ph type="title" hasCustomPrompt="1"/>
          </p:nvPr>
        </p:nvSpPr>
        <p:spPr bwMode="white">
          <a:xfrm>
            <a:off x="459044" y="457200"/>
            <a:ext cx="4984826" cy="5760720"/>
          </a:xfrm>
        </p:spPr>
        <p:txBody>
          <a:bodyPr lIns="274320" tIns="0" anchor="ctr"/>
          <a:lstStyle>
            <a:lvl1pPr algn="l">
              <a:defRPr sz="6000" b="1">
                <a:solidFill>
                  <a:schemeClr val="bg1"/>
                </a:solidFill>
                <a:latin typeface="+mj-lt"/>
              </a:defRPr>
            </a:lvl1pPr>
          </a:lstStyle>
          <a:p>
            <a:r>
              <a:rPr lang="en-US"/>
              <a:t>Title Goes Here</a:t>
            </a:r>
          </a:p>
        </p:txBody>
      </p:sp>
      <p:sp>
        <p:nvSpPr>
          <p:cNvPr id="5" name="Text Placeholder 4">
            <a:extLst>
              <a:ext uri="{FF2B5EF4-FFF2-40B4-BE49-F238E27FC236}">
                <a16:creationId xmlns:a16="http://schemas.microsoft.com/office/drawing/2014/main" id="{944C4276-62D1-005C-8224-E7EE981B4E4D}"/>
              </a:ext>
            </a:extLst>
          </p:cNvPr>
          <p:cNvSpPr>
            <a:spLocks noGrp="1"/>
          </p:cNvSpPr>
          <p:nvPr>
            <p:ph type="body" sz="quarter" idx="10" hasCustomPrompt="1"/>
          </p:nvPr>
        </p:nvSpPr>
        <p:spPr bwMode="white">
          <a:xfrm>
            <a:off x="5730950" y="457200"/>
            <a:ext cx="6002006" cy="5760720"/>
          </a:xfrm>
        </p:spPr>
        <p:txBody>
          <a:bodyPr tIns="91440" rIns="0" bIns="91440" anchor="ctr"/>
          <a:lstStyle>
            <a:lvl1pPr marL="344488" indent="-344488">
              <a:spcBef>
                <a:spcPts val="1800"/>
              </a:spcBef>
              <a:buClr>
                <a:schemeClr val="accent3"/>
              </a:buClr>
              <a:buFont typeface="IBM Plex Sans" panose="020B0503050203000203" pitchFamily="34" charset="0"/>
              <a:buChar char="•"/>
              <a:defRPr sz="3600" b="0">
                <a:solidFill>
                  <a:schemeClr val="bg1"/>
                </a:solidFill>
                <a:latin typeface="IBM Plex Sans Medium" panose="020B0604020202020204" pitchFamily="34" charset="0"/>
              </a:defRPr>
            </a:lvl1pPr>
          </a:lstStyle>
          <a:p>
            <a:pPr lvl="0"/>
            <a:r>
              <a:rPr lang="en-US"/>
              <a:t>Lorem Ipsum</a:t>
            </a:r>
          </a:p>
          <a:p>
            <a:pPr lvl="0"/>
            <a:r>
              <a:rPr lang="en-US"/>
              <a:t>Lorem Ipsum</a:t>
            </a:r>
          </a:p>
          <a:p>
            <a:pPr lvl="0"/>
            <a:r>
              <a:rPr lang="en-US"/>
              <a:t>Lorem Ipsum</a:t>
            </a:r>
          </a:p>
          <a:p>
            <a:pPr lvl="0"/>
            <a:r>
              <a:rPr lang="en-US"/>
              <a:t>Lorem Ipsum</a:t>
            </a:r>
          </a:p>
          <a:p>
            <a:pPr lvl="0"/>
            <a:r>
              <a:rPr lang="en-US"/>
              <a:t>Lorem Ipsum</a:t>
            </a:r>
          </a:p>
        </p:txBody>
      </p:sp>
      <p:pic>
        <p:nvPicPr>
          <p:cNvPr id="3" name="Graphic 2">
            <a:extLst>
              <a:ext uri="{FF2B5EF4-FFF2-40B4-BE49-F238E27FC236}">
                <a16:creationId xmlns:a16="http://schemas.microsoft.com/office/drawing/2014/main" id="{BFBDEA33-B167-730C-A140-CA976ADB4EA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white">
          <a:xfrm>
            <a:off x="11119839" y="6309360"/>
            <a:ext cx="865880" cy="274320"/>
          </a:xfrm>
          <a:prstGeom prst="rect">
            <a:avLst/>
          </a:prstGeom>
        </p:spPr>
      </p:pic>
      <p:sp>
        <p:nvSpPr>
          <p:cNvPr id="4" name="Date Placeholder 3">
            <a:extLst>
              <a:ext uri="{FF2B5EF4-FFF2-40B4-BE49-F238E27FC236}">
                <a16:creationId xmlns:a16="http://schemas.microsoft.com/office/drawing/2014/main" id="{4FA58D54-60F2-F779-E430-BBC914C12D01}"/>
              </a:ext>
            </a:extLst>
          </p:cNvPr>
          <p:cNvSpPr>
            <a:spLocks noGrp="1"/>
          </p:cNvSpPr>
          <p:nvPr>
            <p:ph type="dt" sz="half" idx="11"/>
          </p:nvPr>
        </p:nvSpPr>
        <p:spPr/>
        <p:txBody>
          <a:bodyPr/>
          <a:lstStyle>
            <a:lvl1pPr>
              <a:defRPr>
                <a:solidFill>
                  <a:schemeClr val="bg1"/>
                </a:solidFill>
              </a:defRPr>
            </a:lvl1pPr>
          </a:lstStyle>
          <a:p>
            <a:fld id="{228D026D-C07B-48C8-8C2B-C561E4D51E16}" type="datetime1">
              <a:rPr lang="en-US" smtClean="0"/>
              <a:pPr/>
              <a:t>6/19/2024</a:t>
            </a:fld>
            <a:endParaRPr lang="en-US"/>
          </a:p>
        </p:txBody>
      </p:sp>
      <p:sp>
        <p:nvSpPr>
          <p:cNvPr id="6" name="Footer Placeholder 5">
            <a:extLst>
              <a:ext uri="{FF2B5EF4-FFF2-40B4-BE49-F238E27FC236}">
                <a16:creationId xmlns:a16="http://schemas.microsoft.com/office/drawing/2014/main" id="{976A1762-A3F8-FADE-CB22-D28336B32313}"/>
              </a:ext>
            </a:extLst>
          </p:cNvPr>
          <p:cNvSpPr>
            <a:spLocks noGrp="1"/>
          </p:cNvSpPr>
          <p:nvPr>
            <p:ph type="ftr" sz="quarter" idx="12"/>
          </p:nvPr>
        </p:nvSpPr>
        <p:spPr/>
        <p:txBody>
          <a:bodyPr/>
          <a:lstStyle>
            <a:lvl1pPr>
              <a:defRPr>
                <a:solidFill>
                  <a:schemeClr val="bg1"/>
                </a:solidFill>
              </a:defRPr>
            </a:lvl1pPr>
          </a:lstStyle>
          <a:p>
            <a:r>
              <a:rPr lang="en-US"/>
              <a:t>CONFIDENTIAL</a:t>
            </a:r>
          </a:p>
        </p:txBody>
      </p:sp>
      <p:sp>
        <p:nvSpPr>
          <p:cNvPr id="7" name="Slide Number Placeholder 6">
            <a:extLst>
              <a:ext uri="{FF2B5EF4-FFF2-40B4-BE49-F238E27FC236}">
                <a16:creationId xmlns:a16="http://schemas.microsoft.com/office/drawing/2014/main" id="{F02B8BB8-0F00-6492-B6AB-CFA570DE3A85}"/>
              </a:ext>
            </a:extLst>
          </p:cNvPr>
          <p:cNvSpPr>
            <a:spLocks noGrp="1"/>
          </p:cNvSpPr>
          <p:nvPr>
            <p:ph type="sldNum" sz="quarter" idx="1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63194081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AADDB-2DD6-77EB-DC6F-884F589BD72C}"/>
              </a:ext>
            </a:extLst>
          </p:cNvPr>
          <p:cNvSpPr>
            <a:spLocks noGrp="1"/>
          </p:cNvSpPr>
          <p:nvPr>
            <p:ph type="title" hasCustomPrompt="1"/>
          </p:nvPr>
        </p:nvSpPr>
        <p:spPr>
          <a:xfrm>
            <a:off x="457200" y="232760"/>
            <a:ext cx="11273991" cy="1188720"/>
          </a:xfrm>
        </p:spPr>
        <p:txBody>
          <a:bodyPr lIns="0" tIns="0" anchor="b"/>
          <a:lstStyle>
            <a:lvl1pPr algn="l">
              <a:defRPr sz="4800" b="1">
                <a:solidFill>
                  <a:schemeClr val="accent1">
                    <a:lumMod val="50000"/>
                  </a:schemeClr>
                </a:solidFill>
                <a:latin typeface="+mj-lt"/>
              </a:defRPr>
            </a:lvl1pPr>
          </a:lstStyle>
          <a:p>
            <a:r>
              <a:rPr lang="en-US"/>
              <a:t>Title Goes Here</a:t>
            </a:r>
          </a:p>
        </p:txBody>
      </p:sp>
      <p:sp>
        <p:nvSpPr>
          <p:cNvPr id="5" name="Text Placeholder 4">
            <a:extLst>
              <a:ext uri="{FF2B5EF4-FFF2-40B4-BE49-F238E27FC236}">
                <a16:creationId xmlns:a16="http://schemas.microsoft.com/office/drawing/2014/main" id="{944C4276-62D1-005C-8224-E7EE981B4E4D}"/>
              </a:ext>
            </a:extLst>
          </p:cNvPr>
          <p:cNvSpPr>
            <a:spLocks noGrp="1"/>
          </p:cNvSpPr>
          <p:nvPr>
            <p:ph type="body" sz="quarter" idx="10" hasCustomPrompt="1"/>
          </p:nvPr>
        </p:nvSpPr>
        <p:spPr>
          <a:xfrm>
            <a:off x="457200" y="1617298"/>
            <a:ext cx="7206792" cy="4600622"/>
          </a:xfrm>
        </p:spPr>
        <p:txBody>
          <a:bodyPr lIns="274320" tIns="91440" rIns="0" bIns="91440" anchor="t"/>
          <a:lstStyle>
            <a:lvl1pPr marL="457200" indent="-457200">
              <a:spcBef>
                <a:spcPts val="1800"/>
              </a:spcBef>
              <a:buClr>
                <a:schemeClr val="accent1"/>
              </a:buClr>
              <a:buFont typeface="IBM Plex Sans" panose="020B0503050203000203" pitchFamily="34" charset="0"/>
              <a:buChar char="•"/>
              <a:defRPr sz="3600" b="0">
                <a:solidFill>
                  <a:schemeClr val="tx1">
                    <a:lumMod val="95000"/>
                    <a:lumOff val="5000"/>
                  </a:schemeClr>
                </a:solidFill>
                <a:latin typeface="IBM Plex Sans Medium" panose="020B0604020202020204" pitchFamily="34" charset="0"/>
              </a:defRPr>
            </a:lvl1pPr>
          </a:lstStyle>
          <a:p>
            <a:pPr lvl="0"/>
            <a:r>
              <a:rPr lang="en-US"/>
              <a:t>Lorem Ipsum</a:t>
            </a:r>
          </a:p>
          <a:p>
            <a:pPr lvl="0"/>
            <a:r>
              <a:rPr lang="en-US"/>
              <a:t>Lorem Ipsum</a:t>
            </a:r>
          </a:p>
          <a:p>
            <a:pPr lvl="0"/>
            <a:r>
              <a:rPr lang="en-US"/>
              <a:t>Lorem Ipsum</a:t>
            </a:r>
          </a:p>
          <a:p>
            <a:pPr lvl="0"/>
            <a:r>
              <a:rPr lang="en-US"/>
              <a:t>Lorem Ipsum</a:t>
            </a:r>
          </a:p>
          <a:p>
            <a:pPr lvl="0"/>
            <a:r>
              <a:rPr lang="en-US"/>
              <a:t>Lorem Ipsum</a:t>
            </a:r>
          </a:p>
        </p:txBody>
      </p:sp>
      <p:sp>
        <p:nvSpPr>
          <p:cNvPr id="12" name="Graphic 10">
            <a:extLst>
              <a:ext uri="{FF2B5EF4-FFF2-40B4-BE49-F238E27FC236}">
                <a16:creationId xmlns:a16="http://schemas.microsoft.com/office/drawing/2014/main" id="{064B9F26-42B5-F75C-CAF3-D12D2DE3403E}"/>
              </a:ext>
            </a:extLst>
          </p:cNvPr>
          <p:cNvSpPr/>
          <p:nvPr/>
        </p:nvSpPr>
        <p:spPr>
          <a:xfrm>
            <a:off x="7794417" y="1617298"/>
            <a:ext cx="3502325" cy="4510786"/>
          </a:xfrm>
          <a:prstGeom prst="roundRect">
            <a:avLst>
              <a:gd name="adj" fmla="val 9677"/>
            </a:avLst>
          </a:prstGeom>
          <a:blipFill>
            <a:blip r:embed="rId2"/>
            <a:stretch>
              <a:fillRect/>
            </a:stretch>
          </a:blipFill>
          <a:ln w="9525"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57D00F08-0287-B7DA-15A0-6E1CB46A4878}"/>
              </a:ext>
            </a:extLst>
          </p:cNvPr>
          <p:cNvSpPr>
            <a:spLocks noGrp="1"/>
          </p:cNvSpPr>
          <p:nvPr>
            <p:ph type="dt" sz="half" idx="11"/>
          </p:nvPr>
        </p:nvSpPr>
        <p:spPr/>
        <p:txBody>
          <a:bodyPr/>
          <a:lstStyle/>
          <a:p>
            <a:fld id="{228D026D-C07B-48C8-8C2B-C561E4D51E16}" type="datetime1">
              <a:rPr lang="en-US" smtClean="0"/>
              <a:t>6/19/2024</a:t>
            </a:fld>
            <a:endParaRPr lang="en-US"/>
          </a:p>
        </p:txBody>
      </p:sp>
      <p:sp>
        <p:nvSpPr>
          <p:cNvPr id="4" name="Footer Placeholder 3">
            <a:extLst>
              <a:ext uri="{FF2B5EF4-FFF2-40B4-BE49-F238E27FC236}">
                <a16:creationId xmlns:a16="http://schemas.microsoft.com/office/drawing/2014/main" id="{11949BE9-FBF2-C788-0DBF-3DF329B4EB7D}"/>
              </a:ext>
            </a:extLst>
          </p:cNvPr>
          <p:cNvSpPr>
            <a:spLocks noGrp="1"/>
          </p:cNvSpPr>
          <p:nvPr>
            <p:ph type="ftr" sz="quarter" idx="12"/>
          </p:nvPr>
        </p:nvSpPr>
        <p:spPr/>
        <p:txBody>
          <a:bodyPr/>
          <a:lstStyle/>
          <a:p>
            <a:r>
              <a:rPr lang="en-US"/>
              <a:t>CONFIDENTIAL</a:t>
            </a:r>
          </a:p>
        </p:txBody>
      </p:sp>
      <p:sp>
        <p:nvSpPr>
          <p:cNvPr id="6" name="Slide Number Placeholder 5">
            <a:extLst>
              <a:ext uri="{FF2B5EF4-FFF2-40B4-BE49-F238E27FC236}">
                <a16:creationId xmlns:a16="http://schemas.microsoft.com/office/drawing/2014/main" id="{E8655BC9-6D36-BE34-EFBD-89A489D85390}"/>
              </a:ext>
            </a:extLst>
          </p:cNvPr>
          <p:cNvSpPr>
            <a:spLocks noGrp="1"/>
          </p:cNvSpPr>
          <p:nvPr>
            <p:ph type="sldNum" sz="quarter" idx="13"/>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92072900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DAA4FDC-493F-2A7B-22E1-50874AA3727D}"/>
              </a:ext>
            </a:extLst>
          </p:cNvPr>
          <p:cNvSpPr/>
          <p:nvPr userDrawn="1"/>
        </p:nvSpPr>
        <p:spPr bwMode="ltGray">
          <a:xfrm>
            <a:off x="6749510" y="0"/>
            <a:ext cx="5442489" cy="6858000"/>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2" name="Title 1">
            <a:extLst>
              <a:ext uri="{FF2B5EF4-FFF2-40B4-BE49-F238E27FC236}">
                <a16:creationId xmlns:a16="http://schemas.microsoft.com/office/drawing/2014/main" id="{5BE916E3-3937-7124-44A4-C921511EB91F}"/>
              </a:ext>
            </a:extLst>
          </p:cNvPr>
          <p:cNvSpPr>
            <a:spLocks noGrp="1"/>
          </p:cNvSpPr>
          <p:nvPr>
            <p:ph type="title" hasCustomPrompt="1"/>
          </p:nvPr>
        </p:nvSpPr>
        <p:spPr>
          <a:xfrm>
            <a:off x="7194884" y="464020"/>
            <a:ext cx="4532904" cy="1698461"/>
          </a:xfrm>
        </p:spPr>
        <p:txBody>
          <a:bodyPr lIns="0" tIns="0" rIns="0"/>
          <a:lstStyle>
            <a:lvl1pPr>
              <a:defRPr sz="4000" b="1">
                <a:solidFill>
                  <a:schemeClr val="bg1"/>
                </a:solidFill>
              </a:defRPr>
            </a:lvl1pPr>
          </a:lstStyle>
          <a:p>
            <a:r>
              <a:rPr lang="en-US"/>
              <a:t>Title Goes Here</a:t>
            </a:r>
          </a:p>
        </p:txBody>
      </p:sp>
      <p:sp>
        <p:nvSpPr>
          <p:cNvPr id="5" name="Text Placeholder 4">
            <a:extLst>
              <a:ext uri="{FF2B5EF4-FFF2-40B4-BE49-F238E27FC236}">
                <a16:creationId xmlns:a16="http://schemas.microsoft.com/office/drawing/2014/main" id="{2E4A6AB8-A9CE-F77B-1EF4-246C09F32DC0}"/>
              </a:ext>
            </a:extLst>
          </p:cNvPr>
          <p:cNvSpPr>
            <a:spLocks noGrp="1"/>
          </p:cNvSpPr>
          <p:nvPr>
            <p:ph type="body" sz="quarter" idx="10" hasCustomPrompt="1"/>
          </p:nvPr>
        </p:nvSpPr>
        <p:spPr>
          <a:xfrm>
            <a:off x="7194525" y="2482522"/>
            <a:ext cx="4532904" cy="3663136"/>
          </a:xfrm>
        </p:spPr>
        <p:txBody>
          <a:bodyPr lIns="0" tIns="0" rIns="0" bIns="0"/>
          <a:lstStyle>
            <a:lvl1pPr marL="0" indent="0">
              <a:lnSpc>
                <a:spcPct val="120000"/>
              </a:lnSpc>
              <a:buNone/>
              <a:defRPr sz="1800">
                <a:solidFill>
                  <a:schemeClr val="bg1"/>
                </a:solidFill>
                <a:latin typeface="IBM Plex Sans Medium" panose="020B0603050203000203" pitchFamily="34"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Add text here</a:t>
            </a:r>
          </a:p>
        </p:txBody>
      </p:sp>
      <p:pic>
        <p:nvPicPr>
          <p:cNvPr id="3" name="Graphic 2">
            <a:extLst>
              <a:ext uri="{FF2B5EF4-FFF2-40B4-BE49-F238E27FC236}">
                <a16:creationId xmlns:a16="http://schemas.microsoft.com/office/drawing/2014/main" id="{3BE738F7-CFC3-2816-4EEC-12E34A974D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19839" y="6309360"/>
            <a:ext cx="865880" cy="274320"/>
          </a:xfrm>
          <a:prstGeom prst="rect">
            <a:avLst/>
          </a:prstGeom>
        </p:spPr>
      </p:pic>
      <p:sp>
        <p:nvSpPr>
          <p:cNvPr id="27" name="Picture Placeholder 6">
            <a:extLst>
              <a:ext uri="{FF2B5EF4-FFF2-40B4-BE49-F238E27FC236}">
                <a16:creationId xmlns:a16="http://schemas.microsoft.com/office/drawing/2014/main" id="{552D9574-4BA4-5A70-D47A-05C12D736006}"/>
              </a:ext>
            </a:extLst>
          </p:cNvPr>
          <p:cNvSpPr>
            <a:spLocks noGrp="1"/>
          </p:cNvSpPr>
          <p:nvPr>
            <p:ph type="pic" sz="quarter" idx="11" hasCustomPrompt="1"/>
          </p:nvPr>
        </p:nvSpPr>
        <p:spPr>
          <a:xfrm>
            <a:off x="9601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29" name="Text Placeholder 10">
            <a:extLst>
              <a:ext uri="{FF2B5EF4-FFF2-40B4-BE49-F238E27FC236}">
                <a16:creationId xmlns:a16="http://schemas.microsoft.com/office/drawing/2014/main" id="{D0D81E9D-4A45-8287-84D6-B1BB42ED9A38}"/>
              </a:ext>
            </a:extLst>
          </p:cNvPr>
          <p:cNvSpPr>
            <a:spLocks noGrp="1"/>
          </p:cNvSpPr>
          <p:nvPr>
            <p:ph type="body" sz="quarter" idx="14" hasCustomPrompt="1"/>
          </p:nvPr>
        </p:nvSpPr>
        <p:spPr>
          <a:xfrm>
            <a:off x="685800"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30" name="Text Placeholder 10">
            <a:extLst>
              <a:ext uri="{FF2B5EF4-FFF2-40B4-BE49-F238E27FC236}">
                <a16:creationId xmlns:a16="http://schemas.microsoft.com/office/drawing/2014/main" id="{DC97216F-711F-1E58-551E-A3B7A1D9BBE2}"/>
              </a:ext>
            </a:extLst>
          </p:cNvPr>
          <p:cNvSpPr>
            <a:spLocks noGrp="1"/>
          </p:cNvSpPr>
          <p:nvPr>
            <p:ph type="body" sz="quarter" idx="15" hasCustomPrompt="1"/>
          </p:nvPr>
        </p:nvSpPr>
        <p:spPr>
          <a:xfrm>
            <a:off x="685800" y="3749040"/>
            <a:ext cx="2286000" cy="215035"/>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31" name="Text Placeholder 14">
            <a:extLst>
              <a:ext uri="{FF2B5EF4-FFF2-40B4-BE49-F238E27FC236}">
                <a16:creationId xmlns:a16="http://schemas.microsoft.com/office/drawing/2014/main" id="{EA194BFB-5464-15F8-D1EE-AF9719944507}"/>
              </a:ext>
            </a:extLst>
          </p:cNvPr>
          <p:cNvSpPr>
            <a:spLocks noGrp="1"/>
          </p:cNvSpPr>
          <p:nvPr>
            <p:ph type="body" sz="quarter" idx="16" hasCustomPrompt="1"/>
          </p:nvPr>
        </p:nvSpPr>
        <p:spPr>
          <a:xfrm>
            <a:off x="685800" y="4114800"/>
            <a:ext cx="2286000" cy="2015408"/>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4" name="Picture Placeholder 6">
            <a:extLst>
              <a:ext uri="{FF2B5EF4-FFF2-40B4-BE49-F238E27FC236}">
                <a16:creationId xmlns:a16="http://schemas.microsoft.com/office/drawing/2014/main" id="{9BB86202-6FE6-32C3-EEF7-2A3CF3E700B8}"/>
              </a:ext>
            </a:extLst>
          </p:cNvPr>
          <p:cNvSpPr>
            <a:spLocks noGrp="1"/>
          </p:cNvSpPr>
          <p:nvPr>
            <p:ph type="pic" sz="quarter" idx="17" hasCustomPrompt="1"/>
          </p:nvPr>
        </p:nvSpPr>
        <p:spPr>
          <a:xfrm>
            <a:off x="3809095" y="1366359"/>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7" name="Text Placeholder 10">
            <a:extLst>
              <a:ext uri="{FF2B5EF4-FFF2-40B4-BE49-F238E27FC236}">
                <a16:creationId xmlns:a16="http://schemas.microsoft.com/office/drawing/2014/main" id="{C99BC7E6-E4D4-D614-ED39-B63A82F9434C}"/>
              </a:ext>
            </a:extLst>
          </p:cNvPr>
          <p:cNvSpPr>
            <a:spLocks noGrp="1"/>
          </p:cNvSpPr>
          <p:nvPr>
            <p:ph type="body" sz="quarter" idx="19" hasCustomPrompt="1"/>
          </p:nvPr>
        </p:nvSpPr>
        <p:spPr>
          <a:xfrm>
            <a:off x="3534775" y="3420104"/>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8" name="Text Placeholder 10">
            <a:extLst>
              <a:ext uri="{FF2B5EF4-FFF2-40B4-BE49-F238E27FC236}">
                <a16:creationId xmlns:a16="http://schemas.microsoft.com/office/drawing/2014/main" id="{70922F1E-2FDB-1465-9BF6-22505A170B5C}"/>
              </a:ext>
            </a:extLst>
          </p:cNvPr>
          <p:cNvSpPr>
            <a:spLocks noGrp="1"/>
          </p:cNvSpPr>
          <p:nvPr>
            <p:ph type="body" sz="quarter" idx="20" hasCustomPrompt="1"/>
          </p:nvPr>
        </p:nvSpPr>
        <p:spPr>
          <a:xfrm>
            <a:off x="3534775" y="3749040"/>
            <a:ext cx="2286000" cy="215035"/>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11" name="Text Placeholder 14">
            <a:extLst>
              <a:ext uri="{FF2B5EF4-FFF2-40B4-BE49-F238E27FC236}">
                <a16:creationId xmlns:a16="http://schemas.microsoft.com/office/drawing/2014/main" id="{320CDEDF-90CE-0A90-5F0D-64B3124821EF}"/>
              </a:ext>
            </a:extLst>
          </p:cNvPr>
          <p:cNvSpPr>
            <a:spLocks noGrp="1"/>
          </p:cNvSpPr>
          <p:nvPr>
            <p:ph type="body" sz="quarter" idx="21" hasCustomPrompt="1"/>
          </p:nvPr>
        </p:nvSpPr>
        <p:spPr>
          <a:xfrm>
            <a:off x="3534775" y="4114800"/>
            <a:ext cx="2286000" cy="2015408"/>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6" name="Date Placeholder 5">
            <a:extLst>
              <a:ext uri="{FF2B5EF4-FFF2-40B4-BE49-F238E27FC236}">
                <a16:creationId xmlns:a16="http://schemas.microsoft.com/office/drawing/2014/main" id="{91116581-C54D-252A-CEA2-4FB9368F87CA}"/>
              </a:ext>
            </a:extLst>
          </p:cNvPr>
          <p:cNvSpPr>
            <a:spLocks noGrp="1"/>
          </p:cNvSpPr>
          <p:nvPr>
            <p:ph type="dt" sz="half" idx="22"/>
          </p:nvPr>
        </p:nvSpPr>
        <p:spPr/>
        <p:txBody>
          <a:bodyPr/>
          <a:lstStyle>
            <a:lvl1pPr>
              <a:defRPr>
                <a:solidFill>
                  <a:schemeClr val="bg1"/>
                </a:solidFill>
              </a:defRPr>
            </a:lvl1pPr>
          </a:lstStyle>
          <a:p>
            <a:fld id="{228D026D-C07B-48C8-8C2B-C561E4D51E16}" type="datetime1">
              <a:rPr lang="en-US" smtClean="0"/>
              <a:pPr/>
              <a:t>6/19/2024</a:t>
            </a:fld>
            <a:endParaRPr lang="en-US"/>
          </a:p>
        </p:txBody>
      </p:sp>
      <p:sp>
        <p:nvSpPr>
          <p:cNvPr id="9" name="Footer Placeholder 8">
            <a:extLst>
              <a:ext uri="{FF2B5EF4-FFF2-40B4-BE49-F238E27FC236}">
                <a16:creationId xmlns:a16="http://schemas.microsoft.com/office/drawing/2014/main" id="{23DB0470-3496-C348-3F8D-3F3355B0E961}"/>
              </a:ext>
            </a:extLst>
          </p:cNvPr>
          <p:cNvSpPr>
            <a:spLocks noGrp="1"/>
          </p:cNvSpPr>
          <p:nvPr>
            <p:ph type="ftr" sz="quarter" idx="23"/>
          </p:nvPr>
        </p:nvSpPr>
        <p:spPr/>
        <p:txBody>
          <a:bodyPr/>
          <a:lstStyle/>
          <a:p>
            <a:r>
              <a:rPr lang="en-US"/>
              <a:t>CONFIDENTIAL</a:t>
            </a:r>
          </a:p>
        </p:txBody>
      </p:sp>
      <p:sp>
        <p:nvSpPr>
          <p:cNvPr id="10" name="Slide Number Placeholder 9">
            <a:extLst>
              <a:ext uri="{FF2B5EF4-FFF2-40B4-BE49-F238E27FC236}">
                <a16:creationId xmlns:a16="http://schemas.microsoft.com/office/drawing/2014/main" id="{3129D73C-02C1-0F4D-28EE-CEAB791D95D4}"/>
              </a:ext>
            </a:extLst>
          </p:cNvPr>
          <p:cNvSpPr>
            <a:spLocks noGrp="1"/>
          </p:cNvSpPr>
          <p:nvPr>
            <p:ph type="sldNum" sz="quarter" idx="24"/>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19932444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8C61B166-0348-80B7-2E4D-6CC30957F529}"/>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7" name="Picture Placeholder 6">
            <a:extLst>
              <a:ext uri="{FF2B5EF4-FFF2-40B4-BE49-F238E27FC236}">
                <a16:creationId xmlns:a16="http://schemas.microsoft.com/office/drawing/2014/main" id="{CB437B49-CCC4-0273-92F2-B84A084097D3}"/>
              </a:ext>
            </a:extLst>
          </p:cNvPr>
          <p:cNvSpPr>
            <a:spLocks noGrp="1"/>
          </p:cNvSpPr>
          <p:nvPr>
            <p:ph type="pic" sz="quarter" idx="11" hasCustomPrompt="1"/>
          </p:nvPr>
        </p:nvSpPr>
        <p:spPr>
          <a:xfrm>
            <a:off x="9601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0" name="Picture Placeholder 6">
            <a:extLst>
              <a:ext uri="{FF2B5EF4-FFF2-40B4-BE49-F238E27FC236}">
                <a16:creationId xmlns:a16="http://schemas.microsoft.com/office/drawing/2014/main" id="{3CF61813-70BF-50E5-CA71-0021731707FB}"/>
              </a:ext>
            </a:extLst>
          </p:cNvPr>
          <p:cNvSpPr>
            <a:spLocks noGrp="1"/>
          </p:cNvSpPr>
          <p:nvPr>
            <p:ph type="pic" sz="quarter" idx="17" hasCustomPrompt="1"/>
          </p:nvPr>
        </p:nvSpPr>
        <p:spPr>
          <a:xfrm>
            <a:off x="9343242"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5" name="Picture Placeholder 6">
            <a:extLst>
              <a:ext uri="{FF2B5EF4-FFF2-40B4-BE49-F238E27FC236}">
                <a16:creationId xmlns:a16="http://schemas.microsoft.com/office/drawing/2014/main" id="{49F3E726-4E6F-0609-ED68-FA29C6997B1D}"/>
              </a:ext>
            </a:extLst>
          </p:cNvPr>
          <p:cNvSpPr>
            <a:spLocks noGrp="1"/>
          </p:cNvSpPr>
          <p:nvPr>
            <p:ph type="pic" sz="quarter" idx="22" hasCustomPrompt="1"/>
          </p:nvPr>
        </p:nvSpPr>
        <p:spPr>
          <a:xfrm>
            <a:off x="52273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8" name="Text Placeholder 10">
            <a:extLst>
              <a:ext uri="{FF2B5EF4-FFF2-40B4-BE49-F238E27FC236}">
                <a16:creationId xmlns:a16="http://schemas.microsoft.com/office/drawing/2014/main" id="{AB600111-F272-1919-7E8C-D1E6895BBCC2}"/>
              </a:ext>
            </a:extLst>
          </p:cNvPr>
          <p:cNvSpPr>
            <a:spLocks noGrp="1"/>
          </p:cNvSpPr>
          <p:nvPr>
            <p:ph type="body" sz="quarter" idx="14" hasCustomPrompt="1"/>
          </p:nvPr>
        </p:nvSpPr>
        <p:spPr>
          <a:xfrm>
            <a:off x="685799" y="3409471"/>
            <a:ext cx="2560319" cy="320040"/>
          </a:xfrm>
        </p:spPr>
        <p:txBody>
          <a:bodyPr lIns="0" tIns="0" rIns="0" bIns="0" anchor="t"/>
          <a:lstStyle>
            <a:lvl1pPr marL="0" indent="0">
              <a:buFont typeface="IBM Plex Sans" panose="020B0503050203000203" pitchFamily="34" charse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9" name="Text Placeholder 10">
            <a:extLst>
              <a:ext uri="{FF2B5EF4-FFF2-40B4-BE49-F238E27FC236}">
                <a16:creationId xmlns:a16="http://schemas.microsoft.com/office/drawing/2014/main" id="{019B0F65-B19F-37C7-DA6F-87BC2757E237}"/>
              </a:ext>
            </a:extLst>
          </p:cNvPr>
          <p:cNvSpPr>
            <a:spLocks noGrp="1"/>
          </p:cNvSpPr>
          <p:nvPr>
            <p:ph type="body" sz="quarter" idx="15" hasCustomPrompt="1"/>
          </p:nvPr>
        </p:nvSpPr>
        <p:spPr>
          <a:xfrm>
            <a:off x="685800" y="3749040"/>
            <a:ext cx="2560319" cy="215035"/>
          </a:xfrm>
        </p:spPr>
        <p:txBody>
          <a:bodyPr lIns="0" tIns="0" rIns="0" bIns="0" anchor="ctr"/>
          <a:lstStyle>
            <a:lvl1pPr marL="0" indent="0">
              <a:buFont typeface="IBM Plex Sans" panose="020B0503050203000203" pitchFamily="34" charset="0"/>
              <a:buNone/>
              <a:defRPr sz="1600" cap="all" baseline="0">
                <a:solidFill>
                  <a:schemeClr val="accent1">
                    <a:lumMod val="50000"/>
                  </a:schemeClr>
                </a:solidFill>
                <a:latin typeface="+mn-lt"/>
              </a:defRPr>
            </a:lvl1pPr>
          </a:lstStyle>
          <a:p>
            <a:pPr lvl="0"/>
            <a:r>
              <a:rPr lang="en-US"/>
              <a:t>Title</a:t>
            </a:r>
          </a:p>
        </p:txBody>
      </p:sp>
      <p:sp>
        <p:nvSpPr>
          <p:cNvPr id="10" name="Text Placeholder 14">
            <a:extLst>
              <a:ext uri="{FF2B5EF4-FFF2-40B4-BE49-F238E27FC236}">
                <a16:creationId xmlns:a16="http://schemas.microsoft.com/office/drawing/2014/main" id="{98AED877-372B-9610-0C89-5C48EAB6ABA3}"/>
              </a:ext>
            </a:extLst>
          </p:cNvPr>
          <p:cNvSpPr>
            <a:spLocks noGrp="1"/>
          </p:cNvSpPr>
          <p:nvPr>
            <p:ph type="body" sz="quarter" idx="16" hasCustomPrompt="1"/>
          </p:nvPr>
        </p:nvSpPr>
        <p:spPr>
          <a:xfrm>
            <a:off x="685797" y="4114800"/>
            <a:ext cx="2560317" cy="2011680"/>
          </a:xfrm>
        </p:spPr>
        <p:txBody>
          <a:bodyPr lIns="0" tIns="0" rIns="0" bIns="0"/>
          <a:lstStyle>
            <a:lvl1pPr marL="0" indent="0">
              <a:lnSpc>
                <a:spcPct val="95000"/>
              </a:lnSpc>
              <a:spcBef>
                <a:spcPts val="600"/>
              </a:spcBef>
              <a:buFont typeface="IBM Plex Sans" panose="020B0503050203000203" pitchFamily="34" charset="0"/>
              <a:buNone/>
              <a:defRPr sz="1200"/>
            </a:lvl1pPr>
          </a:lstStyle>
          <a:p>
            <a:pPr lvl="0"/>
            <a:r>
              <a:rPr lang="en-US"/>
              <a:t>Click to add text</a:t>
            </a:r>
          </a:p>
        </p:txBody>
      </p:sp>
      <p:sp>
        <p:nvSpPr>
          <p:cNvPr id="12" name="Text Placeholder 10">
            <a:extLst>
              <a:ext uri="{FF2B5EF4-FFF2-40B4-BE49-F238E27FC236}">
                <a16:creationId xmlns:a16="http://schemas.microsoft.com/office/drawing/2014/main" id="{DB3C79C5-252D-2FE7-3761-1685A72139C8}"/>
              </a:ext>
            </a:extLst>
          </p:cNvPr>
          <p:cNvSpPr>
            <a:spLocks noGrp="1"/>
          </p:cNvSpPr>
          <p:nvPr>
            <p:ph type="body" sz="quarter" idx="24" hasCustomPrompt="1"/>
          </p:nvPr>
        </p:nvSpPr>
        <p:spPr>
          <a:xfrm>
            <a:off x="4815840" y="3410712"/>
            <a:ext cx="256032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20" name="Text Placeholder 10">
            <a:extLst>
              <a:ext uri="{FF2B5EF4-FFF2-40B4-BE49-F238E27FC236}">
                <a16:creationId xmlns:a16="http://schemas.microsoft.com/office/drawing/2014/main" id="{AC0D7343-A5FA-0559-8EA0-FE0814756BFB}"/>
              </a:ext>
            </a:extLst>
          </p:cNvPr>
          <p:cNvSpPr>
            <a:spLocks noGrp="1"/>
          </p:cNvSpPr>
          <p:nvPr>
            <p:ph type="body" sz="quarter" idx="25" hasCustomPrompt="1"/>
          </p:nvPr>
        </p:nvSpPr>
        <p:spPr>
          <a:xfrm>
            <a:off x="4815840" y="3749040"/>
            <a:ext cx="256032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21" name="Text Placeholder 14">
            <a:extLst>
              <a:ext uri="{FF2B5EF4-FFF2-40B4-BE49-F238E27FC236}">
                <a16:creationId xmlns:a16="http://schemas.microsoft.com/office/drawing/2014/main" id="{6670A8DF-0083-8158-459C-D698CADFE3A1}"/>
              </a:ext>
            </a:extLst>
          </p:cNvPr>
          <p:cNvSpPr>
            <a:spLocks noGrp="1"/>
          </p:cNvSpPr>
          <p:nvPr>
            <p:ph type="body" sz="quarter" idx="26" hasCustomPrompt="1"/>
          </p:nvPr>
        </p:nvSpPr>
        <p:spPr>
          <a:xfrm>
            <a:off x="4815840" y="4114800"/>
            <a:ext cx="256032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23" name="Text Placeholder 10">
            <a:extLst>
              <a:ext uri="{FF2B5EF4-FFF2-40B4-BE49-F238E27FC236}">
                <a16:creationId xmlns:a16="http://schemas.microsoft.com/office/drawing/2014/main" id="{6749AB0B-20E1-E678-1D57-1239635A939B}"/>
              </a:ext>
            </a:extLst>
          </p:cNvPr>
          <p:cNvSpPr>
            <a:spLocks noGrp="1"/>
          </p:cNvSpPr>
          <p:nvPr>
            <p:ph type="body" sz="quarter" idx="28" hasCustomPrompt="1"/>
          </p:nvPr>
        </p:nvSpPr>
        <p:spPr>
          <a:xfrm>
            <a:off x="8931762" y="3410712"/>
            <a:ext cx="256032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24" name="Text Placeholder 10">
            <a:extLst>
              <a:ext uri="{FF2B5EF4-FFF2-40B4-BE49-F238E27FC236}">
                <a16:creationId xmlns:a16="http://schemas.microsoft.com/office/drawing/2014/main" id="{B950AC57-A236-AF1C-7FF5-C4C419874E47}"/>
              </a:ext>
            </a:extLst>
          </p:cNvPr>
          <p:cNvSpPr>
            <a:spLocks noGrp="1"/>
          </p:cNvSpPr>
          <p:nvPr>
            <p:ph type="body" sz="quarter" idx="29" hasCustomPrompt="1"/>
          </p:nvPr>
        </p:nvSpPr>
        <p:spPr>
          <a:xfrm>
            <a:off x="8931762" y="3749040"/>
            <a:ext cx="256032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25" name="Text Placeholder 14">
            <a:extLst>
              <a:ext uri="{FF2B5EF4-FFF2-40B4-BE49-F238E27FC236}">
                <a16:creationId xmlns:a16="http://schemas.microsoft.com/office/drawing/2014/main" id="{E2C3BEC5-21AD-3C89-9DC7-5C3392426056}"/>
              </a:ext>
            </a:extLst>
          </p:cNvPr>
          <p:cNvSpPr>
            <a:spLocks noGrp="1"/>
          </p:cNvSpPr>
          <p:nvPr>
            <p:ph type="body" sz="quarter" idx="30" hasCustomPrompt="1"/>
          </p:nvPr>
        </p:nvSpPr>
        <p:spPr>
          <a:xfrm>
            <a:off x="8931762" y="4114800"/>
            <a:ext cx="256032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2" name="Date Placeholder 1">
            <a:extLst>
              <a:ext uri="{FF2B5EF4-FFF2-40B4-BE49-F238E27FC236}">
                <a16:creationId xmlns:a16="http://schemas.microsoft.com/office/drawing/2014/main" id="{0ADFA342-5F1C-94AA-343B-D9E770B15A4B}"/>
              </a:ext>
            </a:extLst>
          </p:cNvPr>
          <p:cNvSpPr>
            <a:spLocks noGrp="1"/>
          </p:cNvSpPr>
          <p:nvPr>
            <p:ph type="dt" sz="half" idx="31"/>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CD3FD479-BD73-9AD3-7BC5-D47F0925639E}"/>
              </a:ext>
            </a:extLst>
          </p:cNvPr>
          <p:cNvSpPr>
            <a:spLocks noGrp="1"/>
          </p:cNvSpPr>
          <p:nvPr>
            <p:ph type="ftr" sz="quarter" idx="32"/>
          </p:nvPr>
        </p:nvSpPr>
        <p:spPr/>
        <p:txBody>
          <a:bodyPr/>
          <a:lstStyle/>
          <a:p>
            <a:r>
              <a:rPr lang="en-US"/>
              <a:t>CONFIDENTIAL</a:t>
            </a:r>
          </a:p>
        </p:txBody>
      </p:sp>
      <p:sp>
        <p:nvSpPr>
          <p:cNvPr id="4" name="Slide Number Placeholder 3">
            <a:extLst>
              <a:ext uri="{FF2B5EF4-FFF2-40B4-BE49-F238E27FC236}">
                <a16:creationId xmlns:a16="http://schemas.microsoft.com/office/drawing/2014/main" id="{D972AD83-D075-FCA4-C72C-3450FB3B59A5}"/>
              </a:ext>
            </a:extLst>
          </p:cNvPr>
          <p:cNvSpPr>
            <a:spLocks noGrp="1"/>
          </p:cNvSpPr>
          <p:nvPr>
            <p:ph type="sldNum" sz="quarter" idx="3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33087605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42CFF29E-49F2-063B-88AD-2850C36742ED}"/>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38" name="Picture Placeholder 6">
            <a:extLst>
              <a:ext uri="{FF2B5EF4-FFF2-40B4-BE49-F238E27FC236}">
                <a16:creationId xmlns:a16="http://schemas.microsoft.com/office/drawing/2014/main" id="{CE7C895A-C069-C65F-DAA4-B386A31D422A}"/>
              </a:ext>
            </a:extLst>
          </p:cNvPr>
          <p:cNvSpPr>
            <a:spLocks noGrp="1"/>
          </p:cNvSpPr>
          <p:nvPr>
            <p:ph type="pic" sz="quarter" idx="11" hasCustomPrompt="1"/>
          </p:nvPr>
        </p:nvSpPr>
        <p:spPr>
          <a:xfrm>
            <a:off x="9601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55" name="Text Placeholder 10">
            <a:extLst>
              <a:ext uri="{FF2B5EF4-FFF2-40B4-BE49-F238E27FC236}">
                <a16:creationId xmlns:a16="http://schemas.microsoft.com/office/drawing/2014/main" id="{02C55858-D3F5-ED8D-ED12-3E9CD63AA752}"/>
              </a:ext>
            </a:extLst>
          </p:cNvPr>
          <p:cNvSpPr>
            <a:spLocks noGrp="1"/>
          </p:cNvSpPr>
          <p:nvPr>
            <p:ph type="body" sz="quarter" idx="14" hasCustomPrompt="1"/>
          </p:nvPr>
        </p:nvSpPr>
        <p:spPr>
          <a:xfrm>
            <a:off x="685800"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56" name="Text Placeholder 10">
            <a:extLst>
              <a:ext uri="{FF2B5EF4-FFF2-40B4-BE49-F238E27FC236}">
                <a16:creationId xmlns:a16="http://schemas.microsoft.com/office/drawing/2014/main" id="{A8A6EBC9-CED9-FA25-CE27-BC2D7B21B270}"/>
              </a:ext>
            </a:extLst>
          </p:cNvPr>
          <p:cNvSpPr>
            <a:spLocks noGrp="1"/>
          </p:cNvSpPr>
          <p:nvPr>
            <p:ph type="body" sz="quarter" idx="15" hasCustomPrompt="1"/>
          </p:nvPr>
        </p:nvSpPr>
        <p:spPr>
          <a:xfrm>
            <a:off x="685800"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57" name="Text Placeholder 14">
            <a:extLst>
              <a:ext uri="{FF2B5EF4-FFF2-40B4-BE49-F238E27FC236}">
                <a16:creationId xmlns:a16="http://schemas.microsoft.com/office/drawing/2014/main" id="{9706D2DA-62F8-9BAC-EB55-27D1624A394E}"/>
              </a:ext>
            </a:extLst>
          </p:cNvPr>
          <p:cNvSpPr>
            <a:spLocks noGrp="1"/>
          </p:cNvSpPr>
          <p:nvPr>
            <p:ph type="body" sz="quarter" idx="16" hasCustomPrompt="1"/>
          </p:nvPr>
        </p:nvSpPr>
        <p:spPr>
          <a:xfrm>
            <a:off x="685798"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58" name="Picture Placeholder 6">
            <a:extLst>
              <a:ext uri="{FF2B5EF4-FFF2-40B4-BE49-F238E27FC236}">
                <a16:creationId xmlns:a16="http://schemas.microsoft.com/office/drawing/2014/main" id="{6778A4DE-20B0-EDD0-98D2-2ACDAF712D67}"/>
              </a:ext>
            </a:extLst>
          </p:cNvPr>
          <p:cNvSpPr>
            <a:spLocks noGrp="1"/>
          </p:cNvSpPr>
          <p:nvPr>
            <p:ph type="pic" sz="quarter" idx="22" hasCustomPrompt="1"/>
          </p:nvPr>
        </p:nvSpPr>
        <p:spPr>
          <a:xfrm>
            <a:off x="3796571"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73" name="Picture Placeholder 6">
            <a:extLst>
              <a:ext uri="{FF2B5EF4-FFF2-40B4-BE49-F238E27FC236}">
                <a16:creationId xmlns:a16="http://schemas.microsoft.com/office/drawing/2014/main" id="{2CC623CD-B739-37E4-40BA-41B3068D5442}"/>
              </a:ext>
            </a:extLst>
          </p:cNvPr>
          <p:cNvSpPr>
            <a:spLocks noGrp="1"/>
          </p:cNvSpPr>
          <p:nvPr>
            <p:ph type="pic" sz="quarter" idx="27" hasCustomPrompt="1"/>
          </p:nvPr>
        </p:nvSpPr>
        <p:spPr>
          <a:xfrm>
            <a:off x="6658071"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75" name="Text Placeholder 10">
            <a:extLst>
              <a:ext uri="{FF2B5EF4-FFF2-40B4-BE49-F238E27FC236}">
                <a16:creationId xmlns:a16="http://schemas.microsoft.com/office/drawing/2014/main" id="{FE430061-CC5A-AEE5-2F54-B7EB02B2E3C8}"/>
              </a:ext>
            </a:extLst>
          </p:cNvPr>
          <p:cNvSpPr>
            <a:spLocks noGrp="1"/>
          </p:cNvSpPr>
          <p:nvPr>
            <p:ph type="body" sz="quarter" idx="29" hasCustomPrompt="1"/>
          </p:nvPr>
        </p:nvSpPr>
        <p:spPr>
          <a:xfrm>
            <a:off x="6383751"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76" name="Text Placeholder 10">
            <a:extLst>
              <a:ext uri="{FF2B5EF4-FFF2-40B4-BE49-F238E27FC236}">
                <a16:creationId xmlns:a16="http://schemas.microsoft.com/office/drawing/2014/main" id="{9E04285A-304D-8602-7DB6-48D532EFFAA3}"/>
              </a:ext>
            </a:extLst>
          </p:cNvPr>
          <p:cNvSpPr>
            <a:spLocks noGrp="1"/>
          </p:cNvSpPr>
          <p:nvPr>
            <p:ph type="body" sz="quarter" idx="30" hasCustomPrompt="1"/>
          </p:nvPr>
        </p:nvSpPr>
        <p:spPr>
          <a:xfrm>
            <a:off x="6383751"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77" name="Text Placeholder 14">
            <a:extLst>
              <a:ext uri="{FF2B5EF4-FFF2-40B4-BE49-F238E27FC236}">
                <a16:creationId xmlns:a16="http://schemas.microsoft.com/office/drawing/2014/main" id="{63902B63-3F07-9C65-80C6-EF5781DAC587}"/>
              </a:ext>
            </a:extLst>
          </p:cNvPr>
          <p:cNvSpPr>
            <a:spLocks noGrp="1"/>
          </p:cNvSpPr>
          <p:nvPr>
            <p:ph type="body" sz="quarter" idx="31" hasCustomPrompt="1"/>
          </p:nvPr>
        </p:nvSpPr>
        <p:spPr>
          <a:xfrm>
            <a:off x="6383751"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78" name="Picture Placeholder 6">
            <a:extLst>
              <a:ext uri="{FF2B5EF4-FFF2-40B4-BE49-F238E27FC236}">
                <a16:creationId xmlns:a16="http://schemas.microsoft.com/office/drawing/2014/main" id="{341FFC11-E1B6-ADF9-7639-053E71F594F6}"/>
              </a:ext>
            </a:extLst>
          </p:cNvPr>
          <p:cNvSpPr>
            <a:spLocks noGrp="1"/>
          </p:cNvSpPr>
          <p:nvPr>
            <p:ph type="pic" sz="quarter" idx="32" hasCustomPrompt="1"/>
          </p:nvPr>
        </p:nvSpPr>
        <p:spPr>
          <a:xfrm>
            <a:off x="9480872"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3" name="Text Placeholder 10">
            <a:extLst>
              <a:ext uri="{FF2B5EF4-FFF2-40B4-BE49-F238E27FC236}">
                <a16:creationId xmlns:a16="http://schemas.microsoft.com/office/drawing/2014/main" id="{9BAE298D-6848-284B-05FD-6DCA2EE0E956}"/>
              </a:ext>
            </a:extLst>
          </p:cNvPr>
          <p:cNvSpPr>
            <a:spLocks noGrp="1"/>
          </p:cNvSpPr>
          <p:nvPr>
            <p:ph type="body" sz="quarter" idx="34" hasCustomPrompt="1"/>
          </p:nvPr>
        </p:nvSpPr>
        <p:spPr>
          <a:xfrm>
            <a:off x="3522251" y="3425975"/>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4" name="Text Placeholder 10">
            <a:extLst>
              <a:ext uri="{FF2B5EF4-FFF2-40B4-BE49-F238E27FC236}">
                <a16:creationId xmlns:a16="http://schemas.microsoft.com/office/drawing/2014/main" id="{D239A76F-18AA-B0A0-EC46-1EEE51614262}"/>
              </a:ext>
            </a:extLst>
          </p:cNvPr>
          <p:cNvSpPr>
            <a:spLocks noGrp="1"/>
          </p:cNvSpPr>
          <p:nvPr>
            <p:ph type="body" sz="quarter" idx="35" hasCustomPrompt="1"/>
          </p:nvPr>
        </p:nvSpPr>
        <p:spPr>
          <a:xfrm>
            <a:off x="3522251"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5" name="Text Placeholder 14">
            <a:extLst>
              <a:ext uri="{FF2B5EF4-FFF2-40B4-BE49-F238E27FC236}">
                <a16:creationId xmlns:a16="http://schemas.microsoft.com/office/drawing/2014/main" id="{7D2CC887-0D97-F60C-CCE8-5759C7BD6B15}"/>
              </a:ext>
            </a:extLst>
          </p:cNvPr>
          <p:cNvSpPr>
            <a:spLocks noGrp="1"/>
          </p:cNvSpPr>
          <p:nvPr>
            <p:ph type="body" sz="quarter" idx="36" hasCustomPrompt="1"/>
          </p:nvPr>
        </p:nvSpPr>
        <p:spPr>
          <a:xfrm>
            <a:off x="3522251"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7" name="Text Placeholder 10">
            <a:extLst>
              <a:ext uri="{FF2B5EF4-FFF2-40B4-BE49-F238E27FC236}">
                <a16:creationId xmlns:a16="http://schemas.microsoft.com/office/drawing/2014/main" id="{267A3EBE-B781-7C84-B687-5A6A791EAB4B}"/>
              </a:ext>
            </a:extLst>
          </p:cNvPr>
          <p:cNvSpPr>
            <a:spLocks noGrp="1"/>
          </p:cNvSpPr>
          <p:nvPr>
            <p:ph type="body" sz="quarter" idx="38" hasCustomPrompt="1"/>
          </p:nvPr>
        </p:nvSpPr>
        <p:spPr>
          <a:xfrm>
            <a:off x="9206554"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8" name="Text Placeholder 10">
            <a:extLst>
              <a:ext uri="{FF2B5EF4-FFF2-40B4-BE49-F238E27FC236}">
                <a16:creationId xmlns:a16="http://schemas.microsoft.com/office/drawing/2014/main" id="{5881EAFE-34B9-BE0C-E562-DDC69D832123}"/>
              </a:ext>
            </a:extLst>
          </p:cNvPr>
          <p:cNvSpPr>
            <a:spLocks noGrp="1"/>
          </p:cNvSpPr>
          <p:nvPr>
            <p:ph type="body" sz="quarter" idx="39" hasCustomPrompt="1"/>
          </p:nvPr>
        </p:nvSpPr>
        <p:spPr>
          <a:xfrm>
            <a:off x="9206554"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9" name="Text Placeholder 14">
            <a:extLst>
              <a:ext uri="{FF2B5EF4-FFF2-40B4-BE49-F238E27FC236}">
                <a16:creationId xmlns:a16="http://schemas.microsoft.com/office/drawing/2014/main" id="{F2D16D6C-B923-58E2-9316-0D7888E8F6CC}"/>
              </a:ext>
            </a:extLst>
          </p:cNvPr>
          <p:cNvSpPr>
            <a:spLocks noGrp="1"/>
          </p:cNvSpPr>
          <p:nvPr>
            <p:ph type="body" sz="quarter" idx="40" hasCustomPrompt="1"/>
          </p:nvPr>
        </p:nvSpPr>
        <p:spPr>
          <a:xfrm>
            <a:off x="9206554"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10" name="Date Placeholder 9">
            <a:extLst>
              <a:ext uri="{FF2B5EF4-FFF2-40B4-BE49-F238E27FC236}">
                <a16:creationId xmlns:a16="http://schemas.microsoft.com/office/drawing/2014/main" id="{649594A0-CCBE-0417-C460-EC2B6B0E9B61}"/>
              </a:ext>
            </a:extLst>
          </p:cNvPr>
          <p:cNvSpPr>
            <a:spLocks noGrp="1"/>
          </p:cNvSpPr>
          <p:nvPr>
            <p:ph type="dt" sz="half" idx="41"/>
          </p:nvPr>
        </p:nvSpPr>
        <p:spPr/>
        <p:txBody>
          <a:bodyPr/>
          <a:lstStyle/>
          <a:p>
            <a:fld id="{228D026D-C07B-48C8-8C2B-C561E4D51E16}" type="datetime1">
              <a:rPr lang="en-US" smtClean="0"/>
              <a:t>6/19/2024</a:t>
            </a:fld>
            <a:endParaRPr lang="en-US"/>
          </a:p>
        </p:txBody>
      </p:sp>
      <p:sp>
        <p:nvSpPr>
          <p:cNvPr id="11" name="Footer Placeholder 10">
            <a:extLst>
              <a:ext uri="{FF2B5EF4-FFF2-40B4-BE49-F238E27FC236}">
                <a16:creationId xmlns:a16="http://schemas.microsoft.com/office/drawing/2014/main" id="{97587AB9-66A3-D655-68E6-7FCE6B530458}"/>
              </a:ext>
            </a:extLst>
          </p:cNvPr>
          <p:cNvSpPr>
            <a:spLocks noGrp="1"/>
          </p:cNvSpPr>
          <p:nvPr>
            <p:ph type="ftr" sz="quarter" idx="42"/>
          </p:nvPr>
        </p:nvSpPr>
        <p:spPr/>
        <p:txBody>
          <a:bodyPr/>
          <a:lstStyle/>
          <a:p>
            <a:r>
              <a:rPr lang="en-US"/>
              <a:t>CONFIDENTIAL</a:t>
            </a:r>
          </a:p>
        </p:txBody>
      </p:sp>
      <p:sp>
        <p:nvSpPr>
          <p:cNvPr id="12" name="Slide Number Placeholder 11">
            <a:extLst>
              <a:ext uri="{FF2B5EF4-FFF2-40B4-BE49-F238E27FC236}">
                <a16:creationId xmlns:a16="http://schemas.microsoft.com/office/drawing/2014/main" id="{15668790-CE05-A027-A096-264D5F9D0A39}"/>
              </a:ext>
            </a:extLst>
          </p:cNvPr>
          <p:cNvSpPr>
            <a:spLocks noGrp="1"/>
          </p:cNvSpPr>
          <p:nvPr>
            <p:ph type="sldNum" sz="quarter" idx="4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88761820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peaker 5">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764D6C8B-EF3B-07F1-B5D9-923D25789876}"/>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12" name="Graphic 16">
            <a:extLst>
              <a:ext uri="{FF2B5EF4-FFF2-40B4-BE49-F238E27FC236}">
                <a16:creationId xmlns:a16="http://schemas.microsoft.com/office/drawing/2014/main" id="{63F74011-543F-3A88-9CD9-AA82275B88AA}"/>
              </a:ext>
            </a:extLst>
          </p:cNvPr>
          <p:cNvSpPr/>
          <p:nvPr userDrawn="1"/>
        </p:nvSpPr>
        <p:spPr>
          <a:xfrm>
            <a:off x="9275002" y="0"/>
            <a:ext cx="2916998" cy="620722"/>
          </a:xfrm>
          <a:custGeom>
            <a:avLst/>
            <a:gdLst>
              <a:gd name="connsiteX0" fmla="*/ 2916998 w 2916998"/>
              <a:gd name="connsiteY0" fmla="*/ 0 h 620722"/>
              <a:gd name="connsiteX1" fmla="*/ 2916998 w 2916998"/>
              <a:gd name="connsiteY1" fmla="*/ 620723 h 620722"/>
              <a:gd name="connsiteX2" fmla="*/ 620723 w 2916998"/>
              <a:gd name="connsiteY2" fmla="*/ 620723 h 620722"/>
              <a:gd name="connsiteX3" fmla="*/ 0 w 2916998"/>
              <a:gd name="connsiteY3" fmla="*/ 0 h 620722"/>
              <a:gd name="connsiteX4" fmla="*/ 2916998 w 2916998"/>
              <a:gd name="connsiteY4" fmla="*/ 0 h 620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6998" h="620722">
                <a:moveTo>
                  <a:pt x="2916998" y="0"/>
                </a:moveTo>
                <a:lnTo>
                  <a:pt x="2916998" y="620723"/>
                </a:lnTo>
                <a:lnTo>
                  <a:pt x="620723" y="620723"/>
                </a:lnTo>
                <a:cubicBezTo>
                  <a:pt x="277930" y="620723"/>
                  <a:pt x="0" y="342793"/>
                  <a:pt x="0" y="0"/>
                </a:cubicBezTo>
                <a:lnTo>
                  <a:pt x="2916998" y="0"/>
                </a:lnTo>
                <a:close/>
              </a:path>
            </a:pathLst>
          </a:custGeom>
          <a:solidFill>
            <a:schemeClr val="accent1"/>
          </a:solidFill>
          <a:ln w="18103" cap="flat">
            <a:noFill/>
            <a:prstDash val="solid"/>
            <a:miter/>
          </a:ln>
        </p:spPr>
        <p:txBody>
          <a:bodyPr rtlCol="0" anchor="ctr"/>
          <a:lstStyle/>
          <a:p>
            <a:endParaRPr lang="en-US"/>
          </a:p>
        </p:txBody>
      </p:sp>
      <p:sp>
        <p:nvSpPr>
          <p:cNvPr id="7" name="Picture Placeholder 6">
            <a:extLst>
              <a:ext uri="{FF2B5EF4-FFF2-40B4-BE49-F238E27FC236}">
                <a16:creationId xmlns:a16="http://schemas.microsoft.com/office/drawing/2014/main" id="{CB437B49-CCC4-0273-92F2-B84A084097D3}"/>
              </a:ext>
            </a:extLst>
          </p:cNvPr>
          <p:cNvSpPr>
            <a:spLocks noGrp="1"/>
          </p:cNvSpPr>
          <p:nvPr>
            <p:ph type="pic" sz="quarter" idx="11" hasCustomPrompt="1"/>
          </p:nvPr>
        </p:nvSpPr>
        <p:spPr>
          <a:xfrm>
            <a:off x="777240"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17" name="Text Placeholder 10">
            <a:extLst>
              <a:ext uri="{FF2B5EF4-FFF2-40B4-BE49-F238E27FC236}">
                <a16:creationId xmlns:a16="http://schemas.microsoft.com/office/drawing/2014/main" id="{2F84C608-3D22-44F8-E6CC-BF1324C26877}"/>
              </a:ext>
            </a:extLst>
          </p:cNvPr>
          <p:cNvSpPr>
            <a:spLocks noGrp="1"/>
          </p:cNvSpPr>
          <p:nvPr>
            <p:ph type="body" sz="quarter" idx="14" hasCustomPrompt="1"/>
          </p:nvPr>
        </p:nvSpPr>
        <p:spPr>
          <a:xfrm>
            <a:off x="685800"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18" name="Text Placeholder 10">
            <a:extLst>
              <a:ext uri="{FF2B5EF4-FFF2-40B4-BE49-F238E27FC236}">
                <a16:creationId xmlns:a16="http://schemas.microsoft.com/office/drawing/2014/main" id="{45AEF695-8514-315F-ED17-76E84BAFA225}"/>
              </a:ext>
            </a:extLst>
          </p:cNvPr>
          <p:cNvSpPr>
            <a:spLocks noGrp="1"/>
          </p:cNvSpPr>
          <p:nvPr>
            <p:ph type="body" sz="quarter" idx="15" hasCustomPrompt="1"/>
          </p:nvPr>
        </p:nvSpPr>
        <p:spPr>
          <a:xfrm>
            <a:off x="685800"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19" name="Text Placeholder 14">
            <a:extLst>
              <a:ext uri="{FF2B5EF4-FFF2-40B4-BE49-F238E27FC236}">
                <a16:creationId xmlns:a16="http://schemas.microsoft.com/office/drawing/2014/main" id="{CEBF5EB6-C07B-3C4B-02BE-A9D51E75EAEE}"/>
              </a:ext>
            </a:extLst>
          </p:cNvPr>
          <p:cNvSpPr>
            <a:spLocks noGrp="1"/>
          </p:cNvSpPr>
          <p:nvPr>
            <p:ph type="body" sz="quarter" idx="16" hasCustomPrompt="1"/>
          </p:nvPr>
        </p:nvSpPr>
        <p:spPr>
          <a:xfrm>
            <a:off x="685800"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40" name="Picture Placeholder 6">
            <a:extLst>
              <a:ext uri="{FF2B5EF4-FFF2-40B4-BE49-F238E27FC236}">
                <a16:creationId xmlns:a16="http://schemas.microsoft.com/office/drawing/2014/main" id="{3CF61813-70BF-50E5-CA71-0021731707FB}"/>
              </a:ext>
            </a:extLst>
          </p:cNvPr>
          <p:cNvSpPr>
            <a:spLocks noGrp="1"/>
          </p:cNvSpPr>
          <p:nvPr>
            <p:ph type="pic" sz="quarter" idx="17" hasCustomPrompt="1"/>
          </p:nvPr>
        </p:nvSpPr>
        <p:spPr>
          <a:xfrm>
            <a:off x="7514907"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2" name="Text Placeholder 10">
            <a:extLst>
              <a:ext uri="{FF2B5EF4-FFF2-40B4-BE49-F238E27FC236}">
                <a16:creationId xmlns:a16="http://schemas.microsoft.com/office/drawing/2014/main" id="{9A161206-FEEF-989B-3727-70C39D6A91F1}"/>
              </a:ext>
            </a:extLst>
          </p:cNvPr>
          <p:cNvSpPr>
            <a:spLocks noGrp="1"/>
          </p:cNvSpPr>
          <p:nvPr>
            <p:ph type="body" sz="quarter" idx="19" hasCustomPrompt="1"/>
          </p:nvPr>
        </p:nvSpPr>
        <p:spPr>
          <a:xfrm>
            <a:off x="7423467"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43" name="Text Placeholder 10">
            <a:extLst>
              <a:ext uri="{FF2B5EF4-FFF2-40B4-BE49-F238E27FC236}">
                <a16:creationId xmlns:a16="http://schemas.microsoft.com/office/drawing/2014/main" id="{9DF06F8E-355E-EA8B-CFCD-B759FD89BE15}"/>
              </a:ext>
            </a:extLst>
          </p:cNvPr>
          <p:cNvSpPr>
            <a:spLocks noGrp="1"/>
          </p:cNvSpPr>
          <p:nvPr>
            <p:ph type="body" sz="quarter" idx="20" hasCustomPrompt="1"/>
          </p:nvPr>
        </p:nvSpPr>
        <p:spPr>
          <a:xfrm>
            <a:off x="7423467"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44" name="Text Placeholder 14">
            <a:extLst>
              <a:ext uri="{FF2B5EF4-FFF2-40B4-BE49-F238E27FC236}">
                <a16:creationId xmlns:a16="http://schemas.microsoft.com/office/drawing/2014/main" id="{F3C810F5-1C7B-9664-15D8-30CC2189541D}"/>
              </a:ext>
            </a:extLst>
          </p:cNvPr>
          <p:cNvSpPr>
            <a:spLocks noGrp="1"/>
          </p:cNvSpPr>
          <p:nvPr>
            <p:ph type="body" sz="quarter" idx="21" hasCustomPrompt="1"/>
          </p:nvPr>
        </p:nvSpPr>
        <p:spPr>
          <a:xfrm>
            <a:off x="7423467"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45" name="Picture Placeholder 6">
            <a:extLst>
              <a:ext uri="{FF2B5EF4-FFF2-40B4-BE49-F238E27FC236}">
                <a16:creationId xmlns:a16="http://schemas.microsoft.com/office/drawing/2014/main" id="{49F3E726-4E6F-0609-ED68-FA29C6997B1D}"/>
              </a:ext>
            </a:extLst>
          </p:cNvPr>
          <p:cNvSpPr>
            <a:spLocks noGrp="1"/>
          </p:cNvSpPr>
          <p:nvPr>
            <p:ph type="pic" sz="quarter" idx="22" hasCustomPrompt="1"/>
          </p:nvPr>
        </p:nvSpPr>
        <p:spPr>
          <a:xfrm>
            <a:off x="3023129"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7" name="Text Placeholder 10">
            <a:extLst>
              <a:ext uri="{FF2B5EF4-FFF2-40B4-BE49-F238E27FC236}">
                <a16:creationId xmlns:a16="http://schemas.microsoft.com/office/drawing/2014/main" id="{E8EB2F5F-DB5E-0886-826F-2345A3651A47}"/>
              </a:ext>
            </a:extLst>
          </p:cNvPr>
          <p:cNvSpPr>
            <a:spLocks noGrp="1"/>
          </p:cNvSpPr>
          <p:nvPr>
            <p:ph type="body" sz="quarter" idx="24" hasCustomPrompt="1"/>
          </p:nvPr>
        </p:nvSpPr>
        <p:spPr>
          <a:xfrm>
            <a:off x="2931689"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48" name="Text Placeholder 10">
            <a:extLst>
              <a:ext uri="{FF2B5EF4-FFF2-40B4-BE49-F238E27FC236}">
                <a16:creationId xmlns:a16="http://schemas.microsoft.com/office/drawing/2014/main" id="{6DACBBD6-FE21-E4A9-8267-50870475DE90}"/>
              </a:ext>
            </a:extLst>
          </p:cNvPr>
          <p:cNvSpPr>
            <a:spLocks noGrp="1"/>
          </p:cNvSpPr>
          <p:nvPr>
            <p:ph type="body" sz="quarter" idx="25" hasCustomPrompt="1"/>
          </p:nvPr>
        </p:nvSpPr>
        <p:spPr>
          <a:xfrm>
            <a:off x="2931689"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49" name="Text Placeholder 14">
            <a:extLst>
              <a:ext uri="{FF2B5EF4-FFF2-40B4-BE49-F238E27FC236}">
                <a16:creationId xmlns:a16="http://schemas.microsoft.com/office/drawing/2014/main" id="{8E80E0A0-24DC-6CFA-68DB-60A85010273E}"/>
              </a:ext>
            </a:extLst>
          </p:cNvPr>
          <p:cNvSpPr>
            <a:spLocks noGrp="1"/>
          </p:cNvSpPr>
          <p:nvPr>
            <p:ph type="body" sz="quarter" idx="26" hasCustomPrompt="1"/>
          </p:nvPr>
        </p:nvSpPr>
        <p:spPr>
          <a:xfrm>
            <a:off x="2931689"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50" name="Picture Placeholder 6">
            <a:extLst>
              <a:ext uri="{FF2B5EF4-FFF2-40B4-BE49-F238E27FC236}">
                <a16:creationId xmlns:a16="http://schemas.microsoft.com/office/drawing/2014/main" id="{D3C86BC7-97B1-01C7-ABF8-BD4B59DB1060}"/>
              </a:ext>
            </a:extLst>
          </p:cNvPr>
          <p:cNvSpPr>
            <a:spLocks noGrp="1"/>
          </p:cNvSpPr>
          <p:nvPr>
            <p:ph type="pic" sz="quarter" idx="27" hasCustomPrompt="1"/>
          </p:nvPr>
        </p:nvSpPr>
        <p:spPr>
          <a:xfrm>
            <a:off x="5269018"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52" name="Text Placeholder 10">
            <a:extLst>
              <a:ext uri="{FF2B5EF4-FFF2-40B4-BE49-F238E27FC236}">
                <a16:creationId xmlns:a16="http://schemas.microsoft.com/office/drawing/2014/main" id="{EF65ADE4-7B57-222D-D507-95AF043C2BF9}"/>
              </a:ext>
            </a:extLst>
          </p:cNvPr>
          <p:cNvSpPr>
            <a:spLocks noGrp="1"/>
          </p:cNvSpPr>
          <p:nvPr>
            <p:ph type="body" sz="quarter" idx="29" hasCustomPrompt="1"/>
          </p:nvPr>
        </p:nvSpPr>
        <p:spPr>
          <a:xfrm>
            <a:off x="5177578"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53" name="Text Placeholder 10">
            <a:extLst>
              <a:ext uri="{FF2B5EF4-FFF2-40B4-BE49-F238E27FC236}">
                <a16:creationId xmlns:a16="http://schemas.microsoft.com/office/drawing/2014/main" id="{5E616858-0C90-1820-ECA4-C957D020277C}"/>
              </a:ext>
            </a:extLst>
          </p:cNvPr>
          <p:cNvSpPr>
            <a:spLocks noGrp="1"/>
          </p:cNvSpPr>
          <p:nvPr>
            <p:ph type="body" sz="quarter" idx="30" hasCustomPrompt="1"/>
          </p:nvPr>
        </p:nvSpPr>
        <p:spPr>
          <a:xfrm>
            <a:off x="5177578"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54" name="Text Placeholder 14">
            <a:extLst>
              <a:ext uri="{FF2B5EF4-FFF2-40B4-BE49-F238E27FC236}">
                <a16:creationId xmlns:a16="http://schemas.microsoft.com/office/drawing/2014/main" id="{B2B2254A-2843-39C4-FAC5-4995D1CC3D57}"/>
              </a:ext>
            </a:extLst>
          </p:cNvPr>
          <p:cNvSpPr>
            <a:spLocks noGrp="1"/>
          </p:cNvSpPr>
          <p:nvPr>
            <p:ph type="body" sz="quarter" idx="31" hasCustomPrompt="1"/>
          </p:nvPr>
        </p:nvSpPr>
        <p:spPr>
          <a:xfrm>
            <a:off x="5177578"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2" name="Picture Placeholder 6">
            <a:extLst>
              <a:ext uri="{FF2B5EF4-FFF2-40B4-BE49-F238E27FC236}">
                <a16:creationId xmlns:a16="http://schemas.microsoft.com/office/drawing/2014/main" id="{7F4EB3F7-B2A7-847D-8098-DBDAE81BF31C}"/>
              </a:ext>
            </a:extLst>
          </p:cNvPr>
          <p:cNvSpPr>
            <a:spLocks noGrp="1"/>
          </p:cNvSpPr>
          <p:nvPr>
            <p:ph type="pic" sz="quarter" idx="32" hasCustomPrompt="1"/>
          </p:nvPr>
        </p:nvSpPr>
        <p:spPr>
          <a:xfrm>
            <a:off x="9760796"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6" name="Text Placeholder 10">
            <a:extLst>
              <a:ext uri="{FF2B5EF4-FFF2-40B4-BE49-F238E27FC236}">
                <a16:creationId xmlns:a16="http://schemas.microsoft.com/office/drawing/2014/main" id="{3C460205-9078-4059-F008-9C5A50690ABC}"/>
              </a:ext>
            </a:extLst>
          </p:cNvPr>
          <p:cNvSpPr>
            <a:spLocks noGrp="1"/>
          </p:cNvSpPr>
          <p:nvPr>
            <p:ph type="body" sz="quarter" idx="34" hasCustomPrompt="1"/>
          </p:nvPr>
        </p:nvSpPr>
        <p:spPr>
          <a:xfrm>
            <a:off x="9669356"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8" name="Text Placeholder 10">
            <a:extLst>
              <a:ext uri="{FF2B5EF4-FFF2-40B4-BE49-F238E27FC236}">
                <a16:creationId xmlns:a16="http://schemas.microsoft.com/office/drawing/2014/main" id="{3562F43E-7FE4-6548-8EAD-0AC2E1D3EB40}"/>
              </a:ext>
            </a:extLst>
          </p:cNvPr>
          <p:cNvSpPr>
            <a:spLocks noGrp="1"/>
          </p:cNvSpPr>
          <p:nvPr>
            <p:ph type="body" sz="quarter" idx="35" hasCustomPrompt="1"/>
          </p:nvPr>
        </p:nvSpPr>
        <p:spPr>
          <a:xfrm>
            <a:off x="9669356"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9" name="Text Placeholder 14">
            <a:extLst>
              <a:ext uri="{FF2B5EF4-FFF2-40B4-BE49-F238E27FC236}">
                <a16:creationId xmlns:a16="http://schemas.microsoft.com/office/drawing/2014/main" id="{0DEF17D8-DF4B-49F4-EB2D-A633DD74742F}"/>
              </a:ext>
            </a:extLst>
          </p:cNvPr>
          <p:cNvSpPr>
            <a:spLocks noGrp="1"/>
          </p:cNvSpPr>
          <p:nvPr>
            <p:ph type="body" sz="quarter" idx="36" hasCustomPrompt="1"/>
          </p:nvPr>
        </p:nvSpPr>
        <p:spPr>
          <a:xfrm>
            <a:off x="9669356"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3" name="Date Placeholder 2">
            <a:extLst>
              <a:ext uri="{FF2B5EF4-FFF2-40B4-BE49-F238E27FC236}">
                <a16:creationId xmlns:a16="http://schemas.microsoft.com/office/drawing/2014/main" id="{431A703B-212B-DB30-FC70-C62645A40156}"/>
              </a:ext>
            </a:extLst>
          </p:cNvPr>
          <p:cNvSpPr>
            <a:spLocks noGrp="1"/>
          </p:cNvSpPr>
          <p:nvPr>
            <p:ph type="dt" sz="half" idx="37"/>
          </p:nvPr>
        </p:nvSpPr>
        <p:spPr/>
        <p:txBody>
          <a:bodyPr/>
          <a:lstStyle/>
          <a:p>
            <a:fld id="{228D026D-C07B-48C8-8C2B-C561E4D51E16}" type="datetime1">
              <a:rPr lang="en-US" smtClean="0"/>
              <a:t>6/19/2024</a:t>
            </a:fld>
            <a:endParaRPr lang="en-US"/>
          </a:p>
        </p:txBody>
      </p:sp>
      <p:sp>
        <p:nvSpPr>
          <p:cNvPr id="5" name="Footer Placeholder 4">
            <a:extLst>
              <a:ext uri="{FF2B5EF4-FFF2-40B4-BE49-F238E27FC236}">
                <a16:creationId xmlns:a16="http://schemas.microsoft.com/office/drawing/2014/main" id="{C6F4E0CC-EA4C-823F-53B1-1F26A556C58A}"/>
              </a:ext>
            </a:extLst>
          </p:cNvPr>
          <p:cNvSpPr>
            <a:spLocks noGrp="1"/>
          </p:cNvSpPr>
          <p:nvPr>
            <p:ph type="ftr" sz="quarter" idx="38"/>
          </p:nvPr>
        </p:nvSpPr>
        <p:spPr/>
        <p:txBody>
          <a:bodyPr/>
          <a:lstStyle/>
          <a:p>
            <a:r>
              <a:rPr lang="en-US"/>
              <a:t>CONFIDENTIAL</a:t>
            </a:r>
          </a:p>
        </p:txBody>
      </p:sp>
      <p:sp>
        <p:nvSpPr>
          <p:cNvPr id="10" name="Slide Number Placeholder 9">
            <a:extLst>
              <a:ext uri="{FF2B5EF4-FFF2-40B4-BE49-F238E27FC236}">
                <a16:creationId xmlns:a16="http://schemas.microsoft.com/office/drawing/2014/main" id="{018ABF8C-910D-9656-2B3C-A101EC1E6A8D}"/>
              </a:ext>
            </a:extLst>
          </p:cNvPr>
          <p:cNvSpPr>
            <a:spLocks noGrp="1"/>
          </p:cNvSpPr>
          <p:nvPr>
            <p:ph type="sldNum" sz="quarter" idx="3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0549334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ro 1">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BB39F5A-064F-F149-AE9B-B387D6357651}"/>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53184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FCC516B-E122-4FD1-BCFB-950A404368F3}"/>
              </a:ext>
            </a:extLst>
          </p:cNvPr>
          <p:cNvSpPr>
            <a:spLocks noGrp="1"/>
          </p:cNvSpPr>
          <p:nvPr>
            <p:ph type="ctrTitle" hasCustomPrompt="1"/>
          </p:nvPr>
        </p:nvSpPr>
        <p:spPr>
          <a:xfrm>
            <a:off x="1964470" y="1097280"/>
            <a:ext cx="4572000" cy="1463040"/>
          </a:xfrm>
        </p:spPr>
        <p:txBody>
          <a:bodyPr vert="horz" lIns="0" tIns="0" rIns="0" bIns="0" anchor="b">
            <a:noAutofit/>
          </a:bodyPr>
          <a:lstStyle>
            <a:lvl1pPr algn="l">
              <a:defRPr sz="4400" b="1">
                <a:solidFill>
                  <a:schemeClr val="accent1">
                    <a:lumMod val="50000"/>
                  </a:schemeClr>
                </a:solidFill>
                <a:latin typeface="+mj-lt"/>
                <a:ea typeface="+mj-ea"/>
                <a:cs typeface="+mj-cs"/>
              </a:defRPr>
            </a:lvl1pPr>
          </a:lstStyle>
          <a:p>
            <a:r>
              <a:rPr lang="en-US"/>
              <a:t>Title Goes Here</a:t>
            </a:r>
          </a:p>
        </p:txBody>
      </p:sp>
      <p:sp>
        <p:nvSpPr>
          <p:cNvPr id="24" name="Picture Placeholder 23">
            <a:extLst>
              <a:ext uri="{FF2B5EF4-FFF2-40B4-BE49-F238E27FC236}">
                <a16:creationId xmlns:a16="http://schemas.microsoft.com/office/drawing/2014/main" id="{1ED8E1A5-AB94-C963-7101-8EDBE4153DEA}"/>
              </a:ext>
            </a:extLst>
          </p:cNvPr>
          <p:cNvSpPr>
            <a:spLocks noGrp="1"/>
          </p:cNvSpPr>
          <p:nvPr>
            <p:ph type="pic" sz="quarter" idx="10" hasCustomPrompt="1"/>
          </p:nvPr>
        </p:nvSpPr>
        <p:spPr>
          <a:xfrm>
            <a:off x="7181942" y="1371600"/>
            <a:ext cx="4114800" cy="4114800"/>
          </a:xfrm>
          <a:prstGeom prst="roundRect">
            <a:avLst>
              <a:gd name="adj" fmla="val 9272"/>
            </a:avLst>
          </a:prstGeom>
          <a:solidFill>
            <a:schemeClr val="bg1">
              <a:lumMod val="75000"/>
            </a:schemeClr>
          </a:solidFill>
        </p:spPr>
        <p:txBody>
          <a:bodyPr anchor="ctr"/>
          <a:lstStyle>
            <a:lvl1pPr marL="0" indent="0" algn="ctr">
              <a:buNone/>
              <a:defRPr sz="2000"/>
            </a:lvl1pPr>
          </a:lstStyle>
          <a:p>
            <a:r>
              <a:rPr lang="en-US"/>
              <a:t>Click to add photo</a:t>
            </a:r>
          </a:p>
        </p:txBody>
      </p:sp>
      <p:sp>
        <p:nvSpPr>
          <p:cNvPr id="26" name="Text Placeholder 25">
            <a:extLst>
              <a:ext uri="{FF2B5EF4-FFF2-40B4-BE49-F238E27FC236}">
                <a16:creationId xmlns:a16="http://schemas.microsoft.com/office/drawing/2014/main" id="{01DEA48D-3F62-6E32-071A-7306A547358C}"/>
              </a:ext>
            </a:extLst>
          </p:cNvPr>
          <p:cNvSpPr>
            <a:spLocks noGrp="1"/>
          </p:cNvSpPr>
          <p:nvPr>
            <p:ph type="body" sz="quarter" idx="11" hasCustomPrompt="1"/>
          </p:nvPr>
        </p:nvSpPr>
        <p:spPr>
          <a:xfrm>
            <a:off x="1964470" y="2834640"/>
            <a:ext cx="4572000" cy="2926080"/>
          </a:xfrm>
        </p:spPr>
        <p:txBody>
          <a:bodyPr vert="horz" lIns="0" tIns="0" rIns="0" bIns="91440" rtlCol="0">
            <a:noAutofit/>
          </a:bodyPr>
          <a:lstStyle>
            <a:lvl1pPr marL="0" indent="0">
              <a:lnSpc>
                <a:spcPct val="90000"/>
              </a:lnSpc>
              <a:buNone/>
              <a:defRPr lang="en-US" sz="1800" dirty="0"/>
            </a:lvl1pPr>
          </a:lstStyle>
          <a:p>
            <a:pPr marL="228600" marR="0" lvl="0" indent="-228600" algn="l" defTabSz="1219170" rtl="0" eaLnBrk="1" fontAlgn="auto" latinLnBrk="0" hangingPunct="1">
              <a:lnSpc>
                <a:spcPct val="90000"/>
              </a:lnSpc>
              <a:spcBef>
                <a:spcPts val="1200"/>
              </a:spcBef>
              <a:spcAft>
                <a:spcPts val="0"/>
              </a:spcAft>
              <a:buClr>
                <a:srgbClr val="7042BE"/>
              </a:buClr>
              <a:buSzTx/>
              <a:buFont typeface="IBM Plex Sans" panose="020B0503050203000203" pitchFamily="34" charset="0"/>
              <a:buChar char="•"/>
              <a:tabLst/>
              <a:defRPr/>
            </a:pPr>
            <a:r>
              <a:rPr kumimoji="0" lang="en-US" sz="2200" b="0" i="0" u="none" strike="noStrike" kern="1200" cap="none" spc="0" normalizeH="0" baseline="0" noProof="0">
                <a:ln>
                  <a:noFill/>
                </a:ln>
                <a:solidFill>
                  <a:srgbClr val="000000"/>
                </a:solidFill>
                <a:effectLst/>
                <a:uLnTx/>
                <a:uFillTx/>
                <a:latin typeface="IBM Plex Sans"/>
                <a:ea typeface="+mn-ea"/>
                <a:cs typeface="+mn-cs"/>
              </a:rPr>
              <a:t>Click to edit master text styles</a:t>
            </a:r>
          </a:p>
          <a:p>
            <a:pPr marL="457200" marR="0" lvl="1"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2000" b="0" i="0" u="none" strike="noStrike" kern="1200" cap="none" spc="0" normalizeH="0" baseline="0" noProof="0">
                <a:ln>
                  <a:noFill/>
                </a:ln>
                <a:solidFill>
                  <a:srgbClr val="000000"/>
                </a:solidFill>
                <a:effectLst/>
                <a:uLnTx/>
                <a:uFillTx/>
                <a:latin typeface="IBM Plex Sans"/>
                <a:ea typeface="+mn-ea"/>
                <a:cs typeface="+mn-cs"/>
              </a:rPr>
              <a:t>Second level</a:t>
            </a:r>
          </a:p>
          <a:p>
            <a:pPr marL="685800" marR="0" lvl="2"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1800" b="0" i="0" u="none" strike="noStrike" kern="1200" cap="none" spc="0" normalizeH="0" baseline="0" noProof="0">
                <a:ln>
                  <a:noFill/>
                </a:ln>
                <a:solidFill>
                  <a:srgbClr val="000000"/>
                </a:solidFill>
                <a:effectLst/>
                <a:uLnTx/>
                <a:uFillTx/>
                <a:latin typeface="IBM Plex Sans"/>
                <a:ea typeface="+mn-ea"/>
                <a:cs typeface="+mn-cs"/>
              </a:rPr>
              <a:t>Third level</a:t>
            </a:r>
          </a:p>
          <a:p>
            <a:pPr marL="914400" marR="0" lvl="3"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600" b="0" i="0" u="none" strike="noStrike" kern="1200" cap="none" spc="0" normalizeH="0" baseline="0" noProof="0">
                <a:ln>
                  <a:noFill/>
                </a:ln>
                <a:solidFill>
                  <a:srgbClr val="000000"/>
                </a:solidFill>
                <a:effectLst/>
                <a:uLnTx/>
                <a:uFillTx/>
                <a:latin typeface="IBM Plex Sans"/>
                <a:ea typeface="+mn-ea"/>
                <a:cs typeface="+mn-cs"/>
              </a:rPr>
              <a:t>Fourth level</a:t>
            </a:r>
          </a:p>
          <a:p>
            <a:pPr marL="1143000" marR="0" lvl="4"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400" b="0" i="0" u="none" strike="noStrike" kern="1200" cap="none" spc="0" normalizeH="0" baseline="0" noProof="0">
                <a:ln>
                  <a:noFill/>
                </a:ln>
                <a:solidFill>
                  <a:srgbClr val="000000"/>
                </a:solidFill>
                <a:effectLst/>
                <a:uLnTx/>
                <a:uFillTx/>
                <a:latin typeface="IBM Plex Sans"/>
                <a:ea typeface="+mn-ea"/>
                <a:cs typeface="+mn-cs"/>
              </a:rPr>
              <a:t>Fifth level</a:t>
            </a:r>
          </a:p>
        </p:txBody>
      </p:sp>
      <p:sp>
        <p:nvSpPr>
          <p:cNvPr id="6" name="Title 1">
            <a:extLst>
              <a:ext uri="{FF2B5EF4-FFF2-40B4-BE49-F238E27FC236}">
                <a16:creationId xmlns:a16="http://schemas.microsoft.com/office/drawing/2014/main" id="{72158FD8-7012-08BF-C737-734D80684643}"/>
              </a:ext>
            </a:extLst>
          </p:cNvPr>
          <p:cNvSpPr txBox="1">
            <a:spLocks/>
          </p:cNvSpPr>
          <p:nvPr userDrawn="1"/>
        </p:nvSpPr>
        <p:spPr>
          <a:xfrm>
            <a:off x="689409" y="1050753"/>
            <a:ext cx="1032788" cy="1645920"/>
          </a:xfrm>
          <a:prstGeom prst="rect">
            <a:avLst/>
          </a:prstGeom>
        </p:spPr>
        <p:txBody>
          <a:bodyPr vert="horz" lIns="0" tIns="0" rIns="0" bIns="0" rtlCol="0" anchor="b">
            <a:noAutofit/>
          </a:bodyPr>
          <a:lstStyle>
            <a:lvl1pPr algn="l" defTabSz="1219170" rtl="0" eaLnBrk="1" latinLnBrk="0" hangingPunct="1">
              <a:lnSpc>
                <a:spcPct val="90000"/>
              </a:lnSpc>
              <a:spcBef>
                <a:spcPct val="0"/>
              </a:spcBef>
              <a:buNone/>
              <a:defRPr sz="4000" b="1" kern="1200" cap="none" baseline="0">
                <a:solidFill>
                  <a:schemeClr val="accent2"/>
                </a:solidFill>
                <a:latin typeface="+mj-lt"/>
                <a:ea typeface="+mj-ea"/>
                <a:cs typeface="+mj-cs"/>
              </a:defRPr>
            </a:lvl1pPr>
          </a:lstStyle>
          <a:p>
            <a:pPr algn="r"/>
            <a:r>
              <a:rPr lang="en-US" sz="6600">
                <a:solidFill>
                  <a:schemeClr val="accent1">
                    <a:lumMod val="50000"/>
                  </a:schemeClr>
                </a:solidFill>
              </a:rPr>
              <a:t>01</a:t>
            </a:r>
          </a:p>
        </p:txBody>
      </p:sp>
      <p:sp>
        <p:nvSpPr>
          <p:cNvPr id="3" name="Date Placeholder 2">
            <a:extLst>
              <a:ext uri="{FF2B5EF4-FFF2-40B4-BE49-F238E27FC236}">
                <a16:creationId xmlns:a16="http://schemas.microsoft.com/office/drawing/2014/main" id="{5344D05F-954D-09F1-611F-086DE6266E2F}"/>
              </a:ext>
            </a:extLst>
          </p:cNvPr>
          <p:cNvSpPr>
            <a:spLocks noGrp="1"/>
          </p:cNvSpPr>
          <p:nvPr>
            <p:ph type="dt" sz="half" idx="12"/>
          </p:nvPr>
        </p:nvSpPr>
        <p:spPr/>
        <p:txBody>
          <a:bodyPr/>
          <a:lstStyle/>
          <a:p>
            <a:fld id="{228D026D-C07B-48C8-8C2B-C561E4D51E16}" type="datetime1">
              <a:rPr lang="en-US" smtClean="0"/>
              <a:t>6/19/2024</a:t>
            </a:fld>
            <a:endParaRPr lang="en-US"/>
          </a:p>
        </p:txBody>
      </p:sp>
      <p:sp>
        <p:nvSpPr>
          <p:cNvPr id="4" name="Footer Placeholder 3">
            <a:extLst>
              <a:ext uri="{FF2B5EF4-FFF2-40B4-BE49-F238E27FC236}">
                <a16:creationId xmlns:a16="http://schemas.microsoft.com/office/drawing/2014/main" id="{511CB476-3B28-77FC-F2FA-C193AB3D8DEB}"/>
              </a:ext>
            </a:extLst>
          </p:cNvPr>
          <p:cNvSpPr>
            <a:spLocks noGrp="1"/>
          </p:cNvSpPr>
          <p:nvPr>
            <p:ph type="ftr" sz="quarter" idx="13"/>
          </p:nvPr>
        </p:nvSpPr>
        <p:spPr/>
        <p:txBody>
          <a:bodyPr/>
          <a:lstStyle/>
          <a:p>
            <a:r>
              <a:rPr lang="en-US"/>
              <a:t>CONFIDENTIAL</a:t>
            </a:r>
          </a:p>
        </p:txBody>
      </p:sp>
      <p:sp>
        <p:nvSpPr>
          <p:cNvPr id="7" name="Slide Number Placeholder 6">
            <a:extLst>
              <a:ext uri="{FF2B5EF4-FFF2-40B4-BE49-F238E27FC236}">
                <a16:creationId xmlns:a16="http://schemas.microsoft.com/office/drawing/2014/main" id="{EEF93DCD-A92B-1F38-1845-6872AD31073E}"/>
              </a:ext>
            </a:extLst>
          </p:cNvPr>
          <p:cNvSpPr>
            <a:spLocks noGrp="1"/>
          </p:cNvSpPr>
          <p:nvPr>
            <p:ph type="sldNum" sz="quarter" idx="14"/>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06663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ro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EF4F7AF-091F-A98A-D049-939B531E1FC0}"/>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731520" y="1097279"/>
            <a:ext cx="5552161" cy="1463040"/>
          </a:xfrm>
          <a:prstGeom prst="rect">
            <a:avLst/>
          </a:prstGeom>
        </p:spPr>
        <p:txBody>
          <a:bodyPr vert="horz" lIns="0" tIns="0" rIns="0" bIns="0" rtlCol="0" anchor="b">
            <a:noAutofit/>
          </a:bodyPr>
          <a:lstStyle>
            <a:lvl1pPr>
              <a:defRPr sz="4400" b="1">
                <a:solidFill>
                  <a:schemeClr val="accent1">
                    <a:lumMod val="50000"/>
                  </a:schemeClr>
                </a:solidFill>
                <a:latin typeface="+mj-lt"/>
                <a:ea typeface="+mj-ea"/>
                <a:cs typeface="+mj-cs"/>
              </a:defRPr>
            </a:lvl1pPr>
          </a:lstStyle>
          <a:p>
            <a:r>
              <a:rPr lang="en-US"/>
              <a:t>Title Goes Here</a:t>
            </a:r>
          </a:p>
        </p:txBody>
      </p:sp>
      <p:sp>
        <p:nvSpPr>
          <p:cNvPr id="5" name="Picture Placeholder 6">
            <a:extLst>
              <a:ext uri="{FF2B5EF4-FFF2-40B4-BE49-F238E27FC236}">
                <a16:creationId xmlns:a16="http://schemas.microsoft.com/office/drawing/2014/main" id="{0092AB1F-CF96-52B8-1D0F-5F5CDD708C3C}"/>
              </a:ext>
            </a:extLst>
          </p:cNvPr>
          <p:cNvSpPr>
            <a:spLocks noGrp="1"/>
          </p:cNvSpPr>
          <p:nvPr>
            <p:ph type="pic" sz="quarter" idx="11" hasCustomPrompt="1"/>
          </p:nvPr>
        </p:nvSpPr>
        <p:spPr>
          <a:xfrm>
            <a:off x="7000645" y="1257300"/>
            <a:ext cx="4243766" cy="4243766"/>
          </a:xfrm>
          <a:prstGeom prst="ellipse">
            <a:avLst/>
          </a:prstGeom>
          <a:solidFill>
            <a:schemeClr val="bg1">
              <a:lumMod val="75000"/>
            </a:schemeClr>
          </a:solidFill>
        </p:spPr>
        <p:txBody>
          <a:bodyPr anchor="ctr"/>
          <a:lstStyle>
            <a:lvl1pPr marL="0" indent="0" algn="ctr">
              <a:buNone/>
              <a:defRPr sz="2000"/>
            </a:lvl1pPr>
          </a:lstStyle>
          <a:p>
            <a:r>
              <a:rPr lang="en-US"/>
              <a:t>Click to add photo</a:t>
            </a:r>
          </a:p>
        </p:txBody>
      </p:sp>
      <p:sp>
        <p:nvSpPr>
          <p:cNvPr id="4" name="Text Placeholder 25">
            <a:extLst>
              <a:ext uri="{FF2B5EF4-FFF2-40B4-BE49-F238E27FC236}">
                <a16:creationId xmlns:a16="http://schemas.microsoft.com/office/drawing/2014/main" id="{7E3B57FB-688F-0C57-1EB3-56CF3F45481F}"/>
              </a:ext>
            </a:extLst>
          </p:cNvPr>
          <p:cNvSpPr>
            <a:spLocks noGrp="1"/>
          </p:cNvSpPr>
          <p:nvPr>
            <p:ph type="body" sz="quarter" idx="15" hasCustomPrompt="1"/>
          </p:nvPr>
        </p:nvSpPr>
        <p:spPr>
          <a:xfrm>
            <a:off x="731520" y="2743200"/>
            <a:ext cx="5552161" cy="2926080"/>
          </a:xfrm>
        </p:spPr>
        <p:txBody>
          <a:bodyPr vert="horz" lIns="0" tIns="0" rIns="0" bIns="91440" rtlCol="0">
            <a:noAutofit/>
          </a:bodyPr>
          <a:lstStyle>
            <a:lvl1pPr marL="0" indent="0">
              <a:lnSpc>
                <a:spcPct val="90000"/>
              </a:lnSpc>
              <a:spcBef>
                <a:spcPts val="600"/>
              </a:spcBef>
              <a:buFont typeface="IBM Plex Sans" panose="020B0503050203000203" pitchFamily="34" charset="0"/>
              <a:buNone/>
              <a:defRPr lang="en-US" sz="1600" dirty="0"/>
            </a:lvl1pPr>
            <a:lvl2pPr>
              <a:defRPr lang="en-US" sz="1400" dirty="0"/>
            </a:lvl2pPr>
            <a:lvl3pPr>
              <a:defRPr lang="en-US" sz="1200" dirty="0"/>
            </a:lvl3pPr>
            <a:lvl4pPr>
              <a:defRPr lang="en-US" sz="1100" dirty="0"/>
            </a:lvl4pPr>
            <a:lvl5pPr>
              <a:defRPr lang="en-US" sz="1050" dirty="0"/>
            </a:lvl5pPr>
          </a:lstStyle>
          <a:p>
            <a:pPr marL="228600" marR="0" lvl="0" indent="-228600" algn="l" defTabSz="1219170" rtl="0" eaLnBrk="1" fontAlgn="auto" latinLnBrk="0" hangingPunct="1">
              <a:lnSpc>
                <a:spcPct val="90000"/>
              </a:lnSpc>
              <a:spcBef>
                <a:spcPts val="1200"/>
              </a:spcBef>
              <a:spcAft>
                <a:spcPts val="0"/>
              </a:spcAft>
              <a:buClr>
                <a:srgbClr val="7042BE"/>
              </a:buClr>
              <a:buSzTx/>
              <a:buFont typeface="IBM Plex Sans" panose="020B0503050203000203" pitchFamily="34" charset="0"/>
              <a:buChar char="•"/>
              <a:tabLst/>
              <a:defRPr/>
            </a:pPr>
            <a:r>
              <a:rPr kumimoji="0" lang="en-US" sz="2200" b="0" i="0" u="none" strike="noStrike" kern="1200" cap="none" spc="0" normalizeH="0" baseline="0" noProof="0">
                <a:ln>
                  <a:noFill/>
                </a:ln>
                <a:solidFill>
                  <a:srgbClr val="000000"/>
                </a:solidFill>
                <a:effectLst/>
                <a:uLnTx/>
                <a:uFillTx/>
                <a:latin typeface="IBM Plex Sans"/>
                <a:ea typeface="+mn-ea"/>
                <a:cs typeface="+mn-cs"/>
              </a:rPr>
              <a:t>Click to edit master text styles</a:t>
            </a:r>
          </a:p>
          <a:p>
            <a:pPr marL="457200" marR="0" lvl="1"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2000" b="0" i="0" u="none" strike="noStrike" kern="1200" cap="none" spc="0" normalizeH="0" baseline="0" noProof="0">
                <a:ln>
                  <a:noFill/>
                </a:ln>
                <a:solidFill>
                  <a:srgbClr val="000000"/>
                </a:solidFill>
                <a:effectLst/>
                <a:uLnTx/>
                <a:uFillTx/>
                <a:latin typeface="IBM Plex Sans"/>
                <a:ea typeface="+mn-ea"/>
                <a:cs typeface="+mn-cs"/>
              </a:rPr>
              <a:t>Second level</a:t>
            </a:r>
          </a:p>
          <a:p>
            <a:pPr marL="685800" marR="0" lvl="2"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1800" b="0" i="0" u="none" strike="noStrike" kern="1200" cap="none" spc="0" normalizeH="0" baseline="0" noProof="0">
                <a:ln>
                  <a:noFill/>
                </a:ln>
                <a:solidFill>
                  <a:srgbClr val="000000"/>
                </a:solidFill>
                <a:effectLst/>
                <a:uLnTx/>
                <a:uFillTx/>
                <a:latin typeface="IBM Plex Sans"/>
                <a:ea typeface="+mn-ea"/>
                <a:cs typeface="+mn-cs"/>
              </a:rPr>
              <a:t>Third level</a:t>
            </a:r>
          </a:p>
          <a:p>
            <a:pPr marL="914400" marR="0" lvl="3"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600" b="0" i="0" u="none" strike="noStrike" kern="1200" cap="none" spc="0" normalizeH="0" baseline="0" noProof="0">
                <a:ln>
                  <a:noFill/>
                </a:ln>
                <a:solidFill>
                  <a:srgbClr val="000000"/>
                </a:solidFill>
                <a:effectLst/>
                <a:uLnTx/>
                <a:uFillTx/>
                <a:latin typeface="IBM Plex Sans"/>
                <a:ea typeface="+mn-ea"/>
                <a:cs typeface="+mn-cs"/>
              </a:rPr>
              <a:t>Fourth level</a:t>
            </a:r>
          </a:p>
          <a:p>
            <a:pPr marL="1143000" marR="0" lvl="4"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400" b="0" i="0" u="none" strike="noStrike" kern="1200" cap="none" spc="0" normalizeH="0" baseline="0" noProof="0">
                <a:ln>
                  <a:noFill/>
                </a:ln>
                <a:solidFill>
                  <a:srgbClr val="000000"/>
                </a:solidFill>
                <a:effectLst/>
                <a:uLnTx/>
                <a:uFillTx/>
                <a:latin typeface="IBM Plex Sans"/>
                <a:ea typeface="+mn-ea"/>
                <a:cs typeface="+mn-cs"/>
              </a:rPr>
              <a:t>Fifth level</a:t>
            </a:r>
          </a:p>
        </p:txBody>
      </p:sp>
      <p:sp>
        <p:nvSpPr>
          <p:cNvPr id="2" name="Date Placeholder 1">
            <a:extLst>
              <a:ext uri="{FF2B5EF4-FFF2-40B4-BE49-F238E27FC236}">
                <a16:creationId xmlns:a16="http://schemas.microsoft.com/office/drawing/2014/main" id="{D00A28DC-4EDE-497C-F840-7C4F8AF6BC11}"/>
              </a:ext>
            </a:extLst>
          </p:cNvPr>
          <p:cNvSpPr>
            <a:spLocks noGrp="1"/>
          </p:cNvSpPr>
          <p:nvPr>
            <p:ph type="dt" sz="half" idx="16"/>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60E2C94F-0EC9-E11C-BDF6-DF02B2DEB6C7}"/>
              </a:ext>
            </a:extLst>
          </p:cNvPr>
          <p:cNvSpPr>
            <a:spLocks noGrp="1"/>
          </p:cNvSpPr>
          <p:nvPr>
            <p:ph type="ftr" sz="quarter" idx="17"/>
          </p:nvPr>
        </p:nvSpPr>
        <p:spPr/>
        <p:txBody>
          <a:bodyPr/>
          <a:lstStyle/>
          <a:p>
            <a:r>
              <a:rPr lang="en-US"/>
              <a:t>CONFIDENTIAL</a:t>
            </a:r>
          </a:p>
        </p:txBody>
      </p:sp>
      <p:sp>
        <p:nvSpPr>
          <p:cNvPr id="7" name="Slide Number Placeholder 6">
            <a:extLst>
              <a:ext uri="{FF2B5EF4-FFF2-40B4-BE49-F238E27FC236}">
                <a16:creationId xmlns:a16="http://schemas.microsoft.com/office/drawing/2014/main" id="{283F67D9-AAE2-0416-4EE0-02FAA6827961}"/>
              </a:ext>
            </a:extLst>
          </p:cNvPr>
          <p:cNvSpPr>
            <a:spLocks noGrp="1"/>
          </p:cNvSpPr>
          <p:nvPr>
            <p:ph type="sldNum" sz="quarter" idx="18"/>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048018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 3">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5930751" y="1005839"/>
            <a:ext cx="5528766" cy="1503445"/>
          </a:xfrm>
          <a:prstGeom prst="rect">
            <a:avLst/>
          </a:prstGeom>
        </p:spPr>
        <p:txBody>
          <a:bodyPr vert="horz" lIns="0" tIns="45720" rIns="0" bIns="45720" rtlCol="0" anchor="b">
            <a:noAutofit/>
          </a:bodyPr>
          <a:lstStyle>
            <a:lvl1pPr>
              <a:defRPr sz="4400" b="1">
                <a:solidFill>
                  <a:schemeClr val="accent1">
                    <a:lumMod val="50000"/>
                  </a:schemeClr>
                </a:solidFill>
                <a:latin typeface="+mj-lt"/>
                <a:ea typeface="+mj-ea"/>
                <a:cs typeface="+mj-cs"/>
              </a:defRPr>
            </a:lvl1pPr>
          </a:lstStyle>
          <a:p>
            <a:r>
              <a:rPr lang="en-US"/>
              <a:t>Title Goes Here</a:t>
            </a:r>
          </a:p>
        </p:txBody>
      </p:sp>
      <p:sp>
        <p:nvSpPr>
          <p:cNvPr id="5" name="Picture Placeholder 23">
            <a:extLst>
              <a:ext uri="{FF2B5EF4-FFF2-40B4-BE49-F238E27FC236}">
                <a16:creationId xmlns:a16="http://schemas.microsoft.com/office/drawing/2014/main" id="{85722EBC-8176-2081-5A3F-1276FD28E162}"/>
              </a:ext>
            </a:extLst>
          </p:cNvPr>
          <p:cNvSpPr>
            <a:spLocks noGrp="1"/>
          </p:cNvSpPr>
          <p:nvPr>
            <p:ph type="pic" sz="quarter" idx="10" hasCustomPrompt="1"/>
          </p:nvPr>
        </p:nvSpPr>
        <p:spPr>
          <a:xfrm>
            <a:off x="731520" y="1371600"/>
            <a:ext cx="4114800" cy="4114800"/>
          </a:xfrm>
          <a:prstGeom prst="roundRect">
            <a:avLst>
              <a:gd name="adj" fmla="val 5411"/>
            </a:avLst>
          </a:prstGeom>
          <a:solidFill>
            <a:schemeClr val="bg1">
              <a:lumMod val="75000"/>
            </a:schemeClr>
          </a:solidFill>
        </p:spPr>
        <p:txBody>
          <a:bodyPr anchor="ctr"/>
          <a:lstStyle>
            <a:lvl1pPr marL="0" indent="0" algn="ctr">
              <a:buNone/>
              <a:defRPr sz="2000"/>
            </a:lvl1pPr>
          </a:lstStyle>
          <a:p>
            <a:r>
              <a:rPr lang="en-US"/>
              <a:t>Click to add photo</a:t>
            </a:r>
          </a:p>
        </p:txBody>
      </p:sp>
      <p:sp>
        <p:nvSpPr>
          <p:cNvPr id="4" name="Text Placeholder 3">
            <a:extLst>
              <a:ext uri="{FF2B5EF4-FFF2-40B4-BE49-F238E27FC236}">
                <a16:creationId xmlns:a16="http://schemas.microsoft.com/office/drawing/2014/main" id="{25267FFB-44D3-415C-09AF-BF233EDCF284}"/>
              </a:ext>
            </a:extLst>
          </p:cNvPr>
          <p:cNvSpPr>
            <a:spLocks noGrp="1"/>
          </p:cNvSpPr>
          <p:nvPr>
            <p:ph type="body" sz="quarter" idx="11" hasCustomPrompt="1"/>
          </p:nvPr>
        </p:nvSpPr>
        <p:spPr>
          <a:xfrm>
            <a:off x="5930751" y="3146299"/>
            <a:ext cx="5528765" cy="2705861"/>
          </a:xfrm>
        </p:spPr>
        <p:txBody>
          <a:bodyPr lIns="0" tIns="0" rIns="0"/>
          <a:lstStyle>
            <a:lvl1pPr marL="0" indent="0">
              <a:lnSpc>
                <a:spcPct val="120000"/>
              </a:lnSpc>
              <a:spcBef>
                <a:spcPts val="300"/>
              </a:spcBef>
              <a:buFont typeface="IBM Plex Sans" panose="020B0503050203000203" pitchFamily="34" charset="0"/>
              <a:buNone/>
              <a:defRPr sz="2000"/>
            </a:lvl1pPr>
            <a:lvl2pPr marL="514350" indent="-285750">
              <a:lnSpc>
                <a:spcPct val="120000"/>
              </a:lnSpc>
              <a:buFont typeface="IBM Plex Sans" panose="020B0503050203000203" pitchFamily="34" charset="0"/>
              <a:buChar char="–"/>
              <a:defRPr sz="1800"/>
            </a:lvl2pPr>
            <a:lvl3pPr marL="685800" indent="-228600">
              <a:lnSpc>
                <a:spcPct val="120000"/>
              </a:lnSpc>
              <a:buFont typeface="IBM Plex Sans" panose="020B0503050203000203" pitchFamily="34" charset="0"/>
              <a:buChar char="–"/>
              <a:defRPr sz="1600"/>
            </a:lvl3pPr>
            <a:lvl4pPr marL="914400" indent="-228600">
              <a:lnSpc>
                <a:spcPct val="120000"/>
              </a:lnSpc>
              <a:buFont typeface="IBM Plex Sans" panose="020B0503050203000203" pitchFamily="34" charset="0"/>
              <a:buChar char="–"/>
              <a:defRPr sz="1400"/>
            </a:lvl4pPr>
            <a:lvl5pPr marL="1085850" indent="-171450">
              <a:lnSpc>
                <a:spcPct val="120000"/>
              </a:lnSpc>
              <a:buFont typeface="IBM Plex Sans" panose="020B0503050203000203" pitchFamily="34" charset="0"/>
              <a:buChar char="–"/>
              <a:defRPr sz="1050"/>
            </a:lvl5pPr>
          </a:lstStyle>
          <a:p>
            <a:pPr marL="228600" marR="0" lvl="0" indent="-228600" algn="l" defTabSz="1219170" rtl="0" eaLnBrk="1" fontAlgn="auto" latinLnBrk="0" hangingPunct="1">
              <a:lnSpc>
                <a:spcPct val="90000"/>
              </a:lnSpc>
              <a:spcBef>
                <a:spcPts val="1200"/>
              </a:spcBef>
              <a:spcAft>
                <a:spcPts val="0"/>
              </a:spcAft>
              <a:buClr>
                <a:srgbClr val="7042BE"/>
              </a:buClr>
              <a:buSzTx/>
              <a:buFont typeface="IBM Plex Sans" panose="020B0503050203000203" pitchFamily="34" charset="0"/>
              <a:buChar char="•"/>
              <a:tabLst/>
              <a:defRPr/>
            </a:pPr>
            <a:r>
              <a:rPr kumimoji="0" lang="en-US" sz="2200" b="0" i="0" u="none" strike="noStrike" kern="1200" cap="none" spc="0" normalizeH="0" baseline="0" noProof="0">
                <a:ln>
                  <a:noFill/>
                </a:ln>
                <a:solidFill>
                  <a:srgbClr val="000000"/>
                </a:solidFill>
                <a:effectLst/>
                <a:uLnTx/>
                <a:uFillTx/>
                <a:latin typeface="IBM Plex Sans"/>
                <a:ea typeface="+mn-ea"/>
                <a:cs typeface="+mn-cs"/>
              </a:rPr>
              <a:t>Click to edit master text styles</a:t>
            </a:r>
          </a:p>
          <a:p>
            <a:pPr marL="457200" marR="0" lvl="1"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2000" b="0" i="0" u="none" strike="noStrike" kern="1200" cap="none" spc="0" normalizeH="0" baseline="0" noProof="0">
                <a:ln>
                  <a:noFill/>
                </a:ln>
                <a:solidFill>
                  <a:srgbClr val="000000"/>
                </a:solidFill>
                <a:effectLst/>
                <a:uLnTx/>
                <a:uFillTx/>
                <a:latin typeface="IBM Plex Sans"/>
                <a:ea typeface="+mn-ea"/>
                <a:cs typeface="+mn-cs"/>
              </a:rPr>
              <a:t>Second level</a:t>
            </a:r>
          </a:p>
          <a:p>
            <a:pPr marL="685800" marR="0" lvl="2"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1800" b="0" i="0" u="none" strike="noStrike" kern="1200" cap="none" spc="0" normalizeH="0" baseline="0" noProof="0">
                <a:ln>
                  <a:noFill/>
                </a:ln>
                <a:solidFill>
                  <a:srgbClr val="000000"/>
                </a:solidFill>
                <a:effectLst/>
                <a:uLnTx/>
                <a:uFillTx/>
                <a:latin typeface="IBM Plex Sans"/>
                <a:ea typeface="+mn-ea"/>
                <a:cs typeface="+mn-cs"/>
              </a:rPr>
              <a:t>Third level</a:t>
            </a:r>
          </a:p>
          <a:p>
            <a:pPr marL="914400" marR="0" lvl="3"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600" b="0" i="0" u="none" strike="noStrike" kern="1200" cap="none" spc="0" normalizeH="0" baseline="0" noProof="0">
                <a:ln>
                  <a:noFill/>
                </a:ln>
                <a:solidFill>
                  <a:srgbClr val="000000"/>
                </a:solidFill>
                <a:effectLst/>
                <a:uLnTx/>
                <a:uFillTx/>
                <a:latin typeface="IBM Plex Sans"/>
                <a:ea typeface="+mn-ea"/>
                <a:cs typeface="+mn-cs"/>
              </a:rPr>
              <a:t>Fourth level</a:t>
            </a:r>
          </a:p>
          <a:p>
            <a:pPr marL="1143000" marR="0" lvl="4"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400" b="0" i="0" u="none" strike="noStrike" kern="1200" cap="none" spc="0" normalizeH="0" baseline="0" noProof="0">
                <a:ln>
                  <a:noFill/>
                </a:ln>
                <a:solidFill>
                  <a:srgbClr val="000000"/>
                </a:solidFill>
                <a:effectLst/>
                <a:uLnTx/>
                <a:uFillTx/>
                <a:latin typeface="IBM Plex Sans"/>
                <a:ea typeface="+mn-ea"/>
                <a:cs typeface="+mn-cs"/>
              </a:rPr>
              <a:t>Fifth level</a:t>
            </a:r>
          </a:p>
        </p:txBody>
      </p:sp>
      <p:sp>
        <p:nvSpPr>
          <p:cNvPr id="15" name="Subtitle 2">
            <a:extLst>
              <a:ext uri="{FF2B5EF4-FFF2-40B4-BE49-F238E27FC236}">
                <a16:creationId xmlns:a16="http://schemas.microsoft.com/office/drawing/2014/main" id="{35DC146D-825C-398F-D155-8C982B54C681}"/>
              </a:ext>
            </a:extLst>
          </p:cNvPr>
          <p:cNvSpPr>
            <a:spLocks noGrp="1"/>
          </p:cNvSpPr>
          <p:nvPr>
            <p:ph type="subTitle" idx="12" hasCustomPrompt="1"/>
          </p:nvPr>
        </p:nvSpPr>
        <p:spPr>
          <a:xfrm>
            <a:off x="5930751" y="2560320"/>
            <a:ext cx="5528765" cy="293117"/>
          </a:xfrm>
        </p:spPr>
        <p:txBody>
          <a:bodyPr lIns="0" tIns="0" rIns="0" bIns="0"/>
          <a:lstStyle>
            <a:lvl1pPr marL="0" indent="0" algn="l">
              <a:buNone/>
              <a:defRPr sz="20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Lorem ipsum dolor sit </a:t>
            </a:r>
            <a:r>
              <a:rPr lang="en-US" err="1"/>
              <a:t>amet</a:t>
            </a:r>
            <a:endParaRPr lang="en-US"/>
          </a:p>
        </p:txBody>
      </p:sp>
      <p:sp>
        <p:nvSpPr>
          <p:cNvPr id="2" name="Date Placeholder 1">
            <a:extLst>
              <a:ext uri="{FF2B5EF4-FFF2-40B4-BE49-F238E27FC236}">
                <a16:creationId xmlns:a16="http://schemas.microsoft.com/office/drawing/2014/main" id="{1E7F2DB5-D82B-A641-98F8-D377EE398C7D}"/>
              </a:ext>
            </a:extLst>
          </p:cNvPr>
          <p:cNvSpPr>
            <a:spLocks noGrp="1"/>
          </p:cNvSpPr>
          <p:nvPr>
            <p:ph type="dt" sz="half" idx="13"/>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59FF0207-3A57-E578-D04D-01D5F6039C3B}"/>
              </a:ext>
            </a:extLst>
          </p:cNvPr>
          <p:cNvSpPr>
            <a:spLocks noGrp="1"/>
          </p:cNvSpPr>
          <p:nvPr>
            <p:ph type="ftr" sz="quarter" idx="14"/>
          </p:nvPr>
        </p:nvSpPr>
        <p:spPr/>
        <p:txBody>
          <a:bodyPr/>
          <a:lstStyle/>
          <a:p>
            <a:r>
              <a:rPr lang="en-US"/>
              <a:t>CONFIDENTIAL</a:t>
            </a:r>
          </a:p>
        </p:txBody>
      </p:sp>
      <p:sp>
        <p:nvSpPr>
          <p:cNvPr id="7" name="Slide Number Placeholder 6">
            <a:extLst>
              <a:ext uri="{FF2B5EF4-FFF2-40B4-BE49-F238E27FC236}">
                <a16:creationId xmlns:a16="http://schemas.microsoft.com/office/drawing/2014/main" id="{D4B2F375-806F-5A88-6CD5-E326BE3B76A2}"/>
              </a:ext>
            </a:extLst>
          </p:cNvPr>
          <p:cNvSpPr>
            <a:spLocks noGrp="1"/>
          </p:cNvSpPr>
          <p:nvPr>
            <p:ph type="sldNum" sz="quarter" idx="15"/>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047066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Divider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D7F9-E9AF-86FA-9B2E-90079431B0C3}"/>
              </a:ext>
            </a:extLst>
          </p:cNvPr>
          <p:cNvSpPr>
            <a:spLocks noGrp="1"/>
          </p:cNvSpPr>
          <p:nvPr>
            <p:ph type="title" hasCustomPrompt="1"/>
          </p:nvPr>
        </p:nvSpPr>
        <p:spPr>
          <a:xfrm>
            <a:off x="1066800" y="914400"/>
            <a:ext cx="10058400" cy="2514600"/>
          </a:xfrm>
        </p:spPr>
        <p:txBody>
          <a:bodyPr lIns="0" tIns="0" rIns="0" anchor="b"/>
          <a:lstStyle>
            <a:lvl1pPr algn="l">
              <a:defRPr sz="6000" b="1">
                <a:solidFill>
                  <a:schemeClr val="accent1">
                    <a:lumMod val="50000"/>
                  </a:schemeClr>
                </a:solidFill>
                <a:latin typeface="+mj-lt"/>
              </a:defRPr>
            </a:lvl1pPr>
          </a:lstStyle>
          <a:p>
            <a:r>
              <a:rPr lang="en-US"/>
              <a:t>Title Goes Here</a:t>
            </a:r>
            <a:br>
              <a:rPr lang="en-US"/>
            </a:br>
            <a:r>
              <a:rPr lang="en-US"/>
              <a:t>Titles Are IBM Sans Plex Bold 60pt Font</a:t>
            </a:r>
          </a:p>
        </p:txBody>
      </p:sp>
      <p:sp>
        <p:nvSpPr>
          <p:cNvPr id="3" name="Text Placeholder 2">
            <a:extLst>
              <a:ext uri="{FF2B5EF4-FFF2-40B4-BE49-F238E27FC236}">
                <a16:creationId xmlns:a16="http://schemas.microsoft.com/office/drawing/2014/main" id="{18205E1F-A8E1-3693-820C-0286D091F500}"/>
              </a:ext>
            </a:extLst>
          </p:cNvPr>
          <p:cNvSpPr>
            <a:spLocks noGrp="1"/>
          </p:cNvSpPr>
          <p:nvPr>
            <p:ph type="body" idx="1" hasCustomPrompt="1"/>
          </p:nvPr>
        </p:nvSpPr>
        <p:spPr>
          <a:xfrm>
            <a:off x="1066800" y="3566160"/>
            <a:ext cx="10058400" cy="1847259"/>
          </a:xfrm>
        </p:spPr>
        <p:txBody>
          <a:bodyPr lIns="0" tIns="0" rIns="0"/>
          <a:lstStyle>
            <a:lvl1pPr marL="0" indent="0">
              <a:buNone/>
              <a:defRPr sz="2400">
                <a:solidFill>
                  <a:schemeClr val="accent1">
                    <a:lumMod val="50000"/>
                  </a:schemeClr>
                </a:solidFill>
                <a:latin typeface="IBM Plex Sans SemiBold" panose="020B070305020300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Add Subtitle Here</a:t>
            </a:r>
          </a:p>
        </p:txBody>
      </p:sp>
      <p:sp>
        <p:nvSpPr>
          <p:cNvPr id="7" name="Date Placeholder 6">
            <a:extLst>
              <a:ext uri="{FF2B5EF4-FFF2-40B4-BE49-F238E27FC236}">
                <a16:creationId xmlns:a16="http://schemas.microsoft.com/office/drawing/2014/main" id="{DBCF6DAA-0913-05C4-215F-FFD66669C35D}"/>
              </a:ext>
            </a:extLst>
          </p:cNvPr>
          <p:cNvSpPr>
            <a:spLocks noGrp="1"/>
          </p:cNvSpPr>
          <p:nvPr>
            <p:ph type="dt" sz="half" idx="10"/>
          </p:nvPr>
        </p:nvSpPr>
        <p:spPr/>
        <p:txBody>
          <a:bodyPr/>
          <a:lstStyle/>
          <a:p>
            <a:fld id="{228D026D-C07B-48C8-8C2B-C561E4D51E16}" type="datetime1">
              <a:rPr lang="en-US" smtClean="0"/>
              <a:t>6/19/2024</a:t>
            </a:fld>
            <a:endParaRPr lang="en-US"/>
          </a:p>
        </p:txBody>
      </p:sp>
      <p:sp>
        <p:nvSpPr>
          <p:cNvPr id="11" name="Footer Placeholder 10">
            <a:extLst>
              <a:ext uri="{FF2B5EF4-FFF2-40B4-BE49-F238E27FC236}">
                <a16:creationId xmlns:a16="http://schemas.microsoft.com/office/drawing/2014/main" id="{87371A71-DD90-DF12-9972-02142C7E31C3}"/>
              </a:ext>
            </a:extLst>
          </p:cNvPr>
          <p:cNvSpPr>
            <a:spLocks noGrp="1"/>
          </p:cNvSpPr>
          <p:nvPr>
            <p:ph type="ftr" sz="quarter" idx="11"/>
          </p:nvPr>
        </p:nvSpPr>
        <p:spPr/>
        <p:txBody>
          <a:bodyPr/>
          <a:lstStyle/>
          <a:p>
            <a:r>
              <a:rPr lang="en-US"/>
              <a:t>CONFIDENTIAL</a:t>
            </a:r>
          </a:p>
        </p:txBody>
      </p:sp>
      <p:sp>
        <p:nvSpPr>
          <p:cNvPr id="12" name="Slide Number Placeholder 11">
            <a:extLst>
              <a:ext uri="{FF2B5EF4-FFF2-40B4-BE49-F238E27FC236}">
                <a16:creationId xmlns:a16="http://schemas.microsoft.com/office/drawing/2014/main" id="{DCB088B5-E0E6-78A2-35C2-A05446E1547F}"/>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31333416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Purple">
    <p:bg bwMode="auto">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205E1F-A8E1-3693-820C-0286D091F500}"/>
              </a:ext>
            </a:extLst>
          </p:cNvPr>
          <p:cNvSpPr>
            <a:spLocks noGrp="1"/>
          </p:cNvSpPr>
          <p:nvPr>
            <p:ph type="body" idx="1" hasCustomPrompt="1"/>
          </p:nvPr>
        </p:nvSpPr>
        <p:spPr bwMode="white">
          <a:xfrm>
            <a:off x="1066800" y="3566160"/>
            <a:ext cx="10058400" cy="1847260"/>
          </a:xfrm>
        </p:spPr>
        <p:txBody>
          <a:bodyPr lIns="0" tIns="0" rIns="0" bIns="0"/>
          <a:lstStyle>
            <a:lvl1pPr marL="0" indent="0" algn="l" defTabSz="1219170" rtl="0" eaLnBrk="1" latinLnBrk="0" hangingPunct="1">
              <a:lnSpc>
                <a:spcPct val="90000"/>
              </a:lnSpc>
              <a:spcBef>
                <a:spcPts val="1200"/>
              </a:spcBef>
              <a:buFont typeface="IBM Plex Sans" panose="020B0503050203000203" pitchFamily="34" charset="0"/>
              <a:buNone/>
              <a:defRPr lang="en-US" sz="2400" kern="1200" dirty="0">
                <a:solidFill>
                  <a:schemeClr val="bg1"/>
                </a:solidFill>
                <a:latin typeface="IBM Plex Sans SemiBold" panose="020B0703050203000203"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Add Subtitle Here</a:t>
            </a:r>
          </a:p>
        </p:txBody>
      </p:sp>
      <p:sp>
        <p:nvSpPr>
          <p:cNvPr id="2" name="Title 1">
            <a:extLst>
              <a:ext uri="{FF2B5EF4-FFF2-40B4-BE49-F238E27FC236}">
                <a16:creationId xmlns:a16="http://schemas.microsoft.com/office/drawing/2014/main" id="{B7C30ED4-1A99-54DB-C482-89A6F32E9B95}"/>
              </a:ext>
            </a:extLst>
          </p:cNvPr>
          <p:cNvSpPr>
            <a:spLocks noGrp="1"/>
          </p:cNvSpPr>
          <p:nvPr>
            <p:ph type="title" hasCustomPrompt="1"/>
          </p:nvPr>
        </p:nvSpPr>
        <p:spPr bwMode="white">
          <a:xfrm>
            <a:off x="1066800" y="914400"/>
            <a:ext cx="10058400" cy="2514600"/>
          </a:xfrm>
        </p:spPr>
        <p:txBody>
          <a:bodyPr lIns="0" tIns="0" rIns="0" anchor="b"/>
          <a:lstStyle>
            <a:lvl1pPr algn="l" defTabSz="1219170" rtl="0" eaLnBrk="1" latinLnBrk="0" hangingPunct="1">
              <a:lnSpc>
                <a:spcPct val="90000"/>
              </a:lnSpc>
              <a:spcBef>
                <a:spcPct val="0"/>
              </a:spcBef>
              <a:buNone/>
              <a:defRPr lang="en-US" sz="6000" b="1" kern="1200" cap="none" baseline="0" dirty="0">
                <a:solidFill>
                  <a:schemeClr val="bg1"/>
                </a:solidFill>
                <a:latin typeface="+mj-lt"/>
                <a:ea typeface="+mj-ea"/>
                <a:cs typeface="+mj-cs"/>
              </a:defRPr>
            </a:lvl1pPr>
          </a:lstStyle>
          <a:p>
            <a:r>
              <a:rPr lang="en-US"/>
              <a:t>Title Goes Here</a:t>
            </a:r>
            <a:br>
              <a:rPr lang="en-US"/>
            </a:br>
            <a:r>
              <a:rPr lang="en-US"/>
              <a:t>Titles Are IBM Sans Plex Bold 60pt Font</a:t>
            </a:r>
          </a:p>
        </p:txBody>
      </p:sp>
      <p:pic>
        <p:nvPicPr>
          <p:cNvPr id="5" name="Graphic 4">
            <a:extLst>
              <a:ext uri="{FF2B5EF4-FFF2-40B4-BE49-F238E27FC236}">
                <a16:creationId xmlns:a16="http://schemas.microsoft.com/office/drawing/2014/main" id="{B7FDF388-46FE-89BA-0EDE-5CC9771F9E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white">
          <a:xfrm>
            <a:off x="11119839" y="6309360"/>
            <a:ext cx="865880" cy="274320"/>
          </a:xfrm>
          <a:prstGeom prst="rect">
            <a:avLst/>
          </a:prstGeom>
        </p:spPr>
      </p:pic>
      <p:sp>
        <p:nvSpPr>
          <p:cNvPr id="11" name="Date Placeholder 10">
            <a:extLst>
              <a:ext uri="{FF2B5EF4-FFF2-40B4-BE49-F238E27FC236}">
                <a16:creationId xmlns:a16="http://schemas.microsoft.com/office/drawing/2014/main" id="{2A80C000-1905-4B64-0709-B7A0D0D61ACB}"/>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6/19/2024</a:t>
            </a:fld>
            <a:endParaRPr lang="en-US"/>
          </a:p>
        </p:txBody>
      </p:sp>
      <p:sp>
        <p:nvSpPr>
          <p:cNvPr id="12" name="Footer Placeholder 11">
            <a:extLst>
              <a:ext uri="{FF2B5EF4-FFF2-40B4-BE49-F238E27FC236}">
                <a16:creationId xmlns:a16="http://schemas.microsoft.com/office/drawing/2014/main" id="{489D23F9-EA28-4422-5EFE-56DAAF77521D}"/>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13" name="Slide Number Placeholder 12">
            <a:extLst>
              <a:ext uri="{FF2B5EF4-FFF2-40B4-BE49-F238E27FC236}">
                <a16:creationId xmlns:a16="http://schemas.microsoft.com/office/drawing/2014/main" id="{C608AB34-FD2E-544C-9A1C-862512017ED2}"/>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20196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B60DBCE-2A88-1DC9-57F6-7E5393ECA8DC}"/>
              </a:ext>
            </a:extLst>
          </p:cNvPr>
          <p:cNvSpPr>
            <a:spLocks noGrp="1"/>
          </p:cNvSpPr>
          <p:nvPr>
            <p:ph sz="quarter" idx="13"/>
          </p:nvPr>
        </p:nvSpPr>
        <p:spPr>
          <a:xfrm>
            <a:off x="457200" y="2011680"/>
            <a:ext cx="11273991" cy="426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728487B6-2F91-2A01-3208-A01F9D1F929B}"/>
              </a:ext>
            </a:extLst>
          </p:cNvPr>
          <p:cNvSpPr>
            <a:spLocks noGrp="1"/>
          </p:cNvSpPr>
          <p:nvPr>
            <p:ph type="dt" sz="half" idx="14"/>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A94D3D8F-9581-BE20-2704-1DD6F20B8A36}"/>
              </a:ext>
            </a:extLst>
          </p:cNvPr>
          <p:cNvSpPr>
            <a:spLocks noGrp="1"/>
          </p:cNvSpPr>
          <p:nvPr>
            <p:ph type="ftr" sz="quarter" idx="15"/>
          </p:nvPr>
        </p:nvSpPr>
        <p:spPr/>
        <p:txBody>
          <a:bodyPr/>
          <a:lstStyle/>
          <a:p>
            <a:r>
              <a:rPr lang="en-US"/>
              <a:t>CONFIDENTIAL</a:t>
            </a:r>
          </a:p>
        </p:txBody>
      </p:sp>
      <p:sp>
        <p:nvSpPr>
          <p:cNvPr id="5" name="Slide Number Placeholder 4">
            <a:extLst>
              <a:ext uri="{FF2B5EF4-FFF2-40B4-BE49-F238E27FC236}">
                <a16:creationId xmlns:a16="http://schemas.microsoft.com/office/drawing/2014/main" id="{9AB8D8C3-3498-7A45-01F4-101905BAD628}"/>
              </a:ext>
            </a:extLst>
          </p:cNvPr>
          <p:cNvSpPr>
            <a:spLocks noGrp="1"/>
          </p:cNvSpPr>
          <p:nvPr>
            <p:ph type="sldNum" sz="quarter" idx="16"/>
          </p:nvPr>
        </p:nvSpPr>
        <p:spPr/>
        <p:txBody>
          <a:bodyPr/>
          <a:lstStyle/>
          <a:p>
            <a:fld id="{4F90343F-D056-4E24-BE3D-A305BDC1A23E}" type="slidenum">
              <a:rPr lang="en-US" smtClean="0"/>
              <a:pPr/>
              <a:t>‹#›</a:t>
            </a:fld>
            <a:endParaRPr lang="en-US"/>
          </a:p>
        </p:txBody>
      </p:sp>
      <p:sp>
        <p:nvSpPr>
          <p:cNvPr id="9" name="Title 8">
            <a:extLst>
              <a:ext uri="{FF2B5EF4-FFF2-40B4-BE49-F238E27FC236}">
                <a16:creationId xmlns:a16="http://schemas.microsoft.com/office/drawing/2014/main" id="{80793329-D50B-57E4-C438-4BDEFED35E56}"/>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
        <p:nvSpPr>
          <p:cNvPr id="11" name="Subtitle 2">
            <a:extLst>
              <a:ext uri="{FF2B5EF4-FFF2-40B4-BE49-F238E27FC236}">
                <a16:creationId xmlns:a16="http://schemas.microsoft.com/office/drawing/2014/main" id="{B7E8AFC3-9780-1837-7611-3D6E4A1991CF}"/>
              </a:ext>
            </a:extLst>
          </p:cNvPr>
          <p:cNvSpPr>
            <a:spLocks noGrp="1"/>
          </p:cNvSpPr>
          <p:nvPr>
            <p:ph type="subTitle" idx="17" hasCustomPrompt="1"/>
          </p:nvPr>
        </p:nvSpPr>
        <p:spPr>
          <a:xfrm>
            <a:off x="457199" y="1463040"/>
            <a:ext cx="11273990" cy="294930"/>
          </a:xfrm>
        </p:spPr>
        <p:txBody>
          <a:bodyPr vert="horz" lIns="0" tIns="0" rIns="0" bIns="0" rtlCol="0">
            <a:noAutofit/>
          </a:bodyPr>
          <a:lstStyle>
            <a:lvl1pPr marL="0" indent="0">
              <a:buFont typeface="IBM Plex Sans" panose="020B0503050203000203" pitchFamily="34" charse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Tree>
    <p:extLst>
      <p:ext uri="{BB962C8B-B14F-4D97-AF65-F5344CB8AC3E}">
        <p14:creationId xmlns:p14="http://schemas.microsoft.com/office/powerpoint/2010/main" val="325104431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Subtitl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4EAB28DF-6682-7C2B-E1BB-0C6BD2F775F3}"/>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9" name="Subtitle 2">
            <a:extLst>
              <a:ext uri="{FF2B5EF4-FFF2-40B4-BE49-F238E27FC236}">
                <a16:creationId xmlns:a16="http://schemas.microsoft.com/office/drawing/2014/main" id="{05F86292-640E-ABD1-EE45-AFFF02B108A3}"/>
              </a:ext>
            </a:extLst>
          </p:cNvPr>
          <p:cNvSpPr>
            <a:spLocks noGrp="1"/>
          </p:cNvSpPr>
          <p:nvPr>
            <p:ph type="subTitle" idx="13" hasCustomPrompt="1"/>
          </p:nvPr>
        </p:nvSpPr>
        <p:spPr>
          <a:xfrm>
            <a:off x="457199" y="1463040"/>
            <a:ext cx="11252578" cy="294930"/>
          </a:xfrm>
        </p:spPr>
        <p:txBody>
          <a:bodyPr vert="horz" lIns="0" tIns="0" rIns="0" bIns="0" rtlCol="0">
            <a:noAutofit/>
          </a:bodyPr>
          <a:lstStyle>
            <a:lvl1pPr marL="0" inden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
        <p:nvSpPr>
          <p:cNvPr id="5" name="Content Placeholder 4">
            <a:extLst>
              <a:ext uri="{FF2B5EF4-FFF2-40B4-BE49-F238E27FC236}">
                <a16:creationId xmlns:a16="http://schemas.microsoft.com/office/drawing/2014/main" id="{C89DD472-1C3D-71F4-D826-66A8AED9E98B}"/>
              </a:ext>
            </a:extLst>
          </p:cNvPr>
          <p:cNvSpPr>
            <a:spLocks noGrp="1"/>
          </p:cNvSpPr>
          <p:nvPr>
            <p:ph sz="quarter" idx="17"/>
          </p:nvPr>
        </p:nvSpPr>
        <p:spPr>
          <a:xfrm>
            <a:off x="457200" y="2011680"/>
            <a:ext cx="11273991" cy="4133978"/>
          </a:xfrm>
        </p:spPr>
        <p:txBody>
          <a:bodyPr b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83ABB11-50AC-85EF-73E7-77A9E8F32F25}"/>
              </a:ext>
            </a:extLst>
          </p:cNvPr>
          <p:cNvSpPr>
            <a:spLocks noGrp="1"/>
          </p:cNvSpPr>
          <p:nvPr>
            <p:ph type="dt" sz="half" idx="18"/>
          </p:nvPr>
        </p:nvSpPr>
        <p:spPr/>
        <p:txBody>
          <a:bodyPr/>
          <a:lstStyle/>
          <a:p>
            <a:fld id="{228D026D-C07B-48C8-8C2B-C561E4D51E16}" type="datetime1">
              <a:rPr lang="en-US" smtClean="0"/>
              <a:t>6/19/2024</a:t>
            </a:fld>
            <a:endParaRPr lang="en-US"/>
          </a:p>
        </p:txBody>
      </p:sp>
      <p:sp>
        <p:nvSpPr>
          <p:cNvPr id="4" name="Footer Placeholder 3">
            <a:extLst>
              <a:ext uri="{FF2B5EF4-FFF2-40B4-BE49-F238E27FC236}">
                <a16:creationId xmlns:a16="http://schemas.microsoft.com/office/drawing/2014/main" id="{AEC535E8-7252-6272-23AB-0925CC80BA4E}"/>
              </a:ext>
            </a:extLst>
          </p:cNvPr>
          <p:cNvSpPr>
            <a:spLocks noGrp="1"/>
          </p:cNvSpPr>
          <p:nvPr>
            <p:ph type="ftr" sz="quarter" idx="19"/>
          </p:nvPr>
        </p:nvSpPr>
        <p:spPr/>
        <p:txBody>
          <a:bodyPr/>
          <a:lstStyle/>
          <a:p>
            <a:r>
              <a:rPr lang="en-US"/>
              <a:t>CONFIDENTIAL</a:t>
            </a:r>
          </a:p>
        </p:txBody>
      </p:sp>
      <p:sp>
        <p:nvSpPr>
          <p:cNvPr id="6" name="Slide Number Placeholder 5">
            <a:extLst>
              <a:ext uri="{FF2B5EF4-FFF2-40B4-BE49-F238E27FC236}">
                <a16:creationId xmlns:a16="http://schemas.microsoft.com/office/drawing/2014/main" id="{7B2C71DF-D66A-5D3B-A2BB-E8D915B68381}"/>
              </a:ext>
            </a:extLst>
          </p:cNvPr>
          <p:cNvSpPr>
            <a:spLocks noGrp="1"/>
          </p:cNvSpPr>
          <p:nvPr>
            <p:ph type="sldNum" sz="quarter" idx="20"/>
          </p:nvPr>
        </p:nvSpPr>
        <p:spPr/>
        <p:txBody>
          <a:bodyPr/>
          <a:lstStyle>
            <a:lvl1pPr>
              <a:defRPr>
                <a:solidFill>
                  <a:schemeClr val="bg1"/>
                </a:solidFill>
              </a:defRPr>
            </a:lvl1pPr>
          </a:lstStyle>
          <a:p>
            <a:fld id="{4F90343F-D056-4E24-BE3D-A305BDC1A23E}" type="slidenum">
              <a:rPr lang="en-US" smtClean="0"/>
              <a:pPr/>
              <a:t>‹#›</a:t>
            </a:fld>
            <a:endParaRPr lang="en-US"/>
          </a:p>
        </p:txBody>
      </p:sp>
      <p:sp>
        <p:nvSpPr>
          <p:cNvPr id="11" name="Title 10">
            <a:extLst>
              <a:ext uri="{FF2B5EF4-FFF2-40B4-BE49-F238E27FC236}">
                <a16:creationId xmlns:a16="http://schemas.microsoft.com/office/drawing/2014/main" id="{C01F5482-8B57-B211-2C19-DD2E5305A99E}"/>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Tree>
    <p:extLst>
      <p:ext uri="{BB962C8B-B14F-4D97-AF65-F5344CB8AC3E}">
        <p14:creationId xmlns:p14="http://schemas.microsoft.com/office/powerpoint/2010/main" val="332307912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Sub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9604577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a:extLst>
              <a:ext uri="{FF2B5EF4-FFF2-40B4-BE49-F238E27FC236}">
                <a16:creationId xmlns:a16="http://schemas.microsoft.com/office/drawing/2014/main" id="{6CC393AD-0731-1232-D984-C6C312E050E1}"/>
              </a:ext>
            </a:extLst>
          </p:cNvPr>
          <p:cNvSpPr>
            <a:spLocks noGrp="1"/>
          </p:cNvSpPr>
          <p:nvPr>
            <p:ph type="dt" sz="half" idx="10"/>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0A6CB158-F143-8E48-AC91-520357EE44D5}"/>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86689360-6B1E-1CD7-45BC-CEF79D4BE493}"/>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5" name="Title 4">
            <a:extLst>
              <a:ext uri="{FF2B5EF4-FFF2-40B4-BE49-F238E27FC236}">
                <a16:creationId xmlns:a16="http://schemas.microsoft.com/office/drawing/2014/main" id="{004442CE-A5B1-EFAA-70ED-33B50BE60F85}"/>
              </a:ext>
            </a:extLst>
          </p:cNvPr>
          <p:cNvSpPr>
            <a:spLocks noGrp="1"/>
          </p:cNvSpPr>
          <p:nvPr>
            <p:ph type="title" hasCustomPrompt="1"/>
          </p:nvPr>
        </p:nvSpPr>
        <p:spPr>
          <a:xfrm>
            <a:off x="457200" y="317500"/>
            <a:ext cx="11273991" cy="1103980"/>
          </a:xfrm>
        </p:spPr>
        <p:txBody>
          <a:bodyPr/>
          <a:lstStyle/>
          <a:p>
            <a:r>
              <a:rPr lang="en-US"/>
              <a:t>Title Goes Here</a:t>
            </a:r>
            <a:br>
              <a:rPr lang="en-US"/>
            </a:br>
            <a:r>
              <a:rPr lang="en-US"/>
              <a:t>Titles Are IBM Sans Plex Bold 36pt Font</a:t>
            </a:r>
          </a:p>
        </p:txBody>
      </p:sp>
      <p:sp>
        <p:nvSpPr>
          <p:cNvPr id="7" name="Subtitle 52">
            <a:extLst>
              <a:ext uri="{FF2B5EF4-FFF2-40B4-BE49-F238E27FC236}">
                <a16:creationId xmlns:a16="http://schemas.microsoft.com/office/drawing/2014/main" id="{59A2B5BC-D73D-77C0-6DB2-80C7AC5D553A}"/>
              </a:ext>
            </a:extLst>
          </p:cNvPr>
          <p:cNvSpPr>
            <a:spLocks noGrp="1"/>
          </p:cNvSpPr>
          <p:nvPr>
            <p:ph type="subTitle" idx="17" hasCustomPrompt="1"/>
          </p:nvPr>
        </p:nvSpPr>
        <p:spPr>
          <a:xfrm>
            <a:off x="457199" y="1463040"/>
            <a:ext cx="11252578" cy="294930"/>
          </a:xfrm>
        </p:spPr>
        <p:txBody>
          <a:bodyPr vert="horz" lIns="0" tIns="0" rIns="0" bIns="0" rtlCol="0">
            <a:noAutofit/>
          </a:bodyPr>
          <a:lstStyle>
            <a:lvl1pPr marL="0" inden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Tree>
    <p:extLst>
      <p:ext uri="{BB962C8B-B14F-4D97-AF65-F5344CB8AC3E}">
        <p14:creationId xmlns:p14="http://schemas.microsoft.com/office/powerpoint/2010/main" val="76607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D65C-F45F-09AD-BEF9-DF6349E34006}"/>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
        <p:nvSpPr>
          <p:cNvPr id="3" name="Date Placeholder 2">
            <a:extLst>
              <a:ext uri="{FF2B5EF4-FFF2-40B4-BE49-F238E27FC236}">
                <a16:creationId xmlns:a16="http://schemas.microsoft.com/office/drawing/2014/main" id="{E0938F9D-9107-D2AE-6F98-53B9176EABB0}"/>
              </a:ext>
            </a:extLst>
          </p:cNvPr>
          <p:cNvSpPr>
            <a:spLocks noGrp="1"/>
          </p:cNvSpPr>
          <p:nvPr>
            <p:ph type="dt" sz="half" idx="10"/>
          </p:nvPr>
        </p:nvSpPr>
        <p:spPr/>
        <p:txBody>
          <a:bodyPr/>
          <a:lstStyle/>
          <a:p>
            <a:fld id="{228D026D-C07B-48C8-8C2B-C561E4D51E16}" type="datetime1">
              <a:rPr lang="en-US" smtClean="0"/>
              <a:t>6/19/2024</a:t>
            </a:fld>
            <a:endParaRPr lang="en-US"/>
          </a:p>
        </p:txBody>
      </p:sp>
      <p:sp>
        <p:nvSpPr>
          <p:cNvPr id="4" name="Footer Placeholder 3">
            <a:extLst>
              <a:ext uri="{FF2B5EF4-FFF2-40B4-BE49-F238E27FC236}">
                <a16:creationId xmlns:a16="http://schemas.microsoft.com/office/drawing/2014/main" id="{4ED625E7-1414-AA66-ACA7-187FA1C711E0}"/>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DD8E4A79-BC68-4AC0-3519-1BC1C14A673D}"/>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8" name="Text Placeholder 7">
            <a:extLst>
              <a:ext uri="{FF2B5EF4-FFF2-40B4-BE49-F238E27FC236}">
                <a16:creationId xmlns:a16="http://schemas.microsoft.com/office/drawing/2014/main" id="{3D94288F-D393-4C9B-231D-3FA5253311B8}"/>
              </a:ext>
            </a:extLst>
          </p:cNvPr>
          <p:cNvSpPr>
            <a:spLocks noGrp="1"/>
          </p:cNvSpPr>
          <p:nvPr>
            <p:ph type="body" sz="quarter" idx="13" hasCustomPrompt="1"/>
          </p:nvPr>
        </p:nvSpPr>
        <p:spPr>
          <a:xfrm>
            <a:off x="457200" y="1554480"/>
            <a:ext cx="11273991" cy="1005840"/>
          </a:xfrm>
        </p:spPr>
        <p:txBody>
          <a:bodyPr/>
          <a:lstStyle>
            <a:lvl1pPr>
              <a:spcBef>
                <a:spcPts val="600"/>
              </a:spcBef>
              <a:defRPr sz="2000"/>
            </a:lvl1pPr>
            <a:lvl2pPr>
              <a:spcBef>
                <a:spcPts val="600"/>
              </a:spcBef>
              <a:defRPr sz="1800"/>
            </a:lvl2pPr>
            <a:lvl3pPr>
              <a:spcBef>
                <a:spcPts val="600"/>
              </a:spcBef>
              <a:defRPr sz="1600"/>
            </a:lvl3pPr>
          </a:lstStyle>
          <a:p>
            <a:pPr lvl="0"/>
            <a:r>
              <a:rPr lang="en-US"/>
              <a:t>Click to edit master text</a:t>
            </a:r>
          </a:p>
          <a:p>
            <a:pPr lvl="1"/>
            <a:r>
              <a:rPr lang="en-US"/>
              <a:t>Second level</a:t>
            </a:r>
          </a:p>
          <a:p>
            <a:pPr lvl="2"/>
            <a:r>
              <a:rPr lang="en-US"/>
              <a:t>Third level</a:t>
            </a:r>
          </a:p>
        </p:txBody>
      </p:sp>
      <p:sp>
        <p:nvSpPr>
          <p:cNvPr id="11" name="Content Placeholder 10">
            <a:extLst>
              <a:ext uri="{FF2B5EF4-FFF2-40B4-BE49-F238E27FC236}">
                <a16:creationId xmlns:a16="http://schemas.microsoft.com/office/drawing/2014/main" id="{CCED8FB6-085E-2400-3E91-0B8F59CBB8DB}"/>
              </a:ext>
            </a:extLst>
          </p:cNvPr>
          <p:cNvSpPr>
            <a:spLocks noGrp="1"/>
          </p:cNvSpPr>
          <p:nvPr>
            <p:ph sz="quarter" idx="14" hasCustomPrompt="1"/>
          </p:nvPr>
        </p:nvSpPr>
        <p:spPr>
          <a:xfrm>
            <a:off x="457200" y="2604977"/>
            <a:ext cx="11273991" cy="3681523"/>
          </a:xfrm>
        </p:spPr>
        <p:txBody>
          <a:bodyPr anchor="ctr"/>
          <a:lstStyle>
            <a:lvl1pPr marL="0" indent="0" algn="ctr">
              <a:buNone/>
              <a:defRPr/>
            </a:lvl1pPr>
          </a:lstStyle>
          <a:p>
            <a:pPr lvl="0"/>
            <a:r>
              <a:rPr lang="en-US"/>
              <a:t>Click to add content</a:t>
            </a:r>
          </a:p>
        </p:txBody>
      </p:sp>
    </p:spTree>
    <p:extLst>
      <p:ext uri="{BB962C8B-B14F-4D97-AF65-F5344CB8AC3E}">
        <p14:creationId xmlns:p14="http://schemas.microsoft.com/office/powerpoint/2010/main" val="3726040947"/>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Lef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1706D671-A087-8D1B-F370-90FA007C2895}"/>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13" name="Object 12" hidden="1"/>
          <p:cNvGraphicFramePr>
            <a:graphicFrameLocks noChangeAspect="1"/>
          </p:cNvGraphicFramePr>
          <p:nvPr userDrawn="1">
            <p:custDataLst>
              <p:tags r:id="rId1"/>
            </p:custDataLst>
            <p:extLst>
              <p:ext uri="{D42A27DB-BD31-4B8C-83A1-F6EECF244321}">
                <p14:modId xmlns:p14="http://schemas.microsoft.com/office/powerpoint/2010/main" val="42598975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3" name="Object 1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45283F8-8F7B-4C65-ACF5-A62A96620988}"/>
              </a:ext>
            </a:extLst>
          </p:cNvPr>
          <p:cNvSpPr>
            <a:spLocks noGrp="1"/>
          </p:cNvSpPr>
          <p:nvPr>
            <p:ph type="title" hasCustomPrompt="1"/>
          </p:nvPr>
        </p:nvSpPr>
        <p:spPr>
          <a:xfrm>
            <a:off x="685799" y="914399"/>
            <a:ext cx="3749040" cy="4846321"/>
          </a:xfrm>
        </p:spPr>
        <p:txBody>
          <a:bodyPr vert="horz" lIns="0" tIns="0" rIns="0" anchor="ctr"/>
          <a:lstStyle>
            <a:lvl1pPr>
              <a:defRPr sz="5400">
                <a:solidFill>
                  <a:schemeClr val="accent1">
                    <a:lumMod val="50000"/>
                  </a:schemeClr>
                </a:solidFill>
                <a:latin typeface="+mj-lt"/>
                <a:ea typeface="+mj-ea"/>
                <a:cs typeface="+mj-cs"/>
              </a:defRPr>
            </a:lvl1pPr>
          </a:lstStyle>
          <a:p>
            <a:r>
              <a:rPr lang="en-US"/>
              <a:t>Title Goes Here</a:t>
            </a:r>
          </a:p>
        </p:txBody>
      </p:sp>
      <p:sp>
        <p:nvSpPr>
          <p:cNvPr id="4" name="Subtitle 2">
            <a:extLst>
              <a:ext uri="{FF2B5EF4-FFF2-40B4-BE49-F238E27FC236}">
                <a16:creationId xmlns:a16="http://schemas.microsoft.com/office/drawing/2014/main" id="{432DB5C4-9EAE-A4DE-C1BD-09E0E1C6BAA3}"/>
              </a:ext>
            </a:extLst>
          </p:cNvPr>
          <p:cNvSpPr>
            <a:spLocks noGrp="1"/>
          </p:cNvSpPr>
          <p:nvPr>
            <p:ph type="subTitle" idx="1" hasCustomPrompt="1"/>
          </p:nvPr>
        </p:nvSpPr>
        <p:spPr>
          <a:xfrm>
            <a:off x="4681723" y="914400"/>
            <a:ext cx="6824472" cy="491319"/>
          </a:xfrm>
        </p:spPr>
        <p:txBody>
          <a:bodyPr tIns="0" rIns="182880"/>
          <a:lstStyle>
            <a:lvl1pPr marL="0" indent="0" algn="l">
              <a:spcBef>
                <a:spcPts val="0"/>
              </a:spcBef>
              <a:buNone/>
              <a:defRPr sz="200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Content Placeholder 13">
            <a:extLst>
              <a:ext uri="{FF2B5EF4-FFF2-40B4-BE49-F238E27FC236}">
                <a16:creationId xmlns:a16="http://schemas.microsoft.com/office/drawing/2014/main" id="{1FA5413D-7CDC-F661-729D-3515CA5B007C}"/>
              </a:ext>
            </a:extLst>
          </p:cNvPr>
          <p:cNvSpPr>
            <a:spLocks noGrp="1"/>
          </p:cNvSpPr>
          <p:nvPr>
            <p:ph sz="quarter" idx="15"/>
          </p:nvPr>
        </p:nvSpPr>
        <p:spPr>
          <a:xfrm>
            <a:off x="4681729" y="1528550"/>
            <a:ext cx="6824472" cy="4232172"/>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23F670C-BE1C-00E2-93EC-655A3CDDED6B}"/>
              </a:ext>
            </a:extLst>
          </p:cNvPr>
          <p:cNvSpPr>
            <a:spLocks noGrp="1"/>
          </p:cNvSpPr>
          <p:nvPr>
            <p:ph type="dt" sz="half" idx="16"/>
          </p:nvPr>
        </p:nvSpPr>
        <p:spPr/>
        <p:txBody>
          <a:bodyPr/>
          <a:lstStyle/>
          <a:p>
            <a:fld id="{228D026D-C07B-48C8-8C2B-C561E4D51E16}" type="datetime1">
              <a:rPr lang="en-US" smtClean="0"/>
              <a:t>6/19/2024</a:t>
            </a:fld>
            <a:endParaRPr lang="en-US"/>
          </a:p>
        </p:txBody>
      </p:sp>
      <p:sp>
        <p:nvSpPr>
          <p:cNvPr id="5" name="Footer Placeholder 4">
            <a:extLst>
              <a:ext uri="{FF2B5EF4-FFF2-40B4-BE49-F238E27FC236}">
                <a16:creationId xmlns:a16="http://schemas.microsoft.com/office/drawing/2014/main" id="{CEFB4B59-5A98-BC5D-1AFC-2A94F7028902}"/>
              </a:ext>
            </a:extLst>
          </p:cNvPr>
          <p:cNvSpPr>
            <a:spLocks noGrp="1"/>
          </p:cNvSpPr>
          <p:nvPr>
            <p:ph type="ftr" sz="quarter" idx="17"/>
          </p:nvPr>
        </p:nvSpPr>
        <p:spPr/>
        <p:txBody>
          <a:bodyPr/>
          <a:lstStyle/>
          <a:p>
            <a:r>
              <a:rPr lang="en-US"/>
              <a:t>CONFIDENTIAL</a:t>
            </a:r>
          </a:p>
        </p:txBody>
      </p:sp>
      <p:sp>
        <p:nvSpPr>
          <p:cNvPr id="6" name="Slide Number Placeholder 5">
            <a:extLst>
              <a:ext uri="{FF2B5EF4-FFF2-40B4-BE49-F238E27FC236}">
                <a16:creationId xmlns:a16="http://schemas.microsoft.com/office/drawing/2014/main" id="{51CB8231-C90C-71CE-A327-87A035878498}"/>
              </a:ext>
            </a:extLst>
          </p:cNvPr>
          <p:cNvSpPr>
            <a:spLocks noGrp="1"/>
          </p:cNvSpPr>
          <p:nvPr>
            <p:ph type="sldNum" sz="quarter" idx="18"/>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596556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6922978-78B1-5952-0258-444F9E578F5F}"/>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5852160" y="900830"/>
            <a:ext cx="5662900" cy="1106454"/>
          </a:xfrm>
          <a:prstGeom prst="rect">
            <a:avLst/>
          </a:prstGeom>
        </p:spPr>
        <p:txBody>
          <a:bodyPr vert="horz" lIns="0" tIns="0" rIns="0" bIns="0" rtlCol="0" anchor="b">
            <a:noAutofit/>
          </a:bodyPr>
          <a:lstStyle>
            <a:lvl1pPr>
              <a:defRPr sz="4000">
                <a:solidFill>
                  <a:schemeClr val="accent1">
                    <a:lumMod val="50000"/>
                  </a:schemeClr>
                </a:solidFill>
                <a:latin typeface="+mj-lt"/>
                <a:ea typeface="+mj-ea"/>
                <a:cs typeface="+mj-cs"/>
              </a:defRPr>
            </a:lvl1pPr>
          </a:lstStyle>
          <a:p>
            <a:r>
              <a:rPr lang="en-US"/>
              <a:t>Title Goes Here</a:t>
            </a:r>
          </a:p>
        </p:txBody>
      </p:sp>
      <p:sp>
        <p:nvSpPr>
          <p:cNvPr id="5" name="Picture Placeholder 23">
            <a:extLst>
              <a:ext uri="{FF2B5EF4-FFF2-40B4-BE49-F238E27FC236}">
                <a16:creationId xmlns:a16="http://schemas.microsoft.com/office/drawing/2014/main" id="{85722EBC-8176-2081-5A3F-1276FD28E162}"/>
              </a:ext>
            </a:extLst>
          </p:cNvPr>
          <p:cNvSpPr>
            <a:spLocks noGrp="1"/>
          </p:cNvSpPr>
          <p:nvPr>
            <p:ph type="pic" sz="quarter" idx="10"/>
          </p:nvPr>
        </p:nvSpPr>
        <p:spPr>
          <a:xfrm>
            <a:off x="895258" y="1371600"/>
            <a:ext cx="4114800" cy="4114800"/>
          </a:xfrm>
          <a:prstGeom prst="roundRect">
            <a:avLst>
              <a:gd name="adj" fmla="val 10770"/>
            </a:avLst>
          </a:prstGeom>
          <a:solidFill>
            <a:schemeClr val="bg1">
              <a:lumMod val="75000"/>
            </a:schemeClr>
          </a:solidFill>
        </p:spPr>
        <p:txBody>
          <a:bodyPr anchor="ctr"/>
          <a:lstStyle>
            <a:lvl1pPr marL="0" indent="0" algn="ctr">
              <a:buNone/>
              <a:defRPr/>
            </a:lvl1pPr>
          </a:lstStyle>
          <a:p>
            <a:r>
              <a:rPr lang="en-US"/>
              <a:t>Click icon to add picture</a:t>
            </a:r>
          </a:p>
        </p:txBody>
      </p:sp>
      <p:sp>
        <p:nvSpPr>
          <p:cNvPr id="4" name="Subtitle 2">
            <a:extLst>
              <a:ext uri="{FF2B5EF4-FFF2-40B4-BE49-F238E27FC236}">
                <a16:creationId xmlns:a16="http://schemas.microsoft.com/office/drawing/2014/main" id="{2E510254-AABA-C481-FF78-4439EFA4066F}"/>
              </a:ext>
            </a:extLst>
          </p:cNvPr>
          <p:cNvSpPr>
            <a:spLocks noGrp="1"/>
          </p:cNvSpPr>
          <p:nvPr>
            <p:ph type="subTitle" idx="11" hasCustomPrompt="1"/>
          </p:nvPr>
        </p:nvSpPr>
        <p:spPr>
          <a:xfrm>
            <a:off x="5852160" y="2103120"/>
            <a:ext cx="5662900" cy="293117"/>
          </a:xfrm>
        </p:spPr>
        <p:txBody>
          <a:bodyPr lIns="0" tIns="0" rIns="0" bIns="0"/>
          <a:lstStyle>
            <a:lvl1pPr marL="0" indent="0" algn="l">
              <a:buNone/>
              <a:defRPr sz="20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Lorem ipsum dolor sit </a:t>
            </a:r>
            <a:r>
              <a:rPr lang="en-US" err="1"/>
              <a:t>amet</a:t>
            </a:r>
            <a:endParaRPr lang="en-US"/>
          </a:p>
        </p:txBody>
      </p:sp>
      <p:sp>
        <p:nvSpPr>
          <p:cNvPr id="14" name="Content Placeholder 13">
            <a:extLst>
              <a:ext uri="{FF2B5EF4-FFF2-40B4-BE49-F238E27FC236}">
                <a16:creationId xmlns:a16="http://schemas.microsoft.com/office/drawing/2014/main" id="{7ABEBA9C-A77D-F0A9-1361-919EBC41F43D}"/>
              </a:ext>
            </a:extLst>
          </p:cNvPr>
          <p:cNvSpPr>
            <a:spLocks noGrp="1"/>
          </p:cNvSpPr>
          <p:nvPr>
            <p:ph sz="quarter" idx="16"/>
          </p:nvPr>
        </p:nvSpPr>
        <p:spPr>
          <a:xfrm>
            <a:off x="5841713" y="2601076"/>
            <a:ext cx="5662900" cy="3109671"/>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2FAFF7D-5657-F17C-D67F-211C8EB84DEB}"/>
              </a:ext>
            </a:extLst>
          </p:cNvPr>
          <p:cNvSpPr>
            <a:spLocks noGrp="1"/>
          </p:cNvSpPr>
          <p:nvPr>
            <p:ph type="dt" sz="half" idx="17"/>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5ED60CB7-8B95-8861-4CED-69F85D0CDB25}"/>
              </a:ext>
            </a:extLst>
          </p:cNvPr>
          <p:cNvSpPr>
            <a:spLocks noGrp="1"/>
          </p:cNvSpPr>
          <p:nvPr>
            <p:ph type="ftr" sz="quarter" idx="18"/>
          </p:nvPr>
        </p:nvSpPr>
        <p:spPr/>
        <p:txBody>
          <a:bodyPr/>
          <a:lstStyle/>
          <a:p>
            <a:r>
              <a:rPr lang="en-US"/>
              <a:t>CONFIDENTIAL</a:t>
            </a:r>
          </a:p>
        </p:txBody>
      </p:sp>
      <p:sp>
        <p:nvSpPr>
          <p:cNvPr id="7" name="Slide Number Placeholder 6">
            <a:extLst>
              <a:ext uri="{FF2B5EF4-FFF2-40B4-BE49-F238E27FC236}">
                <a16:creationId xmlns:a16="http://schemas.microsoft.com/office/drawing/2014/main" id="{4CC00981-697F-0A7E-BDA2-173CB75C8A08}"/>
              </a:ext>
            </a:extLst>
          </p:cNvPr>
          <p:cNvSpPr>
            <a:spLocks noGrp="1"/>
          </p:cNvSpPr>
          <p:nvPr>
            <p:ph type="sldNum" sz="quarter" idx="1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67706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E5C7EAEE-A772-DF5C-D3F2-C6316D58F356}"/>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77B3C3F-A771-EED2-6857-E02099E5B092}"/>
              </a:ext>
            </a:extLst>
          </p:cNvPr>
          <p:cNvSpPr>
            <a:spLocks noGrp="1"/>
          </p:cNvSpPr>
          <p:nvPr>
            <p:ph type="title" hasCustomPrompt="1"/>
          </p:nvPr>
        </p:nvSpPr>
        <p:spPr>
          <a:xfrm>
            <a:off x="457200" y="266010"/>
            <a:ext cx="11252579" cy="1188720"/>
          </a:xfrm>
        </p:spPr>
        <p:txBody>
          <a:bodyPr lIns="0" rIns="0"/>
          <a:lstStyle>
            <a:lvl1pPr>
              <a:defRPr sz="4000" b="1">
                <a:solidFill>
                  <a:schemeClr val="accent1">
                    <a:lumMod val="50000"/>
                  </a:schemeClr>
                </a:solidFill>
              </a:defRPr>
            </a:lvl1pPr>
          </a:lstStyle>
          <a:p>
            <a:r>
              <a:rPr lang="en-US"/>
              <a:t>Title Goes Here</a:t>
            </a:r>
            <a:br>
              <a:rPr lang="en-US"/>
            </a:br>
            <a:r>
              <a:rPr lang="en-US"/>
              <a:t>Titles Are IBM Sans Plex Bold 40pt Font</a:t>
            </a:r>
          </a:p>
        </p:txBody>
      </p:sp>
      <p:sp>
        <p:nvSpPr>
          <p:cNvPr id="14" name="Subtitle 2">
            <a:extLst>
              <a:ext uri="{FF2B5EF4-FFF2-40B4-BE49-F238E27FC236}">
                <a16:creationId xmlns:a16="http://schemas.microsoft.com/office/drawing/2014/main" id="{011AAF26-B641-D532-52EA-037EEF8A57F8}"/>
              </a:ext>
            </a:extLst>
          </p:cNvPr>
          <p:cNvSpPr>
            <a:spLocks noGrp="1"/>
          </p:cNvSpPr>
          <p:nvPr>
            <p:ph type="subTitle" idx="18" hasCustomPrompt="1"/>
          </p:nvPr>
        </p:nvSpPr>
        <p:spPr>
          <a:xfrm>
            <a:off x="457199" y="1463040"/>
            <a:ext cx="11252578" cy="294930"/>
          </a:xfrm>
        </p:spPr>
        <p:txBody>
          <a:bodyPr lIns="0" tIns="0" rIns="0" bIns="0"/>
          <a:lstStyle>
            <a:lvl1pPr marL="0" indent="0" algn="l">
              <a:spcBef>
                <a:spcPts val="0"/>
              </a:spcBef>
              <a:buFont typeface="IBM Plex Sans" panose="020B0503050203000203" pitchFamily="34" charset="0"/>
              <a:buNone/>
              <a:defRPr sz="22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 </a:t>
            </a:r>
          </a:p>
        </p:txBody>
      </p:sp>
      <p:sp>
        <p:nvSpPr>
          <p:cNvPr id="16" name="Content Placeholder 15">
            <a:extLst>
              <a:ext uri="{FF2B5EF4-FFF2-40B4-BE49-F238E27FC236}">
                <a16:creationId xmlns:a16="http://schemas.microsoft.com/office/drawing/2014/main" id="{29E7EAC2-E885-ED35-27FD-CDA2EACB70E0}"/>
              </a:ext>
            </a:extLst>
          </p:cNvPr>
          <p:cNvSpPr>
            <a:spLocks noGrp="1"/>
          </p:cNvSpPr>
          <p:nvPr>
            <p:ph sz="quarter" idx="19"/>
          </p:nvPr>
        </p:nvSpPr>
        <p:spPr>
          <a:xfrm>
            <a:off x="457200" y="2103119"/>
            <a:ext cx="5340096" cy="4042540"/>
          </a:xfrm>
        </p:spPr>
        <p:txBody>
          <a:bodyPr bIns="0"/>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43302ED-6691-296D-76E9-4A46CF4DB215}"/>
              </a:ext>
            </a:extLst>
          </p:cNvPr>
          <p:cNvSpPr>
            <a:spLocks noGrp="1"/>
          </p:cNvSpPr>
          <p:nvPr>
            <p:ph sz="quarter" idx="20"/>
          </p:nvPr>
        </p:nvSpPr>
        <p:spPr>
          <a:xfrm>
            <a:off x="6369681" y="2103119"/>
            <a:ext cx="5340096" cy="4042540"/>
          </a:xfrm>
        </p:spPr>
        <p:txBody>
          <a:bodyPr bIns="0"/>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408B550-1574-8DE0-3A9F-976A50CDF308}"/>
              </a:ext>
            </a:extLst>
          </p:cNvPr>
          <p:cNvSpPr>
            <a:spLocks noGrp="1"/>
          </p:cNvSpPr>
          <p:nvPr>
            <p:ph type="dt" sz="half" idx="21"/>
          </p:nvPr>
        </p:nvSpPr>
        <p:spPr/>
        <p:txBody>
          <a:bodyPr/>
          <a:lstStyle/>
          <a:p>
            <a:fld id="{228D026D-C07B-48C8-8C2B-C561E4D51E16}" type="datetime1">
              <a:rPr lang="en-US" smtClean="0"/>
              <a:t>6/19/2024</a:t>
            </a:fld>
            <a:endParaRPr lang="en-US"/>
          </a:p>
        </p:txBody>
      </p:sp>
      <p:sp>
        <p:nvSpPr>
          <p:cNvPr id="4" name="Footer Placeholder 3">
            <a:extLst>
              <a:ext uri="{FF2B5EF4-FFF2-40B4-BE49-F238E27FC236}">
                <a16:creationId xmlns:a16="http://schemas.microsoft.com/office/drawing/2014/main" id="{8F1DBFB6-558A-A4EA-9DAA-7D4A891E6EC6}"/>
              </a:ext>
            </a:extLst>
          </p:cNvPr>
          <p:cNvSpPr>
            <a:spLocks noGrp="1"/>
          </p:cNvSpPr>
          <p:nvPr>
            <p:ph type="ftr" sz="quarter" idx="22"/>
          </p:nvPr>
        </p:nvSpPr>
        <p:spPr/>
        <p:txBody>
          <a:bodyPr/>
          <a:lstStyle/>
          <a:p>
            <a:r>
              <a:rPr lang="en-US"/>
              <a:t>CONFIDENTIAL</a:t>
            </a:r>
          </a:p>
        </p:txBody>
      </p:sp>
      <p:sp>
        <p:nvSpPr>
          <p:cNvPr id="5" name="Slide Number Placeholder 4">
            <a:extLst>
              <a:ext uri="{FF2B5EF4-FFF2-40B4-BE49-F238E27FC236}">
                <a16:creationId xmlns:a16="http://schemas.microsoft.com/office/drawing/2014/main" id="{778A79B0-04FB-9A35-EA66-FA312C3DDE2D}"/>
              </a:ext>
            </a:extLst>
          </p:cNvPr>
          <p:cNvSpPr>
            <a:spLocks noGrp="1"/>
          </p:cNvSpPr>
          <p:nvPr>
            <p:ph type="sldNum" sz="quarter" idx="2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5048356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FCEB0FC-B0D6-7298-540E-A57004CA2FA7}"/>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309AD7D-9C31-4DD1-53B9-391BF0A46D77}"/>
              </a:ext>
            </a:extLst>
          </p:cNvPr>
          <p:cNvSpPr>
            <a:spLocks noGrp="1"/>
          </p:cNvSpPr>
          <p:nvPr>
            <p:ph type="title" hasCustomPrompt="1"/>
          </p:nvPr>
        </p:nvSpPr>
        <p:spPr>
          <a:xfrm>
            <a:off x="457200" y="266010"/>
            <a:ext cx="11273991" cy="1188720"/>
          </a:xfrm>
        </p:spPr>
        <p:txBody>
          <a:bodyPr lIns="0" tIns="0" rIns="0"/>
          <a:lstStyle>
            <a:lvl1pPr>
              <a:defRPr sz="4000">
                <a:solidFill>
                  <a:schemeClr val="accent1">
                    <a:lumMod val="50000"/>
                  </a:schemeClr>
                </a:solidFill>
              </a:defRPr>
            </a:lvl1pPr>
          </a:lstStyle>
          <a:p>
            <a:r>
              <a:rPr lang="en-US"/>
              <a:t>Title Goes Here</a:t>
            </a:r>
            <a:br>
              <a:rPr lang="en-US"/>
            </a:br>
            <a:r>
              <a:rPr lang="en-US"/>
              <a:t>Titles Are IBM Sans Plex Bold 40pt Font</a:t>
            </a:r>
          </a:p>
        </p:txBody>
      </p:sp>
      <p:sp>
        <p:nvSpPr>
          <p:cNvPr id="8" name="Subtitle 2">
            <a:extLst>
              <a:ext uri="{FF2B5EF4-FFF2-40B4-BE49-F238E27FC236}">
                <a16:creationId xmlns:a16="http://schemas.microsoft.com/office/drawing/2014/main" id="{349ACBA9-476B-6A2D-41F4-4EE9FB5DA2EC}"/>
              </a:ext>
            </a:extLst>
          </p:cNvPr>
          <p:cNvSpPr>
            <a:spLocks noGrp="1"/>
          </p:cNvSpPr>
          <p:nvPr>
            <p:ph type="subTitle" idx="13" hasCustomPrompt="1"/>
          </p:nvPr>
        </p:nvSpPr>
        <p:spPr>
          <a:xfrm>
            <a:off x="457199" y="1463040"/>
            <a:ext cx="11252578" cy="294930"/>
          </a:xfrm>
        </p:spPr>
        <p:txBody>
          <a:bodyPr lIns="0" tIns="0" rIns="0" bIns="0"/>
          <a:lstStyle>
            <a:lvl1pPr marL="0" indent="0" algn="l">
              <a:spcBef>
                <a:spcPts val="0"/>
              </a:spcBef>
              <a:buFont typeface="IBM Plex Sans" panose="020B0503050203000203" pitchFamily="34" charset="0"/>
              <a:buNone/>
              <a:defRPr sz="22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 </a:t>
            </a:r>
          </a:p>
        </p:txBody>
      </p:sp>
      <p:sp>
        <p:nvSpPr>
          <p:cNvPr id="13" name="Text Placeholder 12">
            <a:extLst>
              <a:ext uri="{FF2B5EF4-FFF2-40B4-BE49-F238E27FC236}">
                <a16:creationId xmlns:a16="http://schemas.microsoft.com/office/drawing/2014/main" id="{80BE6BCB-CB13-0F59-47A0-D597931484A1}"/>
              </a:ext>
            </a:extLst>
          </p:cNvPr>
          <p:cNvSpPr>
            <a:spLocks noGrp="1"/>
          </p:cNvSpPr>
          <p:nvPr>
            <p:ph type="body" sz="quarter" idx="14" hasCustomPrompt="1"/>
          </p:nvPr>
        </p:nvSpPr>
        <p:spPr>
          <a:xfrm>
            <a:off x="457199" y="2011680"/>
            <a:ext cx="5343100" cy="594360"/>
          </a:xfrm>
        </p:spPr>
        <p:txBody>
          <a:bodyPr lIns="0" tIns="0" rIns="0" bIns="0" anchor="b"/>
          <a:lstStyle>
            <a:lvl1pPr marL="0" indent="0">
              <a:lnSpc>
                <a:spcPct val="95000"/>
              </a:lnSpc>
              <a:spcBef>
                <a:spcPts val="0"/>
              </a:spcBef>
              <a:buNone/>
              <a:defRPr sz="2200" b="0">
                <a:latin typeface="+mj-lt"/>
              </a:defRPr>
            </a:lvl1pPr>
            <a:lvl2pPr marL="228600" indent="0">
              <a:buNone/>
              <a:defRPr sz="1600">
                <a:latin typeface="IBM Plex Sans Medium" panose="020B0603050203000203" pitchFamily="34" charset="0"/>
              </a:defRPr>
            </a:lvl2pPr>
            <a:lvl3pPr marL="457200" indent="0">
              <a:buNone/>
              <a:defRPr sz="1400">
                <a:latin typeface="IBM Plex Sans Medium" panose="020B0603050203000203" pitchFamily="34" charset="0"/>
              </a:defRPr>
            </a:lvl3pPr>
            <a:lvl4pPr marL="685800" indent="0">
              <a:buNone/>
              <a:defRPr sz="1200">
                <a:latin typeface="IBM Plex Sans Medium" panose="020B0603050203000203" pitchFamily="34" charset="0"/>
              </a:defRPr>
            </a:lvl4pPr>
            <a:lvl5pPr marL="914400" indent="0">
              <a:buNone/>
              <a:defRPr sz="1100">
                <a:latin typeface="IBM Plex Sans Medium" panose="020B0603050203000203" pitchFamily="34" charset="0"/>
              </a:defRPr>
            </a:lvl5pPr>
          </a:lstStyle>
          <a:p>
            <a:pPr lvl="0"/>
            <a:r>
              <a:rPr lang="en-US"/>
              <a:t>Click To Edit Master Text Styles</a:t>
            </a:r>
          </a:p>
        </p:txBody>
      </p:sp>
      <p:sp>
        <p:nvSpPr>
          <p:cNvPr id="15" name="Text Placeholder 12">
            <a:extLst>
              <a:ext uri="{FF2B5EF4-FFF2-40B4-BE49-F238E27FC236}">
                <a16:creationId xmlns:a16="http://schemas.microsoft.com/office/drawing/2014/main" id="{5C16DB0A-9B05-E513-45AF-F94BEAD241FD}"/>
              </a:ext>
            </a:extLst>
          </p:cNvPr>
          <p:cNvSpPr>
            <a:spLocks noGrp="1"/>
          </p:cNvSpPr>
          <p:nvPr>
            <p:ph type="body" sz="quarter" idx="16" hasCustomPrompt="1"/>
          </p:nvPr>
        </p:nvSpPr>
        <p:spPr>
          <a:xfrm>
            <a:off x="6373368" y="2011680"/>
            <a:ext cx="5327504" cy="594360"/>
          </a:xfrm>
        </p:spPr>
        <p:txBody>
          <a:bodyPr lIns="0" tIns="0" rIns="0" bIns="0" anchor="b"/>
          <a:lstStyle>
            <a:lvl1pPr marL="0" indent="0">
              <a:lnSpc>
                <a:spcPct val="95000"/>
              </a:lnSpc>
              <a:spcBef>
                <a:spcPts val="0"/>
              </a:spcBef>
              <a:buNone/>
              <a:defRPr sz="2200" b="0">
                <a:latin typeface="+mj-lt"/>
              </a:defRPr>
            </a:lvl1pPr>
            <a:lvl2pPr marL="228600" indent="0">
              <a:buNone/>
              <a:defRPr sz="1600">
                <a:latin typeface="IBM Plex Sans Medium" panose="020B0603050203000203" pitchFamily="34" charset="0"/>
              </a:defRPr>
            </a:lvl2pPr>
            <a:lvl3pPr marL="457200" indent="0">
              <a:buNone/>
              <a:defRPr sz="1400">
                <a:latin typeface="IBM Plex Sans Medium" panose="020B0603050203000203" pitchFamily="34" charset="0"/>
              </a:defRPr>
            </a:lvl3pPr>
            <a:lvl4pPr marL="685800" indent="0">
              <a:buNone/>
              <a:defRPr sz="1200">
                <a:latin typeface="IBM Plex Sans Medium" panose="020B0603050203000203" pitchFamily="34" charset="0"/>
              </a:defRPr>
            </a:lvl4pPr>
            <a:lvl5pPr marL="914400" indent="0">
              <a:buNone/>
              <a:defRPr sz="1100">
                <a:latin typeface="IBM Plex Sans Medium" panose="020B0603050203000203" pitchFamily="34" charset="0"/>
              </a:defRPr>
            </a:lvl5pPr>
          </a:lstStyle>
          <a:p>
            <a:pPr lvl="0"/>
            <a:r>
              <a:rPr lang="en-US"/>
              <a:t>Click To Edit Master Text Styles</a:t>
            </a:r>
          </a:p>
        </p:txBody>
      </p:sp>
      <p:sp>
        <p:nvSpPr>
          <p:cNvPr id="11" name="Content Placeholder 10">
            <a:extLst>
              <a:ext uri="{FF2B5EF4-FFF2-40B4-BE49-F238E27FC236}">
                <a16:creationId xmlns:a16="http://schemas.microsoft.com/office/drawing/2014/main" id="{2658BEC6-F813-9D09-9B01-73DD66F7634A}"/>
              </a:ext>
            </a:extLst>
          </p:cNvPr>
          <p:cNvSpPr>
            <a:spLocks noGrp="1"/>
          </p:cNvSpPr>
          <p:nvPr>
            <p:ph sz="quarter" idx="21"/>
          </p:nvPr>
        </p:nvSpPr>
        <p:spPr>
          <a:xfrm>
            <a:off x="457199" y="2743200"/>
            <a:ext cx="5343100" cy="3402459"/>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EF4D07F3-20F1-F87D-608D-49B4F616721B}"/>
              </a:ext>
            </a:extLst>
          </p:cNvPr>
          <p:cNvSpPr>
            <a:spLocks noGrp="1"/>
          </p:cNvSpPr>
          <p:nvPr>
            <p:ph sz="quarter" idx="22"/>
          </p:nvPr>
        </p:nvSpPr>
        <p:spPr>
          <a:xfrm>
            <a:off x="6373368" y="2743200"/>
            <a:ext cx="5327504" cy="3402459"/>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6AC69B9-528D-7199-F1FE-9768486CAF3F}"/>
              </a:ext>
            </a:extLst>
          </p:cNvPr>
          <p:cNvSpPr>
            <a:spLocks noGrp="1"/>
          </p:cNvSpPr>
          <p:nvPr>
            <p:ph type="dt" sz="half" idx="23"/>
          </p:nvPr>
        </p:nvSpPr>
        <p:spPr/>
        <p:txBody>
          <a:bodyPr/>
          <a:lstStyle/>
          <a:p>
            <a:fld id="{228D026D-C07B-48C8-8C2B-C561E4D51E16}" type="datetime1">
              <a:rPr lang="en-US" smtClean="0"/>
              <a:t>6/19/2024</a:t>
            </a:fld>
            <a:endParaRPr lang="en-US"/>
          </a:p>
        </p:txBody>
      </p:sp>
      <p:sp>
        <p:nvSpPr>
          <p:cNvPr id="4" name="Footer Placeholder 3">
            <a:extLst>
              <a:ext uri="{FF2B5EF4-FFF2-40B4-BE49-F238E27FC236}">
                <a16:creationId xmlns:a16="http://schemas.microsoft.com/office/drawing/2014/main" id="{82612816-D3CC-11DF-F761-E1ABD3DB4539}"/>
              </a:ext>
            </a:extLst>
          </p:cNvPr>
          <p:cNvSpPr>
            <a:spLocks noGrp="1"/>
          </p:cNvSpPr>
          <p:nvPr>
            <p:ph type="ftr" sz="quarter" idx="24"/>
          </p:nvPr>
        </p:nvSpPr>
        <p:spPr/>
        <p:txBody>
          <a:bodyPr/>
          <a:lstStyle/>
          <a:p>
            <a:r>
              <a:rPr lang="en-US"/>
              <a:t>CONFIDENTIAL</a:t>
            </a:r>
          </a:p>
        </p:txBody>
      </p:sp>
      <p:sp>
        <p:nvSpPr>
          <p:cNvPr id="5" name="Slide Number Placeholder 4">
            <a:extLst>
              <a:ext uri="{FF2B5EF4-FFF2-40B4-BE49-F238E27FC236}">
                <a16:creationId xmlns:a16="http://schemas.microsoft.com/office/drawing/2014/main" id="{25087EFC-C8DE-B876-EFAE-EBAE40572FB2}"/>
              </a:ext>
            </a:extLst>
          </p:cNvPr>
          <p:cNvSpPr>
            <a:spLocks noGrp="1"/>
          </p:cNvSpPr>
          <p:nvPr>
            <p:ph type="sldNum" sz="quarter" idx="25"/>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52816010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9C13F58-ACBA-1849-B576-01D16CD1F3D1}"/>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99263EC-FF61-40FF-53A9-CD5BC4E85590}"/>
              </a:ext>
            </a:extLst>
          </p:cNvPr>
          <p:cNvSpPr>
            <a:spLocks noGrp="1"/>
          </p:cNvSpPr>
          <p:nvPr>
            <p:ph type="title" hasCustomPrompt="1"/>
          </p:nvPr>
        </p:nvSpPr>
        <p:spPr>
          <a:xfrm>
            <a:off x="457200" y="457200"/>
            <a:ext cx="3840479" cy="5688459"/>
          </a:xfrm>
        </p:spPr>
        <p:txBody>
          <a:bodyPr lIns="0" tIns="0" anchor="ctr"/>
          <a:lstStyle>
            <a:lvl1pPr>
              <a:defRPr sz="6000">
                <a:solidFill>
                  <a:schemeClr val="accent1">
                    <a:lumMod val="50000"/>
                  </a:schemeClr>
                </a:solidFill>
              </a:defRPr>
            </a:lvl1pPr>
          </a:lstStyle>
          <a:p>
            <a:r>
              <a:rPr lang="en-US"/>
              <a:t>Title Goes Here</a:t>
            </a:r>
          </a:p>
        </p:txBody>
      </p:sp>
      <p:sp>
        <p:nvSpPr>
          <p:cNvPr id="8" name="Chart Placeholder 7">
            <a:extLst>
              <a:ext uri="{FF2B5EF4-FFF2-40B4-BE49-F238E27FC236}">
                <a16:creationId xmlns:a16="http://schemas.microsoft.com/office/drawing/2014/main" id="{B59F7C2F-9C0A-4EE8-05A0-0275ED2D9D05}"/>
              </a:ext>
            </a:extLst>
          </p:cNvPr>
          <p:cNvSpPr>
            <a:spLocks noGrp="1"/>
          </p:cNvSpPr>
          <p:nvPr>
            <p:ph type="chart" sz="quarter" idx="13" hasCustomPrompt="1"/>
          </p:nvPr>
        </p:nvSpPr>
        <p:spPr>
          <a:xfrm>
            <a:off x="4572000" y="457200"/>
            <a:ext cx="7162800" cy="4242816"/>
          </a:xfrm>
        </p:spPr>
        <p:txBody>
          <a:bodyPr anchor="ctr"/>
          <a:lstStyle>
            <a:lvl1pPr marL="0" indent="0" algn="ctr">
              <a:buNone/>
              <a:defRPr/>
            </a:lvl1pPr>
          </a:lstStyle>
          <a:p>
            <a:r>
              <a:rPr lang="en-US"/>
              <a:t>Click to add chart</a:t>
            </a:r>
          </a:p>
        </p:txBody>
      </p:sp>
      <p:sp>
        <p:nvSpPr>
          <p:cNvPr id="10" name="Text Placeholder 9">
            <a:extLst>
              <a:ext uri="{FF2B5EF4-FFF2-40B4-BE49-F238E27FC236}">
                <a16:creationId xmlns:a16="http://schemas.microsoft.com/office/drawing/2014/main" id="{3C22FED8-DF56-7382-5CF7-08E39D1B5F54}"/>
              </a:ext>
            </a:extLst>
          </p:cNvPr>
          <p:cNvSpPr>
            <a:spLocks noGrp="1"/>
          </p:cNvSpPr>
          <p:nvPr>
            <p:ph type="body" sz="quarter" idx="14"/>
          </p:nvPr>
        </p:nvSpPr>
        <p:spPr>
          <a:xfrm>
            <a:off x="4572000" y="4892752"/>
            <a:ext cx="7162800" cy="1252907"/>
          </a:xfrm>
        </p:spPr>
        <p:txBody>
          <a:bodyPr vert="horz" lIns="0" tIns="0" rIns="0" bIns="0" rtlCol="0" anchor="t">
            <a:noAutofit/>
          </a:bodyPr>
          <a:lstStyle>
            <a:lvl1pPr>
              <a:defRPr lang="en-US" sz="1400" dirty="0"/>
            </a:lvl1pPr>
            <a:lvl2pPr>
              <a:defRPr lang="en-US" sz="1200" dirty="0"/>
            </a:lvl2pPr>
            <a:lvl3pPr>
              <a:defRPr lang="en-US" sz="1100" dirty="0"/>
            </a:lvl3pPr>
            <a:lvl4pPr>
              <a:defRPr lang="en-US" sz="1050" dirty="0"/>
            </a:lvl4pPr>
            <a:lvl5pPr>
              <a:defRPr lang="en-US" sz="1000" dirty="0"/>
            </a:lvl5pPr>
          </a:lstStyle>
          <a:p>
            <a:pPr lvl="0">
              <a:buFont typeface="IBM Plex Sans" panose="020B0503050203000203" pitchFamily="34" charset="0"/>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19337-C08C-9B6E-E281-2B5566E201B0}"/>
              </a:ext>
            </a:extLst>
          </p:cNvPr>
          <p:cNvSpPr>
            <a:spLocks noGrp="1"/>
          </p:cNvSpPr>
          <p:nvPr>
            <p:ph type="dt" sz="half" idx="15"/>
          </p:nvPr>
        </p:nvSpPr>
        <p:spPr/>
        <p:txBody>
          <a:bodyPr/>
          <a:lstStyle/>
          <a:p>
            <a:fld id="{228D026D-C07B-48C8-8C2B-C561E4D51E16}" type="datetime1">
              <a:rPr lang="en-US" smtClean="0"/>
              <a:t>6/19/2024</a:t>
            </a:fld>
            <a:endParaRPr lang="en-US"/>
          </a:p>
        </p:txBody>
      </p:sp>
      <p:sp>
        <p:nvSpPr>
          <p:cNvPr id="5" name="Footer Placeholder 4">
            <a:extLst>
              <a:ext uri="{FF2B5EF4-FFF2-40B4-BE49-F238E27FC236}">
                <a16:creationId xmlns:a16="http://schemas.microsoft.com/office/drawing/2014/main" id="{825EC17C-76F3-CEAE-2719-CF516BCEA40C}"/>
              </a:ext>
            </a:extLst>
          </p:cNvPr>
          <p:cNvSpPr>
            <a:spLocks noGrp="1"/>
          </p:cNvSpPr>
          <p:nvPr>
            <p:ph type="ftr" sz="quarter" idx="16"/>
          </p:nvPr>
        </p:nvSpPr>
        <p:spPr/>
        <p:txBody>
          <a:bodyPr/>
          <a:lstStyle/>
          <a:p>
            <a:r>
              <a:rPr lang="en-US"/>
              <a:t>CONFIDENTIAL</a:t>
            </a:r>
          </a:p>
        </p:txBody>
      </p:sp>
      <p:sp>
        <p:nvSpPr>
          <p:cNvPr id="6" name="Slide Number Placeholder 5">
            <a:extLst>
              <a:ext uri="{FF2B5EF4-FFF2-40B4-BE49-F238E27FC236}">
                <a16:creationId xmlns:a16="http://schemas.microsoft.com/office/drawing/2014/main" id="{A306E14B-93F4-76FB-CD24-C4326FF2C791}"/>
              </a:ext>
            </a:extLst>
          </p:cNvPr>
          <p:cNvSpPr>
            <a:spLocks noGrp="1"/>
          </p:cNvSpPr>
          <p:nvPr>
            <p:ph type="sldNum" sz="quarter" idx="17"/>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698519383"/>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F411B0AB-87F1-1DFC-58B6-F5F422E20EBA}"/>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99263EC-FF61-40FF-53A9-CD5BC4E85590}"/>
              </a:ext>
            </a:extLst>
          </p:cNvPr>
          <p:cNvSpPr>
            <a:spLocks noGrp="1"/>
          </p:cNvSpPr>
          <p:nvPr>
            <p:ph type="title" hasCustomPrompt="1"/>
          </p:nvPr>
        </p:nvSpPr>
        <p:spPr>
          <a:xfrm>
            <a:off x="457200" y="457201"/>
            <a:ext cx="3840479" cy="5688458"/>
          </a:xfrm>
        </p:spPr>
        <p:txBody>
          <a:bodyPr lIns="0" tIns="0" anchor="ctr"/>
          <a:lstStyle>
            <a:lvl1pPr>
              <a:defRPr sz="6000">
                <a:solidFill>
                  <a:schemeClr val="accent1">
                    <a:lumMod val="50000"/>
                  </a:schemeClr>
                </a:solidFill>
              </a:defRPr>
            </a:lvl1pPr>
          </a:lstStyle>
          <a:p>
            <a:r>
              <a:rPr lang="en-US"/>
              <a:t>Main Statement Goes Here</a:t>
            </a:r>
          </a:p>
        </p:txBody>
      </p:sp>
      <p:sp>
        <p:nvSpPr>
          <p:cNvPr id="8" name="Chart Placeholder 7">
            <a:extLst>
              <a:ext uri="{FF2B5EF4-FFF2-40B4-BE49-F238E27FC236}">
                <a16:creationId xmlns:a16="http://schemas.microsoft.com/office/drawing/2014/main" id="{B59F7C2F-9C0A-4EE8-05A0-0275ED2D9D05}"/>
              </a:ext>
            </a:extLst>
          </p:cNvPr>
          <p:cNvSpPr>
            <a:spLocks noGrp="1"/>
          </p:cNvSpPr>
          <p:nvPr>
            <p:ph type="chart" sz="quarter" idx="13" hasCustomPrompt="1"/>
          </p:nvPr>
        </p:nvSpPr>
        <p:spPr>
          <a:xfrm>
            <a:off x="4572000" y="457201"/>
            <a:ext cx="3474720" cy="4246725"/>
          </a:xfrm>
        </p:spPr>
        <p:txBody>
          <a:bodyPr anchor="ctr"/>
          <a:lstStyle>
            <a:lvl1pPr marL="0" indent="0" algn="ctr">
              <a:buNone/>
              <a:defRPr/>
            </a:lvl1pPr>
          </a:lstStyle>
          <a:p>
            <a:r>
              <a:rPr lang="en-US"/>
              <a:t>Click to add chart</a:t>
            </a:r>
          </a:p>
        </p:txBody>
      </p:sp>
      <p:sp>
        <p:nvSpPr>
          <p:cNvPr id="10" name="Text Placeholder 9">
            <a:extLst>
              <a:ext uri="{FF2B5EF4-FFF2-40B4-BE49-F238E27FC236}">
                <a16:creationId xmlns:a16="http://schemas.microsoft.com/office/drawing/2014/main" id="{3C22FED8-DF56-7382-5CF7-08E39D1B5F54}"/>
              </a:ext>
            </a:extLst>
          </p:cNvPr>
          <p:cNvSpPr>
            <a:spLocks noGrp="1"/>
          </p:cNvSpPr>
          <p:nvPr>
            <p:ph type="body" sz="quarter" idx="14"/>
          </p:nvPr>
        </p:nvSpPr>
        <p:spPr>
          <a:xfrm>
            <a:off x="4572000" y="4890449"/>
            <a:ext cx="3474720" cy="1255209"/>
          </a:xfrm>
        </p:spPr>
        <p:txBody>
          <a:bodyPr vert="horz" lIns="0" tIns="0" rIns="0" bIns="0" rtlCol="0" anchor="t">
            <a:noAutofit/>
          </a:bodyPr>
          <a:lstStyle>
            <a:lvl1pPr>
              <a:defRPr lang="en-US" sz="1400" dirty="0"/>
            </a:lvl1pPr>
            <a:lvl2pPr>
              <a:defRPr lang="en-US" sz="1200" dirty="0"/>
            </a:lvl2pPr>
            <a:lvl3pPr>
              <a:defRPr lang="en-US" sz="1100" dirty="0"/>
            </a:lvl3pPr>
            <a:lvl4pPr>
              <a:defRPr lang="en-US" sz="1050" dirty="0"/>
            </a:lvl4pPr>
            <a:lvl5pPr>
              <a:defRPr lang="en-US" sz="1000" dirty="0"/>
            </a:lvl5pPr>
          </a:lstStyle>
          <a:p>
            <a:pPr lvl="0">
              <a:buFont typeface="IBM Plex Sans" panose="020B0503050203000203" pitchFamily="34" charset="0"/>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hart Placeholder 7">
            <a:extLst>
              <a:ext uri="{FF2B5EF4-FFF2-40B4-BE49-F238E27FC236}">
                <a16:creationId xmlns:a16="http://schemas.microsoft.com/office/drawing/2014/main" id="{8CDC8060-9FC9-61F5-C936-F0C1DBE65FA1}"/>
              </a:ext>
            </a:extLst>
          </p:cNvPr>
          <p:cNvSpPr>
            <a:spLocks noGrp="1"/>
          </p:cNvSpPr>
          <p:nvPr>
            <p:ph type="chart" sz="quarter" idx="15" hasCustomPrompt="1"/>
          </p:nvPr>
        </p:nvSpPr>
        <p:spPr>
          <a:xfrm>
            <a:off x="8251904" y="457201"/>
            <a:ext cx="3474720" cy="4246725"/>
          </a:xfrm>
        </p:spPr>
        <p:txBody>
          <a:bodyPr anchor="ctr"/>
          <a:lstStyle>
            <a:lvl1pPr marL="0" indent="0" algn="ctr">
              <a:buNone/>
              <a:defRPr/>
            </a:lvl1pPr>
          </a:lstStyle>
          <a:p>
            <a:r>
              <a:rPr lang="en-US"/>
              <a:t>Click to add chart</a:t>
            </a:r>
          </a:p>
        </p:txBody>
      </p:sp>
      <p:sp>
        <p:nvSpPr>
          <p:cNvPr id="7" name="Text Placeholder 9">
            <a:extLst>
              <a:ext uri="{FF2B5EF4-FFF2-40B4-BE49-F238E27FC236}">
                <a16:creationId xmlns:a16="http://schemas.microsoft.com/office/drawing/2014/main" id="{7D85EE0F-773A-109B-285D-225233898D07}"/>
              </a:ext>
            </a:extLst>
          </p:cNvPr>
          <p:cNvSpPr>
            <a:spLocks noGrp="1"/>
          </p:cNvSpPr>
          <p:nvPr>
            <p:ph type="body" sz="quarter" idx="16"/>
          </p:nvPr>
        </p:nvSpPr>
        <p:spPr>
          <a:xfrm>
            <a:off x="8252395" y="4890450"/>
            <a:ext cx="3474720" cy="1255208"/>
          </a:xfrm>
        </p:spPr>
        <p:txBody>
          <a:bodyPr vert="horz" lIns="0" tIns="0" rIns="0" bIns="0" rtlCol="0" anchor="t">
            <a:noAutofit/>
          </a:bodyPr>
          <a:lstStyle>
            <a:lvl1pPr>
              <a:defRPr lang="en-US" sz="1400" dirty="0"/>
            </a:lvl1pPr>
            <a:lvl2pPr>
              <a:defRPr lang="en-US" sz="1200" dirty="0"/>
            </a:lvl2pPr>
            <a:lvl3pPr>
              <a:defRPr lang="en-US" sz="1100" dirty="0"/>
            </a:lvl3pPr>
            <a:lvl4pPr>
              <a:defRPr lang="en-US" sz="1050" dirty="0"/>
            </a:lvl4pPr>
            <a:lvl5pPr>
              <a:defRPr lang="en-US" sz="1000" dirty="0"/>
            </a:lvl5pPr>
          </a:lstStyle>
          <a:p>
            <a:pPr lvl="0">
              <a:buFont typeface="IBM Plex Sans" panose="020B0503050203000203" pitchFamily="34" charset="0"/>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647517-E755-E3B9-A416-EAE7C43D9321}"/>
              </a:ext>
            </a:extLst>
          </p:cNvPr>
          <p:cNvSpPr>
            <a:spLocks noGrp="1"/>
          </p:cNvSpPr>
          <p:nvPr>
            <p:ph type="dt" sz="half" idx="17"/>
          </p:nvPr>
        </p:nvSpPr>
        <p:spPr/>
        <p:txBody>
          <a:bodyPr/>
          <a:lstStyle/>
          <a:p>
            <a:fld id="{228D026D-C07B-48C8-8C2B-C561E4D51E16}" type="datetime1">
              <a:rPr lang="en-US" smtClean="0"/>
              <a:t>6/19/2024</a:t>
            </a:fld>
            <a:endParaRPr lang="en-US"/>
          </a:p>
        </p:txBody>
      </p:sp>
      <p:sp>
        <p:nvSpPr>
          <p:cNvPr id="5" name="Footer Placeholder 4">
            <a:extLst>
              <a:ext uri="{FF2B5EF4-FFF2-40B4-BE49-F238E27FC236}">
                <a16:creationId xmlns:a16="http://schemas.microsoft.com/office/drawing/2014/main" id="{3C811D9E-7931-F799-9736-9E5FB3E0A476}"/>
              </a:ext>
            </a:extLst>
          </p:cNvPr>
          <p:cNvSpPr>
            <a:spLocks noGrp="1"/>
          </p:cNvSpPr>
          <p:nvPr>
            <p:ph type="ftr" sz="quarter" idx="18"/>
          </p:nvPr>
        </p:nvSpPr>
        <p:spPr/>
        <p:txBody>
          <a:bodyPr/>
          <a:lstStyle/>
          <a:p>
            <a:r>
              <a:rPr lang="en-US"/>
              <a:t>CONFIDENTIAL</a:t>
            </a:r>
          </a:p>
        </p:txBody>
      </p:sp>
      <p:sp>
        <p:nvSpPr>
          <p:cNvPr id="9" name="Slide Number Placeholder 8">
            <a:extLst>
              <a:ext uri="{FF2B5EF4-FFF2-40B4-BE49-F238E27FC236}">
                <a16:creationId xmlns:a16="http://schemas.microsoft.com/office/drawing/2014/main" id="{AA9DE1C2-194B-B3DC-4C4F-C54B2DAA68D8}"/>
              </a:ext>
            </a:extLst>
          </p:cNvPr>
          <p:cNvSpPr>
            <a:spLocks noGrp="1"/>
          </p:cNvSpPr>
          <p:nvPr>
            <p:ph type="sldNum" sz="quarter" idx="1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22187750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3">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0181F414-54FB-0606-576C-74482B9D653C}"/>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99263EC-FF61-40FF-53A9-CD5BC4E85590}"/>
              </a:ext>
            </a:extLst>
          </p:cNvPr>
          <p:cNvSpPr>
            <a:spLocks noGrp="1"/>
          </p:cNvSpPr>
          <p:nvPr>
            <p:ph type="title" hasCustomPrompt="1"/>
          </p:nvPr>
        </p:nvSpPr>
        <p:spPr>
          <a:xfrm>
            <a:off x="457200" y="457200"/>
            <a:ext cx="3840479" cy="5688459"/>
          </a:xfrm>
        </p:spPr>
        <p:txBody>
          <a:bodyPr lIns="0" tIns="0" anchor="ctr"/>
          <a:lstStyle>
            <a:lvl1pPr>
              <a:defRPr sz="6000">
                <a:solidFill>
                  <a:schemeClr val="accent1">
                    <a:lumMod val="50000"/>
                  </a:schemeClr>
                </a:solidFill>
              </a:defRPr>
            </a:lvl1pPr>
          </a:lstStyle>
          <a:p>
            <a:r>
              <a:rPr lang="en-US"/>
              <a:t>Main Statement Goes Here</a:t>
            </a:r>
          </a:p>
        </p:txBody>
      </p:sp>
      <p:sp>
        <p:nvSpPr>
          <p:cNvPr id="8" name="Chart Placeholder 7">
            <a:extLst>
              <a:ext uri="{FF2B5EF4-FFF2-40B4-BE49-F238E27FC236}">
                <a16:creationId xmlns:a16="http://schemas.microsoft.com/office/drawing/2014/main" id="{B59F7C2F-9C0A-4EE8-05A0-0275ED2D9D05}"/>
              </a:ext>
            </a:extLst>
          </p:cNvPr>
          <p:cNvSpPr>
            <a:spLocks noGrp="1"/>
          </p:cNvSpPr>
          <p:nvPr>
            <p:ph type="chart" sz="quarter" idx="13" hasCustomPrompt="1"/>
          </p:nvPr>
        </p:nvSpPr>
        <p:spPr>
          <a:xfrm>
            <a:off x="4572000" y="457200"/>
            <a:ext cx="3474720" cy="5688459"/>
          </a:xfrm>
        </p:spPr>
        <p:txBody>
          <a:bodyPr anchor="ctr"/>
          <a:lstStyle>
            <a:lvl1pPr marL="0" indent="0" algn="ctr">
              <a:buNone/>
              <a:defRPr/>
            </a:lvl1pPr>
          </a:lstStyle>
          <a:p>
            <a:r>
              <a:rPr lang="en-US"/>
              <a:t>Click to add chart</a:t>
            </a:r>
          </a:p>
        </p:txBody>
      </p:sp>
      <p:sp>
        <p:nvSpPr>
          <p:cNvPr id="10" name="Text Placeholder 9">
            <a:extLst>
              <a:ext uri="{FF2B5EF4-FFF2-40B4-BE49-F238E27FC236}">
                <a16:creationId xmlns:a16="http://schemas.microsoft.com/office/drawing/2014/main" id="{3C22FED8-DF56-7382-5CF7-08E39D1B5F54}"/>
              </a:ext>
            </a:extLst>
          </p:cNvPr>
          <p:cNvSpPr>
            <a:spLocks noGrp="1"/>
          </p:cNvSpPr>
          <p:nvPr>
            <p:ph type="body" sz="quarter" idx="14"/>
          </p:nvPr>
        </p:nvSpPr>
        <p:spPr>
          <a:xfrm>
            <a:off x="8251904" y="457200"/>
            <a:ext cx="3474720" cy="5688459"/>
          </a:xfrm>
        </p:spPr>
        <p:txBody>
          <a:bodyPr lIns="0" tIns="0" rIns="0" bIns="0" anchor="ctr"/>
          <a:lstStyle>
            <a:lvl1pPr marL="228600" indent="-228600">
              <a:lnSpc>
                <a:spcPct val="90000"/>
              </a:lnSpc>
              <a:buFont typeface="IBM Plex Sans" panose="020B0503050203000203" pitchFamily="34" charset="0"/>
              <a:buChar char="•"/>
              <a:defRPr sz="1400"/>
            </a:lvl1pPr>
            <a:lvl2pPr marL="457200" indent="-228600">
              <a:lnSpc>
                <a:spcPct val="90000"/>
              </a:lnSpc>
              <a:buFont typeface="IBM Plex Sans" panose="020B0503050203000203" pitchFamily="34" charset="0"/>
              <a:buChar char="–"/>
              <a:defRPr sz="1200"/>
            </a:lvl2pPr>
            <a:lvl3pPr marL="685800" indent="-228600">
              <a:lnSpc>
                <a:spcPct val="90000"/>
              </a:lnSpc>
              <a:buFont typeface="IBM Plex Sans" panose="020B0503050203000203" pitchFamily="34" charset="0"/>
              <a:buChar char="–"/>
              <a:defRPr sz="1100"/>
            </a:lvl3pPr>
            <a:lvl4pPr marL="914400" indent="-228600">
              <a:lnSpc>
                <a:spcPct val="90000"/>
              </a:lnSpc>
              <a:buFont typeface="IBM Plex Sans" panose="020B0503050203000203" pitchFamily="34" charset="0"/>
              <a:buChar char="–"/>
              <a:defRPr sz="1050"/>
            </a:lvl4pPr>
            <a:lvl5pPr marL="1143000" indent="-228600">
              <a:lnSpc>
                <a:spcPct val="90000"/>
              </a:lnSpc>
              <a:buFont typeface="IBM Plex Sans" panose="020B0503050203000203"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5FCF82-85A0-7EA5-553F-02E7DDFB823F}"/>
              </a:ext>
            </a:extLst>
          </p:cNvPr>
          <p:cNvSpPr>
            <a:spLocks noGrp="1"/>
          </p:cNvSpPr>
          <p:nvPr>
            <p:ph type="dt" sz="half" idx="15"/>
          </p:nvPr>
        </p:nvSpPr>
        <p:spPr/>
        <p:txBody>
          <a:bodyPr/>
          <a:lstStyle/>
          <a:p>
            <a:fld id="{228D026D-C07B-48C8-8C2B-C561E4D51E16}" type="datetime1">
              <a:rPr lang="en-US" smtClean="0"/>
              <a:t>6/19/2024</a:t>
            </a:fld>
            <a:endParaRPr lang="en-US"/>
          </a:p>
        </p:txBody>
      </p:sp>
      <p:sp>
        <p:nvSpPr>
          <p:cNvPr id="5" name="Footer Placeholder 4">
            <a:extLst>
              <a:ext uri="{FF2B5EF4-FFF2-40B4-BE49-F238E27FC236}">
                <a16:creationId xmlns:a16="http://schemas.microsoft.com/office/drawing/2014/main" id="{9D9B151C-E816-8911-F536-87801CC6E5CD}"/>
              </a:ext>
            </a:extLst>
          </p:cNvPr>
          <p:cNvSpPr>
            <a:spLocks noGrp="1"/>
          </p:cNvSpPr>
          <p:nvPr>
            <p:ph type="ftr" sz="quarter" idx="16"/>
          </p:nvPr>
        </p:nvSpPr>
        <p:spPr/>
        <p:txBody>
          <a:bodyPr/>
          <a:lstStyle/>
          <a:p>
            <a:r>
              <a:rPr lang="en-US"/>
              <a:t>CONFIDENTIAL</a:t>
            </a:r>
          </a:p>
        </p:txBody>
      </p:sp>
      <p:sp>
        <p:nvSpPr>
          <p:cNvPr id="6" name="Slide Number Placeholder 5">
            <a:extLst>
              <a:ext uri="{FF2B5EF4-FFF2-40B4-BE49-F238E27FC236}">
                <a16:creationId xmlns:a16="http://schemas.microsoft.com/office/drawing/2014/main" id="{F337076F-0A85-289F-23EF-8DFA0EB7A660}"/>
              </a:ext>
            </a:extLst>
          </p:cNvPr>
          <p:cNvSpPr>
            <a:spLocks noGrp="1"/>
          </p:cNvSpPr>
          <p:nvPr>
            <p:ph type="sldNum" sz="quarter" idx="17"/>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6284262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E252A1C-D038-FADB-F214-C5C470580C52}"/>
              </a:ext>
            </a:extLst>
          </p:cNvPr>
          <p:cNvSpPr txBox="1"/>
          <p:nvPr userDrawn="1"/>
        </p:nvSpPr>
        <p:spPr bwMode="ltGray">
          <a:xfrm>
            <a:off x="1269381" y="1635374"/>
            <a:ext cx="1338575" cy="2215092"/>
          </a:xfrm>
          <a:prstGeom prst="rect">
            <a:avLst/>
          </a:prstGeom>
          <a:noFill/>
        </p:spPr>
        <p:txBody>
          <a:bodyPr wrap="square" lIns="0" tIns="0" rIns="0" bIns="0" rtlCol="0" anchor="ctr">
            <a:noAutofit/>
          </a:bodyPr>
          <a:lstStyle/>
          <a:p>
            <a:pPr algn="ctr">
              <a:lnSpc>
                <a:spcPct val="85000"/>
              </a:lnSpc>
            </a:pPr>
            <a:r>
              <a:rPr lang="en-US" sz="20200">
                <a:solidFill>
                  <a:schemeClr val="accent1"/>
                </a:solidFill>
                <a:latin typeface="+mj-lt"/>
              </a:rPr>
              <a:t>“</a:t>
            </a:r>
          </a:p>
        </p:txBody>
      </p:sp>
      <p:sp>
        <p:nvSpPr>
          <p:cNvPr id="8" name="Title 1">
            <a:extLst>
              <a:ext uri="{FF2B5EF4-FFF2-40B4-BE49-F238E27FC236}">
                <a16:creationId xmlns:a16="http://schemas.microsoft.com/office/drawing/2014/main" id="{838ABD5D-9513-86DF-293F-B400D295F218}"/>
              </a:ext>
            </a:extLst>
          </p:cNvPr>
          <p:cNvSpPr>
            <a:spLocks noGrp="1"/>
          </p:cNvSpPr>
          <p:nvPr>
            <p:ph type="title" hasCustomPrompt="1"/>
          </p:nvPr>
        </p:nvSpPr>
        <p:spPr>
          <a:xfrm>
            <a:off x="1938670" y="1440038"/>
            <a:ext cx="8314661" cy="3461571"/>
          </a:xfrm>
        </p:spPr>
        <p:txBody>
          <a:bodyPr lIns="91440" tIns="91440" bIns="91440" anchor="ctr"/>
          <a:lstStyle>
            <a:lvl1pPr algn="ctr">
              <a:defRPr sz="4000" b="0">
                <a:solidFill>
                  <a:schemeClr val="accent1">
                    <a:lumMod val="50000"/>
                  </a:schemeClr>
                </a:solidFill>
                <a:latin typeface="IBM Plex Sans Medium" panose="020B0603050203000203" pitchFamily="34" charset="0"/>
              </a:defRPr>
            </a:lvl1pPr>
          </a:lstStyle>
          <a:p>
            <a:r>
              <a:rPr lang="en-US"/>
              <a:t>Title Goes Here</a:t>
            </a:r>
            <a:br>
              <a:rPr lang="en-US"/>
            </a:br>
            <a:r>
              <a:rPr lang="en-US"/>
              <a:t>Titles Are IBM Sans Plex Medium 40pt Font</a:t>
            </a:r>
          </a:p>
        </p:txBody>
      </p:sp>
      <p:sp>
        <p:nvSpPr>
          <p:cNvPr id="2" name="Date Placeholder 1">
            <a:extLst>
              <a:ext uri="{FF2B5EF4-FFF2-40B4-BE49-F238E27FC236}">
                <a16:creationId xmlns:a16="http://schemas.microsoft.com/office/drawing/2014/main" id="{75505ACD-EB86-0DC1-C6FC-A7D86DA93C67}"/>
              </a:ext>
            </a:extLst>
          </p:cNvPr>
          <p:cNvSpPr>
            <a:spLocks noGrp="1"/>
          </p:cNvSpPr>
          <p:nvPr>
            <p:ph type="dt" sz="half" idx="10"/>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5B2BC0D7-8A6C-55C3-ABA5-5851A6159B5D}"/>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771B4DFB-10B8-C6C6-DF97-2F0770FEEF5A}"/>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93786041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Purple">
    <p:bg bwMode="auto">
      <p:bgPr>
        <a:solidFill>
          <a:schemeClr val="accent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E252A1C-D038-FADB-F214-C5C470580C52}"/>
              </a:ext>
            </a:extLst>
          </p:cNvPr>
          <p:cNvSpPr txBox="1"/>
          <p:nvPr userDrawn="1"/>
        </p:nvSpPr>
        <p:spPr bwMode="white">
          <a:xfrm>
            <a:off x="1269381" y="1635374"/>
            <a:ext cx="1338575" cy="2215092"/>
          </a:xfrm>
          <a:prstGeom prst="rect">
            <a:avLst/>
          </a:prstGeom>
          <a:noFill/>
        </p:spPr>
        <p:txBody>
          <a:bodyPr wrap="square" lIns="0" tIns="0" rIns="0" bIns="0" rtlCol="0" anchor="ctr">
            <a:noAutofit/>
          </a:bodyPr>
          <a:lstStyle/>
          <a:p>
            <a:pPr algn="ctr">
              <a:lnSpc>
                <a:spcPct val="85000"/>
              </a:lnSpc>
            </a:pPr>
            <a:r>
              <a:rPr lang="en-US" sz="20200">
                <a:solidFill>
                  <a:schemeClr val="accent3"/>
                </a:solidFill>
                <a:latin typeface="+mj-lt"/>
              </a:rPr>
              <a:t>“</a:t>
            </a:r>
          </a:p>
        </p:txBody>
      </p:sp>
      <p:sp>
        <p:nvSpPr>
          <p:cNvPr id="2" name="Title 1">
            <a:extLst>
              <a:ext uri="{FF2B5EF4-FFF2-40B4-BE49-F238E27FC236}">
                <a16:creationId xmlns:a16="http://schemas.microsoft.com/office/drawing/2014/main" id="{3AE9361C-87BE-4A4B-98C4-7B2550080F1F}"/>
              </a:ext>
            </a:extLst>
          </p:cNvPr>
          <p:cNvSpPr>
            <a:spLocks noGrp="1"/>
          </p:cNvSpPr>
          <p:nvPr>
            <p:ph type="title" hasCustomPrompt="1"/>
          </p:nvPr>
        </p:nvSpPr>
        <p:spPr bwMode="white">
          <a:xfrm>
            <a:off x="1938670" y="1440038"/>
            <a:ext cx="8314661" cy="3461571"/>
          </a:xfrm>
        </p:spPr>
        <p:txBody>
          <a:bodyPr lIns="91440" tIns="91440" bIns="91440" anchor="ctr"/>
          <a:lstStyle>
            <a:lvl1pPr algn="ctr">
              <a:defRPr sz="4000" b="0">
                <a:solidFill>
                  <a:schemeClr val="bg1"/>
                </a:solidFill>
                <a:latin typeface="IBM Plex Sans Medium" panose="020B0603050203000203" pitchFamily="34" charset="0"/>
              </a:defRPr>
            </a:lvl1pPr>
          </a:lstStyle>
          <a:p>
            <a:r>
              <a:rPr lang="en-US"/>
              <a:t>Title Goes Here</a:t>
            </a:r>
            <a:br>
              <a:rPr lang="en-US"/>
            </a:br>
            <a:r>
              <a:rPr lang="en-US"/>
              <a:t>Titles Are IBM Sans Plex Medium 40pt Font</a:t>
            </a:r>
          </a:p>
        </p:txBody>
      </p:sp>
      <p:pic>
        <p:nvPicPr>
          <p:cNvPr id="3" name="Graphic 2">
            <a:extLst>
              <a:ext uri="{FF2B5EF4-FFF2-40B4-BE49-F238E27FC236}">
                <a16:creationId xmlns:a16="http://schemas.microsoft.com/office/drawing/2014/main" id="{F227943E-CBEE-330C-E6C2-887D5B5F21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white">
          <a:xfrm>
            <a:off x="11119839" y="6309360"/>
            <a:ext cx="865880" cy="274320"/>
          </a:xfrm>
          <a:prstGeom prst="rect">
            <a:avLst/>
          </a:prstGeom>
        </p:spPr>
      </p:pic>
      <p:sp>
        <p:nvSpPr>
          <p:cNvPr id="6" name="Text Placeholder 5">
            <a:extLst>
              <a:ext uri="{FF2B5EF4-FFF2-40B4-BE49-F238E27FC236}">
                <a16:creationId xmlns:a16="http://schemas.microsoft.com/office/drawing/2014/main" id="{720B219E-8191-70C8-F731-E4E4BB5D3802}"/>
              </a:ext>
            </a:extLst>
          </p:cNvPr>
          <p:cNvSpPr>
            <a:spLocks noGrp="1"/>
          </p:cNvSpPr>
          <p:nvPr>
            <p:ph type="body" sz="quarter" idx="10" hasCustomPrompt="1"/>
          </p:nvPr>
        </p:nvSpPr>
        <p:spPr bwMode="white">
          <a:xfrm>
            <a:off x="1938670" y="4909946"/>
            <a:ext cx="8314660" cy="349250"/>
          </a:xfrm>
        </p:spPr>
        <p:txBody>
          <a:bodyPr lIns="457200" rIns="457200" bIns="0" anchor="b"/>
          <a:lstStyle>
            <a:lvl1pPr marL="0" indent="0" algn="l">
              <a:buNone/>
              <a:defRPr sz="1800" cap="all" baseline="0">
                <a:solidFill>
                  <a:schemeClr val="bg1"/>
                </a:solidFill>
                <a:latin typeface="+mn-lt"/>
              </a:defRPr>
            </a:lvl1pPr>
          </a:lstStyle>
          <a:p>
            <a:pPr lvl="0"/>
            <a:r>
              <a:rPr lang="en-US"/>
              <a:t>CLICK TO EDIT SUBTITLE TEXT</a:t>
            </a:r>
          </a:p>
        </p:txBody>
      </p:sp>
      <p:sp>
        <p:nvSpPr>
          <p:cNvPr id="4" name="Date Placeholder 3">
            <a:extLst>
              <a:ext uri="{FF2B5EF4-FFF2-40B4-BE49-F238E27FC236}">
                <a16:creationId xmlns:a16="http://schemas.microsoft.com/office/drawing/2014/main" id="{B8217E07-A627-D325-9441-9AC4C26D20DE}"/>
              </a:ext>
            </a:extLst>
          </p:cNvPr>
          <p:cNvSpPr>
            <a:spLocks noGrp="1"/>
          </p:cNvSpPr>
          <p:nvPr>
            <p:ph type="dt" sz="half" idx="11"/>
          </p:nvPr>
        </p:nvSpPr>
        <p:spPr/>
        <p:txBody>
          <a:bodyPr/>
          <a:lstStyle>
            <a:lvl1pPr>
              <a:defRPr>
                <a:solidFill>
                  <a:schemeClr val="bg1"/>
                </a:solidFill>
              </a:defRPr>
            </a:lvl1pPr>
          </a:lstStyle>
          <a:p>
            <a:fld id="{228D026D-C07B-48C8-8C2B-C561E4D51E16}" type="datetime1">
              <a:rPr lang="en-US" smtClean="0"/>
              <a:pPr/>
              <a:t>6/19/2024</a:t>
            </a:fld>
            <a:endParaRPr lang="en-US"/>
          </a:p>
        </p:txBody>
      </p:sp>
      <p:sp>
        <p:nvSpPr>
          <p:cNvPr id="5" name="Footer Placeholder 4">
            <a:extLst>
              <a:ext uri="{FF2B5EF4-FFF2-40B4-BE49-F238E27FC236}">
                <a16:creationId xmlns:a16="http://schemas.microsoft.com/office/drawing/2014/main" id="{E9CA8F28-87F3-3288-EFF5-D69183E99059}"/>
              </a:ext>
            </a:extLst>
          </p:cNvPr>
          <p:cNvSpPr>
            <a:spLocks noGrp="1"/>
          </p:cNvSpPr>
          <p:nvPr>
            <p:ph type="ftr" sz="quarter" idx="12"/>
          </p:nvPr>
        </p:nvSpPr>
        <p:spPr/>
        <p:txBody>
          <a:bodyPr/>
          <a:lstStyle>
            <a:lvl1pPr>
              <a:defRPr>
                <a:solidFill>
                  <a:schemeClr val="bg1"/>
                </a:solidFill>
              </a:defRPr>
            </a:lvl1pPr>
          </a:lstStyle>
          <a:p>
            <a:r>
              <a:rPr lang="en-US"/>
              <a:t>CONFIDENTIAL</a:t>
            </a:r>
          </a:p>
        </p:txBody>
      </p:sp>
      <p:sp>
        <p:nvSpPr>
          <p:cNvPr id="8" name="Slide Number Placeholder 7">
            <a:extLst>
              <a:ext uri="{FF2B5EF4-FFF2-40B4-BE49-F238E27FC236}">
                <a16:creationId xmlns:a16="http://schemas.microsoft.com/office/drawing/2014/main" id="{05718103-A717-4193-1633-740DD003EF5C}"/>
              </a:ext>
            </a:extLst>
          </p:cNvPr>
          <p:cNvSpPr>
            <a:spLocks noGrp="1"/>
          </p:cNvSpPr>
          <p:nvPr>
            <p:ph type="sldNum" sz="quarter" idx="1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88559326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5334817"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4114800"/>
            <a:ext cx="5334817" cy="2103120"/>
          </a:xfrm>
        </p:spPr>
        <p:txBody>
          <a:bodyPr lIns="0" tIns="0" rIns="0" bIns="91440">
            <a:normAutofit/>
          </a:bodyPr>
          <a:lstStyle>
            <a:lvl1pPr marL="0" indent="0">
              <a:lnSpc>
                <a:spcPct val="90000"/>
              </a:lnSpc>
              <a:spcBef>
                <a:spcPts val="200"/>
              </a:spcBef>
              <a:spcAft>
                <a:spcPts val="0"/>
              </a:spcAft>
              <a:buClr>
                <a:schemeClr val="accent1"/>
              </a:buClr>
              <a:buFont typeface="IBM Plex Sans" panose="020B0503050203000203" pitchFamily="34" charset="0"/>
              <a:buNone/>
              <a:defRPr sz="1400">
                <a:latin typeface="+mn-lt"/>
                <a:ea typeface="+mn-ea"/>
                <a:cs typeface="+mn-cs"/>
              </a:defRPr>
            </a:lvl1pPr>
            <a:lvl2pPr marL="228600" indent="0">
              <a:spcBef>
                <a:spcPts val="200"/>
              </a:spcBef>
              <a:buNone/>
              <a:defRPr sz="1200"/>
            </a:lvl2pPr>
            <a:lvl3pPr marL="457200" indent="0">
              <a:spcBef>
                <a:spcPts val="200"/>
              </a:spcBef>
              <a:buNone/>
              <a:defRPr sz="1100"/>
            </a:lvl3pPr>
            <a:lvl4pPr marL="685800" indent="0">
              <a:spcBef>
                <a:spcPts val="200"/>
              </a:spcBef>
              <a:buNone/>
              <a:defRPr sz="1050"/>
            </a:lvl4pPr>
          </a:lstStyle>
          <a:p>
            <a:pPr lvl="0"/>
            <a:r>
              <a:rPr lang="en-US"/>
              <a:t>Edit Master text styles</a:t>
            </a:r>
          </a:p>
          <a:p>
            <a:pPr lvl="1"/>
            <a:r>
              <a:rPr lang="en-US"/>
              <a:t>Second</a:t>
            </a:r>
          </a:p>
          <a:p>
            <a:pPr lvl="2"/>
            <a:r>
              <a:rPr lang="en-US"/>
              <a:t>Third</a:t>
            </a:r>
          </a:p>
          <a:p>
            <a:pPr lvl="3"/>
            <a:r>
              <a:rPr lang="en-US"/>
              <a:t>Fourth</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19"/>
            <a:ext cx="5334817"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6371753" y="1828800"/>
            <a:ext cx="5359438"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6371754" y="4114800"/>
            <a:ext cx="5359438" cy="2103120"/>
          </a:xfrm>
        </p:spPr>
        <p:txBody>
          <a:bodyPr vert="horz" lIns="0" tIns="0" rIns="0" bIns="91440" rtlCol="0">
            <a:normAutofit/>
          </a:bodyPr>
          <a:lstStyle>
            <a:lvl1pPr marL="0" indent="0">
              <a:buNone/>
              <a:defRPr lang="en-US" sz="1400" dirty="0" smtClean="0"/>
            </a:lvl1pPr>
            <a:lvl2pPr marL="228600" indent="0">
              <a:buNone/>
              <a:defRPr lang="en-US" sz="1200" dirty="0" smtClean="0"/>
            </a:lvl2pPr>
            <a:lvl3pPr marL="457200" indent="0">
              <a:buNone/>
              <a:defRPr lang="en-US" sz="1100" dirty="0" smtClean="0"/>
            </a:lvl3pPr>
            <a:lvl4pPr marL="685800" inden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11" name="Text Placeholder 10">
            <a:extLst>
              <a:ext uri="{FF2B5EF4-FFF2-40B4-BE49-F238E27FC236}">
                <a16:creationId xmlns:a16="http://schemas.microsoft.com/office/drawing/2014/main" id="{C1ED5024-06DB-E538-92DD-326FEC420769}"/>
              </a:ext>
            </a:extLst>
          </p:cNvPr>
          <p:cNvSpPr>
            <a:spLocks noGrp="1"/>
          </p:cNvSpPr>
          <p:nvPr>
            <p:ph type="body" sz="quarter" idx="18" hasCustomPrompt="1"/>
          </p:nvPr>
        </p:nvSpPr>
        <p:spPr>
          <a:xfrm>
            <a:off x="6371754" y="3474719"/>
            <a:ext cx="5359438"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 name="Date Placeholder 1">
            <a:extLst>
              <a:ext uri="{FF2B5EF4-FFF2-40B4-BE49-F238E27FC236}">
                <a16:creationId xmlns:a16="http://schemas.microsoft.com/office/drawing/2014/main" id="{DB4FB7E4-3653-8013-601C-73C35DBEBBC1}"/>
              </a:ext>
            </a:extLst>
          </p:cNvPr>
          <p:cNvSpPr>
            <a:spLocks noGrp="1"/>
          </p:cNvSpPr>
          <p:nvPr>
            <p:ph type="dt" sz="half" idx="19"/>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105D5F42-7B75-11CB-D5BE-ED9A089CCC69}"/>
              </a:ext>
            </a:extLst>
          </p:cNvPr>
          <p:cNvSpPr>
            <a:spLocks noGrp="1"/>
          </p:cNvSpPr>
          <p:nvPr>
            <p:ph type="ftr" sz="quarter" idx="20"/>
          </p:nvPr>
        </p:nvSpPr>
        <p:spPr/>
        <p:txBody>
          <a:bodyPr/>
          <a:lstStyle/>
          <a:p>
            <a:r>
              <a:rPr lang="en-US"/>
              <a:t>CONFIDENTIAL</a:t>
            </a:r>
          </a:p>
        </p:txBody>
      </p:sp>
      <p:sp>
        <p:nvSpPr>
          <p:cNvPr id="4" name="Slide Number Placeholder 3">
            <a:extLst>
              <a:ext uri="{FF2B5EF4-FFF2-40B4-BE49-F238E27FC236}">
                <a16:creationId xmlns:a16="http://schemas.microsoft.com/office/drawing/2014/main" id="{F76DA91D-26A4-49AE-3C1F-F33945576FBD}"/>
              </a:ext>
            </a:extLst>
          </p:cNvPr>
          <p:cNvSpPr>
            <a:spLocks noGrp="1"/>
          </p:cNvSpPr>
          <p:nvPr>
            <p:ph type="sldNum" sz="quarter" idx="2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3345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3200399"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4114800"/>
            <a:ext cx="3200399"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19"/>
            <a:ext cx="3200399"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4495800" y="1828800"/>
            <a:ext cx="3200399"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4495800" y="4114800"/>
            <a:ext cx="320040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2" name="Picture Placeholder 34">
            <a:extLst>
              <a:ext uri="{FF2B5EF4-FFF2-40B4-BE49-F238E27FC236}">
                <a16:creationId xmlns:a16="http://schemas.microsoft.com/office/drawing/2014/main" id="{BF2E9F1F-946F-32AE-F534-82647E3C76B4}"/>
              </a:ext>
            </a:extLst>
          </p:cNvPr>
          <p:cNvSpPr>
            <a:spLocks noGrp="1"/>
          </p:cNvSpPr>
          <p:nvPr>
            <p:ph type="pic" sz="quarter" idx="19"/>
          </p:nvPr>
        </p:nvSpPr>
        <p:spPr>
          <a:xfrm>
            <a:off x="8517144" y="1828800"/>
            <a:ext cx="3200399"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16" name="Text Placeholder 38">
            <a:extLst>
              <a:ext uri="{FF2B5EF4-FFF2-40B4-BE49-F238E27FC236}">
                <a16:creationId xmlns:a16="http://schemas.microsoft.com/office/drawing/2014/main" id="{C1788FE8-B839-09BF-9B7D-4060F15280A1}"/>
              </a:ext>
            </a:extLst>
          </p:cNvPr>
          <p:cNvSpPr>
            <a:spLocks noGrp="1"/>
          </p:cNvSpPr>
          <p:nvPr>
            <p:ph type="body" sz="quarter" idx="20" hasCustomPrompt="1"/>
          </p:nvPr>
        </p:nvSpPr>
        <p:spPr>
          <a:xfrm>
            <a:off x="8517143" y="4114800"/>
            <a:ext cx="320040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5" name="Text Placeholder 14">
            <a:extLst>
              <a:ext uri="{FF2B5EF4-FFF2-40B4-BE49-F238E27FC236}">
                <a16:creationId xmlns:a16="http://schemas.microsoft.com/office/drawing/2014/main" id="{99820282-21F3-CFA8-13EA-EBDD6B7B44DC}"/>
              </a:ext>
            </a:extLst>
          </p:cNvPr>
          <p:cNvSpPr>
            <a:spLocks noGrp="1"/>
          </p:cNvSpPr>
          <p:nvPr>
            <p:ph type="body" sz="quarter" idx="21" hasCustomPrompt="1"/>
          </p:nvPr>
        </p:nvSpPr>
        <p:spPr>
          <a:xfrm>
            <a:off x="4495800" y="3474719"/>
            <a:ext cx="320040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18" name="Text Placeholder 14">
            <a:extLst>
              <a:ext uri="{FF2B5EF4-FFF2-40B4-BE49-F238E27FC236}">
                <a16:creationId xmlns:a16="http://schemas.microsoft.com/office/drawing/2014/main" id="{1467F9D8-A0E2-773F-A178-4C0AD11931F8}"/>
              </a:ext>
            </a:extLst>
          </p:cNvPr>
          <p:cNvSpPr>
            <a:spLocks noGrp="1"/>
          </p:cNvSpPr>
          <p:nvPr>
            <p:ph type="body" sz="quarter" idx="22" hasCustomPrompt="1"/>
          </p:nvPr>
        </p:nvSpPr>
        <p:spPr>
          <a:xfrm>
            <a:off x="8517143" y="3474719"/>
            <a:ext cx="320040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 name="Date Placeholder 1">
            <a:extLst>
              <a:ext uri="{FF2B5EF4-FFF2-40B4-BE49-F238E27FC236}">
                <a16:creationId xmlns:a16="http://schemas.microsoft.com/office/drawing/2014/main" id="{A24AB08E-3045-F05D-8050-BF53707021F8}"/>
              </a:ext>
            </a:extLst>
          </p:cNvPr>
          <p:cNvSpPr>
            <a:spLocks noGrp="1"/>
          </p:cNvSpPr>
          <p:nvPr>
            <p:ph type="dt" sz="half" idx="23"/>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A3113707-1C0F-5395-92A6-0CD48DBA39FD}"/>
              </a:ext>
            </a:extLst>
          </p:cNvPr>
          <p:cNvSpPr>
            <a:spLocks noGrp="1"/>
          </p:cNvSpPr>
          <p:nvPr>
            <p:ph type="ftr" sz="quarter" idx="24"/>
          </p:nvPr>
        </p:nvSpPr>
        <p:spPr/>
        <p:txBody>
          <a:bodyPr/>
          <a:lstStyle/>
          <a:p>
            <a:r>
              <a:rPr lang="en-US"/>
              <a:t>CONFIDENTIAL</a:t>
            </a:r>
          </a:p>
        </p:txBody>
      </p:sp>
      <p:sp>
        <p:nvSpPr>
          <p:cNvPr id="4" name="Slide Number Placeholder 3">
            <a:extLst>
              <a:ext uri="{FF2B5EF4-FFF2-40B4-BE49-F238E27FC236}">
                <a16:creationId xmlns:a16="http://schemas.microsoft.com/office/drawing/2014/main" id="{89AAFFFB-C962-80AC-F984-F142C8E59899}"/>
              </a:ext>
            </a:extLst>
          </p:cNvPr>
          <p:cNvSpPr>
            <a:spLocks noGrp="1"/>
          </p:cNvSpPr>
          <p:nvPr>
            <p:ph type="sldNum" sz="quarter" idx="25"/>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106765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3432250"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3432252"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1" name="Text Placeholder 10">
            <a:extLst>
              <a:ext uri="{FF2B5EF4-FFF2-40B4-BE49-F238E27FC236}">
                <a16:creationId xmlns:a16="http://schemas.microsoft.com/office/drawing/2014/main" id="{C1ED5024-06DB-E538-92DD-326FEC420769}"/>
              </a:ext>
            </a:extLst>
          </p:cNvPr>
          <p:cNvSpPr>
            <a:spLocks noGrp="1"/>
          </p:cNvSpPr>
          <p:nvPr>
            <p:ph type="body" sz="quarter" idx="18" hasCustomPrompt="1"/>
          </p:nvPr>
        </p:nvSpPr>
        <p:spPr>
          <a:xfrm>
            <a:off x="3432252"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2" name="Picture Placeholder 34">
            <a:extLst>
              <a:ext uri="{FF2B5EF4-FFF2-40B4-BE49-F238E27FC236}">
                <a16:creationId xmlns:a16="http://schemas.microsoft.com/office/drawing/2014/main" id="{BF2E9F1F-946F-32AE-F534-82647E3C76B4}"/>
              </a:ext>
            </a:extLst>
          </p:cNvPr>
          <p:cNvSpPr>
            <a:spLocks noGrp="1"/>
          </p:cNvSpPr>
          <p:nvPr>
            <p:ph type="pic" sz="quarter" idx="19"/>
          </p:nvPr>
        </p:nvSpPr>
        <p:spPr>
          <a:xfrm>
            <a:off x="6391856"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16" name="Text Placeholder 38">
            <a:extLst>
              <a:ext uri="{FF2B5EF4-FFF2-40B4-BE49-F238E27FC236}">
                <a16:creationId xmlns:a16="http://schemas.microsoft.com/office/drawing/2014/main" id="{C1788FE8-B839-09BF-9B7D-4060F15280A1}"/>
              </a:ext>
            </a:extLst>
          </p:cNvPr>
          <p:cNvSpPr>
            <a:spLocks noGrp="1"/>
          </p:cNvSpPr>
          <p:nvPr>
            <p:ph type="body" sz="quarter" idx="20" hasCustomPrompt="1"/>
          </p:nvPr>
        </p:nvSpPr>
        <p:spPr>
          <a:xfrm>
            <a:off x="6391860"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0">
            <a:extLst>
              <a:ext uri="{FF2B5EF4-FFF2-40B4-BE49-F238E27FC236}">
                <a16:creationId xmlns:a16="http://schemas.microsoft.com/office/drawing/2014/main" id="{1FD199A9-7857-6799-6AF4-43A41DA37F58}"/>
              </a:ext>
            </a:extLst>
          </p:cNvPr>
          <p:cNvSpPr>
            <a:spLocks noGrp="1"/>
          </p:cNvSpPr>
          <p:nvPr>
            <p:ph type="body" sz="quarter" idx="21" hasCustomPrompt="1"/>
          </p:nvPr>
        </p:nvSpPr>
        <p:spPr>
          <a:xfrm>
            <a:off x="6391860"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2" name="Picture Placeholder 34">
            <a:extLst>
              <a:ext uri="{FF2B5EF4-FFF2-40B4-BE49-F238E27FC236}">
                <a16:creationId xmlns:a16="http://schemas.microsoft.com/office/drawing/2014/main" id="{9600455E-9CCA-44F3-693F-C66969B33104}"/>
              </a:ext>
            </a:extLst>
          </p:cNvPr>
          <p:cNvSpPr>
            <a:spLocks noGrp="1"/>
          </p:cNvSpPr>
          <p:nvPr>
            <p:ph type="pic" sz="quarter" idx="22"/>
          </p:nvPr>
        </p:nvSpPr>
        <p:spPr>
          <a:xfrm>
            <a:off x="9351463"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 name="Text Placeholder 38">
            <a:extLst>
              <a:ext uri="{FF2B5EF4-FFF2-40B4-BE49-F238E27FC236}">
                <a16:creationId xmlns:a16="http://schemas.microsoft.com/office/drawing/2014/main" id="{5BD39A07-3412-E2D6-703F-945590E0BA22}"/>
              </a:ext>
            </a:extLst>
          </p:cNvPr>
          <p:cNvSpPr>
            <a:spLocks noGrp="1"/>
          </p:cNvSpPr>
          <p:nvPr>
            <p:ph type="body" sz="quarter" idx="23" hasCustomPrompt="1"/>
          </p:nvPr>
        </p:nvSpPr>
        <p:spPr>
          <a:xfrm>
            <a:off x="9351468"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4" name="Text Placeholder 10">
            <a:extLst>
              <a:ext uri="{FF2B5EF4-FFF2-40B4-BE49-F238E27FC236}">
                <a16:creationId xmlns:a16="http://schemas.microsoft.com/office/drawing/2014/main" id="{EBD3001D-C3E1-C1C1-5F5E-92842DE0FEE4}"/>
              </a:ext>
            </a:extLst>
          </p:cNvPr>
          <p:cNvSpPr>
            <a:spLocks noGrp="1"/>
          </p:cNvSpPr>
          <p:nvPr>
            <p:ph type="body" sz="quarter" idx="24" hasCustomPrompt="1"/>
          </p:nvPr>
        </p:nvSpPr>
        <p:spPr>
          <a:xfrm>
            <a:off x="9351468"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5" name="Date Placeholder 4">
            <a:extLst>
              <a:ext uri="{FF2B5EF4-FFF2-40B4-BE49-F238E27FC236}">
                <a16:creationId xmlns:a16="http://schemas.microsoft.com/office/drawing/2014/main" id="{10B2914C-EAD5-0460-6760-EFEBD20C1889}"/>
              </a:ext>
            </a:extLst>
          </p:cNvPr>
          <p:cNvSpPr>
            <a:spLocks noGrp="1"/>
          </p:cNvSpPr>
          <p:nvPr>
            <p:ph type="dt" sz="half" idx="25"/>
          </p:nvPr>
        </p:nvSpPr>
        <p:spPr/>
        <p:txBody>
          <a:bodyPr/>
          <a:lstStyle/>
          <a:p>
            <a:fld id="{228D026D-C07B-48C8-8C2B-C561E4D51E16}" type="datetime1">
              <a:rPr lang="en-US" smtClean="0"/>
              <a:t>6/19/2024</a:t>
            </a:fld>
            <a:endParaRPr lang="en-US"/>
          </a:p>
        </p:txBody>
      </p:sp>
      <p:sp>
        <p:nvSpPr>
          <p:cNvPr id="9" name="Footer Placeholder 8">
            <a:extLst>
              <a:ext uri="{FF2B5EF4-FFF2-40B4-BE49-F238E27FC236}">
                <a16:creationId xmlns:a16="http://schemas.microsoft.com/office/drawing/2014/main" id="{6EAE7C51-377B-5BDA-9548-F20A0EE13469}"/>
              </a:ext>
            </a:extLst>
          </p:cNvPr>
          <p:cNvSpPr>
            <a:spLocks noGrp="1"/>
          </p:cNvSpPr>
          <p:nvPr>
            <p:ph type="ftr" sz="quarter" idx="26"/>
          </p:nvPr>
        </p:nvSpPr>
        <p:spPr/>
        <p:txBody>
          <a:bodyPr/>
          <a:lstStyle/>
          <a:p>
            <a:r>
              <a:rPr lang="en-US"/>
              <a:t>CONFIDENTIAL</a:t>
            </a:r>
          </a:p>
        </p:txBody>
      </p:sp>
      <p:sp>
        <p:nvSpPr>
          <p:cNvPr id="10" name="Slide Number Placeholder 9">
            <a:extLst>
              <a:ext uri="{FF2B5EF4-FFF2-40B4-BE49-F238E27FC236}">
                <a16:creationId xmlns:a16="http://schemas.microsoft.com/office/drawing/2014/main" id="{DC477677-867B-B051-948C-CAE711A8C72E}"/>
              </a:ext>
            </a:extLst>
          </p:cNvPr>
          <p:cNvSpPr>
            <a:spLocks noGrp="1"/>
          </p:cNvSpPr>
          <p:nvPr>
            <p:ph type="sldNum" sz="quarter" idx="27"/>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87743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1"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2772778"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2772778"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1" name="Text Placeholder 10">
            <a:extLst>
              <a:ext uri="{FF2B5EF4-FFF2-40B4-BE49-F238E27FC236}">
                <a16:creationId xmlns:a16="http://schemas.microsoft.com/office/drawing/2014/main" id="{C1ED5024-06DB-E538-92DD-326FEC420769}"/>
              </a:ext>
            </a:extLst>
          </p:cNvPr>
          <p:cNvSpPr>
            <a:spLocks noGrp="1"/>
          </p:cNvSpPr>
          <p:nvPr>
            <p:ph type="body" sz="quarter" idx="18" hasCustomPrompt="1"/>
          </p:nvPr>
        </p:nvSpPr>
        <p:spPr>
          <a:xfrm>
            <a:off x="2772778"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2" name="Picture Placeholder 34">
            <a:extLst>
              <a:ext uri="{FF2B5EF4-FFF2-40B4-BE49-F238E27FC236}">
                <a16:creationId xmlns:a16="http://schemas.microsoft.com/office/drawing/2014/main" id="{BF2E9F1F-946F-32AE-F534-82647E3C76B4}"/>
              </a:ext>
            </a:extLst>
          </p:cNvPr>
          <p:cNvSpPr>
            <a:spLocks noGrp="1"/>
          </p:cNvSpPr>
          <p:nvPr>
            <p:ph type="pic" sz="quarter" idx="19"/>
          </p:nvPr>
        </p:nvSpPr>
        <p:spPr>
          <a:xfrm>
            <a:off x="5088356"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16" name="Text Placeholder 38">
            <a:extLst>
              <a:ext uri="{FF2B5EF4-FFF2-40B4-BE49-F238E27FC236}">
                <a16:creationId xmlns:a16="http://schemas.microsoft.com/office/drawing/2014/main" id="{C1788FE8-B839-09BF-9B7D-4060F15280A1}"/>
              </a:ext>
            </a:extLst>
          </p:cNvPr>
          <p:cNvSpPr>
            <a:spLocks noGrp="1"/>
          </p:cNvSpPr>
          <p:nvPr>
            <p:ph type="body" sz="quarter" idx="20" hasCustomPrompt="1"/>
          </p:nvPr>
        </p:nvSpPr>
        <p:spPr>
          <a:xfrm>
            <a:off x="5088356"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0">
            <a:extLst>
              <a:ext uri="{FF2B5EF4-FFF2-40B4-BE49-F238E27FC236}">
                <a16:creationId xmlns:a16="http://schemas.microsoft.com/office/drawing/2014/main" id="{1FD199A9-7857-6799-6AF4-43A41DA37F58}"/>
              </a:ext>
            </a:extLst>
          </p:cNvPr>
          <p:cNvSpPr>
            <a:spLocks noGrp="1"/>
          </p:cNvSpPr>
          <p:nvPr>
            <p:ph type="body" sz="quarter" idx="21" hasCustomPrompt="1"/>
          </p:nvPr>
        </p:nvSpPr>
        <p:spPr>
          <a:xfrm>
            <a:off x="5088356"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2" name="Picture Placeholder 34">
            <a:extLst>
              <a:ext uri="{FF2B5EF4-FFF2-40B4-BE49-F238E27FC236}">
                <a16:creationId xmlns:a16="http://schemas.microsoft.com/office/drawing/2014/main" id="{9600455E-9CCA-44F3-693F-C66969B33104}"/>
              </a:ext>
            </a:extLst>
          </p:cNvPr>
          <p:cNvSpPr>
            <a:spLocks noGrp="1"/>
          </p:cNvSpPr>
          <p:nvPr>
            <p:ph type="pic" sz="quarter" idx="22"/>
          </p:nvPr>
        </p:nvSpPr>
        <p:spPr>
          <a:xfrm>
            <a:off x="7403934"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 name="Text Placeholder 38">
            <a:extLst>
              <a:ext uri="{FF2B5EF4-FFF2-40B4-BE49-F238E27FC236}">
                <a16:creationId xmlns:a16="http://schemas.microsoft.com/office/drawing/2014/main" id="{5BD39A07-3412-E2D6-703F-945590E0BA22}"/>
              </a:ext>
            </a:extLst>
          </p:cNvPr>
          <p:cNvSpPr>
            <a:spLocks noGrp="1"/>
          </p:cNvSpPr>
          <p:nvPr>
            <p:ph type="body" sz="quarter" idx="23" hasCustomPrompt="1"/>
          </p:nvPr>
        </p:nvSpPr>
        <p:spPr>
          <a:xfrm>
            <a:off x="7403934"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4" name="Text Placeholder 10">
            <a:extLst>
              <a:ext uri="{FF2B5EF4-FFF2-40B4-BE49-F238E27FC236}">
                <a16:creationId xmlns:a16="http://schemas.microsoft.com/office/drawing/2014/main" id="{EBD3001D-C3E1-C1C1-5F5E-92842DE0FEE4}"/>
              </a:ext>
            </a:extLst>
          </p:cNvPr>
          <p:cNvSpPr>
            <a:spLocks noGrp="1"/>
          </p:cNvSpPr>
          <p:nvPr>
            <p:ph type="body" sz="quarter" idx="24" hasCustomPrompt="1"/>
          </p:nvPr>
        </p:nvSpPr>
        <p:spPr>
          <a:xfrm>
            <a:off x="7403934"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5" name="Picture Placeholder 34">
            <a:extLst>
              <a:ext uri="{FF2B5EF4-FFF2-40B4-BE49-F238E27FC236}">
                <a16:creationId xmlns:a16="http://schemas.microsoft.com/office/drawing/2014/main" id="{B37B1F26-46B9-45FD-3C41-1D51D881663E}"/>
              </a:ext>
            </a:extLst>
          </p:cNvPr>
          <p:cNvSpPr>
            <a:spLocks noGrp="1"/>
          </p:cNvSpPr>
          <p:nvPr>
            <p:ph type="pic" sz="quarter" idx="25"/>
          </p:nvPr>
        </p:nvSpPr>
        <p:spPr>
          <a:xfrm>
            <a:off x="9719511"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9" name="Text Placeholder 38">
            <a:extLst>
              <a:ext uri="{FF2B5EF4-FFF2-40B4-BE49-F238E27FC236}">
                <a16:creationId xmlns:a16="http://schemas.microsoft.com/office/drawing/2014/main" id="{FCA445B1-D25B-4E53-FD5D-EB423E65D419}"/>
              </a:ext>
            </a:extLst>
          </p:cNvPr>
          <p:cNvSpPr>
            <a:spLocks noGrp="1"/>
          </p:cNvSpPr>
          <p:nvPr>
            <p:ph type="body" sz="quarter" idx="26" hasCustomPrompt="1"/>
          </p:nvPr>
        </p:nvSpPr>
        <p:spPr>
          <a:xfrm>
            <a:off x="9719511"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0" name="Text Placeholder 10">
            <a:extLst>
              <a:ext uri="{FF2B5EF4-FFF2-40B4-BE49-F238E27FC236}">
                <a16:creationId xmlns:a16="http://schemas.microsoft.com/office/drawing/2014/main" id="{A78474E3-8271-69CF-6B54-D9264FA735DB}"/>
              </a:ext>
            </a:extLst>
          </p:cNvPr>
          <p:cNvSpPr>
            <a:spLocks noGrp="1"/>
          </p:cNvSpPr>
          <p:nvPr>
            <p:ph type="body" sz="quarter" idx="27" hasCustomPrompt="1"/>
          </p:nvPr>
        </p:nvSpPr>
        <p:spPr>
          <a:xfrm>
            <a:off x="9719511"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4" name="Date Placeholder 13">
            <a:extLst>
              <a:ext uri="{FF2B5EF4-FFF2-40B4-BE49-F238E27FC236}">
                <a16:creationId xmlns:a16="http://schemas.microsoft.com/office/drawing/2014/main" id="{252968C7-7C3B-D8FC-0ABC-5F25FDFA8EA1}"/>
              </a:ext>
            </a:extLst>
          </p:cNvPr>
          <p:cNvSpPr>
            <a:spLocks noGrp="1"/>
          </p:cNvSpPr>
          <p:nvPr>
            <p:ph type="dt" sz="half" idx="28"/>
          </p:nvPr>
        </p:nvSpPr>
        <p:spPr/>
        <p:txBody>
          <a:bodyPr/>
          <a:lstStyle/>
          <a:p>
            <a:fld id="{228D026D-C07B-48C8-8C2B-C561E4D51E16}" type="datetime1">
              <a:rPr lang="en-US" smtClean="0"/>
              <a:t>6/19/2024</a:t>
            </a:fld>
            <a:endParaRPr lang="en-US"/>
          </a:p>
        </p:txBody>
      </p:sp>
      <p:sp>
        <p:nvSpPr>
          <p:cNvPr id="15" name="Footer Placeholder 14">
            <a:extLst>
              <a:ext uri="{FF2B5EF4-FFF2-40B4-BE49-F238E27FC236}">
                <a16:creationId xmlns:a16="http://schemas.microsoft.com/office/drawing/2014/main" id="{3CFA3005-92DC-68BD-8D58-7BCC73C4A62E}"/>
              </a:ext>
            </a:extLst>
          </p:cNvPr>
          <p:cNvSpPr>
            <a:spLocks noGrp="1"/>
          </p:cNvSpPr>
          <p:nvPr>
            <p:ph type="ftr" sz="quarter" idx="29"/>
          </p:nvPr>
        </p:nvSpPr>
        <p:spPr/>
        <p:txBody>
          <a:bodyPr/>
          <a:lstStyle/>
          <a:p>
            <a:r>
              <a:rPr lang="en-US"/>
              <a:t>CONFIDENTIAL</a:t>
            </a:r>
          </a:p>
        </p:txBody>
      </p:sp>
      <p:sp>
        <p:nvSpPr>
          <p:cNvPr id="18" name="Slide Number Placeholder 17">
            <a:extLst>
              <a:ext uri="{FF2B5EF4-FFF2-40B4-BE49-F238E27FC236}">
                <a16:creationId xmlns:a16="http://schemas.microsoft.com/office/drawing/2014/main" id="{428C3930-507A-5EAE-EC6D-7917CD97C87F}"/>
              </a:ext>
            </a:extLst>
          </p:cNvPr>
          <p:cNvSpPr>
            <a:spLocks noGrp="1"/>
          </p:cNvSpPr>
          <p:nvPr>
            <p:ph type="sldNum" sz="quarter" idx="30"/>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712418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11" name="Text Placeholder 38">
            <a:extLst>
              <a:ext uri="{FF2B5EF4-FFF2-40B4-BE49-F238E27FC236}">
                <a16:creationId xmlns:a16="http://schemas.microsoft.com/office/drawing/2014/main" id="{91E2BDA6-0AF0-1C16-C5EE-07EDE0979152}"/>
              </a:ext>
            </a:extLst>
          </p:cNvPr>
          <p:cNvSpPr>
            <a:spLocks noGrp="1"/>
          </p:cNvSpPr>
          <p:nvPr>
            <p:ph type="body" sz="quarter" idx="15" hasCustomPrompt="1"/>
          </p:nvPr>
        </p:nvSpPr>
        <p:spPr>
          <a:xfrm>
            <a:off x="457200" y="3931920"/>
            <a:ext cx="5334817"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6" name="Subtitle 2">
            <a:extLst>
              <a:ext uri="{FF2B5EF4-FFF2-40B4-BE49-F238E27FC236}">
                <a16:creationId xmlns:a16="http://schemas.microsoft.com/office/drawing/2014/main" id="{AB4DBB68-6ECF-B667-E7CB-DC8B9B06B3F1}"/>
              </a:ext>
            </a:extLst>
          </p:cNvPr>
          <p:cNvSpPr>
            <a:spLocks noGrp="1"/>
          </p:cNvSpPr>
          <p:nvPr>
            <p:ph type="subTitle" idx="1" hasCustomPrompt="1"/>
          </p:nvPr>
        </p:nvSpPr>
        <p:spPr>
          <a:xfrm>
            <a:off x="457200" y="3200400"/>
            <a:ext cx="5259452" cy="576218"/>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18" name="Text Placeholder 38">
            <a:extLst>
              <a:ext uri="{FF2B5EF4-FFF2-40B4-BE49-F238E27FC236}">
                <a16:creationId xmlns:a16="http://schemas.microsoft.com/office/drawing/2014/main" id="{78094ACA-E229-8802-8B6C-46B130212107}"/>
              </a:ext>
            </a:extLst>
          </p:cNvPr>
          <p:cNvSpPr>
            <a:spLocks noGrp="1"/>
          </p:cNvSpPr>
          <p:nvPr>
            <p:ph type="body" sz="quarter" idx="23" hasCustomPrompt="1"/>
          </p:nvPr>
        </p:nvSpPr>
        <p:spPr>
          <a:xfrm>
            <a:off x="6463317" y="3931920"/>
            <a:ext cx="5259451"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9" name="Text Placeholder 11">
            <a:extLst>
              <a:ext uri="{FF2B5EF4-FFF2-40B4-BE49-F238E27FC236}">
                <a16:creationId xmlns:a16="http://schemas.microsoft.com/office/drawing/2014/main" id="{8CF453D3-A7AD-4088-FEDB-3FB7E6AC2708}"/>
              </a:ext>
            </a:extLst>
          </p:cNvPr>
          <p:cNvSpPr>
            <a:spLocks noGrp="1"/>
          </p:cNvSpPr>
          <p:nvPr>
            <p:ph type="body" sz="quarter" idx="25" hasCustomPrompt="1"/>
          </p:nvPr>
        </p:nvSpPr>
        <p:spPr>
          <a:xfrm>
            <a:off x="6463317" y="3200400"/>
            <a:ext cx="5259451" cy="576218"/>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4" name="Text Placeholder 20">
            <a:extLst>
              <a:ext uri="{FF2B5EF4-FFF2-40B4-BE49-F238E27FC236}">
                <a16:creationId xmlns:a16="http://schemas.microsoft.com/office/drawing/2014/main" id="{80E6D9A4-0FBD-329E-F398-D5C872D59F94}"/>
              </a:ext>
            </a:extLst>
          </p:cNvPr>
          <p:cNvSpPr>
            <a:spLocks noGrp="1"/>
          </p:cNvSpPr>
          <p:nvPr>
            <p:ph type="body" sz="quarter" idx="32" hasCustomPrompt="1"/>
          </p:nvPr>
        </p:nvSpPr>
        <p:spPr>
          <a:xfrm>
            <a:off x="457200" y="2271293"/>
            <a:ext cx="5259452"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1</a:t>
            </a:r>
          </a:p>
        </p:txBody>
      </p:sp>
      <p:sp>
        <p:nvSpPr>
          <p:cNvPr id="25" name="Text Placeholder 20">
            <a:extLst>
              <a:ext uri="{FF2B5EF4-FFF2-40B4-BE49-F238E27FC236}">
                <a16:creationId xmlns:a16="http://schemas.microsoft.com/office/drawing/2014/main" id="{2BDF64BD-C8A6-42B3-91EE-4C566F6E6380}"/>
              </a:ext>
            </a:extLst>
          </p:cNvPr>
          <p:cNvSpPr>
            <a:spLocks noGrp="1"/>
          </p:cNvSpPr>
          <p:nvPr>
            <p:ph type="body" sz="quarter" idx="33" hasCustomPrompt="1"/>
          </p:nvPr>
        </p:nvSpPr>
        <p:spPr>
          <a:xfrm>
            <a:off x="6463317" y="2271293"/>
            <a:ext cx="5259451"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2</a:t>
            </a:r>
          </a:p>
        </p:txBody>
      </p:sp>
      <p:sp>
        <p:nvSpPr>
          <p:cNvPr id="2" name="Date Placeholder 1">
            <a:extLst>
              <a:ext uri="{FF2B5EF4-FFF2-40B4-BE49-F238E27FC236}">
                <a16:creationId xmlns:a16="http://schemas.microsoft.com/office/drawing/2014/main" id="{B6C9CD38-F6C5-980B-2931-EE36307B7393}"/>
              </a:ext>
            </a:extLst>
          </p:cNvPr>
          <p:cNvSpPr>
            <a:spLocks noGrp="1"/>
          </p:cNvSpPr>
          <p:nvPr>
            <p:ph type="dt" sz="half" idx="34"/>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4DBB13BC-1ED8-7D01-5804-8E419DD7DA5D}"/>
              </a:ext>
            </a:extLst>
          </p:cNvPr>
          <p:cNvSpPr>
            <a:spLocks noGrp="1"/>
          </p:cNvSpPr>
          <p:nvPr>
            <p:ph type="ftr" sz="quarter" idx="35"/>
          </p:nvPr>
        </p:nvSpPr>
        <p:spPr/>
        <p:txBody>
          <a:bodyPr/>
          <a:lstStyle/>
          <a:p>
            <a:r>
              <a:rPr lang="en-US"/>
              <a:t>CONFIDENTIAL</a:t>
            </a:r>
          </a:p>
        </p:txBody>
      </p:sp>
      <p:sp>
        <p:nvSpPr>
          <p:cNvPr id="4" name="Slide Number Placeholder 3">
            <a:extLst>
              <a:ext uri="{FF2B5EF4-FFF2-40B4-BE49-F238E27FC236}">
                <a16:creationId xmlns:a16="http://schemas.microsoft.com/office/drawing/2014/main" id="{4DD98111-D5DA-EC5E-FBE6-669A12E72B29}"/>
              </a:ext>
            </a:extLst>
          </p:cNvPr>
          <p:cNvSpPr>
            <a:spLocks noGrp="1"/>
          </p:cNvSpPr>
          <p:nvPr>
            <p:ph type="sldNum" sz="quarter" idx="36"/>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832716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11" name="Text Placeholder 38">
            <a:extLst>
              <a:ext uri="{FF2B5EF4-FFF2-40B4-BE49-F238E27FC236}">
                <a16:creationId xmlns:a16="http://schemas.microsoft.com/office/drawing/2014/main" id="{91E2BDA6-0AF0-1C16-C5EE-07EDE0979152}"/>
              </a:ext>
            </a:extLst>
          </p:cNvPr>
          <p:cNvSpPr>
            <a:spLocks noGrp="1"/>
          </p:cNvSpPr>
          <p:nvPr>
            <p:ph type="body" sz="quarter" idx="15" hasCustomPrompt="1"/>
          </p:nvPr>
        </p:nvSpPr>
        <p:spPr>
          <a:xfrm>
            <a:off x="457200" y="3931920"/>
            <a:ext cx="3522092" cy="2286000"/>
          </a:xfrm>
        </p:spPr>
        <p:txBody>
          <a:bodyPr vert="horz" lIns="0" tIns="0" rIns="0" bIns="91440" rtlCol="0">
            <a:normAutofit/>
          </a:bodyPr>
          <a:lstStyle>
            <a:lvl1pPr marL="0" indent="0">
              <a:buFont typeface="IBM Plex Sans" panose="020B0503050203000203" pitchFamily="34" charset="0"/>
              <a:buNone/>
              <a:defRPr lang="en-US" sz="1400" dirty="0"/>
            </a:lvl1pPr>
          </a:lstStyle>
          <a:p>
            <a:pPr lvl="0">
              <a:spcBef>
                <a:spcPts val="200"/>
              </a:spcBef>
              <a:spcAft>
                <a:spcPts val="0"/>
              </a:spcAft>
            </a:pPr>
            <a:r>
              <a:rPr lang="en-US"/>
              <a:t>Edit Master text styles</a:t>
            </a:r>
          </a:p>
        </p:txBody>
      </p:sp>
      <p:sp>
        <p:nvSpPr>
          <p:cNvPr id="16" name="Subtitle 2">
            <a:extLst>
              <a:ext uri="{FF2B5EF4-FFF2-40B4-BE49-F238E27FC236}">
                <a16:creationId xmlns:a16="http://schemas.microsoft.com/office/drawing/2014/main" id="{AB4DBB68-6ECF-B667-E7CB-DC8B9B06B3F1}"/>
              </a:ext>
            </a:extLst>
          </p:cNvPr>
          <p:cNvSpPr>
            <a:spLocks noGrp="1"/>
          </p:cNvSpPr>
          <p:nvPr>
            <p:ph type="subTitle" idx="1" hasCustomPrompt="1"/>
          </p:nvPr>
        </p:nvSpPr>
        <p:spPr>
          <a:xfrm>
            <a:off x="457200" y="3200400"/>
            <a:ext cx="3522092"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18" name="Text Placeholder 38">
            <a:extLst>
              <a:ext uri="{FF2B5EF4-FFF2-40B4-BE49-F238E27FC236}">
                <a16:creationId xmlns:a16="http://schemas.microsoft.com/office/drawing/2014/main" id="{78094ACA-E229-8802-8B6C-46B130212107}"/>
              </a:ext>
            </a:extLst>
          </p:cNvPr>
          <p:cNvSpPr>
            <a:spLocks noGrp="1"/>
          </p:cNvSpPr>
          <p:nvPr>
            <p:ph type="body" sz="quarter" idx="23" hasCustomPrompt="1"/>
          </p:nvPr>
        </p:nvSpPr>
        <p:spPr>
          <a:xfrm>
            <a:off x="4335780" y="3931920"/>
            <a:ext cx="3520440" cy="2286000"/>
          </a:xfrm>
        </p:spPr>
        <p:txBody>
          <a:bodyPr vert="horz" lIns="0" tIns="0" rIns="0" bIns="91440" rtlCol="0">
            <a:normAutofit/>
          </a:bodyPr>
          <a:lstStyle>
            <a:lvl1pPr marL="0" indent="0">
              <a:buFont typeface="IBM Plex Sans" panose="020B0503050203000203" pitchFamily="34" charset="0"/>
              <a:buNone/>
              <a:defRPr lang="en-US" sz="1400" dirty="0"/>
            </a:lvl1pPr>
          </a:lstStyle>
          <a:p>
            <a:pPr lvl="0">
              <a:spcBef>
                <a:spcPts val="200"/>
              </a:spcBef>
              <a:spcAft>
                <a:spcPts val="0"/>
              </a:spcAft>
            </a:pPr>
            <a:r>
              <a:rPr lang="en-US"/>
              <a:t>Edit Master text styles</a:t>
            </a:r>
          </a:p>
        </p:txBody>
      </p:sp>
      <p:sp>
        <p:nvSpPr>
          <p:cNvPr id="19" name="Text Placeholder 11">
            <a:extLst>
              <a:ext uri="{FF2B5EF4-FFF2-40B4-BE49-F238E27FC236}">
                <a16:creationId xmlns:a16="http://schemas.microsoft.com/office/drawing/2014/main" id="{8CF453D3-A7AD-4088-FEDB-3FB7E6AC2708}"/>
              </a:ext>
            </a:extLst>
          </p:cNvPr>
          <p:cNvSpPr>
            <a:spLocks noGrp="1"/>
          </p:cNvSpPr>
          <p:nvPr>
            <p:ph type="body" sz="quarter" idx="25" hasCustomPrompt="1"/>
          </p:nvPr>
        </p:nvSpPr>
        <p:spPr>
          <a:xfrm>
            <a:off x="4335780" y="3200400"/>
            <a:ext cx="3520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0" name="Text Placeholder 38">
            <a:extLst>
              <a:ext uri="{FF2B5EF4-FFF2-40B4-BE49-F238E27FC236}">
                <a16:creationId xmlns:a16="http://schemas.microsoft.com/office/drawing/2014/main" id="{665AE008-C91D-AC3E-4E75-3225EE4EB345}"/>
              </a:ext>
            </a:extLst>
          </p:cNvPr>
          <p:cNvSpPr>
            <a:spLocks noGrp="1"/>
          </p:cNvSpPr>
          <p:nvPr>
            <p:ph type="body" sz="quarter" idx="26" hasCustomPrompt="1"/>
          </p:nvPr>
        </p:nvSpPr>
        <p:spPr>
          <a:xfrm>
            <a:off x="8195859" y="3931920"/>
            <a:ext cx="3536537" cy="2286000"/>
          </a:xfrm>
        </p:spPr>
        <p:txBody>
          <a:bodyPr vert="horz" lIns="0" tIns="0" rIns="0" bIns="91440" rtlCol="0">
            <a:normAutofit/>
          </a:bodyPr>
          <a:lstStyle>
            <a:lvl1pPr marL="0" indent="0">
              <a:buFont typeface="IBM Plex Sans" panose="020B0503050203000203" pitchFamily="34" charset="0"/>
              <a:buNone/>
              <a:defRPr lang="en-US" sz="1400" dirty="0"/>
            </a:lvl1pPr>
          </a:lstStyle>
          <a:p>
            <a:pPr lvl="0">
              <a:spcBef>
                <a:spcPts val="200"/>
              </a:spcBef>
              <a:spcAft>
                <a:spcPts val="0"/>
              </a:spcAft>
            </a:pPr>
            <a:r>
              <a:rPr lang="en-US"/>
              <a:t>Edit Master text styles</a:t>
            </a:r>
          </a:p>
        </p:txBody>
      </p:sp>
      <p:sp>
        <p:nvSpPr>
          <p:cNvPr id="21" name="Text Placeholder 11">
            <a:extLst>
              <a:ext uri="{FF2B5EF4-FFF2-40B4-BE49-F238E27FC236}">
                <a16:creationId xmlns:a16="http://schemas.microsoft.com/office/drawing/2014/main" id="{1AED2F84-9B5F-CE24-93AD-EEF44537311F}"/>
              </a:ext>
            </a:extLst>
          </p:cNvPr>
          <p:cNvSpPr>
            <a:spLocks noGrp="1"/>
          </p:cNvSpPr>
          <p:nvPr>
            <p:ph type="body" sz="quarter" idx="28" hasCustomPrompt="1"/>
          </p:nvPr>
        </p:nvSpPr>
        <p:spPr>
          <a:xfrm>
            <a:off x="8195859" y="3200400"/>
            <a:ext cx="3536537"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4" name="Text Placeholder 20">
            <a:extLst>
              <a:ext uri="{FF2B5EF4-FFF2-40B4-BE49-F238E27FC236}">
                <a16:creationId xmlns:a16="http://schemas.microsoft.com/office/drawing/2014/main" id="{80E6D9A4-0FBD-329E-F398-D5C872D59F94}"/>
              </a:ext>
            </a:extLst>
          </p:cNvPr>
          <p:cNvSpPr>
            <a:spLocks noGrp="1"/>
          </p:cNvSpPr>
          <p:nvPr>
            <p:ph type="body" sz="quarter" idx="32" hasCustomPrompt="1"/>
          </p:nvPr>
        </p:nvSpPr>
        <p:spPr>
          <a:xfrm>
            <a:off x="457200" y="2271293"/>
            <a:ext cx="3520440" cy="788512"/>
          </a:xfrm>
        </p:spPr>
        <p:txBody>
          <a:bodyPr vert="horz" lIns="0" tIns="0" rIns="0" bIns="0" rtlCol="0">
            <a:noAutofit/>
          </a:bodyPr>
          <a:lstStyle>
            <a:lvl1pPr marL="0" indent="0">
              <a:buFont typeface="IBM Plex Sans" panose="020B0503050203000203" pitchFamily="34" charset="0"/>
              <a:buNone/>
              <a:defRPr lang="en-US" sz="6000" b="1" dirty="0">
                <a:solidFill>
                  <a:schemeClr val="accent1"/>
                </a:solidFill>
                <a:latin typeface="+mj-lt"/>
              </a:defRPr>
            </a:lvl1pPr>
          </a:lstStyle>
          <a:p>
            <a:pPr marL="228600" lvl="0" indent="-228600"/>
            <a:r>
              <a:rPr lang="en-US"/>
              <a:t>1</a:t>
            </a:r>
          </a:p>
        </p:txBody>
      </p:sp>
      <p:sp>
        <p:nvSpPr>
          <p:cNvPr id="25" name="Text Placeholder 20">
            <a:extLst>
              <a:ext uri="{FF2B5EF4-FFF2-40B4-BE49-F238E27FC236}">
                <a16:creationId xmlns:a16="http://schemas.microsoft.com/office/drawing/2014/main" id="{2BDF64BD-C8A6-42B3-91EE-4C566F6E6380}"/>
              </a:ext>
            </a:extLst>
          </p:cNvPr>
          <p:cNvSpPr>
            <a:spLocks noGrp="1"/>
          </p:cNvSpPr>
          <p:nvPr>
            <p:ph type="body" sz="quarter" idx="33" hasCustomPrompt="1"/>
          </p:nvPr>
        </p:nvSpPr>
        <p:spPr>
          <a:xfrm>
            <a:off x="4335780" y="2267712"/>
            <a:ext cx="3520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2</a:t>
            </a:r>
          </a:p>
        </p:txBody>
      </p:sp>
      <p:sp>
        <p:nvSpPr>
          <p:cNvPr id="26" name="Text Placeholder 20">
            <a:extLst>
              <a:ext uri="{FF2B5EF4-FFF2-40B4-BE49-F238E27FC236}">
                <a16:creationId xmlns:a16="http://schemas.microsoft.com/office/drawing/2014/main" id="{2FA69779-9C11-7D8F-885E-373F3DFABE1E}"/>
              </a:ext>
            </a:extLst>
          </p:cNvPr>
          <p:cNvSpPr>
            <a:spLocks noGrp="1"/>
          </p:cNvSpPr>
          <p:nvPr>
            <p:ph type="body" sz="quarter" idx="34" hasCustomPrompt="1"/>
          </p:nvPr>
        </p:nvSpPr>
        <p:spPr>
          <a:xfrm>
            <a:off x="8194653" y="2267712"/>
            <a:ext cx="3536537"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3</a:t>
            </a:r>
          </a:p>
        </p:txBody>
      </p:sp>
      <p:sp>
        <p:nvSpPr>
          <p:cNvPr id="5" name="Date Placeholder 4">
            <a:extLst>
              <a:ext uri="{FF2B5EF4-FFF2-40B4-BE49-F238E27FC236}">
                <a16:creationId xmlns:a16="http://schemas.microsoft.com/office/drawing/2014/main" id="{6D1D3CC6-32A4-D9C7-AB82-3743EFA341F1}"/>
              </a:ext>
            </a:extLst>
          </p:cNvPr>
          <p:cNvSpPr>
            <a:spLocks noGrp="1"/>
          </p:cNvSpPr>
          <p:nvPr>
            <p:ph type="dt" sz="half" idx="35"/>
          </p:nvPr>
        </p:nvSpPr>
        <p:spPr/>
        <p:txBody>
          <a:bodyPr/>
          <a:lstStyle/>
          <a:p>
            <a:fld id="{228D026D-C07B-48C8-8C2B-C561E4D51E16}" type="datetime1">
              <a:rPr lang="en-US" smtClean="0"/>
              <a:t>6/19/2024</a:t>
            </a:fld>
            <a:endParaRPr lang="en-US"/>
          </a:p>
        </p:txBody>
      </p:sp>
      <p:sp>
        <p:nvSpPr>
          <p:cNvPr id="10" name="Footer Placeholder 9">
            <a:extLst>
              <a:ext uri="{FF2B5EF4-FFF2-40B4-BE49-F238E27FC236}">
                <a16:creationId xmlns:a16="http://schemas.microsoft.com/office/drawing/2014/main" id="{12B70466-8D5D-8B11-DB82-3FC5742BA9B7}"/>
              </a:ext>
            </a:extLst>
          </p:cNvPr>
          <p:cNvSpPr>
            <a:spLocks noGrp="1"/>
          </p:cNvSpPr>
          <p:nvPr>
            <p:ph type="ftr" sz="quarter" idx="36"/>
          </p:nvPr>
        </p:nvSpPr>
        <p:spPr/>
        <p:txBody>
          <a:bodyPr/>
          <a:lstStyle/>
          <a:p>
            <a:r>
              <a:rPr lang="en-US"/>
              <a:t>CONFIDENTIAL</a:t>
            </a:r>
          </a:p>
        </p:txBody>
      </p:sp>
      <p:sp>
        <p:nvSpPr>
          <p:cNvPr id="12" name="Slide Number Placeholder 11">
            <a:extLst>
              <a:ext uri="{FF2B5EF4-FFF2-40B4-BE49-F238E27FC236}">
                <a16:creationId xmlns:a16="http://schemas.microsoft.com/office/drawing/2014/main" id="{596EA887-C65A-D4C5-AA4D-2063BBDCD967}"/>
              </a:ext>
            </a:extLst>
          </p:cNvPr>
          <p:cNvSpPr>
            <a:spLocks noGrp="1"/>
          </p:cNvSpPr>
          <p:nvPr>
            <p:ph type="sldNum" sz="quarter" idx="37"/>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401786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6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 name="Subtitle 2">
            <a:extLst>
              <a:ext uri="{FF2B5EF4-FFF2-40B4-BE49-F238E27FC236}">
                <a16:creationId xmlns:a16="http://schemas.microsoft.com/office/drawing/2014/main" id="{9FB77550-E160-7C9D-B924-9BD7FFE6BF32}"/>
              </a:ext>
            </a:extLst>
          </p:cNvPr>
          <p:cNvSpPr>
            <a:spLocks noGrp="1"/>
          </p:cNvSpPr>
          <p:nvPr>
            <p:ph type="subTitle" idx="1" hasCustomPrompt="1"/>
          </p:nvPr>
        </p:nvSpPr>
        <p:spPr>
          <a:xfrm>
            <a:off x="45726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3" name="Text Placeholder 38">
            <a:extLst>
              <a:ext uri="{FF2B5EF4-FFF2-40B4-BE49-F238E27FC236}">
                <a16:creationId xmlns:a16="http://schemas.microsoft.com/office/drawing/2014/main" id="{EE89B4B7-4376-960B-FD98-CE0D9E123293}"/>
              </a:ext>
            </a:extLst>
          </p:cNvPr>
          <p:cNvSpPr>
            <a:spLocks noGrp="1"/>
          </p:cNvSpPr>
          <p:nvPr>
            <p:ph type="body" sz="quarter" idx="23" hasCustomPrompt="1"/>
          </p:nvPr>
        </p:nvSpPr>
        <p:spPr>
          <a:xfrm>
            <a:off x="342265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2" name="Text Placeholder 11">
            <a:extLst>
              <a:ext uri="{FF2B5EF4-FFF2-40B4-BE49-F238E27FC236}">
                <a16:creationId xmlns:a16="http://schemas.microsoft.com/office/drawing/2014/main" id="{57B232A6-2373-DA1B-FB47-8739C7616E4A}"/>
              </a:ext>
            </a:extLst>
          </p:cNvPr>
          <p:cNvSpPr>
            <a:spLocks noGrp="1"/>
          </p:cNvSpPr>
          <p:nvPr>
            <p:ph type="body" sz="quarter" idx="25" hasCustomPrompt="1"/>
          </p:nvPr>
        </p:nvSpPr>
        <p:spPr>
          <a:xfrm>
            <a:off x="342265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4" name="Text Placeholder 38">
            <a:extLst>
              <a:ext uri="{FF2B5EF4-FFF2-40B4-BE49-F238E27FC236}">
                <a16:creationId xmlns:a16="http://schemas.microsoft.com/office/drawing/2014/main" id="{B0EC91D3-2538-97AD-8E43-D1068476A1EE}"/>
              </a:ext>
            </a:extLst>
          </p:cNvPr>
          <p:cNvSpPr>
            <a:spLocks noGrp="1"/>
          </p:cNvSpPr>
          <p:nvPr>
            <p:ph type="body" sz="quarter" idx="26" hasCustomPrompt="1"/>
          </p:nvPr>
        </p:nvSpPr>
        <p:spPr>
          <a:xfrm>
            <a:off x="638804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1">
            <a:extLst>
              <a:ext uri="{FF2B5EF4-FFF2-40B4-BE49-F238E27FC236}">
                <a16:creationId xmlns:a16="http://schemas.microsoft.com/office/drawing/2014/main" id="{87FD63C6-9FDC-37B4-4D7C-FBE5F2771793}"/>
              </a:ext>
            </a:extLst>
          </p:cNvPr>
          <p:cNvSpPr>
            <a:spLocks noGrp="1"/>
          </p:cNvSpPr>
          <p:nvPr>
            <p:ph type="body" sz="quarter" idx="28" hasCustomPrompt="1"/>
          </p:nvPr>
        </p:nvSpPr>
        <p:spPr>
          <a:xfrm>
            <a:off x="638804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1" name="Text Placeholder 38">
            <a:extLst>
              <a:ext uri="{FF2B5EF4-FFF2-40B4-BE49-F238E27FC236}">
                <a16:creationId xmlns:a16="http://schemas.microsoft.com/office/drawing/2014/main" id="{E0BD61A5-0C75-6F49-468A-B2983606292B}"/>
              </a:ext>
            </a:extLst>
          </p:cNvPr>
          <p:cNvSpPr>
            <a:spLocks noGrp="1"/>
          </p:cNvSpPr>
          <p:nvPr>
            <p:ph type="body" sz="quarter" idx="29" hasCustomPrompt="1"/>
          </p:nvPr>
        </p:nvSpPr>
        <p:spPr>
          <a:xfrm>
            <a:off x="935343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8" name="Text Placeholder 11">
            <a:extLst>
              <a:ext uri="{FF2B5EF4-FFF2-40B4-BE49-F238E27FC236}">
                <a16:creationId xmlns:a16="http://schemas.microsoft.com/office/drawing/2014/main" id="{0C020F8F-E40F-3676-C31A-F4E18E6EFDC6}"/>
              </a:ext>
            </a:extLst>
          </p:cNvPr>
          <p:cNvSpPr>
            <a:spLocks noGrp="1"/>
          </p:cNvSpPr>
          <p:nvPr>
            <p:ph type="body" sz="quarter" idx="31" hasCustomPrompt="1"/>
          </p:nvPr>
        </p:nvSpPr>
        <p:spPr>
          <a:xfrm>
            <a:off x="935343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21" name="Text Placeholder 20">
            <a:extLst>
              <a:ext uri="{FF2B5EF4-FFF2-40B4-BE49-F238E27FC236}">
                <a16:creationId xmlns:a16="http://schemas.microsoft.com/office/drawing/2014/main" id="{835C4F15-6486-C0C1-006F-649BBBB648A0}"/>
              </a:ext>
            </a:extLst>
          </p:cNvPr>
          <p:cNvSpPr>
            <a:spLocks noGrp="1"/>
          </p:cNvSpPr>
          <p:nvPr>
            <p:ph type="body" sz="quarter" idx="32" hasCustomPrompt="1"/>
          </p:nvPr>
        </p:nvSpPr>
        <p:spPr>
          <a:xfrm>
            <a:off x="457200" y="2271293"/>
            <a:ext cx="2377439" cy="788512"/>
          </a:xfrm>
        </p:spPr>
        <p:txBody>
          <a:bodyPr vert="horz" lIns="0" tIns="0" rIns="0" bIns="0" rtlCol="0">
            <a:noAutofit/>
          </a:bodyPr>
          <a:lstStyle>
            <a:lvl1pPr marL="0" indent="0">
              <a:buNone/>
              <a:defRPr lang="en-US" sz="6000" b="1" dirty="0">
                <a:solidFill>
                  <a:schemeClr val="accent1"/>
                </a:solidFill>
                <a:latin typeface="+mj-lt"/>
              </a:defRPr>
            </a:lvl1pPr>
          </a:lstStyle>
          <a:p>
            <a:pPr marL="228600" lvl="0" indent="-228600"/>
            <a:r>
              <a:rPr lang="en-US"/>
              <a:t>1</a:t>
            </a:r>
          </a:p>
        </p:txBody>
      </p:sp>
      <p:sp>
        <p:nvSpPr>
          <p:cNvPr id="22" name="Text Placeholder 20">
            <a:extLst>
              <a:ext uri="{FF2B5EF4-FFF2-40B4-BE49-F238E27FC236}">
                <a16:creationId xmlns:a16="http://schemas.microsoft.com/office/drawing/2014/main" id="{8C2CA8B6-D0A6-EA8A-4605-93750E9D10E0}"/>
              </a:ext>
            </a:extLst>
          </p:cNvPr>
          <p:cNvSpPr>
            <a:spLocks noGrp="1"/>
          </p:cNvSpPr>
          <p:nvPr>
            <p:ph type="body" sz="quarter" idx="33" hasCustomPrompt="1"/>
          </p:nvPr>
        </p:nvSpPr>
        <p:spPr>
          <a:xfrm>
            <a:off x="3422505" y="2267712"/>
            <a:ext cx="2377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2</a:t>
            </a:r>
          </a:p>
        </p:txBody>
      </p:sp>
      <p:sp>
        <p:nvSpPr>
          <p:cNvPr id="23" name="Text Placeholder 20">
            <a:extLst>
              <a:ext uri="{FF2B5EF4-FFF2-40B4-BE49-F238E27FC236}">
                <a16:creationId xmlns:a16="http://schemas.microsoft.com/office/drawing/2014/main" id="{76F13A4A-AAC4-3B91-D735-0AE1EA151B8B}"/>
              </a:ext>
            </a:extLst>
          </p:cNvPr>
          <p:cNvSpPr>
            <a:spLocks noGrp="1"/>
          </p:cNvSpPr>
          <p:nvPr>
            <p:ph type="body" sz="quarter" idx="34" hasCustomPrompt="1"/>
          </p:nvPr>
        </p:nvSpPr>
        <p:spPr>
          <a:xfrm>
            <a:off x="6387810" y="2267712"/>
            <a:ext cx="2377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3</a:t>
            </a:r>
          </a:p>
        </p:txBody>
      </p:sp>
      <p:sp>
        <p:nvSpPr>
          <p:cNvPr id="24" name="Text Placeholder 20">
            <a:extLst>
              <a:ext uri="{FF2B5EF4-FFF2-40B4-BE49-F238E27FC236}">
                <a16:creationId xmlns:a16="http://schemas.microsoft.com/office/drawing/2014/main" id="{DA54AE6D-443C-98AC-A695-E778A62C5C77}"/>
              </a:ext>
            </a:extLst>
          </p:cNvPr>
          <p:cNvSpPr>
            <a:spLocks noGrp="1"/>
          </p:cNvSpPr>
          <p:nvPr>
            <p:ph type="body" sz="quarter" idx="35" hasCustomPrompt="1"/>
          </p:nvPr>
        </p:nvSpPr>
        <p:spPr>
          <a:xfrm>
            <a:off x="9353116" y="2267712"/>
            <a:ext cx="2377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4</a:t>
            </a:r>
          </a:p>
        </p:txBody>
      </p:sp>
      <p:sp>
        <p:nvSpPr>
          <p:cNvPr id="4" name="Date Placeholder 3">
            <a:extLst>
              <a:ext uri="{FF2B5EF4-FFF2-40B4-BE49-F238E27FC236}">
                <a16:creationId xmlns:a16="http://schemas.microsoft.com/office/drawing/2014/main" id="{B2A49C69-BF00-DC7A-0333-6356D3A925D6}"/>
              </a:ext>
            </a:extLst>
          </p:cNvPr>
          <p:cNvSpPr>
            <a:spLocks noGrp="1"/>
          </p:cNvSpPr>
          <p:nvPr>
            <p:ph type="dt" sz="half" idx="36"/>
          </p:nvPr>
        </p:nvSpPr>
        <p:spPr/>
        <p:txBody>
          <a:bodyPr/>
          <a:lstStyle/>
          <a:p>
            <a:fld id="{228D026D-C07B-48C8-8C2B-C561E4D51E16}" type="datetime1">
              <a:rPr lang="en-US" smtClean="0"/>
              <a:t>6/19/2024</a:t>
            </a:fld>
            <a:endParaRPr lang="en-US"/>
          </a:p>
        </p:txBody>
      </p:sp>
      <p:sp>
        <p:nvSpPr>
          <p:cNvPr id="5" name="Footer Placeholder 4">
            <a:extLst>
              <a:ext uri="{FF2B5EF4-FFF2-40B4-BE49-F238E27FC236}">
                <a16:creationId xmlns:a16="http://schemas.microsoft.com/office/drawing/2014/main" id="{6699DE91-F046-4514-FB5B-B21B6D55CE09}"/>
              </a:ext>
            </a:extLst>
          </p:cNvPr>
          <p:cNvSpPr>
            <a:spLocks noGrp="1"/>
          </p:cNvSpPr>
          <p:nvPr>
            <p:ph type="ftr" sz="quarter" idx="37"/>
          </p:nvPr>
        </p:nvSpPr>
        <p:spPr/>
        <p:txBody>
          <a:bodyPr/>
          <a:lstStyle/>
          <a:p>
            <a:r>
              <a:rPr lang="en-US"/>
              <a:t>CONFIDENTIAL</a:t>
            </a:r>
          </a:p>
        </p:txBody>
      </p:sp>
      <p:sp>
        <p:nvSpPr>
          <p:cNvPr id="7" name="Slide Number Placeholder 6">
            <a:extLst>
              <a:ext uri="{FF2B5EF4-FFF2-40B4-BE49-F238E27FC236}">
                <a16:creationId xmlns:a16="http://schemas.microsoft.com/office/drawing/2014/main" id="{C2E6919D-735A-B055-44F8-554E9163FFB7}"/>
              </a:ext>
            </a:extLst>
          </p:cNvPr>
          <p:cNvSpPr>
            <a:spLocks noGrp="1"/>
          </p:cNvSpPr>
          <p:nvPr>
            <p:ph type="sldNum" sz="quarter" idx="38"/>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25748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 name="Subtitle 2">
            <a:extLst>
              <a:ext uri="{FF2B5EF4-FFF2-40B4-BE49-F238E27FC236}">
                <a16:creationId xmlns:a16="http://schemas.microsoft.com/office/drawing/2014/main" id="{9FB77550-E160-7C9D-B924-9BD7FFE6BF32}"/>
              </a:ext>
            </a:extLst>
          </p:cNvPr>
          <p:cNvSpPr>
            <a:spLocks noGrp="1"/>
          </p:cNvSpPr>
          <p:nvPr>
            <p:ph type="subTitle" idx="1" hasCustomPrompt="1"/>
          </p:nvPr>
        </p:nvSpPr>
        <p:spPr>
          <a:xfrm>
            <a:off x="457200"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3" name="Text Placeholder 38">
            <a:extLst>
              <a:ext uri="{FF2B5EF4-FFF2-40B4-BE49-F238E27FC236}">
                <a16:creationId xmlns:a16="http://schemas.microsoft.com/office/drawing/2014/main" id="{EE89B4B7-4376-960B-FD98-CE0D9E123293}"/>
              </a:ext>
            </a:extLst>
          </p:cNvPr>
          <p:cNvSpPr>
            <a:spLocks noGrp="1"/>
          </p:cNvSpPr>
          <p:nvPr>
            <p:ph type="body" sz="quarter" idx="23" hasCustomPrompt="1"/>
          </p:nvPr>
        </p:nvSpPr>
        <p:spPr>
          <a:xfrm>
            <a:off x="2749918"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2" name="Text Placeholder 11">
            <a:extLst>
              <a:ext uri="{FF2B5EF4-FFF2-40B4-BE49-F238E27FC236}">
                <a16:creationId xmlns:a16="http://schemas.microsoft.com/office/drawing/2014/main" id="{57B232A6-2373-DA1B-FB47-8739C7616E4A}"/>
              </a:ext>
            </a:extLst>
          </p:cNvPr>
          <p:cNvSpPr>
            <a:spLocks noGrp="1"/>
          </p:cNvSpPr>
          <p:nvPr>
            <p:ph type="body" sz="quarter" idx="25" hasCustomPrompt="1"/>
          </p:nvPr>
        </p:nvSpPr>
        <p:spPr>
          <a:xfrm>
            <a:off x="2749918"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14" name="Text Placeholder 38">
            <a:extLst>
              <a:ext uri="{FF2B5EF4-FFF2-40B4-BE49-F238E27FC236}">
                <a16:creationId xmlns:a16="http://schemas.microsoft.com/office/drawing/2014/main" id="{B0EC91D3-2538-97AD-8E43-D1068476A1EE}"/>
              </a:ext>
            </a:extLst>
          </p:cNvPr>
          <p:cNvSpPr>
            <a:spLocks noGrp="1"/>
          </p:cNvSpPr>
          <p:nvPr>
            <p:ph type="body" sz="quarter" idx="26" hasCustomPrompt="1"/>
          </p:nvPr>
        </p:nvSpPr>
        <p:spPr>
          <a:xfrm>
            <a:off x="5042636"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1">
            <a:extLst>
              <a:ext uri="{FF2B5EF4-FFF2-40B4-BE49-F238E27FC236}">
                <a16:creationId xmlns:a16="http://schemas.microsoft.com/office/drawing/2014/main" id="{87FD63C6-9FDC-37B4-4D7C-FBE5F2771793}"/>
              </a:ext>
            </a:extLst>
          </p:cNvPr>
          <p:cNvSpPr>
            <a:spLocks noGrp="1"/>
          </p:cNvSpPr>
          <p:nvPr>
            <p:ph type="body" sz="quarter" idx="28" hasCustomPrompt="1"/>
          </p:nvPr>
        </p:nvSpPr>
        <p:spPr>
          <a:xfrm>
            <a:off x="5042636"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11" name="Text Placeholder 38">
            <a:extLst>
              <a:ext uri="{FF2B5EF4-FFF2-40B4-BE49-F238E27FC236}">
                <a16:creationId xmlns:a16="http://schemas.microsoft.com/office/drawing/2014/main" id="{E0BD61A5-0C75-6F49-468A-B2983606292B}"/>
              </a:ext>
            </a:extLst>
          </p:cNvPr>
          <p:cNvSpPr>
            <a:spLocks noGrp="1"/>
          </p:cNvSpPr>
          <p:nvPr>
            <p:ph type="body" sz="quarter" idx="29" hasCustomPrompt="1"/>
          </p:nvPr>
        </p:nvSpPr>
        <p:spPr>
          <a:xfrm>
            <a:off x="7335354"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8" name="Text Placeholder 11">
            <a:extLst>
              <a:ext uri="{FF2B5EF4-FFF2-40B4-BE49-F238E27FC236}">
                <a16:creationId xmlns:a16="http://schemas.microsoft.com/office/drawing/2014/main" id="{0C020F8F-E40F-3676-C31A-F4E18E6EFDC6}"/>
              </a:ext>
            </a:extLst>
          </p:cNvPr>
          <p:cNvSpPr>
            <a:spLocks noGrp="1"/>
          </p:cNvSpPr>
          <p:nvPr>
            <p:ph type="body" sz="quarter" idx="31" hasCustomPrompt="1"/>
          </p:nvPr>
        </p:nvSpPr>
        <p:spPr>
          <a:xfrm>
            <a:off x="7335354"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21" name="Text Placeholder 20">
            <a:extLst>
              <a:ext uri="{FF2B5EF4-FFF2-40B4-BE49-F238E27FC236}">
                <a16:creationId xmlns:a16="http://schemas.microsoft.com/office/drawing/2014/main" id="{835C4F15-6486-C0C1-006F-649BBBB648A0}"/>
              </a:ext>
            </a:extLst>
          </p:cNvPr>
          <p:cNvSpPr>
            <a:spLocks noGrp="1"/>
          </p:cNvSpPr>
          <p:nvPr>
            <p:ph type="body" sz="quarter" idx="32" hasCustomPrompt="1"/>
          </p:nvPr>
        </p:nvSpPr>
        <p:spPr>
          <a:xfrm>
            <a:off x="457200" y="2271293"/>
            <a:ext cx="2103120" cy="788512"/>
          </a:xfrm>
        </p:spPr>
        <p:txBody>
          <a:bodyPr vert="horz" lIns="0" tIns="0" rIns="0" bIns="0" rtlCol="0">
            <a:noAutofit/>
          </a:bodyPr>
          <a:lstStyle>
            <a:lvl1pPr marL="0" indent="0">
              <a:buNone/>
              <a:defRPr lang="en-US" sz="6000" b="1" dirty="0">
                <a:solidFill>
                  <a:schemeClr val="accent1"/>
                </a:solidFill>
                <a:latin typeface="+mn-lt"/>
              </a:defRPr>
            </a:lvl1pPr>
          </a:lstStyle>
          <a:p>
            <a:pPr marL="228600" lvl="0" indent="-228600"/>
            <a:r>
              <a:rPr lang="en-US"/>
              <a:t>1</a:t>
            </a:r>
          </a:p>
        </p:txBody>
      </p:sp>
      <p:sp>
        <p:nvSpPr>
          <p:cNvPr id="22" name="Text Placeholder 20">
            <a:extLst>
              <a:ext uri="{FF2B5EF4-FFF2-40B4-BE49-F238E27FC236}">
                <a16:creationId xmlns:a16="http://schemas.microsoft.com/office/drawing/2014/main" id="{8C2CA8B6-D0A6-EA8A-4605-93750E9D10E0}"/>
              </a:ext>
            </a:extLst>
          </p:cNvPr>
          <p:cNvSpPr>
            <a:spLocks noGrp="1"/>
          </p:cNvSpPr>
          <p:nvPr>
            <p:ph type="body" sz="quarter" idx="33" hasCustomPrompt="1"/>
          </p:nvPr>
        </p:nvSpPr>
        <p:spPr>
          <a:xfrm>
            <a:off x="2749918"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2</a:t>
            </a:r>
          </a:p>
        </p:txBody>
      </p:sp>
      <p:sp>
        <p:nvSpPr>
          <p:cNvPr id="23" name="Text Placeholder 20">
            <a:extLst>
              <a:ext uri="{FF2B5EF4-FFF2-40B4-BE49-F238E27FC236}">
                <a16:creationId xmlns:a16="http://schemas.microsoft.com/office/drawing/2014/main" id="{76F13A4A-AAC4-3B91-D735-0AE1EA151B8B}"/>
              </a:ext>
            </a:extLst>
          </p:cNvPr>
          <p:cNvSpPr>
            <a:spLocks noGrp="1"/>
          </p:cNvSpPr>
          <p:nvPr>
            <p:ph type="body" sz="quarter" idx="34" hasCustomPrompt="1"/>
          </p:nvPr>
        </p:nvSpPr>
        <p:spPr>
          <a:xfrm>
            <a:off x="5042636"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3</a:t>
            </a:r>
          </a:p>
        </p:txBody>
      </p:sp>
      <p:sp>
        <p:nvSpPr>
          <p:cNvPr id="24" name="Text Placeholder 20">
            <a:extLst>
              <a:ext uri="{FF2B5EF4-FFF2-40B4-BE49-F238E27FC236}">
                <a16:creationId xmlns:a16="http://schemas.microsoft.com/office/drawing/2014/main" id="{DA54AE6D-443C-98AC-A695-E778A62C5C77}"/>
              </a:ext>
            </a:extLst>
          </p:cNvPr>
          <p:cNvSpPr>
            <a:spLocks noGrp="1"/>
          </p:cNvSpPr>
          <p:nvPr>
            <p:ph type="body" sz="quarter" idx="35" hasCustomPrompt="1"/>
          </p:nvPr>
        </p:nvSpPr>
        <p:spPr>
          <a:xfrm>
            <a:off x="7335354"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4</a:t>
            </a:r>
          </a:p>
        </p:txBody>
      </p:sp>
      <p:sp>
        <p:nvSpPr>
          <p:cNvPr id="4" name="Text Placeholder 38">
            <a:extLst>
              <a:ext uri="{FF2B5EF4-FFF2-40B4-BE49-F238E27FC236}">
                <a16:creationId xmlns:a16="http://schemas.microsoft.com/office/drawing/2014/main" id="{6B023CA2-F980-B7EC-46DA-3797530752E7}"/>
              </a:ext>
            </a:extLst>
          </p:cNvPr>
          <p:cNvSpPr>
            <a:spLocks noGrp="1"/>
          </p:cNvSpPr>
          <p:nvPr>
            <p:ph type="body" sz="quarter" idx="36" hasCustomPrompt="1"/>
          </p:nvPr>
        </p:nvSpPr>
        <p:spPr>
          <a:xfrm>
            <a:off x="9628071"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7" name="Text Placeholder 11">
            <a:extLst>
              <a:ext uri="{FF2B5EF4-FFF2-40B4-BE49-F238E27FC236}">
                <a16:creationId xmlns:a16="http://schemas.microsoft.com/office/drawing/2014/main" id="{5FD053FF-EDA5-E30C-A93C-31F79C14537D}"/>
              </a:ext>
            </a:extLst>
          </p:cNvPr>
          <p:cNvSpPr>
            <a:spLocks noGrp="1"/>
          </p:cNvSpPr>
          <p:nvPr>
            <p:ph type="body" sz="quarter" idx="37" hasCustomPrompt="1"/>
          </p:nvPr>
        </p:nvSpPr>
        <p:spPr>
          <a:xfrm>
            <a:off x="9628071"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15" name="Text Placeholder 20">
            <a:extLst>
              <a:ext uri="{FF2B5EF4-FFF2-40B4-BE49-F238E27FC236}">
                <a16:creationId xmlns:a16="http://schemas.microsoft.com/office/drawing/2014/main" id="{266D6E6E-C390-9A66-82A9-3D64996FF7DD}"/>
              </a:ext>
            </a:extLst>
          </p:cNvPr>
          <p:cNvSpPr>
            <a:spLocks noGrp="1"/>
          </p:cNvSpPr>
          <p:nvPr>
            <p:ph type="body" sz="quarter" idx="38" hasCustomPrompt="1"/>
          </p:nvPr>
        </p:nvSpPr>
        <p:spPr>
          <a:xfrm>
            <a:off x="9628071"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5</a:t>
            </a:r>
          </a:p>
        </p:txBody>
      </p:sp>
      <p:sp>
        <p:nvSpPr>
          <p:cNvPr id="5" name="Date Placeholder 4">
            <a:extLst>
              <a:ext uri="{FF2B5EF4-FFF2-40B4-BE49-F238E27FC236}">
                <a16:creationId xmlns:a16="http://schemas.microsoft.com/office/drawing/2014/main" id="{2F7C1C93-5DCD-DBE5-46DD-8E0A55F54684}"/>
              </a:ext>
            </a:extLst>
          </p:cNvPr>
          <p:cNvSpPr>
            <a:spLocks noGrp="1"/>
          </p:cNvSpPr>
          <p:nvPr>
            <p:ph type="dt" sz="half" idx="39"/>
          </p:nvPr>
        </p:nvSpPr>
        <p:spPr/>
        <p:txBody>
          <a:bodyPr/>
          <a:lstStyle/>
          <a:p>
            <a:fld id="{228D026D-C07B-48C8-8C2B-C561E4D51E16}" type="datetime1">
              <a:rPr lang="en-US" smtClean="0"/>
              <a:t>6/19/2024</a:t>
            </a:fld>
            <a:endParaRPr lang="en-US"/>
          </a:p>
        </p:txBody>
      </p:sp>
      <p:sp>
        <p:nvSpPr>
          <p:cNvPr id="8" name="Footer Placeholder 7">
            <a:extLst>
              <a:ext uri="{FF2B5EF4-FFF2-40B4-BE49-F238E27FC236}">
                <a16:creationId xmlns:a16="http://schemas.microsoft.com/office/drawing/2014/main" id="{E96E3670-782B-01BC-D551-08F3F4660748}"/>
              </a:ext>
            </a:extLst>
          </p:cNvPr>
          <p:cNvSpPr>
            <a:spLocks noGrp="1"/>
          </p:cNvSpPr>
          <p:nvPr>
            <p:ph type="ftr" sz="quarter" idx="40"/>
          </p:nvPr>
        </p:nvSpPr>
        <p:spPr/>
        <p:txBody>
          <a:bodyPr/>
          <a:lstStyle/>
          <a:p>
            <a:r>
              <a:rPr lang="en-US"/>
              <a:t>CONFIDENTIAL</a:t>
            </a:r>
          </a:p>
        </p:txBody>
      </p:sp>
      <p:sp>
        <p:nvSpPr>
          <p:cNvPr id="16" name="Slide Number Placeholder 15">
            <a:extLst>
              <a:ext uri="{FF2B5EF4-FFF2-40B4-BE49-F238E27FC236}">
                <a16:creationId xmlns:a16="http://schemas.microsoft.com/office/drawing/2014/main" id="{D9FAE1CD-77ED-0F1D-A364-682BF73B7C03}"/>
              </a:ext>
            </a:extLst>
          </p:cNvPr>
          <p:cNvSpPr>
            <a:spLocks noGrp="1"/>
          </p:cNvSpPr>
          <p:nvPr>
            <p:ph type="sldNum" sz="quarter" idx="4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889562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Butt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6AA369A-1FF1-10EB-E396-A5022B787B78}"/>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pPr marL="0" indent="0">
              <a:buFont typeface="IBM Plex Sans" panose="020B0503050203000203" pitchFamily="34" charset="0"/>
              <a:buNone/>
            </a:pPr>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09"/>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3108959"/>
            <a:ext cx="5257798"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3" name="Text Placeholder 38">
            <a:extLst>
              <a:ext uri="{FF2B5EF4-FFF2-40B4-BE49-F238E27FC236}">
                <a16:creationId xmlns:a16="http://schemas.microsoft.com/office/drawing/2014/main" id="{93904CCA-1CAC-960B-0C1D-26DC9889EE24}"/>
              </a:ext>
            </a:extLst>
          </p:cNvPr>
          <p:cNvSpPr>
            <a:spLocks noGrp="1"/>
          </p:cNvSpPr>
          <p:nvPr>
            <p:ph type="body" sz="quarter" idx="16" hasCustomPrompt="1"/>
          </p:nvPr>
        </p:nvSpPr>
        <p:spPr>
          <a:xfrm>
            <a:off x="6451954" y="3108959"/>
            <a:ext cx="5257798"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2" name="Date Placeholder 1">
            <a:extLst>
              <a:ext uri="{FF2B5EF4-FFF2-40B4-BE49-F238E27FC236}">
                <a16:creationId xmlns:a16="http://schemas.microsoft.com/office/drawing/2014/main" id="{97B2A0B8-6970-EC22-B307-6CF1E2A35A53}"/>
              </a:ext>
            </a:extLst>
          </p:cNvPr>
          <p:cNvSpPr>
            <a:spLocks noGrp="1"/>
          </p:cNvSpPr>
          <p:nvPr>
            <p:ph type="dt" sz="half" idx="17"/>
          </p:nvPr>
        </p:nvSpPr>
        <p:spPr/>
        <p:txBody>
          <a:bodyPr/>
          <a:lstStyle/>
          <a:p>
            <a:fld id="{228D026D-C07B-48C8-8C2B-C561E4D51E16}" type="datetime1">
              <a:rPr lang="en-US" smtClean="0"/>
              <a:t>6/19/2024</a:t>
            </a:fld>
            <a:endParaRPr lang="en-US"/>
          </a:p>
        </p:txBody>
      </p:sp>
      <p:sp>
        <p:nvSpPr>
          <p:cNvPr id="5" name="Footer Placeholder 4">
            <a:extLst>
              <a:ext uri="{FF2B5EF4-FFF2-40B4-BE49-F238E27FC236}">
                <a16:creationId xmlns:a16="http://schemas.microsoft.com/office/drawing/2014/main" id="{517A055C-B23E-6765-210C-36A0CCAB96EC}"/>
              </a:ext>
            </a:extLst>
          </p:cNvPr>
          <p:cNvSpPr>
            <a:spLocks noGrp="1"/>
          </p:cNvSpPr>
          <p:nvPr>
            <p:ph type="ftr" sz="quarter" idx="18"/>
          </p:nvPr>
        </p:nvSpPr>
        <p:spPr/>
        <p:txBody>
          <a:bodyPr/>
          <a:lstStyle/>
          <a:p>
            <a:r>
              <a:rPr lang="en-US"/>
              <a:t>CONFIDENTIAL</a:t>
            </a:r>
          </a:p>
        </p:txBody>
      </p:sp>
      <p:sp>
        <p:nvSpPr>
          <p:cNvPr id="7" name="Slide Number Placeholder 6">
            <a:extLst>
              <a:ext uri="{FF2B5EF4-FFF2-40B4-BE49-F238E27FC236}">
                <a16:creationId xmlns:a16="http://schemas.microsoft.com/office/drawing/2014/main" id="{BDBCA37B-2477-A900-F1E6-54ACA3A95C6C}"/>
              </a:ext>
            </a:extLst>
          </p:cNvPr>
          <p:cNvSpPr>
            <a:spLocks noGrp="1"/>
          </p:cNvSpPr>
          <p:nvPr>
            <p:ph type="sldNum" sz="quarter" idx="1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812246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 Col With Headli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92807-A944-B307-2727-3F5A26E0AA8A}"/>
              </a:ext>
            </a:extLst>
          </p:cNvPr>
          <p:cNvSpPr>
            <a:spLocks noGrp="1"/>
          </p:cNvSpPr>
          <p:nvPr>
            <p:ph type="title" hasCustomPrompt="1"/>
          </p:nvPr>
        </p:nvSpPr>
        <p:spPr/>
        <p:txBody>
          <a:bodyPr/>
          <a:lstStyle/>
          <a:p>
            <a:r>
              <a:rPr lang="en-US"/>
              <a:t>Title Goes Here</a:t>
            </a:r>
            <a:br>
              <a:rPr lang="en-US"/>
            </a:br>
            <a:r>
              <a:rPr lang="en-US"/>
              <a:t>Titles Are IBM Sans Plex Bold 40pt Font</a:t>
            </a:r>
          </a:p>
        </p:txBody>
      </p:sp>
      <p:sp>
        <p:nvSpPr>
          <p:cNvPr id="3" name="Date Placeholder 2">
            <a:extLst>
              <a:ext uri="{FF2B5EF4-FFF2-40B4-BE49-F238E27FC236}">
                <a16:creationId xmlns:a16="http://schemas.microsoft.com/office/drawing/2014/main" id="{FAAAB596-5EA7-118C-A749-027CECCE286D}"/>
              </a:ext>
            </a:extLst>
          </p:cNvPr>
          <p:cNvSpPr>
            <a:spLocks noGrp="1"/>
          </p:cNvSpPr>
          <p:nvPr>
            <p:ph type="dt" sz="half" idx="10"/>
          </p:nvPr>
        </p:nvSpPr>
        <p:spPr/>
        <p:txBody>
          <a:bodyPr/>
          <a:lstStyle/>
          <a:p>
            <a:fld id="{228D026D-C07B-48C8-8C2B-C561E4D51E16}" type="datetime1">
              <a:rPr lang="en-US" smtClean="0"/>
              <a:t>6/19/2024</a:t>
            </a:fld>
            <a:endParaRPr lang="en-US"/>
          </a:p>
        </p:txBody>
      </p:sp>
      <p:sp>
        <p:nvSpPr>
          <p:cNvPr id="4" name="Footer Placeholder 3">
            <a:extLst>
              <a:ext uri="{FF2B5EF4-FFF2-40B4-BE49-F238E27FC236}">
                <a16:creationId xmlns:a16="http://schemas.microsoft.com/office/drawing/2014/main" id="{58271169-BCB4-F3E4-BABE-F098D33C369F}"/>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6B6DAA1C-2C41-52EB-E052-FF87021D3AAE}"/>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16" name="Subtitle 52">
            <a:extLst>
              <a:ext uri="{FF2B5EF4-FFF2-40B4-BE49-F238E27FC236}">
                <a16:creationId xmlns:a16="http://schemas.microsoft.com/office/drawing/2014/main" id="{C26E70DF-78BD-79C0-0FC8-B3472207B45C}"/>
              </a:ext>
            </a:extLst>
          </p:cNvPr>
          <p:cNvSpPr>
            <a:spLocks noGrp="1"/>
          </p:cNvSpPr>
          <p:nvPr>
            <p:ph type="subTitle" idx="17" hasCustomPrompt="1"/>
          </p:nvPr>
        </p:nvSpPr>
        <p:spPr>
          <a:xfrm>
            <a:off x="457533" y="1463040"/>
            <a:ext cx="11273991" cy="294930"/>
          </a:xfrm>
        </p:spPr>
        <p:txBody>
          <a:bodyPr vert="horz" lIns="0" tIns="0" rIns="0" bIns="0" rtlCol="0">
            <a:noAutofit/>
          </a:bodyPr>
          <a:lstStyle>
            <a:lvl1pPr marL="0" inden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
        <p:nvSpPr>
          <p:cNvPr id="31" name="Text Placeholder 30">
            <a:extLst>
              <a:ext uri="{FF2B5EF4-FFF2-40B4-BE49-F238E27FC236}">
                <a16:creationId xmlns:a16="http://schemas.microsoft.com/office/drawing/2014/main" id="{C780934E-59BE-1BF1-B032-925F4B483738}"/>
              </a:ext>
            </a:extLst>
          </p:cNvPr>
          <p:cNvSpPr>
            <a:spLocks noGrp="1"/>
          </p:cNvSpPr>
          <p:nvPr>
            <p:ph type="body" sz="quarter" idx="28" hasCustomPrompt="1"/>
          </p:nvPr>
        </p:nvSpPr>
        <p:spPr>
          <a:xfrm>
            <a:off x="457200"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2" name="Text Placeholder 30">
            <a:extLst>
              <a:ext uri="{FF2B5EF4-FFF2-40B4-BE49-F238E27FC236}">
                <a16:creationId xmlns:a16="http://schemas.microsoft.com/office/drawing/2014/main" id="{31226BC7-DB69-E155-BE9E-D29E560E9AB4}"/>
              </a:ext>
            </a:extLst>
          </p:cNvPr>
          <p:cNvSpPr>
            <a:spLocks noGrp="1"/>
          </p:cNvSpPr>
          <p:nvPr>
            <p:ph type="body" sz="quarter" idx="29" hasCustomPrompt="1"/>
          </p:nvPr>
        </p:nvSpPr>
        <p:spPr>
          <a:xfrm>
            <a:off x="2732863"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3" name="Text Placeholder 30">
            <a:extLst>
              <a:ext uri="{FF2B5EF4-FFF2-40B4-BE49-F238E27FC236}">
                <a16:creationId xmlns:a16="http://schemas.microsoft.com/office/drawing/2014/main" id="{F0915AC6-5253-DF7F-106B-3EF7EC23D806}"/>
              </a:ext>
            </a:extLst>
          </p:cNvPr>
          <p:cNvSpPr>
            <a:spLocks noGrp="1"/>
          </p:cNvSpPr>
          <p:nvPr>
            <p:ph type="body" sz="quarter" idx="30" hasCustomPrompt="1"/>
          </p:nvPr>
        </p:nvSpPr>
        <p:spPr>
          <a:xfrm>
            <a:off x="5006400"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4" name="Text Placeholder 30">
            <a:extLst>
              <a:ext uri="{FF2B5EF4-FFF2-40B4-BE49-F238E27FC236}">
                <a16:creationId xmlns:a16="http://schemas.microsoft.com/office/drawing/2014/main" id="{D492F7A5-7444-43C2-2D04-0DCE2BE548A9}"/>
              </a:ext>
            </a:extLst>
          </p:cNvPr>
          <p:cNvSpPr>
            <a:spLocks noGrp="1"/>
          </p:cNvSpPr>
          <p:nvPr>
            <p:ph type="body" sz="quarter" idx="31" hasCustomPrompt="1"/>
          </p:nvPr>
        </p:nvSpPr>
        <p:spPr>
          <a:xfrm>
            <a:off x="7279937"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5" name="Text Placeholder 30">
            <a:extLst>
              <a:ext uri="{FF2B5EF4-FFF2-40B4-BE49-F238E27FC236}">
                <a16:creationId xmlns:a16="http://schemas.microsoft.com/office/drawing/2014/main" id="{80BB5056-648A-32F7-FB91-DB10AEFA9C0A}"/>
              </a:ext>
            </a:extLst>
          </p:cNvPr>
          <p:cNvSpPr>
            <a:spLocks noGrp="1"/>
          </p:cNvSpPr>
          <p:nvPr>
            <p:ph type="body" sz="quarter" idx="32" hasCustomPrompt="1"/>
          </p:nvPr>
        </p:nvSpPr>
        <p:spPr>
          <a:xfrm>
            <a:off x="9553474"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8" name="Text Placeholder 37">
            <a:extLst>
              <a:ext uri="{FF2B5EF4-FFF2-40B4-BE49-F238E27FC236}">
                <a16:creationId xmlns:a16="http://schemas.microsoft.com/office/drawing/2014/main" id="{75C5E7AA-DB06-DD72-A498-215A7D0B1768}"/>
              </a:ext>
            </a:extLst>
          </p:cNvPr>
          <p:cNvSpPr>
            <a:spLocks noGrp="1"/>
          </p:cNvSpPr>
          <p:nvPr>
            <p:ph type="body" sz="quarter" idx="33" hasCustomPrompt="1"/>
          </p:nvPr>
        </p:nvSpPr>
        <p:spPr>
          <a:xfrm>
            <a:off x="454110"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39" name="Text Placeholder 37">
            <a:extLst>
              <a:ext uri="{FF2B5EF4-FFF2-40B4-BE49-F238E27FC236}">
                <a16:creationId xmlns:a16="http://schemas.microsoft.com/office/drawing/2014/main" id="{E15A2730-C215-8802-2E26-5F18421198AF}"/>
              </a:ext>
            </a:extLst>
          </p:cNvPr>
          <p:cNvSpPr>
            <a:spLocks noGrp="1"/>
          </p:cNvSpPr>
          <p:nvPr>
            <p:ph type="body" sz="quarter" idx="34" hasCustomPrompt="1"/>
          </p:nvPr>
        </p:nvSpPr>
        <p:spPr>
          <a:xfrm>
            <a:off x="2732863"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40" name="Text Placeholder 37">
            <a:extLst>
              <a:ext uri="{FF2B5EF4-FFF2-40B4-BE49-F238E27FC236}">
                <a16:creationId xmlns:a16="http://schemas.microsoft.com/office/drawing/2014/main" id="{B6FD3DCB-58C1-16B8-273E-881BE2C627E7}"/>
              </a:ext>
            </a:extLst>
          </p:cNvPr>
          <p:cNvSpPr>
            <a:spLocks noGrp="1"/>
          </p:cNvSpPr>
          <p:nvPr>
            <p:ph type="body" sz="quarter" idx="35" hasCustomPrompt="1"/>
          </p:nvPr>
        </p:nvSpPr>
        <p:spPr>
          <a:xfrm>
            <a:off x="5006400"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7C65F3A9-BAD1-F36A-3176-945CDBDCE792}"/>
              </a:ext>
            </a:extLst>
          </p:cNvPr>
          <p:cNvSpPr>
            <a:spLocks noGrp="1"/>
          </p:cNvSpPr>
          <p:nvPr>
            <p:ph type="body" sz="quarter" idx="36" hasCustomPrompt="1"/>
          </p:nvPr>
        </p:nvSpPr>
        <p:spPr>
          <a:xfrm>
            <a:off x="7279937"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42" name="Text Placeholder 37">
            <a:extLst>
              <a:ext uri="{FF2B5EF4-FFF2-40B4-BE49-F238E27FC236}">
                <a16:creationId xmlns:a16="http://schemas.microsoft.com/office/drawing/2014/main" id="{156CDE7F-ABD7-4AC2-0AFC-23A0804894E8}"/>
              </a:ext>
            </a:extLst>
          </p:cNvPr>
          <p:cNvSpPr>
            <a:spLocks noGrp="1"/>
          </p:cNvSpPr>
          <p:nvPr>
            <p:ph type="body" sz="quarter" idx="37" hasCustomPrompt="1"/>
          </p:nvPr>
        </p:nvSpPr>
        <p:spPr>
          <a:xfrm>
            <a:off x="9559840"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372503540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Button">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1615D80-3960-7C80-4F76-4494942C8049}"/>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pPr marL="0" indent="0">
              <a:buFont typeface="IBM Plex Sans" panose="020B0503050203000203" pitchFamily="34" charset="0"/>
              <a:buNone/>
            </a:pPr>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3108960"/>
            <a:ext cx="3474720" cy="3032426"/>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3" name="Text Placeholder 38">
            <a:extLst>
              <a:ext uri="{FF2B5EF4-FFF2-40B4-BE49-F238E27FC236}">
                <a16:creationId xmlns:a16="http://schemas.microsoft.com/office/drawing/2014/main" id="{93904CCA-1CAC-960B-0C1D-26DC9889EE24}"/>
              </a:ext>
            </a:extLst>
          </p:cNvPr>
          <p:cNvSpPr>
            <a:spLocks noGrp="1"/>
          </p:cNvSpPr>
          <p:nvPr>
            <p:ph type="body" sz="quarter" idx="16" hasCustomPrompt="1"/>
          </p:nvPr>
        </p:nvSpPr>
        <p:spPr>
          <a:xfrm>
            <a:off x="4358640" y="3108959"/>
            <a:ext cx="3474720"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7" name="Text Placeholder 38">
            <a:extLst>
              <a:ext uri="{FF2B5EF4-FFF2-40B4-BE49-F238E27FC236}">
                <a16:creationId xmlns:a16="http://schemas.microsoft.com/office/drawing/2014/main" id="{18D99361-2EC5-AB54-49BC-533710AB071A}"/>
              </a:ext>
            </a:extLst>
          </p:cNvPr>
          <p:cNvSpPr>
            <a:spLocks noGrp="1"/>
          </p:cNvSpPr>
          <p:nvPr>
            <p:ph type="body" sz="quarter" idx="17" hasCustomPrompt="1"/>
          </p:nvPr>
        </p:nvSpPr>
        <p:spPr>
          <a:xfrm>
            <a:off x="8256471" y="3108959"/>
            <a:ext cx="3474720"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5" name="Date Placeholder 4">
            <a:extLst>
              <a:ext uri="{FF2B5EF4-FFF2-40B4-BE49-F238E27FC236}">
                <a16:creationId xmlns:a16="http://schemas.microsoft.com/office/drawing/2014/main" id="{3BDB22E6-E186-7026-077C-D5E45224B45F}"/>
              </a:ext>
            </a:extLst>
          </p:cNvPr>
          <p:cNvSpPr>
            <a:spLocks noGrp="1"/>
          </p:cNvSpPr>
          <p:nvPr>
            <p:ph type="dt" sz="half" idx="18"/>
          </p:nvPr>
        </p:nvSpPr>
        <p:spPr/>
        <p:txBody>
          <a:bodyPr/>
          <a:lstStyle/>
          <a:p>
            <a:fld id="{228D026D-C07B-48C8-8C2B-C561E4D51E16}" type="datetime1">
              <a:rPr lang="en-US" smtClean="0"/>
              <a:t>6/19/2024</a:t>
            </a:fld>
            <a:endParaRPr lang="en-US"/>
          </a:p>
        </p:txBody>
      </p:sp>
      <p:sp>
        <p:nvSpPr>
          <p:cNvPr id="8" name="Footer Placeholder 7">
            <a:extLst>
              <a:ext uri="{FF2B5EF4-FFF2-40B4-BE49-F238E27FC236}">
                <a16:creationId xmlns:a16="http://schemas.microsoft.com/office/drawing/2014/main" id="{023A9880-8FDB-5DD9-A704-40544C259C9C}"/>
              </a:ext>
            </a:extLst>
          </p:cNvPr>
          <p:cNvSpPr>
            <a:spLocks noGrp="1"/>
          </p:cNvSpPr>
          <p:nvPr>
            <p:ph type="ftr" sz="quarter" idx="19"/>
          </p:nvPr>
        </p:nvSpPr>
        <p:spPr/>
        <p:txBody>
          <a:bodyPr/>
          <a:lstStyle/>
          <a:p>
            <a:r>
              <a:rPr lang="en-US"/>
              <a:t>CONFIDENTIAL</a:t>
            </a:r>
          </a:p>
        </p:txBody>
      </p:sp>
      <p:sp>
        <p:nvSpPr>
          <p:cNvPr id="9" name="Slide Number Placeholder 8">
            <a:extLst>
              <a:ext uri="{FF2B5EF4-FFF2-40B4-BE49-F238E27FC236}">
                <a16:creationId xmlns:a16="http://schemas.microsoft.com/office/drawing/2014/main" id="{ADC594E2-6E1A-4FDA-96F7-EC5C642296ED}"/>
              </a:ext>
            </a:extLst>
          </p:cNvPr>
          <p:cNvSpPr>
            <a:spLocks noGrp="1"/>
          </p:cNvSpPr>
          <p:nvPr>
            <p:ph type="sldNum" sz="quarter" idx="20"/>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823660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Button">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BBE351B-F9E8-4A08-0401-104039555D2F}"/>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pPr marL="0" indent="0">
              <a:buFont typeface="IBM Plex Sans" panose="020B0503050203000203" pitchFamily="34" charset="0"/>
              <a:buNone/>
            </a:pPr>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19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3" name="Text Placeholder 38">
            <a:extLst>
              <a:ext uri="{FF2B5EF4-FFF2-40B4-BE49-F238E27FC236}">
                <a16:creationId xmlns:a16="http://schemas.microsoft.com/office/drawing/2014/main" id="{93904CCA-1CAC-960B-0C1D-26DC9889EE24}"/>
              </a:ext>
            </a:extLst>
          </p:cNvPr>
          <p:cNvSpPr>
            <a:spLocks noGrp="1"/>
          </p:cNvSpPr>
          <p:nvPr>
            <p:ph type="body" sz="quarter" idx="16" hasCustomPrompt="1"/>
          </p:nvPr>
        </p:nvSpPr>
        <p:spPr>
          <a:xfrm>
            <a:off x="337177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7" name="Text Placeholder 38">
            <a:extLst>
              <a:ext uri="{FF2B5EF4-FFF2-40B4-BE49-F238E27FC236}">
                <a16:creationId xmlns:a16="http://schemas.microsoft.com/office/drawing/2014/main" id="{18D99361-2EC5-AB54-49BC-533710AB071A}"/>
              </a:ext>
            </a:extLst>
          </p:cNvPr>
          <p:cNvSpPr>
            <a:spLocks noGrp="1"/>
          </p:cNvSpPr>
          <p:nvPr>
            <p:ph type="body" sz="quarter" idx="17" hasCustomPrompt="1"/>
          </p:nvPr>
        </p:nvSpPr>
        <p:spPr>
          <a:xfrm>
            <a:off x="628635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4" name="Text Placeholder 38">
            <a:extLst>
              <a:ext uri="{FF2B5EF4-FFF2-40B4-BE49-F238E27FC236}">
                <a16:creationId xmlns:a16="http://schemas.microsoft.com/office/drawing/2014/main" id="{9D1AF4A6-1771-F6AC-2C95-2C8B4DECAE39}"/>
              </a:ext>
            </a:extLst>
          </p:cNvPr>
          <p:cNvSpPr>
            <a:spLocks noGrp="1"/>
          </p:cNvSpPr>
          <p:nvPr>
            <p:ph type="body" sz="quarter" idx="20" hasCustomPrompt="1"/>
          </p:nvPr>
        </p:nvSpPr>
        <p:spPr>
          <a:xfrm>
            <a:off x="920093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5" name="Date Placeholder 4">
            <a:extLst>
              <a:ext uri="{FF2B5EF4-FFF2-40B4-BE49-F238E27FC236}">
                <a16:creationId xmlns:a16="http://schemas.microsoft.com/office/drawing/2014/main" id="{0E294F37-BED2-6D6C-5ACC-9F0FCFCB4589}"/>
              </a:ext>
            </a:extLst>
          </p:cNvPr>
          <p:cNvSpPr>
            <a:spLocks noGrp="1"/>
          </p:cNvSpPr>
          <p:nvPr>
            <p:ph type="dt" sz="half" idx="21"/>
          </p:nvPr>
        </p:nvSpPr>
        <p:spPr/>
        <p:txBody>
          <a:bodyPr/>
          <a:lstStyle/>
          <a:p>
            <a:fld id="{228D026D-C07B-48C8-8C2B-C561E4D51E16}" type="datetime1">
              <a:rPr lang="en-US" smtClean="0"/>
              <a:t>6/19/2024</a:t>
            </a:fld>
            <a:endParaRPr lang="en-US"/>
          </a:p>
        </p:txBody>
      </p:sp>
      <p:sp>
        <p:nvSpPr>
          <p:cNvPr id="8" name="Footer Placeholder 7">
            <a:extLst>
              <a:ext uri="{FF2B5EF4-FFF2-40B4-BE49-F238E27FC236}">
                <a16:creationId xmlns:a16="http://schemas.microsoft.com/office/drawing/2014/main" id="{9C8DBA19-E0E0-2079-DC59-AB6649875E84}"/>
              </a:ext>
            </a:extLst>
          </p:cNvPr>
          <p:cNvSpPr>
            <a:spLocks noGrp="1"/>
          </p:cNvSpPr>
          <p:nvPr>
            <p:ph type="ftr" sz="quarter" idx="22"/>
          </p:nvPr>
        </p:nvSpPr>
        <p:spPr/>
        <p:txBody>
          <a:bodyPr/>
          <a:lstStyle/>
          <a:p>
            <a:r>
              <a:rPr lang="en-US"/>
              <a:t>CONFIDENTIAL</a:t>
            </a:r>
          </a:p>
        </p:txBody>
      </p:sp>
      <p:sp>
        <p:nvSpPr>
          <p:cNvPr id="9" name="Slide Number Placeholder 8">
            <a:extLst>
              <a:ext uri="{FF2B5EF4-FFF2-40B4-BE49-F238E27FC236}">
                <a16:creationId xmlns:a16="http://schemas.microsoft.com/office/drawing/2014/main" id="{FF3DE37F-A0AC-9C41-6BE5-DA06AD5EB52D}"/>
              </a:ext>
            </a:extLst>
          </p:cNvPr>
          <p:cNvSpPr>
            <a:spLocks noGrp="1"/>
          </p:cNvSpPr>
          <p:nvPr>
            <p:ph type="sldNum" sz="quarter" idx="2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893369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687325" y="365760"/>
            <a:ext cx="6353427" cy="1188720"/>
          </a:xfrm>
          <a:prstGeom prst="rect">
            <a:avLst/>
          </a:prstGeom>
        </p:spPr>
        <p:txBody>
          <a:bodyPr vert="horz" lIns="0" tIns="0" rIns="0" bIns="0" rtlCol="0" anchor="b">
            <a:noAutofit/>
          </a:bodyPr>
          <a:lstStyle>
            <a:lvl1pPr>
              <a:defRPr sz="4000">
                <a:latin typeface="+mj-lt"/>
                <a:ea typeface="+mj-ea"/>
                <a:cs typeface="+mj-cs"/>
              </a:defRPr>
            </a:lvl1pPr>
          </a:lstStyle>
          <a:p>
            <a:r>
              <a:rPr lang="en-US"/>
              <a:t>Title Goes Here</a:t>
            </a:r>
          </a:p>
        </p:txBody>
      </p:sp>
      <p:sp>
        <p:nvSpPr>
          <p:cNvPr id="5" name="Picture Placeholder 23">
            <a:extLst>
              <a:ext uri="{FF2B5EF4-FFF2-40B4-BE49-F238E27FC236}">
                <a16:creationId xmlns:a16="http://schemas.microsoft.com/office/drawing/2014/main" id="{85722EBC-8176-2081-5A3F-1276FD28E162}"/>
              </a:ext>
            </a:extLst>
          </p:cNvPr>
          <p:cNvSpPr>
            <a:spLocks noGrp="1"/>
          </p:cNvSpPr>
          <p:nvPr>
            <p:ph type="pic" sz="quarter" idx="10" hasCustomPrompt="1"/>
          </p:nvPr>
        </p:nvSpPr>
        <p:spPr>
          <a:xfrm>
            <a:off x="7181815" y="1371600"/>
            <a:ext cx="4114800" cy="4114800"/>
          </a:xfrm>
          <a:prstGeom prst="roundRect">
            <a:avLst/>
          </a:prstGeom>
          <a:solidFill>
            <a:schemeClr val="bg1">
              <a:lumMod val="75000"/>
            </a:schemeClr>
          </a:solidFill>
        </p:spPr>
        <p:txBody>
          <a:bodyPr anchor="ctr"/>
          <a:lstStyle>
            <a:lvl1pPr marL="0" indent="0" algn="ctr">
              <a:buNone/>
              <a:defRPr/>
            </a:lvl1pPr>
          </a:lstStyle>
          <a:p>
            <a:r>
              <a:rPr lang="en-US"/>
              <a:t>Click to add image</a:t>
            </a:r>
          </a:p>
        </p:txBody>
      </p:sp>
      <p:sp>
        <p:nvSpPr>
          <p:cNvPr id="4" name="Subtitle 2">
            <a:extLst>
              <a:ext uri="{FF2B5EF4-FFF2-40B4-BE49-F238E27FC236}">
                <a16:creationId xmlns:a16="http://schemas.microsoft.com/office/drawing/2014/main" id="{ED3E3588-4F94-E7E6-FC5F-A5F90E4926CE}"/>
              </a:ext>
            </a:extLst>
          </p:cNvPr>
          <p:cNvSpPr>
            <a:spLocks noGrp="1"/>
          </p:cNvSpPr>
          <p:nvPr>
            <p:ph type="subTitle" idx="14" hasCustomPrompt="1"/>
          </p:nvPr>
        </p:nvSpPr>
        <p:spPr>
          <a:xfrm>
            <a:off x="687325" y="1618488"/>
            <a:ext cx="6353427" cy="274320"/>
          </a:xfrm>
        </p:spPr>
        <p:txBody>
          <a:bodyPr lIns="0" tIns="0" rIns="0" bIns="0"/>
          <a:lstStyle>
            <a:lvl1pPr marL="0" indent="0" algn="l">
              <a:buNone/>
              <a:defRPr sz="2000" b="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Content Placeholder 10">
            <a:extLst>
              <a:ext uri="{FF2B5EF4-FFF2-40B4-BE49-F238E27FC236}">
                <a16:creationId xmlns:a16="http://schemas.microsoft.com/office/drawing/2014/main" id="{6296326A-1A24-A631-2CB1-651056F4ECA1}"/>
              </a:ext>
            </a:extLst>
          </p:cNvPr>
          <p:cNvSpPr>
            <a:spLocks noGrp="1"/>
          </p:cNvSpPr>
          <p:nvPr>
            <p:ph sz="quarter" idx="15"/>
          </p:nvPr>
        </p:nvSpPr>
        <p:spPr>
          <a:xfrm>
            <a:off x="687450" y="2104723"/>
            <a:ext cx="6353429" cy="4113197"/>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2C38D73B-EAE3-A46E-EA5B-1C0169CEE767}"/>
              </a:ext>
            </a:extLst>
          </p:cNvPr>
          <p:cNvSpPr>
            <a:spLocks noGrp="1"/>
          </p:cNvSpPr>
          <p:nvPr>
            <p:ph type="dt" sz="half" idx="16"/>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642412EE-2989-0E9E-CBC7-2A70D72C39D2}"/>
              </a:ext>
            </a:extLst>
          </p:cNvPr>
          <p:cNvSpPr>
            <a:spLocks noGrp="1"/>
          </p:cNvSpPr>
          <p:nvPr>
            <p:ph type="ftr" sz="quarter" idx="17"/>
          </p:nvPr>
        </p:nvSpPr>
        <p:spPr/>
        <p:txBody>
          <a:bodyPr/>
          <a:lstStyle/>
          <a:p>
            <a:r>
              <a:rPr lang="en-US"/>
              <a:t>CONFIDENTIAL</a:t>
            </a:r>
          </a:p>
        </p:txBody>
      </p:sp>
      <p:sp>
        <p:nvSpPr>
          <p:cNvPr id="7" name="Slide Number Placeholder 6">
            <a:extLst>
              <a:ext uri="{FF2B5EF4-FFF2-40B4-BE49-F238E27FC236}">
                <a16:creationId xmlns:a16="http://schemas.microsoft.com/office/drawing/2014/main" id="{270B0269-8409-C0C6-76BB-9FEA49E2D133}"/>
              </a:ext>
            </a:extLst>
          </p:cNvPr>
          <p:cNvSpPr>
            <a:spLocks noGrp="1"/>
          </p:cNvSpPr>
          <p:nvPr>
            <p:ph type="sldNum" sz="quarter" idx="18"/>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076314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mnipod">
    <p:spTree>
      <p:nvGrpSpPr>
        <p:cNvPr id="1" name=""/>
        <p:cNvGrpSpPr/>
        <p:nvPr/>
      </p:nvGrpSpPr>
      <p:grpSpPr>
        <a:xfrm>
          <a:off x="0" y="0"/>
          <a:ext cx="0" cy="0"/>
          <a:chOff x="0" y="0"/>
          <a:chExt cx="0" cy="0"/>
        </a:xfrm>
      </p:grpSpPr>
      <p:sp>
        <p:nvSpPr>
          <p:cNvPr id="8" name="Graphic 17">
            <a:extLst>
              <a:ext uri="{FF2B5EF4-FFF2-40B4-BE49-F238E27FC236}">
                <a16:creationId xmlns:a16="http://schemas.microsoft.com/office/drawing/2014/main" id="{8597F1AA-4303-52E3-4513-A73300B25D1C}"/>
              </a:ext>
            </a:extLst>
          </p:cNvPr>
          <p:cNvSpPr/>
          <p:nvPr userDrawn="1"/>
        </p:nvSpPr>
        <p:spPr>
          <a:xfrm>
            <a:off x="0" y="0"/>
            <a:ext cx="4957010" cy="4538932"/>
          </a:xfrm>
          <a:custGeom>
            <a:avLst/>
            <a:gdLst>
              <a:gd name="connsiteX0" fmla="*/ 0 w 5158820"/>
              <a:gd name="connsiteY0" fmla="*/ 3585115 h 3585114"/>
              <a:gd name="connsiteX1" fmla="*/ 0 w 5158820"/>
              <a:gd name="connsiteY1" fmla="*/ 0 h 3585114"/>
              <a:gd name="connsiteX2" fmla="*/ 5158820 w 5158820"/>
              <a:gd name="connsiteY2" fmla="*/ 0 h 3585114"/>
              <a:gd name="connsiteX3" fmla="*/ 5158820 w 5158820"/>
              <a:gd name="connsiteY3" fmla="*/ 2407730 h 3585114"/>
              <a:gd name="connsiteX4" fmla="*/ 3569424 w 5158820"/>
              <a:gd name="connsiteY4" fmla="*/ 3585115 h 3585114"/>
              <a:gd name="connsiteX5" fmla="*/ 0 w 5158820"/>
              <a:gd name="connsiteY5" fmla="*/ 3585115 h 358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8820" h="3585114">
                <a:moveTo>
                  <a:pt x="0" y="3585115"/>
                </a:moveTo>
                <a:lnTo>
                  <a:pt x="0" y="0"/>
                </a:lnTo>
                <a:lnTo>
                  <a:pt x="5158820" y="0"/>
                </a:lnTo>
                <a:cubicBezTo>
                  <a:pt x="5158820" y="0"/>
                  <a:pt x="5158820" y="2407730"/>
                  <a:pt x="5158820" y="2407730"/>
                </a:cubicBezTo>
                <a:cubicBezTo>
                  <a:pt x="5158820" y="3058001"/>
                  <a:pt x="4447250" y="3585115"/>
                  <a:pt x="3569424" y="3585115"/>
                </a:cubicBezTo>
                <a:lnTo>
                  <a:pt x="0" y="3585115"/>
                </a:lnTo>
                <a:close/>
              </a:path>
            </a:pathLst>
          </a:custGeom>
          <a:solidFill>
            <a:schemeClr val="accent1"/>
          </a:solidFill>
          <a:ln w="12836"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77B3C3F-A771-EED2-6857-E02099E5B092}"/>
              </a:ext>
            </a:extLst>
          </p:cNvPr>
          <p:cNvSpPr>
            <a:spLocks noGrp="1"/>
          </p:cNvSpPr>
          <p:nvPr>
            <p:ph type="title" hasCustomPrompt="1"/>
          </p:nvPr>
        </p:nvSpPr>
        <p:spPr>
          <a:xfrm>
            <a:off x="5550499" y="616693"/>
            <a:ext cx="5955702" cy="1188720"/>
          </a:xfrm>
        </p:spPr>
        <p:txBody>
          <a:bodyPr lIns="0" tIns="0" rIns="0" bIns="0"/>
          <a:lstStyle>
            <a:lvl1pPr>
              <a:defRPr sz="4000"/>
            </a:lvl1pPr>
          </a:lstStyle>
          <a:p>
            <a:r>
              <a:rPr lang="en-US"/>
              <a:t>Title Goes Here</a:t>
            </a:r>
          </a:p>
        </p:txBody>
      </p:sp>
      <p:sp>
        <p:nvSpPr>
          <p:cNvPr id="13" name="Subtitle 2">
            <a:extLst>
              <a:ext uri="{FF2B5EF4-FFF2-40B4-BE49-F238E27FC236}">
                <a16:creationId xmlns:a16="http://schemas.microsoft.com/office/drawing/2014/main" id="{83C847D7-DBD7-D2D8-AB38-282164D7B49C}"/>
              </a:ext>
            </a:extLst>
          </p:cNvPr>
          <p:cNvSpPr>
            <a:spLocks noGrp="1"/>
          </p:cNvSpPr>
          <p:nvPr>
            <p:ph type="subTitle" idx="14" hasCustomPrompt="1"/>
          </p:nvPr>
        </p:nvSpPr>
        <p:spPr>
          <a:xfrm>
            <a:off x="5550499" y="1874520"/>
            <a:ext cx="5955702" cy="293117"/>
          </a:xfrm>
        </p:spPr>
        <p:txBody>
          <a:bodyPr lIns="0" tIns="0" rIns="0" bIns="0"/>
          <a:lstStyle>
            <a:lvl1pPr marL="0" indent="0" algn="l">
              <a:buFont typeface="IBM Plex Sans" panose="020B0503050203000203" pitchFamily="34" charset="0"/>
              <a:buNone/>
              <a:defRPr sz="20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Content Placeholder 11">
            <a:extLst>
              <a:ext uri="{FF2B5EF4-FFF2-40B4-BE49-F238E27FC236}">
                <a16:creationId xmlns:a16="http://schemas.microsoft.com/office/drawing/2014/main" id="{6ACB9B06-BECE-E324-7CDA-AEEF2FE12DB2}"/>
              </a:ext>
            </a:extLst>
          </p:cNvPr>
          <p:cNvSpPr>
            <a:spLocks noGrp="1"/>
          </p:cNvSpPr>
          <p:nvPr>
            <p:ph sz="quarter" idx="18"/>
          </p:nvPr>
        </p:nvSpPr>
        <p:spPr>
          <a:xfrm>
            <a:off x="5550499" y="2507530"/>
            <a:ext cx="5955702" cy="3710390"/>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E6AFCD03-FF82-93D6-447B-1598C10B5013}"/>
              </a:ext>
            </a:extLst>
          </p:cNvPr>
          <p:cNvPicPr>
            <a:picLocks noChangeAspect="1"/>
          </p:cNvPicPr>
          <p:nvPr userDrawn="1"/>
        </p:nvPicPr>
        <p:blipFill>
          <a:blip r:embed="rId2"/>
          <a:stretch>
            <a:fillRect/>
          </a:stretch>
        </p:blipFill>
        <p:spPr>
          <a:xfrm>
            <a:off x="232914" y="223760"/>
            <a:ext cx="5596613" cy="6389162"/>
          </a:xfrm>
          <a:prstGeom prst="rect">
            <a:avLst/>
          </a:prstGeom>
        </p:spPr>
      </p:pic>
      <p:sp>
        <p:nvSpPr>
          <p:cNvPr id="3" name="Date Placeholder 2">
            <a:extLst>
              <a:ext uri="{FF2B5EF4-FFF2-40B4-BE49-F238E27FC236}">
                <a16:creationId xmlns:a16="http://schemas.microsoft.com/office/drawing/2014/main" id="{618DECF7-7824-820B-B0D4-23B1B7CE469F}"/>
              </a:ext>
            </a:extLst>
          </p:cNvPr>
          <p:cNvSpPr>
            <a:spLocks noGrp="1"/>
          </p:cNvSpPr>
          <p:nvPr>
            <p:ph type="dt" sz="half" idx="19"/>
          </p:nvPr>
        </p:nvSpPr>
        <p:spPr/>
        <p:txBody>
          <a:bodyPr/>
          <a:lstStyle/>
          <a:p>
            <a:fld id="{228D026D-C07B-48C8-8C2B-C561E4D51E16}" type="datetime1">
              <a:rPr lang="en-US" smtClean="0"/>
              <a:t>6/19/2024</a:t>
            </a:fld>
            <a:endParaRPr lang="en-US"/>
          </a:p>
        </p:txBody>
      </p:sp>
      <p:sp>
        <p:nvSpPr>
          <p:cNvPr id="5" name="Footer Placeholder 4">
            <a:extLst>
              <a:ext uri="{FF2B5EF4-FFF2-40B4-BE49-F238E27FC236}">
                <a16:creationId xmlns:a16="http://schemas.microsoft.com/office/drawing/2014/main" id="{AF158A49-1802-6C0A-507E-85C729FA9BA1}"/>
              </a:ext>
            </a:extLst>
          </p:cNvPr>
          <p:cNvSpPr>
            <a:spLocks noGrp="1"/>
          </p:cNvSpPr>
          <p:nvPr>
            <p:ph type="ftr" sz="quarter" idx="20"/>
          </p:nvPr>
        </p:nvSpPr>
        <p:spPr/>
        <p:txBody>
          <a:bodyPr/>
          <a:lstStyle/>
          <a:p>
            <a:r>
              <a:rPr lang="en-US"/>
              <a:t>CONFIDENTIAL</a:t>
            </a:r>
          </a:p>
        </p:txBody>
      </p:sp>
      <p:sp>
        <p:nvSpPr>
          <p:cNvPr id="6" name="Slide Number Placeholder 5">
            <a:extLst>
              <a:ext uri="{FF2B5EF4-FFF2-40B4-BE49-F238E27FC236}">
                <a16:creationId xmlns:a16="http://schemas.microsoft.com/office/drawing/2014/main" id="{002E0FC6-8E71-6FDB-6F5B-E0C5DE23DC0A}"/>
              </a:ext>
            </a:extLst>
          </p:cNvPr>
          <p:cNvSpPr>
            <a:spLocks noGrp="1"/>
          </p:cNvSpPr>
          <p:nvPr>
            <p:ph type="sldNum" sz="quarter" idx="2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14801859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xcom">
    <p:spTree>
      <p:nvGrpSpPr>
        <p:cNvPr id="1" name=""/>
        <p:cNvGrpSpPr/>
        <p:nvPr/>
      </p:nvGrpSpPr>
      <p:grpSpPr>
        <a:xfrm>
          <a:off x="0" y="0"/>
          <a:ext cx="0" cy="0"/>
          <a:chOff x="0" y="0"/>
          <a:chExt cx="0" cy="0"/>
        </a:xfrm>
      </p:grpSpPr>
      <p:sp>
        <p:nvSpPr>
          <p:cNvPr id="3" name="Graphic 17">
            <a:extLst>
              <a:ext uri="{FF2B5EF4-FFF2-40B4-BE49-F238E27FC236}">
                <a16:creationId xmlns:a16="http://schemas.microsoft.com/office/drawing/2014/main" id="{94906A67-3048-D494-1E00-AF1FF9D2965E}"/>
              </a:ext>
            </a:extLst>
          </p:cNvPr>
          <p:cNvSpPr/>
          <p:nvPr userDrawn="1"/>
        </p:nvSpPr>
        <p:spPr>
          <a:xfrm>
            <a:off x="0" y="0"/>
            <a:ext cx="4957010" cy="3528279"/>
          </a:xfrm>
          <a:custGeom>
            <a:avLst/>
            <a:gdLst>
              <a:gd name="connsiteX0" fmla="*/ 0 w 5158820"/>
              <a:gd name="connsiteY0" fmla="*/ 3585115 h 3585114"/>
              <a:gd name="connsiteX1" fmla="*/ 0 w 5158820"/>
              <a:gd name="connsiteY1" fmla="*/ 0 h 3585114"/>
              <a:gd name="connsiteX2" fmla="*/ 5158820 w 5158820"/>
              <a:gd name="connsiteY2" fmla="*/ 0 h 3585114"/>
              <a:gd name="connsiteX3" fmla="*/ 5158820 w 5158820"/>
              <a:gd name="connsiteY3" fmla="*/ 2407730 h 3585114"/>
              <a:gd name="connsiteX4" fmla="*/ 3569424 w 5158820"/>
              <a:gd name="connsiteY4" fmla="*/ 3585115 h 3585114"/>
              <a:gd name="connsiteX5" fmla="*/ 0 w 5158820"/>
              <a:gd name="connsiteY5" fmla="*/ 3585115 h 358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8820" h="3585114">
                <a:moveTo>
                  <a:pt x="0" y="3585115"/>
                </a:moveTo>
                <a:lnTo>
                  <a:pt x="0" y="0"/>
                </a:lnTo>
                <a:lnTo>
                  <a:pt x="5158820" y="0"/>
                </a:lnTo>
                <a:cubicBezTo>
                  <a:pt x="5158820" y="0"/>
                  <a:pt x="5158820" y="2407730"/>
                  <a:pt x="5158820" y="2407730"/>
                </a:cubicBezTo>
                <a:cubicBezTo>
                  <a:pt x="5158820" y="3058001"/>
                  <a:pt x="4447250" y="3585115"/>
                  <a:pt x="3569424" y="3585115"/>
                </a:cubicBezTo>
                <a:lnTo>
                  <a:pt x="0" y="3585115"/>
                </a:lnTo>
                <a:close/>
              </a:path>
            </a:pathLst>
          </a:custGeom>
          <a:solidFill>
            <a:schemeClr val="accent1"/>
          </a:solidFill>
          <a:ln w="12836" cap="flat">
            <a:noFill/>
            <a:prstDash val="solid"/>
            <a:miter/>
          </a:ln>
        </p:spPr>
        <p:txBody>
          <a:bodyPr rtlCol="0" anchor="ctr"/>
          <a:lstStyle/>
          <a:p>
            <a:endParaRPr lang="en-US"/>
          </a:p>
        </p:txBody>
      </p:sp>
      <p:sp>
        <p:nvSpPr>
          <p:cNvPr id="11" name="Title 1">
            <a:extLst>
              <a:ext uri="{FF2B5EF4-FFF2-40B4-BE49-F238E27FC236}">
                <a16:creationId xmlns:a16="http://schemas.microsoft.com/office/drawing/2014/main" id="{7B315C9C-CCDB-2247-3B9F-1E5F89783DBE}"/>
              </a:ext>
            </a:extLst>
          </p:cNvPr>
          <p:cNvSpPr>
            <a:spLocks noGrp="1"/>
          </p:cNvSpPr>
          <p:nvPr>
            <p:ph type="title" hasCustomPrompt="1"/>
          </p:nvPr>
        </p:nvSpPr>
        <p:spPr>
          <a:xfrm>
            <a:off x="5550499" y="616693"/>
            <a:ext cx="5955702" cy="1188720"/>
          </a:xfrm>
        </p:spPr>
        <p:txBody>
          <a:bodyPr lIns="0" tIns="0" rIns="0" bIns="0"/>
          <a:lstStyle>
            <a:lvl1pPr>
              <a:defRPr sz="4000"/>
            </a:lvl1pPr>
          </a:lstStyle>
          <a:p>
            <a:r>
              <a:rPr lang="en-US"/>
              <a:t>Title Goes Here</a:t>
            </a:r>
          </a:p>
        </p:txBody>
      </p:sp>
      <p:sp>
        <p:nvSpPr>
          <p:cNvPr id="13" name="Subtitle 2">
            <a:extLst>
              <a:ext uri="{FF2B5EF4-FFF2-40B4-BE49-F238E27FC236}">
                <a16:creationId xmlns:a16="http://schemas.microsoft.com/office/drawing/2014/main" id="{3DC7443E-F434-9D06-185F-B2D867056088}"/>
              </a:ext>
            </a:extLst>
          </p:cNvPr>
          <p:cNvSpPr>
            <a:spLocks noGrp="1"/>
          </p:cNvSpPr>
          <p:nvPr>
            <p:ph type="subTitle" idx="14" hasCustomPrompt="1"/>
          </p:nvPr>
        </p:nvSpPr>
        <p:spPr>
          <a:xfrm>
            <a:off x="5550499" y="1874520"/>
            <a:ext cx="5955702" cy="293117"/>
          </a:xfrm>
        </p:spPr>
        <p:txBody>
          <a:bodyPr vert="horz" lIns="0" tIns="0" rIns="0" bIns="0" rtlCol="0">
            <a:noAutofit/>
          </a:bodyPr>
          <a:lstStyle>
            <a:lvl1pPr marL="0" indent="0">
              <a:buNone/>
              <a:defRPr lang="en-US" sz="2000" b="0" cap="all" baseline="0" dirty="0">
                <a:solidFill>
                  <a:schemeClr val="accent1">
                    <a:lumMod val="50000"/>
                  </a:schemeClr>
                </a:solidFill>
              </a:defRPr>
            </a:lvl1pPr>
          </a:lstStyle>
          <a:p>
            <a:pPr marL="228600" lvl="0" indent="-228600"/>
            <a:r>
              <a:rPr lang="en-US"/>
              <a:t>CLICK TO EDIT MASTER SUBTITLE STYLE</a:t>
            </a:r>
          </a:p>
        </p:txBody>
      </p:sp>
      <p:sp>
        <p:nvSpPr>
          <p:cNvPr id="10" name="Content Placeholder 9">
            <a:extLst>
              <a:ext uri="{FF2B5EF4-FFF2-40B4-BE49-F238E27FC236}">
                <a16:creationId xmlns:a16="http://schemas.microsoft.com/office/drawing/2014/main" id="{5CC7B76A-3FE1-EF24-93CE-29D50F924EAE}"/>
              </a:ext>
            </a:extLst>
          </p:cNvPr>
          <p:cNvSpPr>
            <a:spLocks noGrp="1"/>
          </p:cNvSpPr>
          <p:nvPr>
            <p:ph sz="quarter" idx="18"/>
          </p:nvPr>
        </p:nvSpPr>
        <p:spPr>
          <a:xfrm>
            <a:off x="5550499" y="3200400"/>
            <a:ext cx="5955702" cy="3017520"/>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B01B9AE-C8D8-86DB-2677-8893DD6DD7DA}"/>
              </a:ext>
            </a:extLst>
          </p:cNvPr>
          <p:cNvPicPr>
            <a:picLocks noChangeAspect="1"/>
          </p:cNvPicPr>
          <p:nvPr userDrawn="1"/>
        </p:nvPicPr>
        <p:blipFill>
          <a:blip r:embed="rId2"/>
          <a:stretch>
            <a:fillRect/>
          </a:stretch>
        </p:blipFill>
        <p:spPr>
          <a:xfrm>
            <a:off x="104153" y="2796016"/>
            <a:ext cx="5297883" cy="2469094"/>
          </a:xfrm>
          <a:prstGeom prst="rect">
            <a:avLst/>
          </a:prstGeom>
        </p:spPr>
      </p:pic>
      <p:sp>
        <p:nvSpPr>
          <p:cNvPr id="4" name="Date Placeholder 3">
            <a:extLst>
              <a:ext uri="{FF2B5EF4-FFF2-40B4-BE49-F238E27FC236}">
                <a16:creationId xmlns:a16="http://schemas.microsoft.com/office/drawing/2014/main" id="{BC99AFBA-AC76-580D-BD75-FC95298C70EC}"/>
              </a:ext>
            </a:extLst>
          </p:cNvPr>
          <p:cNvSpPr>
            <a:spLocks noGrp="1"/>
          </p:cNvSpPr>
          <p:nvPr>
            <p:ph type="dt" sz="half" idx="19"/>
          </p:nvPr>
        </p:nvSpPr>
        <p:spPr/>
        <p:txBody>
          <a:bodyPr/>
          <a:lstStyle/>
          <a:p>
            <a:fld id="{228D026D-C07B-48C8-8C2B-C561E4D51E16}" type="datetime1">
              <a:rPr lang="en-US" smtClean="0"/>
              <a:t>6/19/2024</a:t>
            </a:fld>
            <a:endParaRPr lang="en-US"/>
          </a:p>
        </p:txBody>
      </p:sp>
      <p:sp>
        <p:nvSpPr>
          <p:cNvPr id="5" name="Footer Placeholder 4">
            <a:extLst>
              <a:ext uri="{FF2B5EF4-FFF2-40B4-BE49-F238E27FC236}">
                <a16:creationId xmlns:a16="http://schemas.microsoft.com/office/drawing/2014/main" id="{C66941A8-2E0D-F7EE-3E88-751D5CCDB773}"/>
              </a:ext>
            </a:extLst>
          </p:cNvPr>
          <p:cNvSpPr>
            <a:spLocks noGrp="1"/>
          </p:cNvSpPr>
          <p:nvPr>
            <p:ph type="ftr" sz="quarter" idx="20"/>
          </p:nvPr>
        </p:nvSpPr>
        <p:spPr/>
        <p:txBody>
          <a:bodyPr/>
          <a:lstStyle/>
          <a:p>
            <a:r>
              <a:rPr lang="en-US"/>
              <a:t>CONFIDENTIAL</a:t>
            </a:r>
          </a:p>
        </p:txBody>
      </p:sp>
      <p:sp>
        <p:nvSpPr>
          <p:cNvPr id="6" name="Slide Number Placeholder 5">
            <a:extLst>
              <a:ext uri="{FF2B5EF4-FFF2-40B4-BE49-F238E27FC236}">
                <a16:creationId xmlns:a16="http://schemas.microsoft.com/office/drawing/2014/main" id="{1E45CA9D-3791-EFEC-8F47-18123B9E7D47}"/>
              </a:ext>
            </a:extLst>
          </p:cNvPr>
          <p:cNvSpPr>
            <a:spLocks noGrp="1"/>
          </p:cNvSpPr>
          <p:nvPr>
            <p:ph type="sldNum" sz="quarter" idx="2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6131860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B315C9C-CCDB-2247-3B9F-1E5F89783DBE}"/>
              </a:ext>
            </a:extLst>
          </p:cNvPr>
          <p:cNvSpPr>
            <a:spLocks noGrp="1"/>
          </p:cNvSpPr>
          <p:nvPr>
            <p:ph type="title" hasCustomPrompt="1"/>
          </p:nvPr>
        </p:nvSpPr>
        <p:spPr>
          <a:xfrm>
            <a:off x="5550499" y="616693"/>
            <a:ext cx="5955702" cy="1188720"/>
          </a:xfrm>
        </p:spPr>
        <p:txBody>
          <a:bodyPr lIns="0" tIns="0" rIns="0" bIns="0"/>
          <a:lstStyle>
            <a:lvl1pPr>
              <a:defRPr sz="4000"/>
            </a:lvl1pPr>
          </a:lstStyle>
          <a:p>
            <a:r>
              <a:rPr lang="en-US"/>
              <a:t>Title Goes Here</a:t>
            </a:r>
          </a:p>
        </p:txBody>
      </p:sp>
      <p:sp>
        <p:nvSpPr>
          <p:cNvPr id="13" name="Subtitle 2">
            <a:extLst>
              <a:ext uri="{FF2B5EF4-FFF2-40B4-BE49-F238E27FC236}">
                <a16:creationId xmlns:a16="http://schemas.microsoft.com/office/drawing/2014/main" id="{3DC7443E-F434-9D06-185F-B2D867056088}"/>
              </a:ext>
            </a:extLst>
          </p:cNvPr>
          <p:cNvSpPr>
            <a:spLocks noGrp="1"/>
          </p:cNvSpPr>
          <p:nvPr>
            <p:ph type="subTitle" idx="14" hasCustomPrompt="1"/>
          </p:nvPr>
        </p:nvSpPr>
        <p:spPr>
          <a:xfrm>
            <a:off x="5550499" y="1874520"/>
            <a:ext cx="5955702" cy="293117"/>
          </a:xfrm>
        </p:spPr>
        <p:txBody>
          <a:bodyPr vert="horz" lIns="0" tIns="0" rIns="0" bIns="0" rtlCol="0">
            <a:noAutofit/>
          </a:bodyPr>
          <a:lstStyle>
            <a:lvl1pPr marL="0" indent="0">
              <a:buNone/>
              <a:defRPr lang="en-US" sz="2000" b="0" cap="all" baseline="0" dirty="0">
                <a:solidFill>
                  <a:schemeClr val="accent1">
                    <a:lumMod val="50000"/>
                  </a:schemeClr>
                </a:solidFill>
              </a:defRPr>
            </a:lvl1pPr>
          </a:lstStyle>
          <a:p>
            <a:pPr marL="228600" lvl="0" indent="-228600"/>
            <a:r>
              <a:rPr lang="en-US"/>
              <a:t>CLICK TO EDIT MASTER SUBTITLE STYLE</a:t>
            </a:r>
          </a:p>
        </p:txBody>
      </p:sp>
      <p:sp>
        <p:nvSpPr>
          <p:cNvPr id="7" name="Rectangle 6">
            <a:extLst>
              <a:ext uri="{FF2B5EF4-FFF2-40B4-BE49-F238E27FC236}">
                <a16:creationId xmlns:a16="http://schemas.microsoft.com/office/drawing/2014/main" id="{6BFD9499-C9DA-AA6E-6279-6C374DEF5197}"/>
              </a:ext>
            </a:extLst>
          </p:cNvPr>
          <p:cNvSpPr/>
          <p:nvPr userDrawn="1"/>
        </p:nvSpPr>
        <p:spPr>
          <a:xfrm>
            <a:off x="1216866" y="662838"/>
            <a:ext cx="3254602" cy="273229"/>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9" name="Picture 8">
            <a:extLst>
              <a:ext uri="{FF2B5EF4-FFF2-40B4-BE49-F238E27FC236}">
                <a16:creationId xmlns:a16="http://schemas.microsoft.com/office/drawing/2014/main" id="{2DE50CAA-95E2-06AC-A71F-7DA0A7D918BB}"/>
              </a:ext>
            </a:extLst>
          </p:cNvPr>
          <p:cNvPicPr>
            <a:picLocks noChangeAspect="1"/>
          </p:cNvPicPr>
          <p:nvPr userDrawn="1"/>
        </p:nvPicPr>
        <p:blipFill rotWithShape="1">
          <a:blip r:embed="rId2"/>
          <a:srcRect b="11579"/>
          <a:stretch/>
        </p:blipFill>
        <p:spPr>
          <a:xfrm>
            <a:off x="1036094" y="457200"/>
            <a:ext cx="3656623" cy="6400800"/>
          </a:xfrm>
          <a:prstGeom prst="rect">
            <a:avLst/>
          </a:prstGeom>
          <a:noFill/>
        </p:spPr>
      </p:pic>
      <p:sp>
        <p:nvSpPr>
          <p:cNvPr id="15" name="Content Placeholder 9">
            <a:extLst>
              <a:ext uri="{FF2B5EF4-FFF2-40B4-BE49-F238E27FC236}">
                <a16:creationId xmlns:a16="http://schemas.microsoft.com/office/drawing/2014/main" id="{3A12FC7B-D326-1E66-AB21-B47C92F863C0}"/>
              </a:ext>
            </a:extLst>
          </p:cNvPr>
          <p:cNvSpPr>
            <a:spLocks noGrp="1"/>
          </p:cNvSpPr>
          <p:nvPr>
            <p:ph sz="quarter" idx="15" hasCustomPrompt="1"/>
          </p:nvPr>
        </p:nvSpPr>
        <p:spPr>
          <a:xfrm>
            <a:off x="1286337" y="936067"/>
            <a:ext cx="3157816" cy="5921932"/>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14" name="Content Placeholder 13">
            <a:extLst>
              <a:ext uri="{FF2B5EF4-FFF2-40B4-BE49-F238E27FC236}">
                <a16:creationId xmlns:a16="http://schemas.microsoft.com/office/drawing/2014/main" id="{93DCDF15-06D5-723B-2FE7-286F29E052F2}"/>
              </a:ext>
            </a:extLst>
          </p:cNvPr>
          <p:cNvSpPr>
            <a:spLocks noGrp="1"/>
          </p:cNvSpPr>
          <p:nvPr>
            <p:ph sz="quarter" idx="19"/>
          </p:nvPr>
        </p:nvSpPr>
        <p:spPr>
          <a:xfrm>
            <a:off x="5550499" y="3200400"/>
            <a:ext cx="5955702" cy="3017520"/>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489015-9CBA-1B5D-E78D-F55949B2963F}"/>
              </a:ext>
            </a:extLst>
          </p:cNvPr>
          <p:cNvSpPr>
            <a:spLocks noGrp="1"/>
          </p:cNvSpPr>
          <p:nvPr>
            <p:ph type="dt" sz="half" idx="20"/>
          </p:nvPr>
        </p:nvSpPr>
        <p:spPr/>
        <p:txBody>
          <a:bodyPr/>
          <a:lstStyle/>
          <a:p>
            <a:fld id="{228D026D-C07B-48C8-8C2B-C561E4D51E16}" type="datetime1">
              <a:rPr lang="en-US" smtClean="0"/>
              <a:t>6/19/2024</a:t>
            </a:fld>
            <a:endParaRPr lang="en-US"/>
          </a:p>
        </p:txBody>
      </p:sp>
      <p:sp>
        <p:nvSpPr>
          <p:cNvPr id="6" name="Footer Placeholder 5">
            <a:extLst>
              <a:ext uri="{FF2B5EF4-FFF2-40B4-BE49-F238E27FC236}">
                <a16:creationId xmlns:a16="http://schemas.microsoft.com/office/drawing/2014/main" id="{8AB01CE8-4B41-75FF-DEB5-B636021CE092}"/>
              </a:ext>
            </a:extLst>
          </p:cNvPr>
          <p:cNvSpPr>
            <a:spLocks noGrp="1"/>
          </p:cNvSpPr>
          <p:nvPr>
            <p:ph type="ftr" sz="quarter" idx="21"/>
          </p:nvPr>
        </p:nvSpPr>
        <p:spPr/>
        <p:txBody>
          <a:bodyPr/>
          <a:lstStyle/>
          <a:p>
            <a:r>
              <a:rPr lang="en-US"/>
              <a:t>CONFIDENTIAL</a:t>
            </a:r>
          </a:p>
        </p:txBody>
      </p:sp>
      <p:sp>
        <p:nvSpPr>
          <p:cNvPr id="8" name="Slide Number Placeholder 7">
            <a:extLst>
              <a:ext uri="{FF2B5EF4-FFF2-40B4-BE49-F238E27FC236}">
                <a16:creationId xmlns:a16="http://schemas.microsoft.com/office/drawing/2014/main" id="{AF5B5605-B167-E94F-F99B-9098F0AFF668}"/>
              </a:ext>
            </a:extLst>
          </p:cNvPr>
          <p:cNvSpPr>
            <a:spLocks noGrp="1"/>
          </p:cNvSpPr>
          <p:nvPr>
            <p:ph type="sldNum" sz="quarter" idx="2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9263518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vic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B3C3F-A771-EED2-6857-E02099E5B092}"/>
              </a:ext>
            </a:extLst>
          </p:cNvPr>
          <p:cNvSpPr>
            <a:spLocks noGrp="1"/>
          </p:cNvSpPr>
          <p:nvPr>
            <p:ph type="title" hasCustomPrompt="1"/>
          </p:nvPr>
        </p:nvSpPr>
        <p:spPr>
          <a:xfrm>
            <a:off x="6765223" y="616693"/>
            <a:ext cx="4740977" cy="1188720"/>
          </a:xfrm>
        </p:spPr>
        <p:txBody>
          <a:bodyPr lIns="0" tIns="0" rIns="0" bIns="0"/>
          <a:lstStyle>
            <a:lvl1pPr marL="0" indent="0">
              <a:buFont typeface="IBM Plex Sans" panose="020B0503050203000203" pitchFamily="34" charset="0"/>
              <a:buNone/>
              <a:defRPr lang="en-US" sz="4000" b="1" kern="1200" cap="none" baseline="0" dirty="0">
                <a:solidFill>
                  <a:schemeClr val="accent1">
                    <a:lumMod val="50000"/>
                  </a:schemeClr>
                </a:solidFill>
                <a:latin typeface="+mj-lt"/>
                <a:ea typeface="+mj-ea"/>
                <a:cs typeface="+mj-cs"/>
              </a:defRPr>
            </a:lvl1pPr>
          </a:lstStyle>
          <a:p>
            <a:r>
              <a:rPr lang="en-US"/>
              <a:t>Title Goes Here</a:t>
            </a:r>
          </a:p>
        </p:txBody>
      </p:sp>
      <p:sp>
        <p:nvSpPr>
          <p:cNvPr id="6" name="Subtitle 2">
            <a:extLst>
              <a:ext uri="{FF2B5EF4-FFF2-40B4-BE49-F238E27FC236}">
                <a16:creationId xmlns:a16="http://schemas.microsoft.com/office/drawing/2014/main" id="{A2625E43-5BF1-FD2F-F6DC-D00BC056CFE1}"/>
              </a:ext>
            </a:extLst>
          </p:cNvPr>
          <p:cNvSpPr>
            <a:spLocks noGrp="1"/>
          </p:cNvSpPr>
          <p:nvPr>
            <p:ph type="subTitle" idx="14" hasCustomPrompt="1"/>
          </p:nvPr>
        </p:nvSpPr>
        <p:spPr>
          <a:xfrm>
            <a:off x="6765223" y="1874520"/>
            <a:ext cx="4740978" cy="293117"/>
          </a:xfrm>
        </p:spPr>
        <p:txBody>
          <a:bodyPr vert="horz" lIns="0" tIns="0" rIns="0" bIns="0" rtlCol="0">
            <a:noAutofit/>
          </a:bodyPr>
          <a:lstStyle>
            <a:lvl1pPr marL="0" indent="0">
              <a:buNone/>
              <a:defRPr lang="en-US" sz="2000" b="0" cap="all" baseline="0" dirty="0">
                <a:solidFill>
                  <a:schemeClr val="accent1">
                    <a:lumMod val="50000"/>
                  </a:schemeClr>
                </a:solidFill>
              </a:defRPr>
            </a:lvl1pPr>
          </a:lstStyle>
          <a:p>
            <a:pPr marL="228600" lvl="0" indent="-228600"/>
            <a:r>
              <a:rPr lang="en-US"/>
              <a:t>CLICK TO EDIT MASTER SUBTITLE</a:t>
            </a:r>
          </a:p>
        </p:txBody>
      </p:sp>
      <p:pic>
        <p:nvPicPr>
          <p:cNvPr id="5" name="Picture 4">
            <a:extLst>
              <a:ext uri="{FF2B5EF4-FFF2-40B4-BE49-F238E27FC236}">
                <a16:creationId xmlns:a16="http://schemas.microsoft.com/office/drawing/2014/main" id="{FFA828C9-5EC5-9288-B6E2-A03B389A99B7}"/>
              </a:ext>
            </a:extLst>
          </p:cNvPr>
          <p:cNvPicPr>
            <a:picLocks noChangeAspect="1"/>
          </p:cNvPicPr>
          <p:nvPr userDrawn="1"/>
        </p:nvPicPr>
        <p:blipFill rotWithShape="1">
          <a:blip r:embed="rId2"/>
          <a:srcRect l="25218" t="4088" r="6471" b="16512"/>
          <a:stretch/>
        </p:blipFill>
        <p:spPr>
          <a:xfrm>
            <a:off x="0" y="553171"/>
            <a:ext cx="6442440" cy="6304829"/>
          </a:xfrm>
          <a:prstGeom prst="rect">
            <a:avLst/>
          </a:prstGeom>
        </p:spPr>
      </p:pic>
      <p:sp>
        <p:nvSpPr>
          <p:cNvPr id="9" name="Content Placeholder 8">
            <a:extLst>
              <a:ext uri="{FF2B5EF4-FFF2-40B4-BE49-F238E27FC236}">
                <a16:creationId xmlns:a16="http://schemas.microsoft.com/office/drawing/2014/main" id="{F75640B4-E538-C367-4581-6156E3BB994A}"/>
              </a:ext>
            </a:extLst>
          </p:cNvPr>
          <p:cNvSpPr>
            <a:spLocks noGrp="1"/>
          </p:cNvSpPr>
          <p:nvPr>
            <p:ph sz="quarter" idx="16" hasCustomPrompt="1"/>
          </p:nvPr>
        </p:nvSpPr>
        <p:spPr>
          <a:xfrm>
            <a:off x="0" y="1209672"/>
            <a:ext cx="6038850" cy="4043366"/>
          </a:xfrm>
          <a:solidFill>
            <a:schemeClr val="bg1">
              <a:lumMod val="75000"/>
            </a:schemeClr>
          </a:solidFill>
        </p:spPr>
        <p:txBody>
          <a:bodyPr anchor="ctr"/>
          <a:lstStyle>
            <a:lvl1pPr marL="0" indent="0" algn="ctr">
              <a:buNone/>
              <a:defRPr/>
            </a:lvl1pPr>
          </a:lstStyle>
          <a:p>
            <a:pPr lvl="0"/>
            <a:r>
              <a:rPr lang="en-US"/>
              <a:t>Click to add </a:t>
            </a:r>
            <a:br>
              <a:rPr lang="en-US"/>
            </a:br>
            <a:r>
              <a:rPr lang="en-US"/>
              <a:t>image or video</a:t>
            </a:r>
          </a:p>
        </p:txBody>
      </p:sp>
      <p:sp>
        <p:nvSpPr>
          <p:cNvPr id="13" name="Content Placeholder 12">
            <a:extLst>
              <a:ext uri="{FF2B5EF4-FFF2-40B4-BE49-F238E27FC236}">
                <a16:creationId xmlns:a16="http://schemas.microsoft.com/office/drawing/2014/main" id="{5EA4375F-1E91-C28A-D7E5-232257B0BA98}"/>
              </a:ext>
            </a:extLst>
          </p:cNvPr>
          <p:cNvSpPr>
            <a:spLocks noGrp="1"/>
          </p:cNvSpPr>
          <p:nvPr>
            <p:ph sz="quarter" idx="20"/>
          </p:nvPr>
        </p:nvSpPr>
        <p:spPr>
          <a:xfrm>
            <a:off x="6765223" y="2507529"/>
            <a:ext cx="4740978" cy="3710391"/>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4012F32-6EE0-CAFD-FEC4-AB1162F8443A}"/>
              </a:ext>
            </a:extLst>
          </p:cNvPr>
          <p:cNvSpPr>
            <a:spLocks noGrp="1"/>
          </p:cNvSpPr>
          <p:nvPr>
            <p:ph type="dt" sz="half" idx="21"/>
          </p:nvPr>
        </p:nvSpPr>
        <p:spPr/>
        <p:txBody>
          <a:bodyPr/>
          <a:lstStyle/>
          <a:p>
            <a:fld id="{228D026D-C07B-48C8-8C2B-C561E4D51E16}" type="datetime1">
              <a:rPr lang="en-US" smtClean="0"/>
              <a:t>6/19/2024</a:t>
            </a:fld>
            <a:endParaRPr lang="en-US"/>
          </a:p>
        </p:txBody>
      </p:sp>
      <p:sp>
        <p:nvSpPr>
          <p:cNvPr id="10" name="Footer Placeholder 9">
            <a:extLst>
              <a:ext uri="{FF2B5EF4-FFF2-40B4-BE49-F238E27FC236}">
                <a16:creationId xmlns:a16="http://schemas.microsoft.com/office/drawing/2014/main" id="{F6630292-EA74-B8C0-FCA8-166B143908CF}"/>
              </a:ext>
            </a:extLst>
          </p:cNvPr>
          <p:cNvSpPr>
            <a:spLocks noGrp="1"/>
          </p:cNvSpPr>
          <p:nvPr>
            <p:ph type="ftr" sz="quarter" idx="22"/>
          </p:nvPr>
        </p:nvSpPr>
        <p:spPr/>
        <p:txBody>
          <a:bodyPr/>
          <a:lstStyle/>
          <a:p>
            <a:r>
              <a:rPr lang="en-US"/>
              <a:t>CONFIDENTIAL</a:t>
            </a:r>
          </a:p>
        </p:txBody>
      </p:sp>
      <p:sp>
        <p:nvSpPr>
          <p:cNvPr id="11" name="Slide Number Placeholder 10">
            <a:extLst>
              <a:ext uri="{FF2B5EF4-FFF2-40B4-BE49-F238E27FC236}">
                <a16:creationId xmlns:a16="http://schemas.microsoft.com/office/drawing/2014/main" id="{3B06D116-0972-9E81-4E91-6C9409CD0E80}"/>
              </a:ext>
            </a:extLst>
          </p:cNvPr>
          <p:cNvSpPr>
            <a:spLocks noGrp="1"/>
          </p:cNvSpPr>
          <p:nvPr>
            <p:ph type="sldNum" sz="quarter" idx="23"/>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8683921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vice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C22C79A9-5E0F-2D9B-48B8-93F52AEB8C30}"/>
              </a:ext>
            </a:extLst>
          </p:cNvPr>
          <p:cNvSpPr/>
          <p:nvPr userDrawn="1"/>
        </p:nvSpPr>
        <p:spPr>
          <a:xfrm>
            <a:off x="6919985" y="2020174"/>
            <a:ext cx="2471539" cy="227578"/>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19" name="Picture 18">
            <a:extLst>
              <a:ext uri="{FF2B5EF4-FFF2-40B4-BE49-F238E27FC236}">
                <a16:creationId xmlns:a16="http://schemas.microsoft.com/office/drawing/2014/main" id="{B4AAECE5-BE0E-F77B-7245-F66981C85236}"/>
              </a:ext>
            </a:extLst>
          </p:cNvPr>
          <p:cNvPicPr>
            <a:picLocks noChangeAspect="1"/>
          </p:cNvPicPr>
          <p:nvPr userDrawn="1"/>
        </p:nvPicPr>
        <p:blipFill rotWithShape="1">
          <a:blip r:embed="rId2"/>
          <a:srcRect b="9645"/>
          <a:stretch/>
        </p:blipFill>
        <p:spPr>
          <a:xfrm>
            <a:off x="6760370" y="1890912"/>
            <a:ext cx="2776834" cy="4967088"/>
          </a:xfrm>
          <a:prstGeom prst="rect">
            <a:avLst/>
          </a:prstGeom>
        </p:spPr>
      </p:pic>
      <p:sp>
        <p:nvSpPr>
          <p:cNvPr id="17" name="Content Placeholder 9">
            <a:extLst>
              <a:ext uri="{FF2B5EF4-FFF2-40B4-BE49-F238E27FC236}">
                <a16:creationId xmlns:a16="http://schemas.microsoft.com/office/drawing/2014/main" id="{642B7814-D2D8-7223-29EB-819AFFBB3A9F}"/>
              </a:ext>
            </a:extLst>
          </p:cNvPr>
          <p:cNvSpPr>
            <a:spLocks noGrp="1"/>
          </p:cNvSpPr>
          <p:nvPr>
            <p:ph sz="quarter" idx="16" hasCustomPrompt="1"/>
          </p:nvPr>
        </p:nvSpPr>
        <p:spPr>
          <a:xfrm>
            <a:off x="6955276" y="2247754"/>
            <a:ext cx="2391482" cy="4610246"/>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4" name="Rectangle 3">
            <a:extLst>
              <a:ext uri="{FF2B5EF4-FFF2-40B4-BE49-F238E27FC236}">
                <a16:creationId xmlns:a16="http://schemas.microsoft.com/office/drawing/2014/main" id="{521F1EAD-68B8-E30F-F846-DF73DBE6C902}"/>
              </a:ext>
            </a:extLst>
          </p:cNvPr>
          <p:cNvSpPr/>
          <p:nvPr userDrawn="1"/>
        </p:nvSpPr>
        <p:spPr>
          <a:xfrm>
            <a:off x="2922714" y="2020172"/>
            <a:ext cx="2471539" cy="227578"/>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11" name="Picture 10">
            <a:extLst>
              <a:ext uri="{FF2B5EF4-FFF2-40B4-BE49-F238E27FC236}">
                <a16:creationId xmlns:a16="http://schemas.microsoft.com/office/drawing/2014/main" id="{0C332574-8D10-9AF3-9093-EBCB26DD90B6}"/>
              </a:ext>
            </a:extLst>
          </p:cNvPr>
          <p:cNvPicPr>
            <a:picLocks noChangeAspect="1"/>
          </p:cNvPicPr>
          <p:nvPr userDrawn="1"/>
        </p:nvPicPr>
        <p:blipFill rotWithShape="1">
          <a:blip r:embed="rId2"/>
          <a:srcRect b="9645"/>
          <a:stretch/>
        </p:blipFill>
        <p:spPr>
          <a:xfrm>
            <a:off x="2763099" y="1890910"/>
            <a:ext cx="2776834" cy="4967090"/>
          </a:xfrm>
          <a:prstGeom prst="rect">
            <a:avLst/>
          </a:prstGeom>
        </p:spPr>
      </p:pic>
      <p:sp>
        <p:nvSpPr>
          <p:cNvPr id="12" name="Content Placeholder 9">
            <a:extLst>
              <a:ext uri="{FF2B5EF4-FFF2-40B4-BE49-F238E27FC236}">
                <a16:creationId xmlns:a16="http://schemas.microsoft.com/office/drawing/2014/main" id="{798D3975-5C9D-EFCF-A3CA-63670CEE6A7C}"/>
              </a:ext>
            </a:extLst>
          </p:cNvPr>
          <p:cNvSpPr>
            <a:spLocks noGrp="1"/>
          </p:cNvSpPr>
          <p:nvPr>
            <p:ph sz="quarter" idx="17" hasCustomPrompt="1"/>
          </p:nvPr>
        </p:nvSpPr>
        <p:spPr>
          <a:xfrm>
            <a:off x="2958005" y="2247752"/>
            <a:ext cx="2391482" cy="4610248"/>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3" name="Date Placeholder 2">
            <a:extLst>
              <a:ext uri="{FF2B5EF4-FFF2-40B4-BE49-F238E27FC236}">
                <a16:creationId xmlns:a16="http://schemas.microsoft.com/office/drawing/2014/main" id="{34CA2612-05F3-4A38-B595-60B89FF9523F}"/>
              </a:ext>
            </a:extLst>
          </p:cNvPr>
          <p:cNvSpPr>
            <a:spLocks noGrp="1"/>
          </p:cNvSpPr>
          <p:nvPr>
            <p:ph type="dt" sz="half" idx="18"/>
          </p:nvPr>
        </p:nvSpPr>
        <p:spPr/>
        <p:txBody>
          <a:bodyPr/>
          <a:lstStyle/>
          <a:p>
            <a:fld id="{228D026D-C07B-48C8-8C2B-C561E4D51E16}" type="datetime1">
              <a:rPr lang="en-US" smtClean="0"/>
              <a:t>6/19/2024</a:t>
            </a:fld>
            <a:endParaRPr lang="en-US"/>
          </a:p>
        </p:txBody>
      </p:sp>
      <p:sp>
        <p:nvSpPr>
          <p:cNvPr id="5" name="Footer Placeholder 4">
            <a:extLst>
              <a:ext uri="{FF2B5EF4-FFF2-40B4-BE49-F238E27FC236}">
                <a16:creationId xmlns:a16="http://schemas.microsoft.com/office/drawing/2014/main" id="{6486B8C5-6089-CF14-86C4-D117A5BCC301}"/>
              </a:ext>
            </a:extLst>
          </p:cNvPr>
          <p:cNvSpPr>
            <a:spLocks noGrp="1"/>
          </p:cNvSpPr>
          <p:nvPr>
            <p:ph type="ftr" sz="quarter" idx="19"/>
          </p:nvPr>
        </p:nvSpPr>
        <p:spPr/>
        <p:txBody>
          <a:bodyPr/>
          <a:lstStyle/>
          <a:p>
            <a:r>
              <a:rPr lang="en-US"/>
              <a:t>CONFIDENTIAL</a:t>
            </a:r>
          </a:p>
        </p:txBody>
      </p:sp>
      <p:sp>
        <p:nvSpPr>
          <p:cNvPr id="8" name="Slide Number Placeholder 7">
            <a:extLst>
              <a:ext uri="{FF2B5EF4-FFF2-40B4-BE49-F238E27FC236}">
                <a16:creationId xmlns:a16="http://schemas.microsoft.com/office/drawing/2014/main" id="{5EA89FBB-727D-08A9-ECCC-891CD51ED316}"/>
              </a:ext>
            </a:extLst>
          </p:cNvPr>
          <p:cNvSpPr>
            <a:spLocks noGrp="1"/>
          </p:cNvSpPr>
          <p:nvPr>
            <p:ph type="sldNum" sz="quarter" idx="20"/>
          </p:nvPr>
        </p:nvSpPr>
        <p:spPr/>
        <p:txBody>
          <a:bodyPr/>
          <a:lstStyle/>
          <a:p>
            <a:fld id="{4F90343F-D056-4E24-BE3D-A305BDC1A23E}" type="slidenum">
              <a:rPr lang="en-US" smtClean="0"/>
              <a:pPr/>
              <a:t>‹#›</a:t>
            </a:fld>
            <a:endParaRPr lang="en-US"/>
          </a:p>
        </p:txBody>
      </p:sp>
      <p:sp>
        <p:nvSpPr>
          <p:cNvPr id="6" name="Title 5">
            <a:extLst>
              <a:ext uri="{FF2B5EF4-FFF2-40B4-BE49-F238E27FC236}">
                <a16:creationId xmlns:a16="http://schemas.microsoft.com/office/drawing/2014/main" id="{D2A4A058-F0F8-453E-5CA5-D89E4BA4DD3B}"/>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Tree>
    <p:extLst>
      <p:ext uri="{BB962C8B-B14F-4D97-AF65-F5344CB8AC3E}">
        <p14:creationId xmlns:p14="http://schemas.microsoft.com/office/powerpoint/2010/main" val="4186619653"/>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evices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EB3122A-7232-8134-5B7E-76F61BB95C27}"/>
              </a:ext>
            </a:extLst>
          </p:cNvPr>
          <p:cNvSpPr/>
          <p:nvPr userDrawn="1"/>
        </p:nvSpPr>
        <p:spPr>
          <a:xfrm>
            <a:off x="8050620" y="662838"/>
            <a:ext cx="3254602" cy="273229"/>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13" name="Picture 12">
            <a:extLst>
              <a:ext uri="{FF2B5EF4-FFF2-40B4-BE49-F238E27FC236}">
                <a16:creationId xmlns:a16="http://schemas.microsoft.com/office/drawing/2014/main" id="{B9FEE055-ECC1-E9CA-244D-DB54D5CA7411}"/>
              </a:ext>
            </a:extLst>
          </p:cNvPr>
          <p:cNvPicPr>
            <a:picLocks noChangeAspect="1"/>
          </p:cNvPicPr>
          <p:nvPr userDrawn="1"/>
        </p:nvPicPr>
        <p:blipFill rotWithShape="1">
          <a:blip r:embed="rId2"/>
          <a:srcRect b="11579"/>
          <a:stretch/>
        </p:blipFill>
        <p:spPr>
          <a:xfrm>
            <a:off x="7840499" y="457200"/>
            <a:ext cx="3656623" cy="6400800"/>
          </a:xfrm>
          <a:prstGeom prst="rect">
            <a:avLst/>
          </a:prstGeom>
          <a:noFill/>
        </p:spPr>
      </p:pic>
      <p:pic>
        <p:nvPicPr>
          <p:cNvPr id="15" name="Picture 14">
            <a:extLst>
              <a:ext uri="{FF2B5EF4-FFF2-40B4-BE49-F238E27FC236}">
                <a16:creationId xmlns:a16="http://schemas.microsoft.com/office/drawing/2014/main" id="{F2DA65E9-4AAA-3A64-C568-A4E85702672A}"/>
              </a:ext>
            </a:extLst>
          </p:cNvPr>
          <p:cNvPicPr>
            <a:picLocks noChangeAspect="1"/>
          </p:cNvPicPr>
          <p:nvPr userDrawn="1"/>
        </p:nvPicPr>
        <p:blipFill rotWithShape="1">
          <a:blip r:embed="rId3"/>
          <a:srcRect l="17600" t="4006" r="6342" b="14778"/>
          <a:stretch/>
        </p:blipFill>
        <p:spPr>
          <a:xfrm>
            <a:off x="0" y="277405"/>
            <a:ext cx="7319389" cy="6580595"/>
          </a:xfrm>
          <a:prstGeom prst="rect">
            <a:avLst/>
          </a:prstGeom>
        </p:spPr>
      </p:pic>
      <p:sp>
        <p:nvSpPr>
          <p:cNvPr id="11" name="Content Placeholder 9">
            <a:extLst>
              <a:ext uri="{FF2B5EF4-FFF2-40B4-BE49-F238E27FC236}">
                <a16:creationId xmlns:a16="http://schemas.microsoft.com/office/drawing/2014/main" id="{E4360432-E4BE-7582-A0C6-10F7F7780932}"/>
              </a:ext>
            </a:extLst>
          </p:cNvPr>
          <p:cNvSpPr>
            <a:spLocks noGrp="1"/>
          </p:cNvSpPr>
          <p:nvPr>
            <p:ph sz="quarter" idx="15" hasCustomPrompt="1"/>
          </p:nvPr>
        </p:nvSpPr>
        <p:spPr>
          <a:xfrm>
            <a:off x="8090742" y="936067"/>
            <a:ext cx="3157816" cy="5921932"/>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17" name="Content Placeholder 16">
            <a:extLst>
              <a:ext uri="{FF2B5EF4-FFF2-40B4-BE49-F238E27FC236}">
                <a16:creationId xmlns:a16="http://schemas.microsoft.com/office/drawing/2014/main" id="{E590EF3E-2B16-707D-F913-0F58A3EA093B}"/>
              </a:ext>
            </a:extLst>
          </p:cNvPr>
          <p:cNvSpPr>
            <a:spLocks noGrp="1"/>
          </p:cNvSpPr>
          <p:nvPr>
            <p:ph sz="quarter" idx="16" hasCustomPrompt="1"/>
          </p:nvPr>
        </p:nvSpPr>
        <p:spPr>
          <a:xfrm>
            <a:off x="-8461" y="936067"/>
            <a:ext cx="6888561" cy="4143933"/>
          </a:xfrm>
          <a:solidFill>
            <a:schemeClr val="bg1">
              <a:lumMod val="75000"/>
            </a:schemeClr>
          </a:solidFill>
        </p:spPr>
        <p:txBody>
          <a:bodyPr anchor="ctr"/>
          <a:lstStyle>
            <a:lvl1pPr marL="0" indent="0" algn="ctr">
              <a:buNone/>
              <a:defRPr/>
            </a:lvl1pPr>
          </a:lstStyle>
          <a:p>
            <a:pPr lvl="0"/>
            <a:r>
              <a:rPr lang="en-US"/>
              <a:t>Click to add image or video</a:t>
            </a:r>
          </a:p>
        </p:txBody>
      </p:sp>
      <p:sp>
        <p:nvSpPr>
          <p:cNvPr id="2" name="Date Placeholder 1">
            <a:extLst>
              <a:ext uri="{FF2B5EF4-FFF2-40B4-BE49-F238E27FC236}">
                <a16:creationId xmlns:a16="http://schemas.microsoft.com/office/drawing/2014/main" id="{CEFB332F-D17B-D155-3465-AE27A6B022EC}"/>
              </a:ext>
            </a:extLst>
          </p:cNvPr>
          <p:cNvSpPr>
            <a:spLocks noGrp="1"/>
          </p:cNvSpPr>
          <p:nvPr>
            <p:ph type="dt" sz="half" idx="17"/>
          </p:nvPr>
        </p:nvSpPr>
        <p:spPr/>
        <p:txBody>
          <a:bodyPr/>
          <a:lstStyle/>
          <a:p>
            <a:fld id="{228D026D-C07B-48C8-8C2B-C561E4D51E16}" type="datetime1">
              <a:rPr lang="en-US" smtClean="0"/>
              <a:t>6/19/2024</a:t>
            </a:fld>
            <a:endParaRPr lang="en-US"/>
          </a:p>
        </p:txBody>
      </p:sp>
      <p:sp>
        <p:nvSpPr>
          <p:cNvPr id="3" name="Footer Placeholder 2">
            <a:extLst>
              <a:ext uri="{FF2B5EF4-FFF2-40B4-BE49-F238E27FC236}">
                <a16:creationId xmlns:a16="http://schemas.microsoft.com/office/drawing/2014/main" id="{8ED596C7-54F3-C54B-8A2C-892DE41ED459}"/>
              </a:ext>
            </a:extLst>
          </p:cNvPr>
          <p:cNvSpPr>
            <a:spLocks noGrp="1"/>
          </p:cNvSpPr>
          <p:nvPr>
            <p:ph type="ftr" sz="quarter" idx="18"/>
          </p:nvPr>
        </p:nvSpPr>
        <p:spPr/>
        <p:txBody>
          <a:bodyPr/>
          <a:lstStyle/>
          <a:p>
            <a:r>
              <a:rPr lang="en-US"/>
              <a:t>CONFIDENTIAL</a:t>
            </a:r>
          </a:p>
        </p:txBody>
      </p:sp>
      <p:sp>
        <p:nvSpPr>
          <p:cNvPr id="4" name="Slide Number Placeholder 3">
            <a:extLst>
              <a:ext uri="{FF2B5EF4-FFF2-40B4-BE49-F238E27FC236}">
                <a16:creationId xmlns:a16="http://schemas.microsoft.com/office/drawing/2014/main" id="{1DB154AF-40F4-354B-D8BE-2C6DB7CDD7F2}"/>
              </a:ext>
            </a:extLst>
          </p:cNvPr>
          <p:cNvSpPr>
            <a:spLocks noGrp="1"/>
          </p:cNvSpPr>
          <p:nvPr>
            <p:ph type="sldNum" sz="quarter" idx="19"/>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97042506"/>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966790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Date Placeholder 5">
            <a:extLst>
              <a:ext uri="{FF2B5EF4-FFF2-40B4-BE49-F238E27FC236}">
                <a16:creationId xmlns:a16="http://schemas.microsoft.com/office/drawing/2014/main" id="{0403400F-5126-18F0-EF54-D4DAA44A265A}"/>
              </a:ext>
            </a:extLst>
          </p:cNvPr>
          <p:cNvSpPr>
            <a:spLocks noGrp="1"/>
          </p:cNvSpPr>
          <p:nvPr>
            <p:ph type="dt" sz="half" idx="10"/>
          </p:nvPr>
        </p:nvSpPr>
        <p:spPr/>
        <p:txBody>
          <a:bodyPr/>
          <a:lstStyle/>
          <a:p>
            <a:fld id="{228D026D-C07B-48C8-8C2B-C561E4D51E16}" type="datetime1">
              <a:rPr lang="en-US" smtClean="0"/>
              <a:t>6/19/2024</a:t>
            </a:fld>
            <a:endParaRPr lang="en-US"/>
          </a:p>
        </p:txBody>
      </p:sp>
      <p:sp>
        <p:nvSpPr>
          <p:cNvPr id="7" name="Footer Placeholder 6">
            <a:extLst>
              <a:ext uri="{FF2B5EF4-FFF2-40B4-BE49-F238E27FC236}">
                <a16:creationId xmlns:a16="http://schemas.microsoft.com/office/drawing/2014/main" id="{C056D92E-73D7-8BD2-B9F6-65034E3AB783}"/>
              </a:ext>
            </a:extLst>
          </p:cNvPr>
          <p:cNvSpPr>
            <a:spLocks noGrp="1"/>
          </p:cNvSpPr>
          <p:nvPr>
            <p:ph type="ftr" sz="quarter" idx="11"/>
          </p:nvPr>
        </p:nvSpPr>
        <p:spPr/>
        <p:txBody>
          <a:bodyPr/>
          <a:lstStyle/>
          <a:p>
            <a:r>
              <a:rPr lang="en-US"/>
              <a:t>CONFIDENTIAL</a:t>
            </a:r>
          </a:p>
        </p:txBody>
      </p:sp>
      <p:sp>
        <p:nvSpPr>
          <p:cNvPr id="8" name="Slide Number Placeholder 7">
            <a:extLst>
              <a:ext uri="{FF2B5EF4-FFF2-40B4-BE49-F238E27FC236}">
                <a16:creationId xmlns:a16="http://schemas.microsoft.com/office/drawing/2014/main" id="{A3AB2E31-BCCA-920F-707C-4C1BD0FD65C0}"/>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819726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Full Frame">
    <p:bg bwMode="ltGray">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966790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043FB31E-C22E-EE54-E138-1C12FEF144B3}"/>
              </a:ext>
            </a:extLst>
          </p:cNvPr>
          <p:cNvSpPr/>
          <p:nvPr userDrawn="1"/>
        </p:nvSpPr>
        <p:spPr>
          <a:xfrm>
            <a:off x="224589" y="252663"/>
            <a:ext cx="11742821" cy="6352673"/>
          </a:xfrm>
          <a:prstGeom prst="rect">
            <a:avLst/>
          </a:prstGeom>
          <a:solidFill>
            <a:schemeClr val="bg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6" name="Date Placeholder 5">
            <a:extLst>
              <a:ext uri="{FF2B5EF4-FFF2-40B4-BE49-F238E27FC236}">
                <a16:creationId xmlns:a16="http://schemas.microsoft.com/office/drawing/2014/main" id="{651AE86A-CCCD-3277-E5CF-CC8CBFF5D097}"/>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6/19/2024</a:t>
            </a:fld>
            <a:endParaRPr lang="en-US"/>
          </a:p>
        </p:txBody>
      </p:sp>
      <p:sp>
        <p:nvSpPr>
          <p:cNvPr id="7" name="Footer Placeholder 6">
            <a:extLst>
              <a:ext uri="{FF2B5EF4-FFF2-40B4-BE49-F238E27FC236}">
                <a16:creationId xmlns:a16="http://schemas.microsoft.com/office/drawing/2014/main" id="{A573B23F-8770-1250-50EF-162E61E9BD92}"/>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8" name="Slide Number Placeholder 7">
            <a:extLst>
              <a:ext uri="{FF2B5EF4-FFF2-40B4-BE49-F238E27FC236}">
                <a16:creationId xmlns:a16="http://schemas.microsoft.com/office/drawing/2014/main" id="{CC5F5E5D-4F49-233B-C36D-23E20AA17E04}"/>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253014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sclaim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0DBA4-4E4F-BD16-A0F6-C59DBB7843CB}"/>
              </a:ext>
            </a:extLst>
          </p:cNvPr>
          <p:cNvSpPr>
            <a:spLocks noGrp="1"/>
          </p:cNvSpPr>
          <p:nvPr>
            <p:ph type="title" hasCustomPrompt="1"/>
          </p:nvPr>
        </p:nvSpPr>
        <p:spPr>
          <a:xfrm>
            <a:off x="457200" y="266010"/>
            <a:ext cx="11273991" cy="1188720"/>
          </a:xfrm>
        </p:spPr>
        <p:txBody>
          <a:bodyPr/>
          <a:lstStyle>
            <a:lvl1pPr>
              <a:defRPr>
                <a:solidFill>
                  <a:schemeClr val="accent1">
                    <a:lumMod val="50000"/>
                  </a:schemeClr>
                </a:solidFill>
              </a:defRPr>
            </a:lvl1pPr>
          </a:lstStyle>
          <a:p>
            <a:r>
              <a:rPr lang="en-US"/>
              <a:t>Title Goes Here</a:t>
            </a:r>
            <a:br>
              <a:rPr lang="en-US"/>
            </a:br>
            <a:r>
              <a:rPr lang="en-US"/>
              <a:t>Titles Are IBM Sans Plex Bold 36pt Font</a:t>
            </a:r>
          </a:p>
        </p:txBody>
      </p:sp>
      <p:sp>
        <p:nvSpPr>
          <p:cNvPr id="11" name="Text Placeholder 3">
            <a:extLst>
              <a:ext uri="{FF2B5EF4-FFF2-40B4-BE49-F238E27FC236}">
                <a16:creationId xmlns:a16="http://schemas.microsoft.com/office/drawing/2014/main" id="{31FCDC0D-676F-ADC5-5E8A-5CF9E7A0018F}"/>
              </a:ext>
            </a:extLst>
          </p:cNvPr>
          <p:cNvSpPr>
            <a:spLocks noGrp="1"/>
          </p:cNvSpPr>
          <p:nvPr>
            <p:ph type="body" sz="quarter" idx="13"/>
          </p:nvPr>
        </p:nvSpPr>
        <p:spPr>
          <a:xfrm>
            <a:off x="457200" y="1737360"/>
            <a:ext cx="11273991" cy="4405543"/>
          </a:xfrm>
        </p:spPr>
        <p:txBody>
          <a:bodyPr vert="horz" lIns="0" tIns="0" rIns="0" bIns="0" rtlCol="0">
            <a:noAutofit/>
          </a:bodyPr>
          <a:lstStyle>
            <a:lvl1pPr>
              <a:buClr>
                <a:schemeClr val="tx1">
                  <a:lumMod val="50000"/>
                  <a:lumOff val="50000"/>
                </a:schemeClr>
              </a:buClr>
              <a:defRPr lang="en-US" sz="1600" dirty="0">
                <a:solidFill>
                  <a:schemeClr val="tx1">
                    <a:lumMod val="50000"/>
                    <a:lumOff val="50000"/>
                  </a:schemeClr>
                </a:solidFill>
              </a:defRPr>
            </a:lvl1pPr>
            <a:lvl2pPr>
              <a:buClr>
                <a:schemeClr val="tx1">
                  <a:lumMod val="50000"/>
                  <a:lumOff val="50000"/>
                </a:schemeClr>
              </a:buClr>
              <a:defRPr lang="en-US" sz="1400" dirty="0">
                <a:solidFill>
                  <a:schemeClr val="tx1">
                    <a:lumMod val="50000"/>
                    <a:lumOff val="50000"/>
                  </a:schemeClr>
                </a:solidFill>
              </a:defRPr>
            </a:lvl2pPr>
            <a:lvl3pPr>
              <a:buClr>
                <a:schemeClr val="tx1">
                  <a:lumMod val="50000"/>
                  <a:lumOff val="50000"/>
                </a:schemeClr>
              </a:buClr>
              <a:defRPr lang="en-US" sz="1200" dirty="0">
                <a:solidFill>
                  <a:schemeClr val="tx1">
                    <a:lumMod val="50000"/>
                    <a:lumOff val="50000"/>
                  </a:schemeClr>
                </a:solidFill>
              </a:defRPr>
            </a:lvl3pPr>
            <a:lvl4pPr>
              <a:buClr>
                <a:schemeClr val="tx1">
                  <a:lumMod val="50000"/>
                  <a:lumOff val="50000"/>
                </a:schemeClr>
              </a:buClr>
              <a:defRPr lang="en-US" sz="1100" dirty="0">
                <a:solidFill>
                  <a:schemeClr val="tx1">
                    <a:lumMod val="50000"/>
                    <a:lumOff val="50000"/>
                  </a:schemeClr>
                </a:solidFill>
              </a:defRPr>
            </a:lvl4pPr>
            <a:lvl5pPr>
              <a:buClr>
                <a:schemeClr val="tx1">
                  <a:lumMod val="50000"/>
                  <a:lumOff val="50000"/>
                </a:schemeClr>
              </a:buClr>
              <a:defRPr lang="en-US" sz="1050" dirty="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A2F8CEA1-FF41-8382-B857-A8A236F840C0}"/>
              </a:ext>
            </a:extLst>
          </p:cNvPr>
          <p:cNvSpPr>
            <a:spLocks noGrp="1"/>
          </p:cNvSpPr>
          <p:nvPr>
            <p:ph type="body" sz="quarter" idx="14" hasCustomPrompt="1"/>
          </p:nvPr>
        </p:nvSpPr>
        <p:spPr>
          <a:xfrm>
            <a:off x="463681" y="6160143"/>
            <a:ext cx="10522515" cy="204281"/>
          </a:xfrm>
        </p:spPr>
        <p:txBody>
          <a:bodyPr lIns="0" tIns="0" rIns="0" bIns="0" anchor="b"/>
          <a:lstStyle>
            <a:lvl1pPr marL="0" indent="0">
              <a:lnSpc>
                <a:spcPct val="80000"/>
              </a:lnSpc>
              <a:spcBef>
                <a:spcPts val="0"/>
              </a:spcBef>
              <a:buFontTx/>
              <a:buNone/>
              <a:defRPr sz="800">
                <a:solidFill>
                  <a:schemeClr val="tx1">
                    <a:lumMod val="50000"/>
                    <a:lumOff val="50000"/>
                  </a:schemeClr>
                </a:solidFill>
              </a:defRPr>
            </a:lvl1pPr>
            <a:lvl2pPr marL="228600" indent="0">
              <a:buFontTx/>
              <a:buNone/>
              <a:defRPr sz="800">
                <a:solidFill>
                  <a:schemeClr val="tx1">
                    <a:lumMod val="50000"/>
                    <a:lumOff val="50000"/>
                  </a:schemeClr>
                </a:solidFill>
              </a:defRPr>
            </a:lvl2pPr>
            <a:lvl3pPr marL="457200" indent="0">
              <a:buFontTx/>
              <a:buNone/>
              <a:defRPr sz="800">
                <a:solidFill>
                  <a:schemeClr val="tx1">
                    <a:lumMod val="50000"/>
                    <a:lumOff val="50000"/>
                  </a:schemeClr>
                </a:solidFill>
              </a:defRPr>
            </a:lvl3pPr>
            <a:lvl4pPr marL="685800" indent="0">
              <a:buFontTx/>
              <a:buNone/>
              <a:defRPr sz="800">
                <a:solidFill>
                  <a:schemeClr val="tx1">
                    <a:lumMod val="50000"/>
                    <a:lumOff val="50000"/>
                  </a:schemeClr>
                </a:solidFill>
              </a:defRPr>
            </a:lvl4pPr>
            <a:lvl5pPr marL="914400" indent="0">
              <a:buFontTx/>
              <a:buNone/>
              <a:defRPr sz="800">
                <a:solidFill>
                  <a:schemeClr val="tx1">
                    <a:lumMod val="50000"/>
                    <a:lumOff val="50000"/>
                  </a:schemeClr>
                </a:solidFill>
              </a:defRPr>
            </a:lvl5pPr>
          </a:lstStyle>
          <a:p>
            <a:pPr lvl="0"/>
            <a:r>
              <a:rPr lang="en-US"/>
              <a:t>Click to edit reference</a:t>
            </a:r>
          </a:p>
        </p:txBody>
      </p:sp>
      <p:sp>
        <p:nvSpPr>
          <p:cNvPr id="16" name="Text Placeholder 14">
            <a:extLst>
              <a:ext uri="{FF2B5EF4-FFF2-40B4-BE49-F238E27FC236}">
                <a16:creationId xmlns:a16="http://schemas.microsoft.com/office/drawing/2014/main" id="{8D861E4B-A5EE-5E8F-F1DC-7A6D22D1AA93}"/>
              </a:ext>
            </a:extLst>
          </p:cNvPr>
          <p:cNvSpPr>
            <a:spLocks noGrp="1"/>
          </p:cNvSpPr>
          <p:nvPr>
            <p:ph type="body" sz="quarter" idx="15" hasCustomPrompt="1"/>
          </p:nvPr>
        </p:nvSpPr>
        <p:spPr>
          <a:xfrm>
            <a:off x="463681" y="6381665"/>
            <a:ext cx="10522515" cy="204281"/>
          </a:xfrm>
        </p:spPr>
        <p:txBody>
          <a:bodyPr lIns="0" tIns="0" rIns="0" bIns="0" anchor="b"/>
          <a:lstStyle>
            <a:lvl1pPr marL="0" indent="0">
              <a:lnSpc>
                <a:spcPct val="80000"/>
              </a:lnSpc>
              <a:spcBef>
                <a:spcPts val="0"/>
              </a:spcBef>
              <a:buFontTx/>
              <a:buNone/>
              <a:defRPr sz="800">
                <a:solidFill>
                  <a:schemeClr val="tx1">
                    <a:lumMod val="50000"/>
                    <a:lumOff val="50000"/>
                  </a:schemeClr>
                </a:solidFill>
              </a:defRPr>
            </a:lvl1pPr>
            <a:lvl2pPr marL="228600" indent="0">
              <a:buFontTx/>
              <a:buNone/>
              <a:defRPr sz="800">
                <a:solidFill>
                  <a:schemeClr val="tx1">
                    <a:lumMod val="50000"/>
                    <a:lumOff val="50000"/>
                  </a:schemeClr>
                </a:solidFill>
              </a:defRPr>
            </a:lvl2pPr>
            <a:lvl3pPr marL="457200" indent="0">
              <a:buFontTx/>
              <a:buNone/>
              <a:defRPr sz="800">
                <a:solidFill>
                  <a:schemeClr val="tx1">
                    <a:lumMod val="50000"/>
                    <a:lumOff val="50000"/>
                  </a:schemeClr>
                </a:solidFill>
              </a:defRPr>
            </a:lvl3pPr>
            <a:lvl4pPr marL="685800" indent="0">
              <a:buFontTx/>
              <a:buNone/>
              <a:defRPr sz="800">
                <a:solidFill>
                  <a:schemeClr val="tx1">
                    <a:lumMod val="50000"/>
                    <a:lumOff val="50000"/>
                  </a:schemeClr>
                </a:solidFill>
              </a:defRPr>
            </a:lvl4pPr>
            <a:lvl5pPr marL="914400" indent="0">
              <a:buFontTx/>
              <a:buNone/>
              <a:defRPr sz="800">
                <a:solidFill>
                  <a:schemeClr val="tx1">
                    <a:lumMod val="50000"/>
                    <a:lumOff val="50000"/>
                  </a:schemeClr>
                </a:solidFill>
              </a:defRPr>
            </a:lvl5pPr>
          </a:lstStyle>
          <a:p>
            <a:pPr lvl="0"/>
            <a:r>
              <a:rPr lang="en-US"/>
              <a:t>Click to edit citation</a:t>
            </a:r>
          </a:p>
        </p:txBody>
      </p:sp>
      <p:sp>
        <p:nvSpPr>
          <p:cNvPr id="6" name="Date Placeholder 5">
            <a:extLst>
              <a:ext uri="{FF2B5EF4-FFF2-40B4-BE49-F238E27FC236}">
                <a16:creationId xmlns:a16="http://schemas.microsoft.com/office/drawing/2014/main" id="{01570278-4B9D-72AF-1DBE-0D82CF13F44F}"/>
              </a:ext>
            </a:extLst>
          </p:cNvPr>
          <p:cNvSpPr>
            <a:spLocks noGrp="1"/>
          </p:cNvSpPr>
          <p:nvPr>
            <p:ph type="dt" sz="half" idx="16"/>
          </p:nvPr>
        </p:nvSpPr>
        <p:spPr/>
        <p:txBody>
          <a:bodyPr/>
          <a:lstStyle/>
          <a:p>
            <a:fld id="{228D026D-C07B-48C8-8C2B-C561E4D51E16}" type="datetime1">
              <a:rPr lang="en-US" smtClean="0"/>
              <a:t>6/19/2024</a:t>
            </a:fld>
            <a:endParaRPr lang="en-US"/>
          </a:p>
        </p:txBody>
      </p:sp>
      <p:sp>
        <p:nvSpPr>
          <p:cNvPr id="7" name="Footer Placeholder 6">
            <a:extLst>
              <a:ext uri="{FF2B5EF4-FFF2-40B4-BE49-F238E27FC236}">
                <a16:creationId xmlns:a16="http://schemas.microsoft.com/office/drawing/2014/main" id="{DA219BFA-3946-59DE-9BE2-2EB55F82D447}"/>
              </a:ext>
            </a:extLst>
          </p:cNvPr>
          <p:cNvSpPr>
            <a:spLocks noGrp="1"/>
          </p:cNvSpPr>
          <p:nvPr>
            <p:ph type="ftr" sz="quarter" idx="17"/>
          </p:nvPr>
        </p:nvSpPr>
        <p:spPr/>
        <p:txBody>
          <a:bodyPr/>
          <a:lstStyle/>
          <a:p>
            <a:r>
              <a:rPr lang="en-US"/>
              <a:t>CONFIDENTIAL</a:t>
            </a:r>
          </a:p>
        </p:txBody>
      </p:sp>
      <p:sp>
        <p:nvSpPr>
          <p:cNvPr id="8" name="Slide Number Placeholder 7">
            <a:extLst>
              <a:ext uri="{FF2B5EF4-FFF2-40B4-BE49-F238E27FC236}">
                <a16:creationId xmlns:a16="http://schemas.microsoft.com/office/drawing/2014/main" id="{A86AA452-BEDD-FFD8-3581-A1EC6144C1F1}"/>
              </a:ext>
            </a:extLst>
          </p:cNvPr>
          <p:cNvSpPr>
            <a:spLocks noGrp="1"/>
          </p:cNvSpPr>
          <p:nvPr>
            <p:ph type="sldNum" sz="quarter" idx="18"/>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1037692659"/>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eft Sidebar">
    <p:bg>
      <p:bgPr>
        <a:solidFill>
          <a:schemeClr val="bg1"/>
        </a:solidFill>
        <a:effectLst/>
      </p:bgPr>
    </p:bg>
    <p:spTree>
      <p:nvGrpSpPr>
        <p:cNvPr id="1" name=""/>
        <p:cNvGrpSpPr/>
        <p:nvPr/>
      </p:nvGrpSpPr>
      <p:grpSpPr>
        <a:xfrm>
          <a:off x="0" y="0"/>
          <a:ext cx="0" cy="0"/>
          <a:chOff x="0" y="0"/>
          <a:chExt cx="0" cy="0"/>
        </a:xfrm>
      </p:grpSpPr>
      <p:sp>
        <p:nvSpPr>
          <p:cNvPr id="11" name="Rectangle: Single Corner Rounded 10">
            <a:extLst>
              <a:ext uri="{FF2B5EF4-FFF2-40B4-BE49-F238E27FC236}">
                <a16:creationId xmlns:a16="http://schemas.microsoft.com/office/drawing/2014/main" id="{AEE35F75-2417-4B4F-9DF5-9023C46AD6FA}"/>
              </a:ext>
            </a:extLst>
          </p:cNvPr>
          <p:cNvSpPr/>
          <p:nvPr/>
        </p:nvSpPr>
        <p:spPr>
          <a:xfrm>
            <a:off x="-5301" y="0"/>
            <a:ext cx="2940525" cy="6858000"/>
          </a:xfrm>
          <a:prstGeom prst="round1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A45283F8-8F7B-4C65-ACF5-A62A96620988}"/>
              </a:ext>
            </a:extLst>
          </p:cNvPr>
          <p:cNvSpPr>
            <a:spLocks noGrp="1"/>
          </p:cNvSpPr>
          <p:nvPr>
            <p:ph type="title" hasCustomPrompt="1"/>
          </p:nvPr>
        </p:nvSpPr>
        <p:spPr>
          <a:xfrm>
            <a:off x="3291839" y="731520"/>
            <a:ext cx="8442959" cy="600878"/>
          </a:xfrm>
        </p:spPr>
        <p:txBody>
          <a:bodyPr tIns="91440" anchor="b"/>
          <a:lstStyle>
            <a:lvl1pPr>
              <a:defRPr sz="3600">
                <a:solidFill>
                  <a:schemeClr val="accent1">
                    <a:lumMod val="50000"/>
                  </a:schemeClr>
                </a:solidFill>
              </a:defRPr>
            </a:lvl1pPr>
          </a:lstStyle>
          <a:p>
            <a:r>
              <a:rPr lang="en-US"/>
              <a:t>Title Goes Here</a:t>
            </a:r>
          </a:p>
        </p:txBody>
      </p:sp>
      <p:sp>
        <p:nvSpPr>
          <p:cNvPr id="13" name="Content Placeholder 12">
            <a:extLst>
              <a:ext uri="{FF2B5EF4-FFF2-40B4-BE49-F238E27FC236}">
                <a16:creationId xmlns:a16="http://schemas.microsoft.com/office/drawing/2014/main" id="{CD8B1B5D-3594-E519-9D5C-FF927479CDD6}"/>
              </a:ext>
            </a:extLst>
          </p:cNvPr>
          <p:cNvSpPr>
            <a:spLocks noGrp="1"/>
          </p:cNvSpPr>
          <p:nvPr>
            <p:ph sz="quarter" idx="13"/>
          </p:nvPr>
        </p:nvSpPr>
        <p:spPr>
          <a:xfrm>
            <a:off x="3291840" y="1463040"/>
            <a:ext cx="844295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a:extLst>
              <a:ext uri="{FF2B5EF4-FFF2-40B4-BE49-F238E27FC236}">
                <a16:creationId xmlns:a16="http://schemas.microsoft.com/office/drawing/2014/main" id="{6EF944E3-9B5B-38B0-0EB3-81E7BF1AD30A}"/>
              </a:ext>
            </a:extLst>
          </p:cNvPr>
          <p:cNvSpPr>
            <a:spLocks noGrp="1"/>
          </p:cNvSpPr>
          <p:nvPr>
            <p:ph type="body" sz="quarter" idx="14" hasCustomPrompt="1"/>
          </p:nvPr>
        </p:nvSpPr>
        <p:spPr>
          <a:xfrm>
            <a:off x="457199" y="1463041"/>
            <a:ext cx="2083869" cy="4754879"/>
          </a:xfrm>
        </p:spPr>
        <p:txBody>
          <a:bodyPr/>
          <a:lstStyle>
            <a:lvl1pPr marL="0" indent="0">
              <a:buClr>
                <a:schemeClr val="bg1"/>
              </a:buClr>
              <a:buFont typeface="IBM Plex Sans" panose="020B0503050203000203" pitchFamily="34" charset="0"/>
              <a:buNone/>
              <a:defRPr sz="2200">
                <a:solidFill>
                  <a:schemeClr val="bg1"/>
                </a:solidFill>
              </a:defRPr>
            </a:lvl1pPr>
            <a:lvl2pPr marL="228600" indent="0">
              <a:buClr>
                <a:schemeClr val="bg1"/>
              </a:buClr>
              <a:buNone/>
              <a:defRPr>
                <a:solidFill>
                  <a:schemeClr val="bg1"/>
                </a:solidFill>
              </a:defRPr>
            </a:lvl2pPr>
            <a:lvl3pPr marL="457200" indent="0">
              <a:buClr>
                <a:schemeClr val="bg1"/>
              </a:buClr>
              <a:buNone/>
              <a:defRPr>
                <a:solidFill>
                  <a:schemeClr val="bg1"/>
                </a:solidFill>
              </a:defRPr>
            </a:lvl3pPr>
            <a:lvl4pPr marL="685800" indent="0">
              <a:buClr>
                <a:schemeClr val="bg1"/>
              </a:buClr>
              <a:buNone/>
              <a:defRPr>
                <a:solidFill>
                  <a:schemeClr val="bg1"/>
                </a:solidFill>
              </a:defRPr>
            </a:lvl4pPr>
            <a:lvl5pPr marL="914400" indent="0">
              <a:buClr>
                <a:schemeClr val="bg1"/>
              </a:buClr>
              <a:buNone/>
              <a:defRPr>
                <a:solidFill>
                  <a:schemeClr val="bg1"/>
                </a:solidFill>
              </a:defRPr>
            </a:lvl5pPr>
          </a:lstStyle>
          <a:p>
            <a:pPr lvl="0"/>
            <a:r>
              <a:rPr lang="en-US"/>
              <a:t>Click to edit text</a:t>
            </a:r>
          </a:p>
        </p:txBody>
      </p:sp>
      <p:sp>
        <p:nvSpPr>
          <p:cNvPr id="18" name="Date Placeholder 17">
            <a:extLst>
              <a:ext uri="{FF2B5EF4-FFF2-40B4-BE49-F238E27FC236}">
                <a16:creationId xmlns:a16="http://schemas.microsoft.com/office/drawing/2014/main" id="{8E73BCA9-1263-BB7C-9303-45EEFEBF551E}"/>
              </a:ext>
            </a:extLst>
          </p:cNvPr>
          <p:cNvSpPr>
            <a:spLocks noGrp="1"/>
          </p:cNvSpPr>
          <p:nvPr>
            <p:ph type="dt" sz="half" idx="15"/>
          </p:nvPr>
        </p:nvSpPr>
        <p:spPr/>
        <p:txBody>
          <a:bodyPr/>
          <a:lstStyle/>
          <a:p>
            <a:fld id="{228D026D-C07B-48C8-8C2B-C561E4D51E16}" type="datetime1">
              <a:rPr lang="en-US" smtClean="0"/>
              <a:t>6/19/2024</a:t>
            </a:fld>
            <a:endParaRPr lang="en-US"/>
          </a:p>
        </p:txBody>
      </p:sp>
      <p:sp>
        <p:nvSpPr>
          <p:cNvPr id="19" name="Footer Placeholder 18">
            <a:extLst>
              <a:ext uri="{FF2B5EF4-FFF2-40B4-BE49-F238E27FC236}">
                <a16:creationId xmlns:a16="http://schemas.microsoft.com/office/drawing/2014/main" id="{B6187CEF-044B-FFA0-C0B4-5CDDFBA5DE4B}"/>
              </a:ext>
            </a:extLst>
          </p:cNvPr>
          <p:cNvSpPr>
            <a:spLocks noGrp="1"/>
          </p:cNvSpPr>
          <p:nvPr>
            <p:ph type="ftr" sz="quarter" idx="16"/>
          </p:nvPr>
        </p:nvSpPr>
        <p:spPr/>
        <p:txBody>
          <a:bodyPr/>
          <a:lstStyle/>
          <a:p>
            <a:r>
              <a:rPr lang="en-US"/>
              <a:t>CONFIDENTIAL</a:t>
            </a:r>
          </a:p>
        </p:txBody>
      </p:sp>
      <p:sp>
        <p:nvSpPr>
          <p:cNvPr id="20" name="Slide Number Placeholder 19">
            <a:extLst>
              <a:ext uri="{FF2B5EF4-FFF2-40B4-BE49-F238E27FC236}">
                <a16:creationId xmlns:a16="http://schemas.microsoft.com/office/drawing/2014/main" id="{1FD94FA0-E529-0425-530A-BA941F9417C2}"/>
              </a:ext>
            </a:extLst>
          </p:cNvPr>
          <p:cNvSpPr>
            <a:spLocks noGrp="1"/>
          </p:cNvSpPr>
          <p:nvPr>
            <p:ph type="sldNum" sz="quarter" idx="17"/>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61590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7667103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78BF7DE2-5E66-DADA-726D-FEB6F2434727}"/>
              </a:ext>
            </a:extLst>
          </p:cNvPr>
          <p:cNvSpPr txBox="1"/>
          <p:nvPr userDrawn="1"/>
        </p:nvSpPr>
        <p:spPr bwMode="black">
          <a:xfrm>
            <a:off x="2342866" y="1828800"/>
            <a:ext cx="7506269" cy="2743200"/>
          </a:xfrm>
          <a:prstGeom prst="rect">
            <a:avLst/>
          </a:prstGeom>
          <a:noFill/>
        </p:spPr>
        <p:txBody>
          <a:bodyPr wrap="square" lIns="91440" tIns="0" rIns="91440" bIns="0" rtlCol="0" anchor="ctr">
            <a:noAutofit/>
          </a:bodyPr>
          <a:lstStyle/>
          <a:p>
            <a:pPr algn="ctr">
              <a:lnSpc>
                <a:spcPct val="85000"/>
              </a:lnSpc>
            </a:pPr>
            <a:r>
              <a:rPr lang="en-US" sz="7200">
                <a:solidFill>
                  <a:schemeClr val="accent1"/>
                </a:solidFill>
                <a:latin typeface="IBM Plex Sans SemiBold" panose="020B0703050203000203" pitchFamily="34" charset="0"/>
              </a:rPr>
              <a:t>Thank You</a:t>
            </a:r>
          </a:p>
        </p:txBody>
      </p:sp>
      <p:sp>
        <p:nvSpPr>
          <p:cNvPr id="4" name="Date Placeholder 3">
            <a:extLst>
              <a:ext uri="{FF2B5EF4-FFF2-40B4-BE49-F238E27FC236}">
                <a16:creationId xmlns:a16="http://schemas.microsoft.com/office/drawing/2014/main" id="{8CC20B7D-7BE4-5586-A05C-9DCBB317B56A}"/>
              </a:ext>
            </a:extLst>
          </p:cNvPr>
          <p:cNvSpPr>
            <a:spLocks noGrp="1"/>
          </p:cNvSpPr>
          <p:nvPr>
            <p:ph type="dt" sz="half" idx="10"/>
          </p:nvPr>
        </p:nvSpPr>
        <p:spPr/>
        <p:txBody>
          <a:bodyPr/>
          <a:lstStyle/>
          <a:p>
            <a:fld id="{228D026D-C07B-48C8-8C2B-C561E4D51E16}" type="datetime1">
              <a:rPr lang="en-US" smtClean="0"/>
              <a:t>6/19/2024</a:t>
            </a:fld>
            <a:endParaRPr lang="en-US"/>
          </a:p>
        </p:txBody>
      </p:sp>
      <p:sp>
        <p:nvSpPr>
          <p:cNvPr id="9" name="Footer Placeholder 8">
            <a:extLst>
              <a:ext uri="{FF2B5EF4-FFF2-40B4-BE49-F238E27FC236}">
                <a16:creationId xmlns:a16="http://schemas.microsoft.com/office/drawing/2014/main" id="{92B66E42-9128-EF73-BDE0-2A953E26D24E}"/>
              </a:ext>
            </a:extLst>
          </p:cNvPr>
          <p:cNvSpPr>
            <a:spLocks noGrp="1"/>
          </p:cNvSpPr>
          <p:nvPr>
            <p:ph type="ftr" sz="quarter" idx="11"/>
          </p:nvPr>
        </p:nvSpPr>
        <p:spPr/>
        <p:txBody>
          <a:bodyPr/>
          <a:lstStyle/>
          <a:p>
            <a:r>
              <a:rPr lang="en-US"/>
              <a:t>CONFIDENTIAL</a:t>
            </a:r>
          </a:p>
        </p:txBody>
      </p:sp>
      <p:sp>
        <p:nvSpPr>
          <p:cNvPr id="10" name="Slide Number Placeholder 9">
            <a:extLst>
              <a:ext uri="{FF2B5EF4-FFF2-40B4-BE49-F238E27FC236}">
                <a16:creationId xmlns:a16="http://schemas.microsoft.com/office/drawing/2014/main" id="{31796335-D95F-7D3E-7144-05D8639F2D78}"/>
              </a:ext>
            </a:extLst>
          </p:cNvPr>
          <p:cNvSpPr>
            <a:spLocks noGrp="1"/>
          </p:cNvSpPr>
          <p:nvPr>
            <p:ph type="sldNum" sz="quarter" idx="12"/>
          </p:nvPr>
        </p:nvSpPr>
        <p:spPr/>
        <p:txBody>
          <a:bodyPr/>
          <a:lstStyle/>
          <a:p>
            <a:fld id="{4F90343F-D056-4E24-BE3D-A305BDC1A23E}" type="slidenum">
              <a:rPr lang="en-US" smtClean="0"/>
              <a:pPr/>
              <a:t>‹#›</a:t>
            </a:fld>
            <a:endParaRPr lang="en-US"/>
          </a:p>
        </p:txBody>
      </p:sp>
      <p:grpSp>
        <p:nvGrpSpPr>
          <p:cNvPr id="6" name="Group 5">
            <a:extLst>
              <a:ext uri="{FF2B5EF4-FFF2-40B4-BE49-F238E27FC236}">
                <a16:creationId xmlns:a16="http://schemas.microsoft.com/office/drawing/2014/main" id="{D03267F4-687E-2CFA-E9A3-257334AC01EC}"/>
              </a:ext>
            </a:extLst>
          </p:cNvPr>
          <p:cNvGrpSpPr/>
          <p:nvPr userDrawn="1"/>
        </p:nvGrpSpPr>
        <p:grpSpPr>
          <a:xfrm>
            <a:off x="10408962" y="6131833"/>
            <a:ext cx="1549676" cy="462092"/>
            <a:chOff x="11074630" y="5946246"/>
            <a:chExt cx="911089" cy="271674"/>
          </a:xfrm>
        </p:grpSpPr>
        <p:sp>
          <p:nvSpPr>
            <p:cNvPr id="7" name="Freeform: Shape 6">
              <a:extLst>
                <a:ext uri="{FF2B5EF4-FFF2-40B4-BE49-F238E27FC236}">
                  <a16:creationId xmlns:a16="http://schemas.microsoft.com/office/drawing/2014/main" id="{2F55657E-8496-8BC4-23E7-75FA342F2545}"/>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9AF2233-D094-235F-78F2-E4162C27767A}"/>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9608F74-E5FB-9840-AD8B-3CA38C671A40}"/>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441D14F5-A2F2-AD60-B555-7B26368DC3A2}"/>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17809A1-5E41-C5B4-C19B-F634F910509B}"/>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1F4DC86-474F-30AB-9C6C-D8BBCD491A3D}"/>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EF79C27-EA9E-926D-9A6D-93F44C7E4AD0}"/>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71317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blank" preserve="1">
  <p:cSld name="Thank You Purple">
    <p:bg bwMode="gray">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1130632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3F3605C7-AAA5-01AE-B8AE-03E979113310}"/>
              </a:ext>
            </a:extLst>
          </p:cNvPr>
          <p:cNvSpPr txBox="1"/>
          <p:nvPr userDrawn="1"/>
        </p:nvSpPr>
        <p:spPr bwMode="white">
          <a:xfrm>
            <a:off x="2342866" y="1828800"/>
            <a:ext cx="7506269" cy="2743200"/>
          </a:xfrm>
          <a:prstGeom prst="rect">
            <a:avLst/>
          </a:prstGeom>
          <a:noFill/>
        </p:spPr>
        <p:txBody>
          <a:bodyPr wrap="square" lIns="91440" tIns="0" rIns="91440" bIns="0" rtlCol="0" anchor="ctr">
            <a:noAutofit/>
          </a:bodyPr>
          <a:lstStyle/>
          <a:p>
            <a:pPr algn="ctr">
              <a:lnSpc>
                <a:spcPct val="85000"/>
              </a:lnSpc>
            </a:pPr>
            <a:r>
              <a:rPr lang="en-US" sz="7200">
                <a:solidFill>
                  <a:schemeClr val="bg1"/>
                </a:solidFill>
                <a:latin typeface="IBM Plex Sans SemiBold" panose="020B0703050203000203" pitchFamily="34" charset="0"/>
              </a:rPr>
              <a:t>Thank You</a:t>
            </a:r>
          </a:p>
        </p:txBody>
      </p:sp>
      <p:sp>
        <p:nvSpPr>
          <p:cNvPr id="4" name="Date Placeholder 3">
            <a:extLst>
              <a:ext uri="{FF2B5EF4-FFF2-40B4-BE49-F238E27FC236}">
                <a16:creationId xmlns:a16="http://schemas.microsoft.com/office/drawing/2014/main" id="{F925D23F-2E7D-F0FB-81F9-5C5E827D2380}"/>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6/19/2024</a:t>
            </a:fld>
            <a:endParaRPr lang="en-US"/>
          </a:p>
        </p:txBody>
      </p:sp>
      <p:sp>
        <p:nvSpPr>
          <p:cNvPr id="8" name="Footer Placeholder 7">
            <a:extLst>
              <a:ext uri="{FF2B5EF4-FFF2-40B4-BE49-F238E27FC236}">
                <a16:creationId xmlns:a16="http://schemas.microsoft.com/office/drawing/2014/main" id="{BD35C8A1-886E-5128-8CFD-E870D2EB3E1E}"/>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9" name="Slide Number Placeholder 8">
            <a:extLst>
              <a:ext uri="{FF2B5EF4-FFF2-40B4-BE49-F238E27FC236}">
                <a16:creationId xmlns:a16="http://schemas.microsoft.com/office/drawing/2014/main" id="{CE4601A3-7ADD-2A78-4835-49AC0DA2D419}"/>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grpSp>
        <p:nvGrpSpPr>
          <p:cNvPr id="6" name="Group 5">
            <a:extLst>
              <a:ext uri="{FF2B5EF4-FFF2-40B4-BE49-F238E27FC236}">
                <a16:creationId xmlns:a16="http://schemas.microsoft.com/office/drawing/2014/main" id="{3195B0C9-6237-6865-7F88-9AC63DC50F62}"/>
              </a:ext>
            </a:extLst>
          </p:cNvPr>
          <p:cNvGrpSpPr/>
          <p:nvPr userDrawn="1"/>
        </p:nvGrpSpPr>
        <p:grpSpPr>
          <a:xfrm>
            <a:off x="10408962" y="6131833"/>
            <a:ext cx="1549676" cy="462092"/>
            <a:chOff x="11074630" y="5946246"/>
            <a:chExt cx="911089" cy="271674"/>
          </a:xfrm>
          <a:solidFill>
            <a:schemeClr val="bg1"/>
          </a:solidFill>
        </p:grpSpPr>
        <p:sp>
          <p:nvSpPr>
            <p:cNvPr id="7" name="Freeform: Shape 6">
              <a:extLst>
                <a:ext uri="{FF2B5EF4-FFF2-40B4-BE49-F238E27FC236}">
                  <a16:creationId xmlns:a16="http://schemas.microsoft.com/office/drawing/2014/main" id="{4242CD0E-379D-BC81-2AEB-9D907290B906}"/>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7CD6FBE-F7AB-B7B7-43AE-66863B0F56AF}"/>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085AE13-B381-10CD-40BC-6DD1256BCC96}"/>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DFF0780-7D85-FFA8-A464-E18DA55411B4}"/>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BE432DD-0912-8D41-20AD-A7DC040B4731}"/>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5686D43-D478-25F5-8D79-260ED9D0E531}"/>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7ED7391-A644-169F-608D-AC0D72DC9831}"/>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4787535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5CAE1F3-FDCA-8A80-82A7-02196E6432F2}"/>
              </a:ext>
            </a:extLst>
          </p:cNvPr>
          <p:cNvGrpSpPr/>
          <p:nvPr userDrawn="1"/>
        </p:nvGrpSpPr>
        <p:grpSpPr>
          <a:xfrm>
            <a:off x="11132045" y="6312755"/>
            <a:ext cx="836706" cy="249494"/>
            <a:chOff x="11074630" y="5946246"/>
            <a:chExt cx="911089" cy="271674"/>
          </a:xfrm>
        </p:grpSpPr>
        <p:sp>
          <p:nvSpPr>
            <p:cNvPr id="11" name="Freeform: Shape 10">
              <a:extLst>
                <a:ext uri="{FF2B5EF4-FFF2-40B4-BE49-F238E27FC236}">
                  <a16:creationId xmlns:a16="http://schemas.microsoft.com/office/drawing/2014/main" id="{50570A7F-0D07-FFAC-23E9-3C44A9EE7864}"/>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E70F090-F8C9-CC8A-E573-453FA0C29BBE}"/>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E9B7A83B-A062-749D-6075-9CF774FE5735}"/>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6E293ADC-3579-C78A-AD96-B5AEFE31670A}"/>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CDEB448-6F3F-F5F2-2E76-142E75C8C59E}"/>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53B8508-F4D8-625D-3348-7C82B2F7F849}"/>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B9C1406D-C6AE-9DE6-FE4A-3964BFA6E58C}"/>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
        <p:nvSpPr>
          <p:cNvPr id="2" name="Title Placeholder 1"/>
          <p:cNvSpPr>
            <a:spLocks noGrp="1"/>
          </p:cNvSpPr>
          <p:nvPr>
            <p:ph type="title"/>
          </p:nvPr>
        </p:nvSpPr>
        <p:spPr>
          <a:xfrm>
            <a:off x="457200" y="274320"/>
            <a:ext cx="11273991" cy="1147160"/>
          </a:xfrm>
          <a:prstGeom prst="rect">
            <a:avLst/>
          </a:prstGeom>
        </p:spPr>
        <p:txBody>
          <a:bodyPr vert="horz" lIns="0" tIns="0" rIns="0" bIns="0" rtlCol="0" anchor="b">
            <a:noAutofit/>
          </a:bodyPr>
          <a:lstStyle/>
          <a:p>
            <a:r>
              <a:rPr lang="en-US"/>
              <a:t>Title Goes Here</a:t>
            </a:r>
            <a:br>
              <a:rPr lang="en-US"/>
            </a:br>
            <a:r>
              <a:rPr lang="en-US"/>
              <a:t>Titles Are IBM Sans Plex Bold 40pt Font</a:t>
            </a:r>
          </a:p>
        </p:txBody>
      </p:sp>
      <p:sp>
        <p:nvSpPr>
          <p:cNvPr id="3" name="Text Placeholder 2"/>
          <p:cNvSpPr>
            <a:spLocks noGrp="1"/>
          </p:cNvSpPr>
          <p:nvPr>
            <p:ph type="body" idx="1"/>
          </p:nvPr>
        </p:nvSpPr>
        <p:spPr>
          <a:xfrm>
            <a:off x="457201" y="1737360"/>
            <a:ext cx="11273990" cy="4480560"/>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Date Placeholder 3"/>
          <p:cNvSpPr>
            <a:spLocks noGrp="1"/>
          </p:cNvSpPr>
          <p:nvPr>
            <p:ph type="dt" sz="half" idx="2"/>
          </p:nvPr>
        </p:nvSpPr>
        <p:spPr>
          <a:xfrm>
            <a:off x="11244411" y="6583680"/>
            <a:ext cx="741308" cy="204281"/>
          </a:xfrm>
          <a:prstGeom prst="rect">
            <a:avLst/>
          </a:prstGeom>
        </p:spPr>
        <p:txBody>
          <a:bodyPr vert="horz" lIns="0" tIns="0" rIns="0" bIns="45720" rtlCol="0" anchor="b"/>
          <a:lstStyle>
            <a:lvl1pPr algn="r">
              <a:lnSpc>
                <a:spcPct val="80000"/>
              </a:lnSpc>
              <a:defRPr sz="900">
                <a:solidFill>
                  <a:schemeClr val="tx1">
                    <a:lumMod val="50000"/>
                    <a:lumOff val="50000"/>
                  </a:schemeClr>
                </a:solidFill>
              </a:defRPr>
            </a:lvl1pPr>
          </a:lstStyle>
          <a:p>
            <a:fld id="{228D026D-C07B-48C8-8C2B-C561E4D51E16}" type="datetime1">
              <a:rPr lang="en-US" smtClean="0"/>
              <a:t>6/19/2024</a:t>
            </a:fld>
            <a:endParaRPr lang="en-US"/>
          </a:p>
        </p:txBody>
      </p:sp>
      <p:sp>
        <p:nvSpPr>
          <p:cNvPr id="5" name="Footer Placeholder 4"/>
          <p:cNvSpPr>
            <a:spLocks noGrp="1"/>
          </p:cNvSpPr>
          <p:nvPr>
            <p:ph type="ftr" sz="quarter" idx="3"/>
          </p:nvPr>
        </p:nvSpPr>
        <p:spPr>
          <a:xfrm>
            <a:off x="1205803" y="6583680"/>
            <a:ext cx="9784080" cy="204281"/>
          </a:xfrm>
          <a:prstGeom prst="rect">
            <a:avLst/>
          </a:prstGeom>
        </p:spPr>
        <p:txBody>
          <a:bodyPr vert="horz" lIns="0" tIns="0" rIns="0" bIns="45720" rtlCol="0" anchor="b"/>
          <a:lstStyle>
            <a:lvl1pPr algn="ctr">
              <a:lnSpc>
                <a:spcPct val="80000"/>
              </a:lnSpc>
              <a:defRPr sz="900">
                <a:solidFill>
                  <a:schemeClr val="tx1">
                    <a:lumMod val="50000"/>
                    <a:lumOff val="50000"/>
                  </a:schemeClr>
                </a:solidFill>
              </a:defRPr>
            </a:lvl1pPr>
          </a:lstStyle>
          <a:p>
            <a:r>
              <a:rPr lang="en-US"/>
              <a:t>CONFIDENTIAL</a:t>
            </a:r>
          </a:p>
        </p:txBody>
      </p:sp>
      <p:sp>
        <p:nvSpPr>
          <p:cNvPr id="6" name="Slide Number Placeholder 5"/>
          <p:cNvSpPr>
            <a:spLocks noGrp="1"/>
          </p:cNvSpPr>
          <p:nvPr>
            <p:ph type="sldNum" sz="quarter" idx="4"/>
          </p:nvPr>
        </p:nvSpPr>
        <p:spPr>
          <a:xfrm>
            <a:off x="200422" y="6583680"/>
            <a:ext cx="469680" cy="204281"/>
          </a:xfrm>
          <a:prstGeom prst="rect">
            <a:avLst/>
          </a:prstGeom>
        </p:spPr>
        <p:txBody>
          <a:bodyPr vert="horz" lIns="0" tIns="0" rIns="0" bIns="45720" rtlCol="0" anchor="b"/>
          <a:lstStyle>
            <a:lvl1pPr algn="l">
              <a:lnSpc>
                <a:spcPct val="80000"/>
              </a:lnSpc>
              <a:defRPr sz="900">
                <a:solidFill>
                  <a:schemeClr val="tx1">
                    <a:lumMod val="50000"/>
                    <a:lumOff val="50000"/>
                  </a:schemeClr>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9704963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Lst>
  <p:transition>
    <p:fade/>
  </p:transition>
  <p:hf hdr="0" dt="0"/>
  <p:txStyles>
    <p:titleStyle>
      <a:lvl1pPr algn="l" defTabSz="1219170" rtl="0" eaLnBrk="1" latinLnBrk="0" hangingPunct="1">
        <a:lnSpc>
          <a:spcPct val="90000"/>
        </a:lnSpc>
        <a:spcBef>
          <a:spcPct val="0"/>
        </a:spcBef>
        <a:buNone/>
        <a:defRPr sz="4000" b="1" kern="1200" cap="none" baseline="0">
          <a:solidFill>
            <a:schemeClr val="accent1">
              <a:lumMod val="50000"/>
            </a:schemeClr>
          </a:solidFill>
          <a:latin typeface="+mn-lt"/>
          <a:ea typeface="+mj-ea"/>
          <a:cs typeface="+mj-cs"/>
        </a:defRPr>
      </a:lvl1pPr>
    </p:titleStyle>
    <p:bodyStyle>
      <a:lvl1pPr marL="228600" indent="-228600" algn="l" defTabSz="1219170" rtl="0" eaLnBrk="1" latinLnBrk="0" hangingPunct="1">
        <a:lnSpc>
          <a:spcPct val="90000"/>
        </a:lnSpc>
        <a:spcBef>
          <a:spcPts val="1200"/>
        </a:spcBef>
        <a:buClr>
          <a:schemeClr val="accent1"/>
        </a:buClr>
        <a:buFont typeface="IBM Plex Sans" panose="020B0503050203000203" pitchFamily="34" charset="0"/>
        <a:buChar char="•"/>
        <a:defRPr sz="2200" kern="1200">
          <a:solidFill>
            <a:schemeClr val="tx1"/>
          </a:solidFill>
          <a:latin typeface="+mn-lt"/>
          <a:ea typeface="+mn-ea"/>
          <a:cs typeface="+mn-cs"/>
        </a:defRPr>
      </a:lvl1pPr>
      <a:lvl2pPr marL="457200" indent="-228600" algn="l" defTabSz="1219170" rtl="0" eaLnBrk="1" latinLnBrk="0" hangingPunct="1">
        <a:lnSpc>
          <a:spcPct val="90000"/>
        </a:lnSpc>
        <a:spcBef>
          <a:spcPts val="600"/>
        </a:spcBef>
        <a:buClr>
          <a:schemeClr val="accent1"/>
        </a:buClr>
        <a:buFont typeface="IBM Plex Sans" panose="020B0503050203000203" pitchFamily="34" charset="0"/>
        <a:buChar char="–"/>
        <a:defRPr sz="2000" kern="1200">
          <a:solidFill>
            <a:schemeClr val="tx1"/>
          </a:solidFill>
          <a:latin typeface="+mn-lt"/>
          <a:ea typeface="+mn-ea"/>
          <a:cs typeface="+mn-cs"/>
        </a:defRPr>
      </a:lvl2pPr>
      <a:lvl3pPr marL="685800" indent="-228600" algn="l" defTabSz="1219170" rtl="0" eaLnBrk="1" latinLnBrk="0" hangingPunct="1">
        <a:lnSpc>
          <a:spcPct val="90000"/>
        </a:lnSpc>
        <a:spcBef>
          <a:spcPts val="600"/>
        </a:spcBef>
        <a:buClr>
          <a:schemeClr val="accent1"/>
        </a:buClr>
        <a:buFont typeface="IBM Plex Sans" panose="020B0503050203000203" pitchFamily="34" charset="0"/>
        <a:buChar char="–"/>
        <a:defRPr sz="1800" kern="1200">
          <a:solidFill>
            <a:schemeClr val="tx1"/>
          </a:solidFill>
          <a:latin typeface="+mn-lt"/>
          <a:ea typeface="+mn-ea"/>
          <a:cs typeface="+mn-cs"/>
        </a:defRPr>
      </a:lvl3pPr>
      <a:lvl4pPr marL="9144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600" kern="1200">
          <a:solidFill>
            <a:schemeClr val="tx1"/>
          </a:solidFill>
          <a:latin typeface="+mn-lt"/>
          <a:ea typeface="+mn-ea"/>
          <a:cs typeface="+mn-cs"/>
        </a:defRPr>
      </a:lvl4pPr>
      <a:lvl5pPr marL="1143000" indent="-228600" algn="l" defTabSz="1219170" rtl="0" eaLnBrk="1" latinLnBrk="0" hangingPunct="1">
        <a:lnSpc>
          <a:spcPct val="90000"/>
        </a:lnSpc>
        <a:spcBef>
          <a:spcPts val="300"/>
        </a:spcBef>
        <a:buClr>
          <a:schemeClr val="accent1"/>
        </a:buClr>
        <a:buFont typeface="IBM Plex Sans" panose="020B0503050203000203" pitchFamily="34" charset="0"/>
        <a:buChar char="–"/>
        <a:tabLst/>
        <a:defRPr sz="1400" kern="1200">
          <a:solidFill>
            <a:schemeClr val="tx1"/>
          </a:solidFill>
          <a:latin typeface="+mn-lt"/>
          <a:ea typeface="+mn-ea"/>
          <a:cs typeface="+mn-cs"/>
        </a:defRPr>
      </a:lvl5pPr>
      <a:lvl6pPr marL="13716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200" kern="1200" baseline="0">
          <a:solidFill>
            <a:schemeClr val="tx1"/>
          </a:solidFill>
          <a:latin typeface="+mn-lt"/>
          <a:ea typeface="+mn-ea"/>
          <a:cs typeface="+mn-cs"/>
        </a:defRPr>
      </a:lvl6pPr>
      <a:lvl7pPr marL="16002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100" kern="1200" baseline="0">
          <a:solidFill>
            <a:schemeClr val="tx1"/>
          </a:solidFill>
          <a:latin typeface="+mn-lt"/>
          <a:ea typeface="+mn-ea"/>
          <a:cs typeface="+mn-cs"/>
        </a:defRPr>
      </a:lvl7pPr>
      <a:lvl8pPr marL="18288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050" kern="1200" baseline="0">
          <a:solidFill>
            <a:schemeClr val="tx1"/>
          </a:solidFill>
          <a:latin typeface="+mn-lt"/>
          <a:ea typeface="+mn-ea"/>
          <a:cs typeface="+mn-cs"/>
        </a:defRPr>
      </a:lvl8pPr>
      <a:lvl9pPr marL="20574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0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9BDE9B6-E406-7EFA-C73F-F319F9AD0CA1}"/>
              </a:ext>
            </a:extLst>
          </p:cNvPr>
          <p:cNvSpPr>
            <a:spLocks noGrp="1"/>
          </p:cNvSpPr>
          <p:nvPr>
            <p:ph type="ctrTitle"/>
          </p:nvPr>
        </p:nvSpPr>
        <p:spPr/>
        <p:txBody>
          <a:bodyPr/>
          <a:lstStyle/>
          <a:p>
            <a:r>
              <a:rPr lang="en-US" dirty="0"/>
              <a:t>Performance Team activities</a:t>
            </a:r>
            <a:endParaRPr lang="en-US" dirty="0">
              <a:solidFill>
                <a:schemeClr val="accent2"/>
              </a:solidFill>
            </a:endParaRPr>
          </a:p>
        </p:txBody>
      </p:sp>
      <p:sp>
        <p:nvSpPr>
          <p:cNvPr id="8" name="Subtitle 7">
            <a:extLst>
              <a:ext uri="{FF2B5EF4-FFF2-40B4-BE49-F238E27FC236}">
                <a16:creationId xmlns:a16="http://schemas.microsoft.com/office/drawing/2014/main" id="{4B1EEB66-E41A-F0CB-6E64-3DFC37C1E63F}"/>
              </a:ext>
            </a:extLst>
          </p:cNvPr>
          <p:cNvSpPr>
            <a:spLocks noGrp="1"/>
          </p:cNvSpPr>
          <p:nvPr>
            <p:ph type="subTitle" idx="1"/>
          </p:nvPr>
        </p:nvSpPr>
        <p:spPr/>
        <p:txBody>
          <a:bodyPr/>
          <a:lstStyle/>
          <a:p>
            <a:r>
              <a:rPr lang="en-US" dirty="0"/>
              <a:t>Jun 18, 2024</a:t>
            </a:r>
          </a:p>
        </p:txBody>
      </p:sp>
      <p:sp>
        <p:nvSpPr>
          <p:cNvPr id="2" name="Footer Placeholder 1">
            <a:extLst>
              <a:ext uri="{FF2B5EF4-FFF2-40B4-BE49-F238E27FC236}">
                <a16:creationId xmlns:a16="http://schemas.microsoft.com/office/drawing/2014/main" id="{3F258B3C-558A-B228-50A8-E4393C4D01F5}"/>
              </a:ext>
            </a:extLst>
          </p:cNvPr>
          <p:cNvSpPr>
            <a:spLocks noGrp="1"/>
          </p:cNvSpPr>
          <p:nvPr>
            <p:ph type="ftr" sz="quarter" idx="11"/>
          </p:nvPr>
        </p:nvSpPr>
        <p:spPr/>
        <p:txBody>
          <a:bodyPr/>
          <a:lstStyle/>
          <a:p>
            <a:pPr marL="0" marR="0" lvl="0" indent="0" algn="ctr" defTabSz="1219170" rtl="0" eaLnBrk="1" fontAlgn="auto" latinLnBrk="0" hangingPunct="1">
              <a:lnSpc>
                <a:spcPct val="8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IBM Plex Sans"/>
                <a:ea typeface="+mn-ea"/>
                <a:cs typeface="+mn-cs"/>
              </a:rPr>
              <a:t>CONFIDENTIAL</a:t>
            </a:r>
          </a:p>
        </p:txBody>
      </p:sp>
      <p:sp>
        <p:nvSpPr>
          <p:cNvPr id="4" name="Slide Number Placeholder 3">
            <a:extLst>
              <a:ext uri="{FF2B5EF4-FFF2-40B4-BE49-F238E27FC236}">
                <a16:creationId xmlns:a16="http://schemas.microsoft.com/office/drawing/2014/main" id="{6612BCA6-AC3B-B20F-60A4-26D08439399D}"/>
              </a:ext>
            </a:extLst>
          </p:cNvPr>
          <p:cNvSpPr>
            <a:spLocks noGrp="1"/>
          </p:cNvSpPr>
          <p:nvPr>
            <p:ph type="sldNum" sz="quarter" idx="12"/>
          </p:nvPr>
        </p:nvSpPr>
        <p:spPr/>
        <p:txBody>
          <a:bodyPr/>
          <a:lstStyle/>
          <a:p>
            <a:pPr marL="0" marR="0" lvl="0" indent="0" algn="l" defTabSz="1219170" rtl="0" eaLnBrk="1" fontAlgn="auto" latinLnBrk="0" hangingPunct="1">
              <a:lnSpc>
                <a:spcPct val="80000"/>
              </a:lnSpc>
              <a:spcBef>
                <a:spcPts val="0"/>
              </a:spcBef>
              <a:spcAft>
                <a:spcPts val="0"/>
              </a:spcAft>
              <a:buClrTx/>
              <a:buSzTx/>
              <a:buFontTx/>
              <a:buNone/>
              <a:tabLst/>
              <a:defRPr/>
            </a:pPr>
            <a:fld id="{4F90343F-D056-4E24-BE3D-A305BDC1A23E}" type="slidenum">
              <a:rPr kumimoji="0" lang="en-US" sz="900" b="0" i="0" u="none" strike="noStrike" kern="1200" cap="none" spc="0" normalizeH="0" baseline="0" noProof="0" smtClean="0">
                <a:ln>
                  <a:noFill/>
                </a:ln>
                <a:solidFill>
                  <a:srgbClr val="FFFFFF"/>
                </a:solidFill>
                <a:effectLst/>
                <a:uLnTx/>
                <a:uFillTx/>
                <a:latin typeface="IBM Plex Sans"/>
                <a:ea typeface="+mn-ea"/>
                <a:cs typeface="+mn-cs"/>
              </a:rPr>
              <a:pPr marL="0" marR="0" lvl="0" indent="0" algn="l" defTabSz="1219170" rtl="0" eaLnBrk="1" fontAlgn="auto" latinLnBrk="0" hangingPunct="1">
                <a:lnSpc>
                  <a:spcPct val="80000"/>
                </a:lnSpc>
                <a:spcBef>
                  <a:spcPts val="0"/>
                </a:spcBef>
                <a:spcAft>
                  <a:spcPts val="0"/>
                </a:spcAft>
                <a:buClrTx/>
                <a:buSzTx/>
                <a:buFontTx/>
                <a:buNone/>
                <a:tabLst/>
                <a:defRPr/>
              </a:pPr>
              <a:t>1</a:t>
            </a:fld>
            <a:endParaRPr kumimoji="0" lang="en-US" sz="900" b="0" i="0" u="none" strike="noStrike" kern="1200" cap="none" spc="0" normalizeH="0" baseline="0" noProof="0">
              <a:ln>
                <a:noFill/>
              </a:ln>
              <a:solidFill>
                <a:srgbClr val="FFFFFF"/>
              </a:solidFill>
              <a:effectLst/>
              <a:uLnTx/>
              <a:uFillTx/>
              <a:latin typeface="IBM Plex Sans"/>
              <a:ea typeface="+mn-ea"/>
              <a:cs typeface="+mn-cs"/>
            </a:endParaRPr>
          </a:p>
        </p:txBody>
      </p:sp>
    </p:spTree>
    <p:extLst>
      <p:ext uri="{BB962C8B-B14F-4D97-AF65-F5344CB8AC3E}">
        <p14:creationId xmlns:p14="http://schemas.microsoft.com/office/powerpoint/2010/main" val="1628200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34D4E9-8A53-8C47-C5D9-F530ABD2582D}"/>
              </a:ext>
            </a:extLst>
          </p:cNvPr>
          <p:cNvSpPr>
            <a:spLocks noGrp="1"/>
          </p:cNvSpPr>
          <p:nvPr>
            <p:ph sz="quarter" idx="13"/>
          </p:nvPr>
        </p:nvSpPr>
        <p:spPr>
          <a:xfrm>
            <a:off x="457199" y="1871816"/>
            <a:ext cx="11273991" cy="4711864"/>
          </a:xfrm>
        </p:spPr>
        <p:txBody>
          <a:bodyPr/>
          <a:lstStyle/>
          <a:p>
            <a:r>
              <a:rPr lang="en-US" sz="2000" dirty="0"/>
              <a:t>LMR – </a:t>
            </a:r>
          </a:p>
          <a:p>
            <a:pPr lvl="1"/>
            <a:r>
              <a:rPr lang="en-US" sz="1800" dirty="0"/>
              <a:t>Understanding the Performance testing scope for LMR</a:t>
            </a:r>
          </a:p>
          <a:p>
            <a:pPr lvl="1"/>
            <a:r>
              <a:rPr lang="en-US" sz="1800" dirty="0"/>
              <a:t>Confirm the NFR numbers from the E2E application for the LMR release and document</a:t>
            </a:r>
          </a:p>
          <a:p>
            <a:pPr lvl="1"/>
            <a:r>
              <a:rPr lang="en-US" sz="1800" dirty="0"/>
              <a:t>Understanding the workflow and architecture related to LMR release</a:t>
            </a:r>
          </a:p>
          <a:p>
            <a:pPr lvl="1"/>
            <a:r>
              <a:rPr lang="en-US" sz="1800" dirty="0"/>
              <a:t>Preparing Performance Test Plan</a:t>
            </a:r>
          </a:p>
          <a:p>
            <a:pPr lvl="1"/>
            <a:r>
              <a:rPr lang="en-US" sz="1800" dirty="0"/>
              <a:t>JMeter PoC, building report generation script, execution and ensuring to achieve defined TPS</a:t>
            </a:r>
          </a:p>
          <a:p>
            <a:pPr lvl="1"/>
            <a:r>
              <a:rPr lang="en-US" sz="1800" dirty="0"/>
              <a:t>Work with DevOps, Cloud to provision the Performance Environment to support LMR</a:t>
            </a:r>
          </a:p>
          <a:p>
            <a:pPr lvl="1"/>
            <a:r>
              <a:rPr lang="en-US" sz="1800" dirty="0"/>
              <a:t>Building process and follow up with teams to get the test data injected to Perf environment to support LMR</a:t>
            </a:r>
          </a:p>
          <a:p>
            <a:pPr lvl="1"/>
            <a:r>
              <a:rPr lang="en-US" sz="1800" dirty="0"/>
              <a:t>Building report generation script (1)</a:t>
            </a:r>
          </a:p>
          <a:p>
            <a:pPr lvl="1"/>
            <a:r>
              <a:rPr lang="en-US" sz="1800" dirty="0"/>
              <a:t>Execution of dry run</a:t>
            </a:r>
          </a:p>
          <a:p>
            <a:pPr lvl="1"/>
            <a:r>
              <a:rPr lang="en-US" sz="1800" dirty="0"/>
              <a:t>Monitor the ETL process</a:t>
            </a:r>
          </a:p>
          <a:p>
            <a:pPr lvl="1"/>
            <a:r>
              <a:rPr lang="en-US" sz="1800" dirty="0"/>
              <a:t>For DV, setting up test data, execution of dry run, ETL process</a:t>
            </a:r>
          </a:p>
          <a:p>
            <a:pPr lvl="1"/>
            <a:endParaRPr lang="en-US" sz="1800" dirty="0"/>
          </a:p>
          <a:p>
            <a:pPr lvl="1"/>
            <a:endParaRPr lang="en-US" sz="1800" dirty="0"/>
          </a:p>
          <a:p>
            <a:endParaRPr lang="en-US" sz="2000" dirty="0"/>
          </a:p>
          <a:p>
            <a:endParaRPr lang="en-US" sz="2000" dirty="0"/>
          </a:p>
          <a:p>
            <a:endParaRPr lang="en-US" sz="2000" dirty="0"/>
          </a:p>
          <a:p>
            <a:endParaRPr lang="en-US" sz="2000" dirty="0"/>
          </a:p>
          <a:p>
            <a:r>
              <a:rPr lang="en-US" sz="2000" dirty="0"/>
              <a:t>FMR – </a:t>
            </a:r>
          </a:p>
          <a:p>
            <a:endParaRPr lang="en-US" sz="2000" dirty="0"/>
          </a:p>
        </p:txBody>
      </p:sp>
      <p:sp>
        <p:nvSpPr>
          <p:cNvPr id="3" name="Footer Placeholder 2">
            <a:extLst>
              <a:ext uri="{FF2B5EF4-FFF2-40B4-BE49-F238E27FC236}">
                <a16:creationId xmlns:a16="http://schemas.microsoft.com/office/drawing/2014/main" id="{2D80674E-6D29-FAA7-5121-02B10FDEFAA1}"/>
              </a:ext>
            </a:extLst>
          </p:cNvPr>
          <p:cNvSpPr>
            <a:spLocks noGrp="1"/>
          </p:cNvSpPr>
          <p:nvPr>
            <p:ph type="ftr" sz="quarter" idx="15"/>
          </p:nvPr>
        </p:nvSpPr>
        <p:spPr/>
        <p:txBody>
          <a:bodyPr/>
          <a:lstStyle/>
          <a:p>
            <a:r>
              <a:rPr lang="en-US" dirty="0"/>
              <a:t>CONFIDENTIAL</a:t>
            </a:r>
          </a:p>
        </p:txBody>
      </p:sp>
      <p:sp>
        <p:nvSpPr>
          <p:cNvPr id="4" name="Slide Number Placeholder 3">
            <a:extLst>
              <a:ext uri="{FF2B5EF4-FFF2-40B4-BE49-F238E27FC236}">
                <a16:creationId xmlns:a16="http://schemas.microsoft.com/office/drawing/2014/main" id="{553203EB-5CE0-C4C0-7BF0-A95CED17BF6A}"/>
              </a:ext>
            </a:extLst>
          </p:cNvPr>
          <p:cNvSpPr>
            <a:spLocks noGrp="1"/>
          </p:cNvSpPr>
          <p:nvPr>
            <p:ph type="sldNum" sz="quarter" idx="16"/>
          </p:nvPr>
        </p:nvSpPr>
        <p:spPr/>
        <p:txBody>
          <a:bodyPr/>
          <a:lstStyle/>
          <a:p>
            <a:fld id="{4F90343F-D056-4E24-BE3D-A305BDC1A23E}" type="slidenum">
              <a:rPr lang="en-US" smtClean="0"/>
              <a:pPr/>
              <a:t>2</a:t>
            </a:fld>
            <a:endParaRPr lang="en-US"/>
          </a:p>
        </p:txBody>
      </p:sp>
      <p:sp>
        <p:nvSpPr>
          <p:cNvPr id="5" name="Title 4">
            <a:extLst>
              <a:ext uri="{FF2B5EF4-FFF2-40B4-BE49-F238E27FC236}">
                <a16:creationId xmlns:a16="http://schemas.microsoft.com/office/drawing/2014/main" id="{7E825CEC-956B-37A7-B614-A0724609A3F3}"/>
              </a:ext>
            </a:extLst>
          </p:cNvPr>
          <p:cNvSpPr>
            <a:spLocks noGrp="1"/>
          </p:cNvSpPr>
          <p:nvPr>
            <p:ph type="title"/>
          </p:nvPr>
        </p:nvSpPr>
        <p:spPr/>
        <p:txBody>
          <a:bodyPr/>
          <a:lstStyle/>
          <a:p>
            <a:r>
              <a:rPr lang="en-US" dirty="0"/>
              <a:t>Scope of LMR</a:t>
            </a:r>
          </a:p>
        </p:txBody>
      </p:sp>
      <p:sp>
        <p:nvSpPr>
          <p:cNvPr id="6" name="Subtitle 5">
            <a:extLst>
              <a:ext uri="{FF2B5EF4-FFF2-40B4-BE49-F238E27FC236}">
                <a16:creationId xmlns:a16="http://schemas.microsoft.com/office/drawing/2014/main" id="{5206BF59-0785-D3BD-779E-010DCE36D061}"/>
              </a:ext>
            </a:extLst>
          </p:cNvPr>
          <p:cNvSpPr>
            <a:spLocks noGrp="1"/>
          </p:cNvSpPr>
          <p:nvPr>
            <p:ph type="subTitle" idx="17"/>
          </p:nvPr>
        </p:nvSpPr>
        <p:spPr/>
        <p:txBody>
          <a:bodyPr/>
          <a:lstStyle/>
          <a:p>
            <a:r>
              <a:rPr lang="en-US" dirty="0"/>
              <a:t>List of scope</a:t>
            </a:r>
          </a:p>
        </p:txBody>
      </p:sp>
    </p:spTree>
    <p:extLst>
      <p:ext uri="{BB962C8B-B14F-4D97-AF65-F5344CB8AC3E}">
        <p14:creationId xmlns:p14="http://schemas.microsoft.com/office/powerpoint/2010/main" val="298500785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34D4E9-8A53-8C47-C5D9-F530ABD2582D}"/>
              </a:ext>
            </a:extLst>
          </p:cNvPr>
          <p:cNvSpPr>
            <a:spLocks noGrp="1"/>
          </p:cNvSpPr>
          <p:nvPr>
            <p:ph sz="quarter" idx="13"/>
          </p:nvPr>
        </p:nvSpPr>
        <p:spPr>
          <a:xfrm>
            <a:off x="457199" y="1871816"/>
            <a:ext cx="11273991" cy="4711864"/>
          </a:xfrm>
        </p:spPr>
        <p:txBody>
          <a:bodyPr/>
          <a:lstStyle/>
          <a:p>
            <a:r>
              <a:rPr lang="en-US" sz="2000" dirty="0"/>
              <a:t>FMR – </a:t>
            </a:r>
          </a:p>
          <a:p>
            <a:pPr lvl="1"/>
            <a:r>
              <a:rPr lang="en-US" sz="1600" dirty="0"/>
              <a:t>Understanding the Performance testing scope for FMR. Need to go through 4 features and understand them in detail</a:t>
            </a:r>
          </a:p>
          <a:p>
            <a:pPr lvl="1"/>
            <a:r>
              <a:rPr lang="en-US" sz="1600" dirty="0"/>
              <a:t>Understanding the Performance testing scope for benchmarking for FMR. Need to go through 4 features and understand them in detail</a:t>
            </a:r>
          </a:p>
          <a:p>
            <a:pPr lvl="1"/>
            <a:r>
              <a:rPr lang="en-US" sz="1600" dirty="0"/>
              <a:t>Confirm the NFR numbers from the E2E application for the FMR release and document</a:t>
            </a:r>
          </a:p>
          <a:p>
            <a:pPr lvl="1"/>
            <a:r>
              <a:rPr lang="en-US" sz="1600" dirty="0"/>
              <a:t>Understanding the workflow and architecture related to FMR release</a:t>
            </a:r>
          </a:p>
          <a:p>
            <a:pPr lvl="1"/>
            <a:r>
              <a:rPr lang="en-US" sz="1600" dirty="0"/>
              <a:t>Preparing Performance Test Plan</a:t>
            </a:r>
          </a:p>
          <a:p>
            <a:pPr lvl="1"/>
            <a:r>
              <a:rPr lang="en-US" sz="1600" dirty="0"/>
              <a:t>Azure DevOps Pipeline setup for JMeter</a:t>
            </a:r>
          </a:p>
          <a:p>
            <a:pPr lvl="1"/>
            <a:r>
              <a:rPr lang="en-US" sz="1600" dirty="0"/>
              <a:t>JMeter PoC from Azure DevOps, building report generation script, execution and ensuring to achieve defined TPS</a:t>
            </a:r>
          </a:p>
          <a:p>
            <a:pPr lvl="1"/>
            <a:r>
              <a:rPr lang="en-US" sz="1600" dirty="0"/>
              <a:t>Building process and follow up with teams to get the test data injected to Perf environment to support FMR</a:t>
            </a:r>
          </a:p>
          <a:p>
            <a:pPr lvl="1"/>
            <a:r>
              <a:rPr lang="en-US" sz="1600" dirty="0"/>
              <a:t>Building report generation script (6+), execution of dry run and ensuring the readiness</a:t>
            </a:r>
          </a:p>
          <a:p>
            <a:pPr lvl="1"/>
            <a:r>
              <a:rPr lang="en-US" sz="1600" dirty="0"/>
              <a:t>Execution of actual test</a:t>
            </a:r>
          </a:p>
          <a:p>
            <a:pPr lvl="1"/>
            <a:r>
              <a:rPr lang="en-US" sz="1600" dirty="0"/>
              <a:t>Monitor the ETL process</a:t>
            </a:r>
          </a:p>
          <a:p>
            <a:pPr lvl="1"/>
            <a:r>
              <a:rPr lang="en-US" sz="1600" dirty="0"/>
              <a:t>Support or follow up on the benchmarking executions with the BE team</a:t>
            </a:r>
          </a:p>
          <a:p>
            <a:pPr lvl="1"/>
            <a:r>
              <a:rPr lang="en-US" sz="1600" dirty="0"/>
              <a:t>For on-demand and ETL execution phase, update JMeter scripts, test data setup, executions and reporting</a:t>
            </a:r>
          </a:p>
          <a:p>
            <a:pPr lvl="1"/>
            <a:r>
              <a:rPr lang="en-US" sz="1600" dirty="0"/>
              <a:t>Post 1.5 code base deployment, verification of the functionalities</a:t>
            </a:r>
          </a:p>
          <a:p>
            <a:pPr lvl="1"/>
            <a:r>
              <a:rPr lang="en-US" sz="1600" dirty="0"/>
              <a:t>DV, setting up test data, execution of dry run, ETL process</a:t>
            </a:r>
          </a:p>
        </p:txBody>
      </p:sp>
      <p:sp>
        <p:nvSpPr>
          <p:cNvPr id="3" name="Footer Placeholder 2">
            <a:extLst>
              <a:ext uri="{FF2B5EF4-FFF2-40B4-BE49-F238E27FC236}">
                <a16:creationId xmlns:a16="http://schemas.microsoft.com/office/drawing/2014/main" id="{2D80674E-6D29-FAA7-5121-02B10FDEFAA1}"/>
              </a:ext>
            </a:extLst>
          </p:cNvPr>
          <p:cNvSpPr>
            <a:spLocks noGrp="1"/>
          </p:cNvSpPr>
          <p:nvPr>
            <p:ph type="ftr" sz="quarter" idx="15"/>
          </p:nvPr>
        </p:nvSpPr>
        <p:spPr/>
        <p:txBody>
          <a:bodyPr/>
          <a:lstStyle/>
          <a:p>
            <a:r>
              <a:rPr lang="en-US" dirty="0"/>
              <a:t>CONFIDENTIAL</a:t>
            </a:r>
          </a:p>
        </p:txBody>
      </p:sp>
      <p:sp>
        <p:nvSpPr>
          <p:cNvPr id="4" name="Slide Number Placeholder 3">
            <a:extLst>
              <a:ext uri="{FF2B5EF4-FFF2-40B4-BE49-F238E27FC236}">
                <a16:creationId xmlns:a16="http://schemas.microsoft.com/office/drawing/2014/main" id="{553203EB-5CE0-C4C0-7BF0-A95CED17BF6A}"/>
              </a:ext>
            </a:extLst>
          </p:cNvPr>
          <p:cNvSpPr>
            <a:spLocks noGrp="1"/>
          </p:cNvSpPr>
          <p:nvPr>
            <p:ph type="sldNum" sz="quarter" idx="16"/>
          </p:nvPr>
        </p:nvSpPr>
        <p:spPr/>
        <p:txBody>
          <a:bodyPr/>
          <a:lstStyle/>
          <a:p>
            <a:fld id="{4F90343F-D056-4E24-BE3D-A305BDC1A23E}" type="slidenum">
              <a:rPr lang="en-US" smtClean="0"/>
              <a:pPr/>
              <a:t>3</a:t>
            </a:fld>
            <a:endParaRPr lang="en-US"/>
          </a:p>
        </p:txBody>
      </p:sp>
      <p:sp>
        <p:nvSpPr>
          <p:cNvPr id="5" name="Title 4">
            <a:extLst>
              <a:ext uri="{FF2B5EF4-FFF2-40B4-BE49-F238E27FC236}">
                <a16:creationId xmlns:a16="http://schemas.microsoft.com/office/drawing/2014/main" id="{7E825CEC-956B-37A7-B614-A0724609A3F3}"/>
              </a:ext>
            </a:extLst>
          </p:cNvPr>
          <p:cNvSpPr>
            <a:spLocks noGrp="1"/>
          </p:cNvSpPr>
          <p:nvPr>
            <p:ph type="title"/>
          </p:nvPr>
        </p:nvSpPr>
        <p:spPr/>
        <p:txBody>
          <a:bodyPr/>
          <a:lstStyle/>
          <a:p>
            <a:r>
              <a:rPr lang="en-US" dirty="0"/>
              <a:t>Scope of FMR</a:t>
            </a:r>
          </a:p>
        </p:txBody>
      </p:sp>
      <p:sp>
        <p:nvSpPr>
          <p:cNvPr id="6" name="Subtitle 5">
            <a:extLst>
              <a:ext uri="{FF2B5EF4-FFF2-40B4-BE49-F238E27FC236}">
                <a16:creationId xmlns:a16="http://schemas.microsoft.com/office/drawing/2014/main" id="{5206BF59-0785-D3BD-779E-010DCE36D061}"/>
              </a:ext>
            </a:extLst>
          </p:cNvPr>
          <p:cNvSpPr>
            <a:spLocks noGrp="1"/>
          </p:cNvSpPr>
          <p:nvPr>
            <p:ph type="subTitle" idx="17"/>
          </p:nvPr>
        </p:nvSpPr>
        <p:spPr/>
        <p:txBody>
          <a:bodyPr/>
          <a:lstStyle/>
          <a:p>
            <a:r>
              <a:rPr lang="en-US" dirty="0"/>
              <a:t>List of scope</a:t>
            </a:r>
          </a:p>
        </p:txBody>
      </p:sp>
    </p:spTree>
    <p:extLst>
      <p:ext uri="{BB962C8B-B14F-4D97-AF65-F5344CB8AC3E}">
        <p14:creationId xmlns:p14="http://schemas.microsoft.com/office/powerpoint/2010/main" val="36557126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42B2FEF2-21A9-B26F-7373-4E8BEBFAAE36}"/>
              </a:ext>
            </a:extLst>
          </p:cNvPr>
          <p:cNvGraphicFramePr>
            <a:graphicFrameLocks noGrp="1"/>
          </p:cNvGraphicFramePr>
          <p:nvPr>
            <p:ph sz="quarter" idx="13"/>
            <p:extLst>
              <p:ext uri="{D42A27DB-BD31-4B8C-83A1-F6EECF244321}">
                <p14:modId xmlns:p14="http://schemas.microsoft.com/office/powerpoint/2010/main" val="631543631"/>
              </p:ext>
            </p:extLst>
          </p:nvPr>
        </p:nvGraphicFramePr>
        <p:xfrm>
          <a:off x="435262" y="914400"/>
          <a:ext cx="11089758" cy="5669280"/>
        </p:xfrm>
        <a:graphic>
          <a:graphicData uri="http://schemas.openxmlformats.org/drawingml/2006/table">
            <a:tbl>
              <a:tblPr firstRow="1" bandRow="1">
                <a:tableStyleId>{5C22544A-7EE6-4342-B048-85BDC9FD1C3A}</a:tableStyleId>
              </a:tblPr>
              <a:tblGrid>
                <a:gridCol w="715355">
                  <a:extLst>
                    <a:ext uri="{9D8B030D-6E8A-4147-A177-3AD203B41FA5}">
                      <a16:colId xmlns:a16="http://schemas.microsoft.com/office/drawing/2014/main" val="3053407711"/>
                    </a:ext>
                  </a:extLst>
                </a:gridCol>
                <a:gridCol w="8599439">
                  <a:extLst>
                    <a:ext uri="{9D8B030D-6E8A-4147-A177-3AD203B41FA5}">
                      <a16:colId xmlns:a16="http://schemas.microsoft.com/office/drawing/2014/main" val="2762605810"/>
                    </a:ext>
                  </a:extLst>
                </a:gridCol>
                <a:gridCol w="1774964">
                  <a:extLst>
                    <a:ext uri="{9D8B030D-6E8A-4147-A177-3AD203B41FA5}">
                      <a16:colId xmlns:a16="http://schemas.microsoft.com/office/drawing/2014/main" val="1893468396"/>
                    </a:ext>
                  </a:extLst>
                </a:gridCol>
              </a:tblGrid>
              <a:tr h="238111">
                <a:tc>
                  <a:txBody>
                    <a:bodyPr/>
                    <a:lstStyle/>
                    <a:p>
                      <a:r>
                        <a:rPr lang="en-US" sz="1200" dirty="0"/>
                        <a:t>Sl. No</a:t>
                      </a:r>
                    </a:p>
                  </a:txBody>
                  <a:tcPr/>
                </a:tc>
                <a:tc>
                  <a:txBody>
                    <a:bodyPr/>
                    <a:lstStyle/>
                    <a:p>
                      <a:r>
                        <a:rPr lang="en-US" sz="1200" dirty="0"/>
                        <a:t>Activities</a:t>
                      </a:r>
                    </a:p>
                  </a:txBody>
                  <a:tcPr/>
                </a:tc>
                <a:tc>
                  <a:txBody>
                    <a:bodyPr/>
                    <a:lstStyle/>
                    <a:p>
                      <a:r>
                        <a:rPr lang="en-US" sz="1200" dirty="0"/>
                        <a:t>Status</a:t>
                      </a:r>
                    </a:p>
                  </a:txBody>
                  <a:tcPr/>
                </a:tc>
                <a:extLst>
                  <a:ext uri="{0D108BD9-81ED-4DB2-BD59-A6C34878D82A}">
                    <a16:rowId xmlns:a16="http://schemas.microsoft.com/office/drawing/2014/main" val="1304128808"/>
                  </a:ext>
                </a:extLst>
              </a:tr>
              <a:tr h="238111">
                <a:tc>
                  <a:txBody>
                    <a:bodyPr/>
                    <a:lstStyle/>
                    <a:p>
                      <a:r>
                        <a:rPr lang="en-US" sz="1200" kern="1200" dirty="0">
                          <a:solidFill>
                            <a:schemeClr val="dk1"/>
                          </a:solidFill>
                          <a:latin typeface="+mn-lt"/>
                          <a:ea typeface="+mn-ea"/>
                          <a:cs typeface="+mn-cs"/>
                        </a:rPr>
                        <a:t>1</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Attended the calls with Teresa, Leo, Alli and understood the LMR requirements and work load model</a:t>
                      </a:r>
                    </a:p>
                  </a:txBody>
                  <a:tcPr/>
                </a:tc>
                <a:tc>
                  <a:txBody>
                    <a:bodyPr/>
                    <a:lstStyle/>
                    <a:p>
                      <a:r>
                        <a:rPr lang="en-US" sz="1200" kern="1200" dirty="0">
                          <a:solidFill>
                            <a:schemeClr val="dk1"/>
                          </a:solidFill>
                          <a:latin typeface="+mn-lt"/>
                          <a:ea typeface="+mn-ea"/>
                          <a:cs typeface="+mn-cs"/>
                        </a:rPr>
                        <a:t>Completed</a:t>
                      </a:r>
                    </a:p>
                  </a:txBody>
                  <a:tcPr>
                    <a:solidFill>
                      <a:srgbClr val="92D050"/>
                    </a:solidFill>
                  </a:tcPr>
                </a:tc>
                <a:extLst>
                  <a:ext uri="{0D108BD9-81ED-4DB2-BD59-A6C34878D82A}">
                    <a16:rowId xmlns:a16="http://schemas.microsoft.com/office/drawing/2014/main" val="285454373"/>
                  </a:ext>
                </a:extLst>
              </a:tr>
              <a:tr h="238111">
                <a:tc>
                  <a:txBody>
                    <a:bodyPr/>
                    <a:lstStyle/>
                    <a:p>
                      <a:r>
                        <a:rPr lang="en-US" sz="1200" kern="1200" dirty="0">
                          <a:solidFill>
                            <a:schemeClr val="dk1"/>
                          </a:solidFill>
                          <a:latin typeface="+mn-lt"/>
                          <a:ea typeface="+mn-ea"/>
                          <a:cs typeface="+mn-cs"/>
                        </a:rPr>
                        <a:t>2</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Prepared the LMR Test plan, reviewed and closed</a:t>
                      </a:r>
                    </a:p>
                  </a:txBody>
                  <a:tcPr/>
                </a:tc>
                <a:tc>
                  <a:txBody>
                    <a:bodyPr/>
                    <a:lstStyle/>
                    <a:p>
                      <a:r>
                        <a:rPr lang="en-US" sz="1200" kern="1200" dirty="0">
                          <a:solidFill>
                            <a:schemeClr val="dk1"/>
                          </a:solidFill>
                          <a:latin typeface="+mn-lt"/>
                          <a:ea typeface="+mn-ea"/>
                          <a:cs typeface="+mn-cs"/>
                        </a:rPr>
                        <a:t>Completed</a:t>
                      </a:r>
                    </a:p>
                  </a:txBody>
                  <a:tcPr>
                    <a:solidFill>
                      <a:srgbClr val="92D050"/>
                    </a:solidFill>
                  </a:tcPr>
                </a:tc>
                <a:extLst>
                  <a:ext uri="{0D108BD9-81ED-4DB2-BD59-A6C34878D82A}">
                    <a16:rowId xmlns:a16="http://schemas.microsoft.com/office/drawing/2014/main" val="3470824543"/>
                  </a:ext>
                </a:extLst>
              </a:tr>
              <a:tr h="238111">
                <a:tc>
                  <a:txBody>
                    <a:bodyPr/>
                    <a:lstStyle/>
                    <a:p>
                      <a:r>
                        <a:rPr lang="en-US" sz="1200" kern="1200" dirty="0">
                          <a:solidFill>
                            <a:schemeClr val="dk1"/>
                          </a:solidFill>
                          <a:latin typeface="+mn-lt"/>
                          <a:ea typeface="+mn-ea"/>
                          <a:cs typeface="+mn-cs"/>
                        </a:rPr>
                        <a:t>3</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Updated the “Resource requirements confluence page” for LMR</a:t>
                      </a:r>
                    </a:p>
                  </a:txBody>
                  <a:tcPr/>
                </a:tc>
                <a:tc>
                  <a:txBody>
                    <a:bodyPr/>
                    <a:lstStyle/>
                    <a:p>
                      <a:r>
                        <a:rPr kumimoji="0" lang="en-US" sz="1200" b="0" i="0" u="none" strike="noStrike" kern="1200" cap="none" spc="0" normalizeH="0" baseline="0" noProof="0" dirty="0">
                          <a:ln>
                            <a:noFill/>
                          </a:ln>
                          <a:solidFill>
                            <a:srgbClr val="000000"/>
                          </a:solidFill>
                          <a:effectLst/>
                          <a:uLnTx/>
                          <a:uFillTx/>
                          <a:latin typeface="IBM Plex Sans"/>
                          <a:ea typeface="+mn-ea"/>
                          <a:cs typeface="+mn-cs"/>
                        </a:rPr>
                        <a:t>Completed</a:t>
                      </a:r>
                      <a:endParaRPr lang="en-US" sz="1200" kern="1200" dirty="0">
                        <a:solidFill>
                          <a:schemeClr val="dk1"/>
                        </a:solidFill>
                        <a:latin typeface="+mn-lt"/>
                        <a:ea typeface="+mn-ea"/>
                        <a:cs typeface="+mn-cs"/>
                      </a:endParaRPr>
                    </a:p>
                  </a:txBody>
                  <a:tcPr>
                    <a:solidFill>
                      <a:srgbClr val="92D050"/>
                    </a:solidFill>
                  </a:tcPr>
                </a:tc>
                <a:extLst>
                  <a:ext uri="{0D108BD9-81ED-4DB2-BD59-A6C34878D82A}">
                    <a16:rowId xmlns:a16="http://schemas.microsoft.com/office/drawing/2014/main" val="4104471204"/>
                  </a:ext>
                </a:extLst>
              </a:tr>
              <a:tr h="238111">
                <a:tc>
                  <a:txBody>
                    <a:bodyPr/>
                    <a:lstStyle/>
                    <a:p>
                      <a:r>
                        <a:rPr lang="en-US" sz="1200" kern="1200" dirty="0">
                          <a:solidFill>
                            <a:schemeClr val="dk1"/>
                          </a:solidFill>
                          <a:latin typeface="+mn-lt"/>
                          <a:ea typeface="+mn-ea"/>
                          <a:cs typeface="+mn-cs"/>
                        </a:rPr>
                        <a:t>4</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Prepared the JMeter script for report generation to meet the LMR expectations</a:t>
                      </a:r>
                    </a:p>
                  </a:txBody>
                  <a:tcPr/>
                </a:tc>
                <a:tc>
                  <a:txBody>
                    <a:bodyPr/>
                    <a:lstStyle/>
                    <a:p>
                      <a:r>
                        <a:rPr kumimoji="0" lang="en-US" sz="1200" b="0" i="0" u="none" strike="noStrike" kern="1200" cap="none" spc="0" normalizeH="0" baseline="0" noProof="0" dirty="0">
                          <a:ln>
                            <a:noFill/>
                          </a:ln>
                          <a:solidFill>
                            <a:srgbClr val="000000"/>
                          </a:solidFill>
                          <a:effectLst/>
                          <a:uLnTx/>
                          <a:uFillTx/>
                          <a:latin typeface="IBM Plex Sans"/>
                          <a:ea typeface="+mn-ea"/>
                          <a:cs typeface="+mn-cs"/>
                        </a:rPr>
                        <a:t>Completed</a:t>
                      </a:r>
                      <a:endParaRPr lang="en-US" sz="1200" kern="1200" dirty="0">
                        <a:solidFill>
                          <a:schemeClr val="dk1"/>
                        </a:solidFill>
                        <a:latin typeface="+mn-lt"/>
                        <a:ea typeface="+mn-ea"/>
                        <a:cs typeface="+mn-cs"/>
                      </a:endParaRPr>
                    </a:p>
                  </a:txBody>
                  <a:tcPr>
                    <a:solidFill>
                      <a:srgbClr val="92D050"/>
                    </a:solidFill>
                  </a:tcPr>
                </a:tc>
                <a:extLst>
                  <a:ext uri="{0D108BD9-81ED-4DB2-BD59-A6C34878D82A}">
                    <a16:rowId xmlns:a16="http://schemas.microsoft.com/office/drawing/2014/main" val="2591443132"/>
                  </a:ext>
                </a:extLst>
              </a:tr>
              <a:tr h="238111">
                <a:tc>
                  <a:txBody>
                    <a:bodyPr/>
                    <a:lstStyle/>
                    <a:p>
                      <a:r>
                        <a:rPr lang="en-US" sz="1200" kern="1200" dirty="0">
                          <a:solidFill>
                            <a:schemeClr val="dk1"/>
                          </a:solidFill>
                          <a:latin typeface="+mn-lt"/>
                          <a:ea typeface="+mn-ea"/>
                          <a:cs typeface="+mn-cs"/>
                        </a:rPr>
                        <a:t>5</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For JMeter PoC, executed multiple rounds of tests to meet the LMR expectations of 3.8 or 4 TPS, with 0 (zero) errors. </a:t>
                      </a:r>
                    </a:p>
                  </a:txBody>
                  <a:tcPr/>
                </a:tc>
                <a:tc>
                  <a:txBody>
                    <a:bodyPr/>
                    <a:lstStyle/>
                    <a:p>
                      <a:r>
                        <a:rPr kumimoji="0" lang="en-US" sz="1200" b="0" i="0" u="none" strike="noStrike" kern="1200" cap="none" spc="0" normalizeH="0" baseline="0" noProof="0" dirty="0">
                          <a:ln>
                            <a:noFill/>
                          </a:ln>
                          <a:solidFill>
                            <a:srgbClr val="000000"/>
                          </a:solidFill>
                          <a:effectLst/>
                          <a:uLnTx/>
                          <a:uFillTx/>
                          <a:latin typeface="IBM Plex Sans"/>
                          <a:ea typeface="+mn-ea"/>
                          <a:cs typeface="+mn-cs"/>
                        </a:rPr>
                        <a:t>Completed</a:t>
                      </a:r>
                      <a:endParaRPr lang="en-US" sz="1200" kern="1200" dirty="0">
                        <a:solidFill>
                          <a:schemeClr val="dk1"/>
                        </a:solidFill>
                        <a:latin typeface="+mn-lt"/>
                        <a:ea typeface="+mn-ea"/>
                        <a:cs typeface="+mn-cs"/>
                      </a:endParaRPr>
                    </a:p>
                  </a:txBody>
                  <a:tcPr>
                    <a:solidFill>
                      <a:srgbClr val="92D050"/>
                    </a:solidFill>
                  </a:tcPr>
                </a:tc>
                <a:extLst>
                  <a:ext uri="{0D108BD9-81ED-4DB2-BD59-A6C34878D82A}">
                    <a16:rowId xmlns:a16="http://schemas.microsoft.com/office/drawing/2014/main" val="1039786374"/>
                  </a:ext>
                </a:extLst>
              </a:tr>
              <a:tr h="238111">
                <a:tc>
                  <a:txBody>
                    <a:bodyPr/>
                    <a:lstStyle/>
                    <a:p>
                      <a:r>
                        <a:rPr lang="en-US" sz="1200" kern="1200" dirty="0">
                          <a:solidFill>
                            <a:schemeClr val="dk1"/>
                          </a:solidFill>
                          <a:latin typeface="+mn-lt"/>
                          <a:ea typeface="+mn-ea"/>
                          <a:cs typeface="+mn-cs"/>
                        </a:rPr>
                        <a:t>6</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Followed up on E2E support for Discovery requirement and closed. Updated confluence page.</a:t>
                      </a:r>
                    </a:p>
                  </a:txBody>
                  <a:tcPr/>
                </a:tc>
                <a:tc>
                  <a:txBody>
                    <a:bodyPr/>
                    <a:lstStyle/>
                    <a:p>
                      <a:r>
                        <a:rPr kumimoji="0" lang="en-US" sz="1200" b="0" i="0" u="none" strike="noStrike" kern="1200" cap="none" spc="0" normalizeH="0" baseline="0" noProof="0" dirty="0">
                          <a:ln>
                            <a:noFill/>
                          </a:ln>
                          <a:solidFill>
                            <a:srgbClr val="000000"/>
                          </a:solidFill>
                          <a:effectLst/>
                          <a:uLnTx/>
                          <a:uFillTx/>
                          <a:latin typeface="IBM Plex Sans"/>
                          <a:ea typeface="+mn-ea"/>
                          <a:cs typeface="+mn-cs"/>
                        </a:rPr>
                        <a:t>Completed</a:t>
                      </a:r>
                      <a:endParaRPr lang="en-US" sz="1200" kern="1200" dirty="0">
                        <a:solidFill>
                          <a:schemeClr val="dk1"/>
                        </a:solidFill>
                        <a:latin typeface="+mn-lt"/>
                        <a:ea typeface="+mn-ea"/>
                        <a:cs typeface="+mn-cs"/>
                      </a:endParaRPr>
                    </a:p>
                  </a:txBody>
                  <a:tcPr>
                    <a:solidFill>
                      <a:srgbClr val="92D050"/>
                    </a:solidFill>
                  </a:tcPr>
                </a:tc>
                <a:extLst>
                  <a:ext uri="{0D108BD9-81ED-4DB2-BD59-A6C34878D82A}">
                    <a16:rowId xmlns:a16="http://schemas.microsoft.com/office/drawing/2014/main" val="833812034"/>
                  </a:ext>
                </a:extLst>
              </a:tr>
              <a:tr h="396851">
                <a:tc>
                  <a:txBody>
                    <a:bodyPr/>
                    <a:lstStyle/>
                    <a:p>
                      <a:r>
                        <a:rPr lang="en-US" sz="1200" kern="1200" dirty="0">
                          <a:solidFill>
                            <a:schemeClr val="dk1"/>
                          </a:solidFill>
                          <a:latin typeface="+mn-lt"/>
                          <a:ea typeface="+mn-ea"/>
                          <a:cs typeface="+mn-cs"/>
                        </a:rPr>
                        <a:t>7</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Worked with DevOps team on getting the Performance environment.</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1200" kern="1200" dirty="0">
                        <a:solidFill>
                          <a:schemeClr val="dk1"/>
                        </a:solidFill>
                        <a:latin typeface="+mn-lt"/>
                        <a:ea typeface="+mn-ea"/>
                        <a:cs typeface="+mn-cs"/>
                      </a:endParaRPr>
                    </a:p>
                  </a:txBody>
                  <a:tcPr/>
                </a:tc>
                <a:tc>
                  <a:txBody>
                    <a:bodyPr/>
                    <a:lstStyle/>
                    <a:p>
                      <a:r>
                        <a:rPr kumimoji="0" lang="en-US" sz="1200" b="0" i="0" u="none" strike="noStrike" kern="1200" cap="none" spc="0" normalizeH="0" baseline="0" noProof="0" dirty="0">
                          <a:ln>
                            <a:noFill/>
                          </a:ln>
                          <a:solidFill>
                            <a:srgbClr val="000000"/>
                          </a:solidFill>
                          <a:effectLst/>
                          <a:uLnTx/>
                          <a:uFillTx/>
                          <a:latin typeface="IBM Plex Sans"/>
                          <a:ea typeface="+mn-ea"/>
                          <a:cs typeface="+mn-cs"/>
                        </a:rPr>
                        <a:t>Completed</a:t>
                      </a:r>
                      <a:endParaRPr lang="en-US" sz="1200" kern="1200" dirty="0">
                        <a:solidFill>
                          <a:schemeClr val="dk1"/>
                        </a:solidFill>
                        <a:latin typeface="+mn-lt"/>
                        <a:ea typeface="+mn-ea"/>
                        <a:cs typeface="+mn-cs"/>
                      </a:endParaRPr>
                    </a:p>
                  </a:txBody>
                  <a:tcPr>
                    <a:solidFill>
                      <a:srgbClr val="92D050"/>
                    </a:solidFill>
                  </a:tcPr>
                </a:tc>
                <a:extLst>
                  <a:ext uri="{0D108BD9-81ED-4DB2-BD59-A6C34878D82A}">
                    <a16:rowId xmlns:a16="http://schemas.microsoft.com/office/drawing/2014/main" val="455389822"/>
                  </a:ext>
                </a:extLst>
              </a:tr>
              <a:tr h="238111">
                <a:tc>
                  <a:txBody>
                    <a:bodyPr/>
                    <a:lstStyle/>
                    <a:p>
                      <a:r>
                        <a:rPr lang="en-US" sz="1200" kern="1200" dirty="0">
                          <a:solidFill>
                            <a:schemeClr val="dk1"/>
                          </a:solidFill>
                          <a:latin typeface="+mn-lt"/>
                          <a:ea typeface="+mn-ea"/>
                          <a:cs typeface="+mn-cs"/>
                        </a:rPr>
                        <a:t>8</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Requested and got the respective access for Azure DevOps Performance environment for monitoring purpose.</a:t>
                      </a:r>
                    </a:p>
                  </a:txBody>
                  <a:tcPr/>
                </a:tc>
                <a:tc>
                  <a:txBody>
                    <a:bodyPr/>
                    <a:lstStyle/>
                    <a:p>
                      <a:r>
                        <a:rPr kumimoji="0" lang="en-US" sz="1200" b="0" i="0" u="none" strike="noStrike" kern="1200" cap="none" spc="0" normalizeH="0" baseline="0" noProof="0" dirty="0">
                          <a:ln>
                            <a:noFill/>
                          </a:ln>
                          <a:solidFill>
                            <a:srgbClr val="000000"/>
                          </a:solidFill>
                          <a:effectLst/>
                          <a:uLnTx/>
                          <a:uFillTx/>
                          <a:latin typeface="IBM Plex Sans"/>
                          <a:ea typeface="+mn-ea"/>
                          <a:cs typeface="+mn-cs"/>
                        </a:rPr>
                        <a:t>Completed</a:t>
                      </a:r>
                      <a:endParaRPr lang="en-US" sz="1200" kern="1200" dirty="0">
                        <a:solidFill>
                          <a:schemeClr val="dk1"/>
                        </a:solidFill>
                        <a:latin typeface="+mn-lt"/>
                        <a:ea typeface="+mn-ea"/>
                        <a:cs typeface="+mn-cs"/>
                      </a:endParaRPr>
                    </a:p>
                  </a:txBody>
                  <a:tcPr>
                    <a:solidFill>
                      <a:srgbClr val="92D050"/>
                    </a:solidFill>
                  </a:tcPr>
                </a:tc>
                <a:extLst>
                  <a:ext uri="{0D108BD9-81ED-4DB2-BD59-A6C34878D82A}">
                    <a16:rowId xmlns:a16="http://schemas.microsoft.com/office/drawing/2014/main" val="4222514087"/>
                  </a:ext>
                </a:extLst>
              </a:tr>
              <a:tr h="238111">
                <a:tc>
                  <a:txBody>
                    <a:bodyPr/>
                    <a:lstStyle/>
                    <a:p>
                      <a:r>
                        <a:rPr lang="en-US" sz="1200" kern="1200" dirty="0">
                          <a:solidFill>
                            <a:schemeClr val="dk1"/>
                          </a:solidFill>
                          <a:latin typeface="+mn-lt"/>
                          <a:ea typeface="+mn-ea"/>
                          <a:cs typeface="+mn-cs"/>
                        </a:rPr>
                        <a:t>9</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Regularly updated the assigned Jira’s also raised new Jira’s based on the needs. </a:t>
                      </a:r>
                    </a:p>
                  </a:txBody>
                  <a:tcPr/>
                </a:tc>
                <a:tc>
                  <a:txBody>
                    <a:bodyPr/>
                    <a:lstStyle/>
                    <a:p>
                      <a:r>
                        <a:rPr kumimoji="0" lang="en-US" sz="1200" b="0" i="0" u="none" strike="noStrike" kern="1200" cap="none" spc="0" normalizeH="0" baseline="0" noProof="0" dirty="0">
                          <a:ln>
                            <a:noFill/>
                          </a:ln>
                          <a:solidFill>
                            <a:srgbClr val="000000"/>
                          </a:solidFill>
                          <a:effectLst/>
                          <a:uLnTx/>
                          <a:uFillTx/>
                          <a:latin typeface="IBM Plex Sans"/>
                          <a:ea typeface="+mn-ea"/>
                          <a:cs typeface="+mn-cs"/>
                        </a:rPr>
                        <a:t>Completed</a:t>
                      </a:r>
                      <a:endParaRPr lang="en-US" sz="1200" kern="1200" dirty="0">
                        <a:solidFill>
                          <a:schemeClr val="dk1"/>
                        </a:solidFill>
                        <a:latin typeface="+mn-lt"/>
                        <a:ea typeface="+mn-ea"/>
                        <a:cs typeface="+mn-cs"/>
                      </a:endParaRPr>
                    </a:p>
                  </a:txBody>
                  <a:tcPr>
                    <a:solidFill>
                      <a:srgbClr val="92D050"/>
                    </a:solidFill>
                  </a:tcPr>
                </a:tc>
                <a:extLst>
                  <a:ext uri="{0D108BD9-81ED-4DB2-BD59-A6C34878D82A}">
                    <a16:rowId xmlns:a16="http://schemas.microsoft.com/office/drawing/2014/main" val="3032164198"/>
                  </a:ext>
                </a:extLst>
              </a:tr>
              <a:tr h="396851">
                <a:tc>
                  <a:txBody>
                    <a:bodyPr/>
                    <a:lstStyle/>
                    <a:p>
                      <a:r>
                        <a:rPr lang="en-US" sz="1200" kern="1200" dirty="0">
                          <a:solidFill>
                            <a:schemeClr val="dk1"/>
                          </a:solidFill>
                          <a:latin typeface="+mn-lt"/>
                          <a:ea typeface="+mn-ea"/>
                          <a:cs typeface="+mn-cs"/>
                        </a:rPr>
                        <a:t>10</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Follow-up with team to run the load injector scripts in Perf environment</a:t>
                      </a:r>
                    </a:p>
                  </a:txBody>
                  <a:tcPr/>
                </a:tc>
                <a:tc>
                  <a:txBody>
                    <a:bodyPr/>
                    <a:lstStyle/>
                    <a:p>
                      <a:r>
                        <a:rPr lang="en-US" sz="1200" kern="1200" dirty="0">
                          <a:solidFill>
                            <a:schemeClr val="dk1"/>
                          </a:solidFill>
                          <a:latin typeface="+mn-lt"/>
                          <a:ea typeface="+mn-ea"/>
                          <a:cs typeface="+mn-cs"/>
                        </a:rPr>
                        <a:t>In-Progress. Sprit#5 (June 5 to 18)</a:t>
                      </a:r>
                    </a:p>
                  </a:txBody>
                  <a:tcPr>
                    <a:solidFill>
                      <a:srgbClr val="FFFF00"/>
                    </a:solidFill>
                  </a:tcPr>
                </a:tc>
                <a:extLst>
                  <a:ext uri="{0D108BD9-81ED-4DB2-BD59-A6C34878D82A}">
                    <a16:rowId xmlns:a16="http://schemas.microsoft.com/office/drawing/2014/main" val="401686054"/>
                  </a:ext>
                </a:extLst>
              </a:tr>
              <a:tr h="396851">
                <a:tc>
                  <a:txBody>
                    <a:bodyPr/>
                    <a:lstStyle/>
                    <a:p>
                      <a:r>
                        <a:rPr lang="en-US" sz="1200" kern="1200" dirty="0">
                          <a:solidFill>
                            <a:schemeClr val="dk1"/>
                          </a:solidFill>
                          <a:latin typeface="+mn-lt"/>
                          <a:ea typeface="+mn-ea"/>
                          <a:cs typeface="+mn-cs"/>
                        </a:rPr>
                        <a:t>11</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Follow-up with team on injected to the data load for the loaded CIDs</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In-Progress. Sprit#5 (June 5 to 18)</a:t>
                      </a:r>
                    </a:p>
                  </a:txBody>
                  <a:tcPr>
                    <a:solidFill>
                      <a:srgbClr val="FFFF00"/>
                    </a:solidFill>
                  </a:tcPr>
                </a:tc>
                <a:extLst>
                  <a:ext uri="{0D108BD9-81ED-4DB2-BD59-A6C34878D82A}">
                    <a16:rowId xmlns:a16="http://schemas.microsoft.com/office/drawing/2014/main" val="1706867984"/>
                  </a:ext>
                </a:extLst>
              </a:tr>
              <a:tr h="396851">
                <a:tc>
                  <a:txBody>
                    <a:bodyPr/>
                    <a:lstStyle/>
                    <a:p>
                      <a:r>
                        <a:rPr lang="en-US" sz="1200" kern="1200" dirty="0">
                          <a:solidFill>
                            <a:schemeClr val="dk1"/>
                          </a:solidFill>
                          <a:latin typeface="+mn-lt"/>
                          <a:ea typeface="+mn-ea"/>
                          <a:cs typeface="+mn-cs"/>
                        </a:rPr>
                        <a:t>12</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Follow-up with cloud team on getting the confirmation on the cloud environment and load the 90 days data for the same CIDs</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In-Progress. Sprit#5 (June 5 to 18)</a:t>
                      </a:r>
                    </a:p>
                  </a:txBody>
                  <a:tcPr>
                    <a:solidFill>
                      <a:srgbClr val="FFFF00"/>
                    </a:solidFill>
                  </a:tcPr>
                </a:tc>
                <a:extLst>
                  <a:ext uri="{0D108BD9-81ED-4DB2-BD59-A6C34878D82A}">
                    <a16:rowId xmlns:a16="http://schemas.microsoft.com/office/drawing/2014/main" val="3212031089"/>
                  </a:ext>
                </a:extLst>
              </a:tr>
              <a:tr h="396851">
                <a:tc>
                  <a:txBody>
                    <a:bodyPr/>
                    <a:lstStyle/>
                    <a:p>
                      <a:r>
                        <a:rPr lang="en-US" sz="1200" kern="1200" dirty="0">
                          <a:solidFill>
                            <a:schemeClr val="dk1"/>
                          </a:solidFill>
                          <a:latin typeface="+mn-lt"/>
                          <a:ea typeface="+mn-ea"/>
                          <a:cs typeface="+mn-cs"/>
                        </a:rPr>
                        <a:t>13</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Migrate the </a:t>
                      </a:r>
                      <a:r>
                        <a:rPr lang="en-US" sz="1200" kern="1200" dirty="0" err="1">
                          <a:solidFill>
                            <a:schemeClr val="dk1"/>
                          </a:solidFill>
                          <a:latin typeface="+mn-lt"/>
                          <a:ea typeface="+mn-ea"/>
                          <a:cs typeface="+mn-cs"/>
                        </a:rPr>
                        <a:t>qa</a:t>
                      </a:r>
                      <a:r>
                        <a:rPr lang="en-US" sz="1200" kern="1200" dirty="0">
                          <a:solidFill>
                            <a:schemeClr val="dk1"/>
                          </a:solidFill>
                          <a:latin typeface="+mn-lt"/>
                          <a:ea typeface="+mn-ea"/>
                          <a:cs typeface="+mn-cs"/>
                        </a:rPr>
                        <a:t> script to Perf environment script. Update the test data and perform a dry run to ensure the script and environment readiness</a:t>
                      </a:r>
                    </a:p>
                  </a:txBody>
                  <a:tcPr/>
                </a:tc>
                <a:tc>
                  <a:txBody>
                    <a:bodyPr/>
                    <a:lstStyle/>
                    <a:p>
                      <a:r>
                        <a:rPr kumimoji="0" lang="en-US" sz="1200" b="0" i="0" u="none" strike="noStrike" kern="1200" cap="none" spc="0" normalizeH="0" baseline="0" noProof="0" dirty="0">
                          <a:ln>
                            <a:noFill/>
                          </a:ln>
                          <a:solidFill>
                            <a:srgbClr val="000000"/>
                          </a:solidFill>
                          <a:effectLst/>
                          <a:uLnTx/>
                          <a:uFillTx/>
                          <a:latin typeface="+mn-lt"/>
                          <a:ea typeface="+mn-ea"/>
                          <a:cs typeface="+mn-cs"/>
                        </a:rPr>
                        <a:t>Completed</a:t>
                      </a:r>
                      <a:endParaRPr lang="en-US" sz="1200" kern="1200" dirty="0">
                        <a:solidFill>
                          <a:schemeClr val="dk1"/>
                        </a:solidFill>
                        <a:latin typeface="+mn-lt"/>
                        <a:ea typeface="+mn-ea"/>
                        <a:cs typeface="+mn-cs"/>
                      </a:endParaRPr>
                    </a:p>
                  </a:txBody>
                  <a:tcPr>
                    <a:solidFill>
                      <a:srgbClr val="92D050"/>
                    </a:solidFill>
                  </a:tcPr>
                </a:tc>
                <a:extLst>
                  <a:ext uri="{0D108BD9-81ED-4DB2-BD59-A6C34878D82A}">
                    <a16:rowId xmlns:a16="http://schemas.microsoft.com/office/drawing/2014/main" val="131161272"/>
                  </a:ext>
                </a:extLst>
              </a:tr>
              <a:tr h="396851">
                <a:tc>
                  <a:txBody>
                    <a:bodyPr/>
                    <a:lstStyle/>
                    <a:p>
                      <a:r>
                        <a:rPr lang="en-US" sz="1200" kern="1200" dirty="0">
                          <a:solidFill>
                            <a:schemeClr val="dk1"/>
                          </a:solidFill>
                          <a:latin typeface="+mn-lt"/>
                          <a:ea typeface="+mn-ea"/>
                          <a:cs typeface="+mn-cs"/>
                        </a:rPr>
                        <a:t>14</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Execute the dry run report generation test, monitor the test and prepare high level report. </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In-Progress. Sprit#5 (June 5 to 18)</a:t>
                      </a:r>
                    </a:p>
                  </a:txBody>
                  <a:tcPr>
                    <a:solidFill>
                      <a:srgbClr val="FFFF00"/>
                    </a:solidFill>
                  </a:tcPr>
                </a:tc>
                <a:extLst>
                  <a:ext uri="{0D108BD9-81ED-4DB2-BD59-A6C34878D82A}">
                    <a16:rowId xmlns:a16="http://schemas.microsoft.com/office/drawing/2014/main" val="2645442602"/>
                  </a:ext>
                </a:extLst>
              </a:tr>
              <a:tr h="396851">
                <a:tc>
                  <a:txBody>
                    <a:bodyPr/>
                    <a:lstStyle/>
                    <a:p>
                      <a:r>
                        <a:rPr lang="en-US" sz="1200" kern="1200" dirty="0">
                          <a:solidFill>
                            <a:schemeClr val="dk1"/>
                          </a:solidFill>
                          <a:latin typeface="+mn-lt"/>
                          <a:ea typeface="+mn-ea"/>
                          <a:cs typeface="+mn-cs"/>
                        </a:rPr>
                        <a:t>15</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Monitor the ETL pull for 5 min once the data is loaded, monitor and report</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In-Progress. Sprit#6 (June 19 to July 2</a:t>
                      </a:r>
                      <a:r>
                        <a:rPr lang="en-US" sz="1200" kern="1200" baseline="30000" dirty="0">
                          <a:solidFill>
                            <a:schemeClr val="dk1"/>
                          </a:solidFill>
                          <a:latin typeface="+mn-lt"/>
                          <a:ea typeface="+mn-ea"/>
                          <a:cs typeface="+mn-cs"/>
                        </a:rPr>
                        <a:t>nd</a:t>
                      </a:r>
                      <a:r>
                        <a:rPr lang="en-US" sz="1200" kern="1200" dirty="0">
                          <a:solidFill>
                            <a:schemeClr val="dk1"/>
                          </a:solidFill>
                          <a:latin typeface="+mn-lt"/>
                          <a:ea typeface="+mn-ea"/>
                          <a:cs typeface="+mn-cs"/>
                        </a:rPr>
                        <a:t> )</a:t>
                      </a:r>
                    </a:p>
                  </a:txBody>
                  <a:tcPr>
                    <a:solidFill>
                      <a:srgbClr val="FFFF00"/>
                    </a:solidFill>
                  </a:tcPr>
                </a:tc>
                <a:extLst>
                  <a:ext uri="{0D108BD9-81ED-4DB2-BD59-A6C34878D82A}">
                    <a16:rowId xmlns:a16="http://schemas.microsoft.com/office/drawing/2014/main" val="14279008"/>
                  </a:ext>
                </a:extLst>
              </a:tr>
            </a:tbl>
          </a:graphicData>
        </a:graphic>
      </p:graphicFrame>
      <p:sp>
        <p:nvSpPr>
          <p:cNvPr id="3" name="Footer Placeholder 2">
            <a:extLst>
              <a:ext uri="{FF2B5EF4-FFF2-40B4-BE49-F238E27FC236}">
                <a16:creationId xmlns:a16="http://schemas.microsoft.com/office/drawing/2014/main" id="{CCAF72E6-3B05-F09D-EB36-2DEFC84EE02C}"/>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E608ABA0-FCFC-D585-F880-FA5A116E6E53}"/>
              </a:ext>
            </a:extLst>
          </p:cNvPr>
          <p:cNvSpPr>
            <a:spLocks noGrp="1"/>
          </p:cNvSpPr>
          <p:nvPr>
            <p:ph type="sldNum" sz="quarter" idx="16"/>
          </p:nvPr>
        </p:nvSpPr>
        <p:spPr/>
        <p:txBody>
          <a:bodyPr/>
          <a:lstStyle/>
          <a:p>
            <a:fld id="{4F90343F-D056-4E24-BE3D-A305BDC1A23E}" type="slidenum">
              <a:rPr lang="en-US" smtClean="0"/>
              <a:pPr/>
              <a:t>4</a:t>
            </a:fld>
            <a:endParaRPr lang="en-US"/>
          </a:p>
        </p:txBody>
      </p:sp>
      <p:sp>
        <p:nvSpPr>
          <p:cNvPr id="5" name="Title 4">
            <a:extLst>
              <a:ext uri="{FF2B5EF4-FFF2-40B4-BE49-F238E27FC236}">
                <a16:creationId xmlns:a16="http://schemas.microsoft.com/office/drawing/2014/main" id="{4CA355E8-C636-7AD0-5699-D31F06D68AC5}"/>
              </a:ext>
            </a:extLst>
          </p:cNvPr>
          <p:cNvSpPr>
            <a:spLocks noGrp="1"/>
          </p:cNvSpPr>
          <p:nvPr>
            <p:ph type="title"/>
          </p:nvPr>
        </p:nvSpPr>
        <p:spPr>
          <a:xfrm>
            <a:off x="459004" y="191385"/>
            <a:ext cx="11273991" cy="677201"/>
          </a:xfrm>
        </p:spPr>
        <p:txBody>
          <a:bodyPr/>
          <a:lstStyle/>
          <a:p>
            <a:r>
              <a:rPr lang="en-US" dirty="0"/>
              <a:t>LMR - Activities status wise</a:t>
            </a:r>
          </a:p>
        </p:txBody>
      </p:sp>
    </p:spTree>
    <p:extLst>
      <p:ext uri="{BB962C8B-B14F-4D97-AF65-F5344CB8AC3E}">
        <p14:creationId xmlns:p14="http://schemas.microsoft.com/office/powerpoint/2010/main" val="417534072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42B2FEF2-21A9-B26F-7373-4E8BEBFAAE36}"/>
              </a:ext>
            </a:extLst>
          </p:cNvPr>
          <p:cNvGraphicFramePr>
            <a:graphicFrameLocks noGrp="1"/>
          </p:cNvGraphicFramePr>
          <p:nvPr>
            <p:ph sz="quarter" idx="13"/>
            <p:extLst>
              <p:ext uri="{D42A27DB-BD31-4B8C-83A1-F6EECF244321}">
                <p14:modId xmlns:p14="http://schemas.microsoft.com/office/powerpoint/2010/main" val="2130241835"/>
              </p:ext>
            </p:extLst>
          </p:nvPr>
        </p:nvGraphicFramePr>
        <p:xfrm>
          <a:off x="670102" y="2533817"/>
          <a:ext cx="10854917" cy="3686232"/>
        </p:xfrm>
        <a:graphic>
          <a:graphicData uri="http://schemas.openxmlformats.org/drawingml/2006/table">
            <a:tbl>
              <a:tblPr firstRow="1" bandRow="1">
                <a:tableStyleId>{5C22544A-7EE6-4342-B048-85BDC9FD1C3A}</a:tableStyleId>
              </a:tblPr>
              <a:tblGrid>
                <a:gridCol w="700206">
                  <a:extLst>
                    <a:ext uri="{9D8B030D-6E8A-4147-A177-3AD203B41FA5}">
                      <a16:colId xmlns:a16="http://schemas.microsoft.com/office/drawing/2014/main" val="3053407711"/>
                    </a:ext>
                  </a:extLst>
                </a:gridCol>
                <a:gridCol w="8417335">
                  <a:extLst>
                    <a:ext uri="{9D8B030D-6E8A-4147-A177-3AD203B41FA5}">
                      <a16:colId xmlns:a16="http://schemas.microsoft.com/office/drawing/2014/main" val="2762605810"/>
                    </a:ext>
                  </a:extLst>
                </a:gridCol>
                <a:gridCol w="1737376">
                  <a:extLst>
                    <a:ext uri="{9D8B030D-6E8A-4147-A177-3AD203B41FA5}">
                      <a16:colId xmlns:a16="http://schemas.microsoft.com/office/drawing/2014/main" val="1893468396"/>
                    </a:ext>
                  </a:extLst>
                </a:gridCol>
              </a:tblGrid>
              <a:tr h="348610">
                <a:tc>
                  <a:txBody>
                    <a:bodyPr/>
                    <a:lstStyle/>
                    <a:p>
                      <a:r>
                        <a:rPr lang="en-US" sz="1400" dirty="0"/>
                        <a:t>Sl. No</a:t>
                      </a:r>
                    </a:p>
                  </a:txBody>
                  <a:tcPr/>
                </a:tc>
                <a:tc>
                  <a:txBody>
                    <a:bodyPr/>
                    <a:lstStyle/>
                    <a:p>
                      <a:r>
                        <a:rPr lang="en-US" sz="1400" dirty="0"/>
                        <a:t>Activities</a:t>
                      </a:r>
                    </a:p>
                  </a:txBody>
                  <a:tcPr/>
                </a:tc>
                <a:tc>
                  <a:txBody>
                    <a:bodyPr/>
                    <a:lstStyle/>
                    <a:p>
                      <a:r>
                        <a:rPr lang="en-US" sz="1400" dirty="0"/>
                        <a:t>Status</a:t>
                      </a:r>
                    </a:p>
                  </a:txBody>
                  <a:tcPr/>
                </a:tc>
                <a:extLst>
                  <a:ext uri="{0D108BD9-81ED-4DB2-BD59-A6C34878D82A}">
                    <a16:rowId xmlns:a16="http://schemas.microsoft.com/office/drawing/2014/main" val="1304128808"/>
                  </a:ext>
                </a:extLst>
              </a:tr>
              <a:tr h="348610">
                <a:tc>
                  <a:txBody>
                    <a:bodyPr/>
                    <a:lstStyle/>
                    <a:p>
                      <a:r>
                        <a:rPr lang="en-US" sz="1400" kern="1200" dirty="0">
                          <a:solidFill>
                            <a:schemeClr val="dk1"/>
                          </a:solidFill>
                          <a:latin typeface="+mn-lt"/>
                          <a:ea typeface="+mn-ea"/>
                          <a:cs typeface="+mn-cs"/>
                        </a:rPr>
                        <a:t>1</a:t>
                      </a:r>
                    </a:p>
                  </a:txBody>
                  <a:tcPr/>
                </a:tc>
                <a:tc>
                  <a:txBody>
                    <a:bodyPr/>
                    <a:lstStyle/>
                    <a:p>
                      <a:r>
                        <a:rPr lang="en-US" sz="1400" dirty="0"/>
                        <a:t>Understanding of 4 features for FMR and 4 benchmarking features</a:t>
                      </a:r>
                    </a:p>
                  </a:txBody>
                  <a:tcPr/>
                </a:tc>
                <a:tc>
                  <a:txBody>
                    <a:bodyPr/>
                    <a:lstStyle/>
                    <a:p>
                      <a:r>
                        <a:rPr lang="en-US" sz="1400" kern="1200" dirty="0">
                          <a:solidFill>
                            <a:schemeClr val="dk1"/>
                          </a:solidFill>
                          <a:latin typeface="+mn-lt"/>
                          <a:ea typeface="+mn-ea"/>
                          <a:cs typeface="+mn-cs"/>
                        </a:rPr>
                        <a:t>In-Progress</a:t>
                      </a:r>
                    </a:p>
                  </a:txBody>
                  <a:tcPr>
                    <a:solidFill>
                      <a:srgbClr val="FFFF00"/>
                    </a:solidFill>
                  </a:tcPr>
                </a:tc>
                <a:extLst>
                  <a:ext uri="{0D108BD9-81ED-4DB2-BD59-A6C34878D82A}">
                    <a16:rowId xmlns:a16="http://schemas.microsoft.com/office/drawing/2014/main" val="285454373"/>
                  </a:ext>
                </a:extLst>
              </a:tr>
              <a:tr h="531524">
                <a:tc>
                  <a:txBody>
                    <a:bodyPr/>
                    <a:lstStyle/>
                    <a:p>
                      <a:r>
                        <a:rPr lang="en-US" sz="1400" kern="1200" dirty="0">
                          <a:solidFill>
                            <a:schemeClr val="dk1"/>
                          </a:solidFill>
                          <a:latin typeface="+mn-lt"/>
                          <a:ea typeface="+mn-ea"/>
                          <a:cs typeface="+mn-cs"/>
                        </a:rPr>
                        <a:t>2</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Prepared the E2E support needs for discover confluence page is updated with both LMR and FMR numbers. Updated the same on Teresa review comments.</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In-Progress</a:t>
                      </a:r>
                    </a:p>
                  </a:txBody>
                  <a:tcPr>
                    <a:solidFill>
                      <a:srgbClr val="FFFF00"/>
                    </a:solidFill>
                  </a:tcPr>
                </a:tc>
                <a:extLst>
                  <a:ext uri="{0D108BD9-81ED-4DB2-BD59-A6C34878D82A}">
                    <a16:rowId xmlns:a16="http://schemas.microsoft.com/office/drawing/2014/main" val="3470824543"/>
                  </a:ext>
                </a:extLst>
              </a:tr>
              <a:tr h="348610">
                <a:tc>
                  <a:txBody>
                    <a:bodyPr/>
                    <a:lstStyle/>
                    <a:p>
                      <a:r>
                        <a:rPr lang="en-US" sz="1400" kern="1200" dirty="0">
                          <a:solidFill>
                            <a:schemeClr val="dk1"/>
                          </a:solidFill>
                          <a:latin typeface="+mn-lt"/>
                          <a:ea typeface="+mn-ea"/>
                          <a:cs typeface="+mn-cs"/>
                        </a:rPr>
                        <a:t>3</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Sent an email to E2E team to provide the FMR numbers.</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In-Progress</a:t>
                      </a:r>
                    </a:p>
                  </a:txBody>
                  <a:tcPr>
                    <a:solidFill>
                      <a:srgbClr val="FFFF00"/>
                    </a:solidFill>
                  </a:tcPr>
                </a:tc>
                <a:extLst>
                  <a:ext uri="{0D108BD9-81ED-4DB2-BD59-A6C34878D82A}">
                    <a16:rowId xmlns:a16="http://schemas.microsoft.com/office/drawing/2014/main" val="4104471204"/>
                  </a:ext>
                </a:extLst>
              </a:tr>
              <a:tr h="531524">
                <a:tc>
                  <a:txBody>
                    <a:bodyPr/>
                    <a:lstStyle/>
                    <a:p>
                      <a:r>
                        <a:rPr lang="en-US" sz="1400" kern="1200" dirty="0">
                          <a:solidFill>
                            <a:schemeClr val="dk1"/>
                          </a:solidFill>
                          <a:latin typeface="+mn-lt"/>
                          <a:ea typeface="+mn-ea"/>
                          <a:cs typeface="+mn-cs"/>
                        </a:rPr>
                        <a:t>4</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Updated the resource planning needs confluence page based on the sprint wise. This needs to be still updated based on the understanding and planning. </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In-Progress</a:t>
                      </a:r>
                    </a:p>
                  </a:txBody>
                  <a:tcPr>
                    <a:solidFill>
                      <a:srgbClr val="FFFF00"/>
                    </a:solidFill>
                  </a:tcPr>
                </a:tc>
                <a:extLst>
                  <a:ext uri="{0D108BD9-81ED-4DB2-BD59-A6C34878D82A}">
                    <a16:rowId xmlns:a16="http://schemas.microsoft.com/office/drawing/2014/main" val="2591443132"/>
                  </a:ext>
                </a:extLst>
              </a:tr>
              <a:tr h="348610">
                <a:tc>
                  <a:txBody>
                    <a:bodyPr/>
                    <a:lstStyle/>
                    <a:p>
                      <a:r>
                        <a:rPr lang="en-US" sz="1400" kern="1200" dirty="0">
                          <a:solidFill>
                            <a:schemeClr val="dk1"/>
                          </a:solidFill>
                          <a:latin typeface="+mn-lt"/>
                          <a:ea typeface="+mn-ea"/>
                          <a:cs typeface="+mn-cs"/>
                        </a:rPr>
                        <a:t>5</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Build Performance Test plan – drafting of the plan has started</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In-Progress</a:t>
                      </a:r>
                    </a:p>
                  </a:txBody>
                  <a:tcPr>
                    <a:solidFill>
                      <a:srgbClr val="FFFF00"/>
                    </a:solidFill>
                  </a:tcPr>
                </a:tc>
                <a:extLst>
                  <a:ext uri="{0D108BD9-81ED-4DB2-BD59-A6C34878D82A}">
                    <a16:rowId xmlns:a16="http://schemas.microsoft.com/office/drawing/2014/main" val="1039786374"/>
                  </a:ext>
                </a:extLst>
              </a:tr>
              <a:tr h="531524">
                <a:tc>
                  <a:txBody>
                    <a:bodyPr/>
                    <a:lstStyle/>
                    <a:p>
                      <a:r>
                        <a:rPr lang="en-US" sz="1400" kern="1200" dirty="0">
                          <a:solidFill>
                            <a:schemeClr val="dk1"/>
                          </a:solidFill>
                          <a:latin typeface="+mn-lt"/>
                          <a:ea typeface="+mn-ea"/>
                          <a:cs typeface="+mn-cs"/>
                        </a:rPr>
                        <a:t>6</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For each feature, based on the understanding need to raise the respective tasks, identify the support team, do estimations etc., </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In-Progress</a:t>
                      </a:r>
                    </a:p>
                  </a:txBody>
                  <a:tcPr>
                    <a:solidFill>
                      <a:srgbClr val="FFFF00"/>
                    </a:solidFill>
                  </a:tcPr>
                </a:tc>
                <a:extLst>
                  <a:ext uri="{0D108BD9-81ED-4DB2-BD59-A6C34878D82A}">
                    <a16:rowId xmlns:a16="http://schemas.microsoft.com/office/drawing/2014/main" val="833812034"/>
                  </a:ext>
                </a:extLst>
              </a:tr>
              <a:tr h="348610">
                <a:tc>
                  <a:txBody>
                    <a:bodyPr/>
                    <a:lstStyle/>
                    <a:p>
                      <a:r>
                        <a:rPr lang="en-US" sz="1400" kern="1200" dirty="0">
                          <a:solidFill>
                            <a:schemeClr val="dk1"/>
                          </a:solidFill>
                          <a:latin typeface="+mn-lt"/>
                          <a:ea typeface="+mn-ea"/>
                          <a:cs typeface="+mn-cs"/>
                        </a:rPr>
                        <a:t>7</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Schedule calls / connect over emails / group chats with Cloud, DevOps, and Eng. teams</a:t>
                      </a:r>
                    </a:p>
                  </a:txBody>
                  <a:tcPr/>
                </a:tc>
                <a:tc>
                  <a:txBody>
                    <a:bodyPr/>
                    <a:lstStyle/>
                    <a:p>
                      <a:r>
                        <a:rPr lang="en-US" sz="1400" kern="1200" dirty="0">
                          <a:solidFill>
                            <a:schemeClr val="dk1"/>
                          </a:solidFill>
                          <a:latin typeface="+mn-lt"/>
                          <a:ea typeface="+mn-ea"/>
                          <a:cs typeface="+mn-cs"/>
                        </a:rPr>
                        <a:t>In-Progress</a:t>
                      </a:r>
                    </a:p>
                  </a:txBody>
                  <a:tcPr>
                    <a:solidFill>
                      <a:srgbClr val="FFFF00"/>
                    </a:solidFill>
                  </a:tcPr>
                </a:tc>
                <a:extLst>
                  <a:ext uri="{0D108BD9-81ED-4DB2-BD59-A6C34878D82A}">
                    <a16:rowId xmlns:a16="http://schemas.microsoft.com/office/drawing/2014/main" val="455389822"/>
                  </a:ext>
                </a:extLst>
              </a:tr>
              <a:tr h="348610">
                <a:tc>
                  <a:txBody>
                    <a:bodyPr/>
                    <a:lstStyle/>
                    <a:p>
                      <a:r>
                        <a:rPr lang="en-US" sz="1400" kern="1200" dirty="0">
                          <a:solidFill>
                            <a:schemeClr val="dk1"/>
                          </a:solidFill>
                          <a:latin typeface="+mn-lt"/>
                          <a:ea typeface="+mn-ea"/>
                          <a:cs typeface="+mn-cs"/>
                        </a:rPr>
                        <a:t>8</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Schedule regular calls, send emails to respective teams based on the needs to get the things going</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In-Progress</a:t>
                      </a:r>
                    </a:p>
                  </a:txBody>
                  <a:tcPr>
                    <a:solidFill>
                      <a:srgbClr val="FFFF00"/>
                    </a:solidFill>
                  </a:tcPr>
                </a:tc>
                <a:extLst>
                  <a:ext uri="{0D108BD9-81ED-4DB2-BD59-A6C34878D82A}">
                    <a16:rowId xmlns:a16="http://schemas.microsoft.com/office/drawing/2014/main" val="4222514087"/>
                  </a:ext>
                </a:extLst>
              </a:tr>
            </a:tbl>
          </a:graphicData>
        </a:graphic>
      </p:graphicFrame>
      <p:sp>
        <p:nvSpPr>
          <p:cNvPr id="3" name="Footer Placeholder 2">
            <a:extLst>
              <a:ext uri="{FF2B5EF4-FFF2-40B4-BE49-F238E27FC236}">
                <a16:creationId xmlns:a16="http://schemas.microsoft.com/office/drawing/2014/main" id="{CCAF72E6-3B05-F09D-EB36-2DEFC84EE02C}"/>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E608ABA0-FCFC-D585-F880-FA5A116E6E53}"/>
              </a:ext>
            </a:extLst>
          </p:cNvPr>
          <p:cNvSpPr>
            <a:spLocks noGrp="1"/>
          </p:cNvSpPr>
          <p:nvPr>
            <p:ph type="sldNum" sz="quarter" idx="16"/>
          </p:nvPr>
        </p:nvSpPr>
        <p:spPr/>
        <p:txBody>
          <a:bodyPr/>
          <a:lstStyle/>
          <a:p>
            <a:fld id="{4F90343F-D056-4E24-BE3D-A305BDC1A23E}" type="slidenum">
              <a:rPr lang="en-US" smtClean="0"/>
              <a:pPr/>
              <a:t>5</a:t>
            </a:fld>
            <a:endParaRPr lang="en-US"/>
          </a:p>
        </p:txBody>
      </p:sp>
      <p:sp>
        <p:nvSpPr>
          <p:cNvPr id="5" name="Title 4">
            <a:extLst>
              <a:ext uri="{FF2B5EF4-FFF2-40B4-BE49-F238E27FC236}">
                <a16:creationId xmlns:a16="http://schemas.microsoft.com/office/drawing/2014/main" id="{4CA355E8-C636-7AD0-5699-D31F06D68AC5}"/>
              </a:ext>
            </a:extLst>
          </p:cNvPr>
          <p:cNvSpPr>
            <a:spLocks noGrp="1"/>
          </p:cNvSpPr>
          <p:nvPr>
            <p:ph type="title"/>
          </p:nvPr>
        </p:nvSpPr>
        <p:spPr>
          <a:xfrm>
            <a:off x="459004" y="191385"/>
            <a:ext cx="11273991" cy="677201"/>
          </a:xfrm>
        </p:spPr>
        <p:txBody>
          <a:bodyPr/>
          <a:lstStyle/>
          <a:p>
            <a:r>
              <a:rPr lang="en-US" dirty="0"/>
              <a:t>FMR - Activities status wise</a:t>
            </a:r>
          </a:p>
        </p:txBody>
      </p:sp>
      <p:sp>
        <p:nvSpPr>
          <p:cNvPr id="2" name="TextBox 1">
            <a:extLst>
              <a:ext uri="{FF2B5EF4-FFF2-40B4-BE49-F238E27FC236}">
                <a16:creationId xmlns:a16="http://schemas.microsoft.com/office/drawing/2014/main" id="{AEA0ACE8-30B0-F4C7-2E5B-1DA858313059}"/>
              </a:ext>
            </a:extLst>
          </p:cNvPr>
          <p:cNvSpPr txBox="1"/>
          <p:nvPr/>
        </p:nvSpPr>
        <p:spPr>
          <a:xfrm>
            <a:off x="459004" y="1382733"/>
            <a:ext cx="11066016" cy="1046440"/>
          </a:xfrm>
          <a:prstGeom prst="rect">
            <a:avLst/>
          </a:prstGeom>
          <a:noFill/>
        </p:spPr>
        <p:txBody>
          <a:bodyPr wrap="square" lIns="91440" tIns="0" rIns="91440" bIns="0" rtlCol="0" anchor="ctr">
            <a:spAutoFit/>
          </a:bodyPr>
          <a:lstStyle/>
          <a:p>
            <a:pPr marL="342900" indent="-342900">
              <a:lnSpc>
                <a:spcPct val="85000"/>
              </a:lnSpc>
              <a:buFont typeface="Arial" panose="020B0604020202020204" pitchFamily="34" charset="0"/>
              <a:buChar char="•"/>
            </a:pPr>
            <a:r>
              <a:rPr lang="en-US" sz="2000" dirty="0"/>
              <a:t>FMR sprints starting from 10</a:t>
            </a:r>
            <a:r>
              <a:rPr lang="en-US" sz="2000" baseline="30000" dirty="0"/>
              <a:t>th</a:t>
            </a:r>
            <a:r>
              <a:rPr lang="en-US" sz="2000" dirty="0"/>
              <a:t> July to 1</a:t>
            </a:r>
            <a:r>
              <a:rPr lang="en-US" sz="2000" baseline="30000" dirty="0"/>
              <a:t>st</a:t>
            </a:r>
            <a:r>
              <a:rPr lang="en-US" sz="2000" dirty="0"/>
              <a:t> Oct</a:t>
            </a:r>
          </a:p>
          <a:p>
            <a:pPr marL="342900" indent="-342900">
              <a:lnSpc>
                <a:spcPct val="85000"/>
              </a:lnSpc>
              <a:buFont typeface="Arial" panose="020B0604020202020204" pitchFamily="34" charset="0"/>
              <a:buChar char="•"/>
            </a:pPr>
            <a:r>
              <a:rPr lang="en-US" sz="2000" dirty="0"/>
              <a:t>As this is the planning phase, below are the list of activities which are identified based on the discussions and confirmation. As we progress, we should be getting more activities, user stories.</a:t>
            </a:r>
          </a:p>
        </p:txBody>
      </p:sp>
    </p:spTree>
    <p:extLst>
      <p:ext uri="{BB962C8B-B14F-4D97-AF65-F5344CB8AC3E}">
        <p14:creationId xmlns:p14="http://schemas.microsoft.com/office/powerpoint/2010/main" val="98037736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34D4E9-8A53-8C47-C5D9-F530ABD2582D}"/>
              </a:ext>
            </a:extLst>
          </p:cNvPr>
          <p:cNvSpPr>
            <a:spLocks noGrp="1"/>
          </p:cNvSpPr>
          <p:nvPr>
            <p:ph sz="quarter" idx="13"/>
          </p:nvPr>
        </p:nvSpPr>
        <p:spPr>
          <a:xfrm>
            <a:off x="457199" y="1871816"/>
            <a:ext cx="11273991" cy="4711864"/>
          </a:xfrm>
        </p:spPr>
        <p:txBody>
          <a:bodyPr/>
          <a:lstStyle/>
          <a:p>
            <a:r>
              <a:rPr lang="en-US" sz="2000" dirty="0"/>
              <a:t>There are no concerns on the LMR, we are on-track and likely to finish as per the sprint planning.</a:t>
            </a:r>
          </a:p>
          <a:p>
            <a:r>
              <a:rPr lang="en-US" sz="2000" dirty="0"/>
              <a:t>Based on the FMR features, we need more understanding on the architecture, technical details in collaboration with process wise. This would help us to build the proper strategy for Performance Testing</a:t>
            </a:r>
          </a:p>
          <a:p>
            <a:r>
              <a:rPr lang="en-US" sz="2000" dirty="0"/>
              <a:t>Also, need to understand the in-scope scenarios as it will help us to estimate on building the test scripts, setting up the test data, dry run executions etc.,</a:t>
            </a:r>
          </a:p>
          <a:p>
            <a:r>
              <a:rPr lang="en-US" sz="2000" dirty="0"/>
              <a:t>I see that and discussed with Leo that building JMeter scripts with handling the bearer token which has an expiry time of 1hr. As in FMR, we shall be using more number of users, we should use java code to generate or maintain the same bearer token or authentication for proper execution of the test. For that we need a good technical person to build the </a:t>
            </a:r>
            <a:r>
              <a:rPr lang="en-US" sz="2000" dirty="0" err="1"/>
              <a:t>robost</a:t>
            </a:r>
            <a:r>
              <a:rPr lang="en-US" sz="2000" dirty="0"/>
              <a:t> scripts</a:t>
            </a:r>
          </a:p>
          <a:p>
            <a:r>
              <a:rPr lang="en-US" sz="2000" dirty="0"/>
              <a:t>I understand most of the teams are working in CST hours and I being working in IST, this is hard to catch-up with our / support teams to be in sync.</a:t>
            </a:r>
          </a:p>
          <a:p>
            <a:r>
              <a:rPr lang="en-US" sz="2000" dirty="0"/>
              <a:t>Being on 1.5 months old in the system, needs some more time to see things practically rather than theoretically. </a:t>
            </a:r>
          </a:p>
        </p:txBody>
      </p:sp>
      <p:sp>
        <p:nvSpPr>
          <p:cNvPr id="3" name="Footer Placeholder 2">
            <a:extLst>
              <a:ext uri="{FF2B5EF4-FFF2-40B4-BE49-F238E27FC236}">
                <a16:creationId xmlns:a16="http://schemas.microsoft.com/office/drawing/2014/main" id="{2D80674E-6D29-FAA7-5121-02B10FDEFAA1}"/>
              </a:ext>
            </a:extLst>
          </p:cNvPr>
          <p:cNvSpPr>
            <a:spLocks noGrp="1"/>
          </p:cNvSpPr>
          <p:nvPr>
            <p:ph type="ftr" sz="quarter" idx="15"/>
          </p:nvPr>
        </p:nvSpPr>
        <p:spPr/>
        <p:txBody>
          <a:bodyPr/>
          <a:lstStyle/>
          <a:p>
            <a:r>
              <a:rPr lang="en-US" dirty="0"/>
              <a:t>CONFIDENTIAL</a:t>
            </a:r>
          </a:p>
        </p:txBody>
      </p:sp>
      <p:sp>
        <p:nvSpPr>
          <p:cNvPr id="4" name="Slide Number Placeholder 3">
            <a:extLst>
              <a:ext uri="{FF2B5EF4-FFF2-40B4-BE49-F238E27FC236}">
                <a16:creationId xmlns:a16="http://schemas.microsoft.com/office/drawing/2014/main" id="{553203EB-5CE0-C4C0-7BF0-A95CED17BF6A}"/>
              </a:ext>
            </a:extLst>
          </p:cNvPr>
          <p:cNvSpPr>
            <a:spLocks noGrp="1"/>
          </p:cNvSpPr>
          <p:nvPr>
            <p:ph type="sldNum" sz="quarter" idx="16"/>
          </p:nvPr>
        </p:nvSpPr>
        <p:spPr/>
        <p:txBody>
          <a:bodyPr/>
          <a:lstStyle/>
          <a:p>
            <a:fld id="{4F90343F-D056-4E24-BE3D-A305BDC1A23E}" type="slidenum">
              <a:rPr lang="en-US" smtClean="0"/>
              <a:pPr/>
              <a:t>6</a:t>
            </a:fld>
            <a:endParaRPr lang="en-US"/>
          </a:p>
        </p:txBody>
      </p:sp>
      <p:sp>
        <p:nvSpPr>
          <p:cNvPr id="5" name="Title 4">
            <a:extLst>
              <a:ext uri="{FF2B5EF4-FFF2-40B4-BE49-F238E27FC236}">
                <a16:creationId xmlns:a16="http://schemas.microsoft.com/office/drawing/2014/main" id="{7E825CEC-956B-37A7-B614-A0724609A3F3}"/>
              </a:ext>
            </a:extLst>
          </p:cNvPr>
          <p:cNvSpPr>
            <a:spLocks noGrp="1"/>
          </p:cNvSpPr>
          <p:nvPr>
            <p:ph type="title"/>
          </p:nvPr>
        </p:nvSpPr>
        <p:spPr/>
        <p:txBody>
          <a:bodyPr/>
          <a:lstStyle/>
          <a:p>
            <a:r>
              <a:rPr lang="en-US" dirty="0"/>
              <a:t>Concerns</a:t>
            </a:r>
          </a:p>
        </p:txBody>
      </p:sp>
      <p:sp>
        <p:nvSpPr>
          <p:cNvPr id="6" name="Subtitle 5">
            <a:extLst>
              <a:ext uri="{FF2B5EF4-FFF2-40B4-BE49-F238E27FC236}">
                <a16:creationId xmlns:a16="http://schemas.microsoft.com/office/drawing/2014/main" id="{5206BF59-0785-D3BD-779E-010DCE36D061}"/>
              </a:ext>
            </a:extLst>
          </p:cNvPr>
          <p:cNvSpPr>
            <a:spLocks noGrp="1"/>
          </p:cNvSpPr>
          <p:nvPr>
            <p:ph type="subTitle" idx="17"/>
          </p:nvPr>
        </p:nvSpPr>
        <p:spPr/>
        <p:txBody>
          <a:bodyPr/>
          <a:lstStyle/>
          <a:p>
            <a:r>
              <a:rPr lang="en-US" dirty="0"/>
              <a:t>List of concerns</a:t>
            </a:r>
          </a:p>
        </p:txBody>
      </p:sp>
    </p:spTree>
    <p:extLst>
      <p:ext uri="{BB962C8B-B14F-4D97-AF65-F5344CB8AC3E}">
        <p14:creationId xmlns:p14="http://schemas.microsoft.com/office/powerpoint/2010/main" val="80518473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7ACBB3-DBB9-EB3A-408A-D6F4D057457C}"/>
              </a:ext>
            </a:extLst>
          </p:cNvPr>
          <p:cNvSpPr>
            <a:spLocks noGrp="1"/>
          </p:cNvSpPr>
          <p:nvPr>
            <p:ph type="ftr" sz="quarter" idx="15"/>
          </p:nvPr>
        </p:nvSpPr>
        <p:spPr/>
        <p:txBody>
          <a:bodyPr/>
          <a:lstStyle/>
          <a:p>
            <a:r>
              <a:rPr lang="en-US"/>
              <a:t>CONFIDENTIAL</a:t>
            </a:r>
          </a:p>
        </p:txBody>
      </p:sp>
      <p:sp>
        <p:nvSpPr>
          <p:cNvPr id="3" name="Slide Number Placeholder 2">
            <a:extLst>
              <a:ext uri="{FF2B5EF4-FFF2-40B4-BE49-F238E27FC236}">
                <a16:creationId xmlns:a16="http://schemas.microsoft.com/office/drawing/2014/main" id="{DA3194EA-AF17-00FC-689B-31D616093C66}"/>
              </a:ext>
            </a:extLst>
          </p:cNvPr>
          <p:cNvSpPr>
            <a:spLocks noGrp="1"/>
          </p:cNvSpPr>
          <p:nvPr>
            <p:ph type="sldNum" sz="quarter" idx="16"/>
          </p:nvPr>
        </p:nvSpPr>
        <p:spPr/>
        <p:txBody>
          <a:bodyPr/>
          <a:lstStyle/>
          <a:p>
            <a:fld id="{4F90343F-D056-4E24-BE3D-A305BDC1A23E}" type="slidenum">
              <a:rPr lang="en-US" smtClean="0"/>
              <a:pPr/>
              <a:t>7</a:t>
            </a:fld>
            <a:endParaRPr lang="en-US"/>
          </a:p>
        </p:txBody>
      </p:sp>
      <p:sp>
        <p:nvSpPr>
          <p:cNvPr id="32" name="Title 31">
            <a:extLst>
              <a:ext uri="{FF2B5EF4-FFF2-40B4-BE49-F238E27FC236}">
                <a16:creationId xmlns:a16="http://schemas.microsoft.com/office/drawing/2014/main" id="{0B906AA9-0817-5904-3C89-6FEF1945E91E}"/>
              </a:ext>
            </a:extLst>
          </p:cNvPr>
          <p:cNvSpPr>
            <a:spLocks noGrp="1"/>
          </p:cNvSpPr>
          <p:nvPr>
            <p:ph type="title"/>
          </p:nvPr>
        </p:nvSpPr>
        <p:spPr>
          <a:xfrm>
            <a:off x="459004" y="2510624"/>
            <a:ext cx="11273991" cy="1147160"/>
          </a:xfrm>
        </p:spPr>
        <p:txBody>
          <a:bodyPr/>
          <a:lstStyle/>
          <a:p>
            <a:pPr algn="ctr"/>
            <a:r>
              <a:rPr lang="en-US"/>
              <a:t> Thank you!</a:t>
            </a:r>
            <a:endParaRPr lang="en-US">
              <a:solidFill>
                <a:schemeClr val="accent2"/>
              </a:solidFill>
            </a:endParaRPr>
          </a:p>
        </p:txBody>
      </p:sp>
    </p:spTree>
    <p:extLst>
      <p:ext uri="{BB962C8B-B14F-4D97-AF65-F5344CB8AC3E}">
        <p14:creationId xmlns:p14="http://schemas.microsoft.com/office/powerpoint/2010/main" val="72951441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Insulet Template">
  <a:themeElements>
    <a:clrScheme name="Insulet 2023">
      <a:dk1>
        <a:srgbClr val="000000"/>
      </a:dk1>
      <a:lt1>
        <a:srgbClr val="FFFFFF"/>
      </a:lt1>
      <a:dk2>
        <a:srgbClr val="323232"/>
      </a:dk2>
      <a:lt2>
        <a:srgbClr val="F2F2F2"/>
      </a:lt2>
      <a:accent1>
        <a:srgbClr val="7042BE"/>
      </a:accent1>
      <a:accent2>
        <a:srgbClr val="A84FFF"/>
      </a:accent2>
      <a:accent3>
        <a:srgbClr val="F8D545"/>
      </a:accent3>
      <a:accent4>
        <a:srgbClr val="EA6E6E"/>
      </a:accent4>
      <a:accent5>
        <a:srgbClr val="0596A0"/>
      </a:accent5>
      <a:accent6>
        <a:srgbClr val="EAE2F5"/>
      </a:accent6>
      <a:hlink>
        <a:srgbClr val="7042BE"/>
      </a:hlink>
      <a:folHlink>
        <a:srgbClr val="390F63"/>
      </a:folHlink>
    </a:clrScheme>
    <a:fontScheme name="Insulet 2023">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lIns="91440" tIns="0" rIns="91440" bIns="0" rtlCol="0" anchor="ctr"/>
      <a:lstStyle>
        <a:defPPr algn="ctr">
          <a:lnSpc>
            <a:spcPct val="85000"/>
          </a:lnSpc>
          <a:defRPr sz="2400" dirty="0">
            <a:solidFill>
              <a:schemeClr val="bg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25400">
          <a:solidFill>
            <a:schemeClr val="accent1"/>
          </a:solidFill>
        </a:ln>
        <a:effectLst/>
      </a:spPr>
      <a:bodyPr/>
      <a:lstStyle/>
      <a:style>
        <a:lnRef idx="2">
          <a:schemeClr val="accent2"/>
        </a:lnRef>
        <a:fillRef idx="0">
          <a:schemeClr val="accent2"/>
        </a:fillRef>
        <a:effectRef idx="1">
          <a:schemeClr val="accent2"/>
        </a:effectRef>
        <a:fontRef idx="minor">
          <a:schemeClr val="tx1"/>
        </a:fontRef>
      </a:style>
    </a:lnDef>
    <a:txDef>
      <a:spPr>
        <a:noFill/>
      </a:spPr>
      <a:bodyPr wrap="none" lIns="91440" tIns="0" rIns="91440" bIns="0" rtlCol="0" anchor="ctr">
        <a:spAutoFit/>
      </a:bodyPr>
      <a:lstStyle>
        <a:defPPr algn="ctr">
          <a:lnSpc>
            <a:spcPct val="85000"/>
          </a:lnSpc>
          <a:defRPr sz="2400" dirty="0"/>
        </a:defPPr>
      </a:lstStyle>
    </a:txDef>
  </a:objectDefaults>
  <a:extraClrSchemeLst/>
  <a:extLst>
    <a:ext uri="{05A4C25C-085E-4340-85A3-A5531E510DB2}">
      <thm15:themeFamily xmlns:thm15="http://schemas.microsoft.com/office/thememl/2012/main" name="Insulet_Template_2023_v6.pptx" id="{C5BA4933-B378-474F-872E-6D89004D5065}" vid="{08842770-00A1-4076-9618-A760A81A059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1EAF98CDB1324B917502AACE58E12D" ma:contentTypeVersion="19" ma:contentTypeDescription="Create a new document." ma:contentTypeScope="" ma:versionID="b6079b2c1a84bee801fe5aae59ae9b8c">
  <xsd:schema xmlns:xsd="http://www.w3.org/2001/XMLSchema" xmlns:xs="http://www.w3.org/2001/XMLSchema" xmlns:p="http://schemas.microsoft.com/office/2006/metadata/properties" xmlns:ns2="8a1750a1-6b5c-46bd-89c8-7b76f36215a8" xmlns:ns3="e56e2558-78a1-46bb-8226-3dcebb086403" targetNamespace="http://schemas.microsoft.com/office/2006/metadata/properties" ma:root="true" ma:fieldsID="33649a75ac13f1ad382f18d175577a60" ns2:_="" ns3:_="">
    <xsd:import namespace="8a1750a1-6b5c-46bd-89c8-7b76f36215a8"/>
    <xsd:import namespace="e56e2558-78a1-46bb-8226-3dcebb08640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LengthInSeconds" minOccurs="0"/>
                <xsd:element ref="ns2:Information" minOccurs="0"/>
                <xsd:element ref="ns2:lcf76f155ced4ddcb4097134ff3c332f" minOccurs="0"/>
                <xsd:element ref="ns3:TaxCatchAll" minOccurs="0"/>
                <xsd:element ref="ns2:MediaServiceSearchProperties"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1750a1-6b5c-46bd-89c8-7b76f36215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Information" ma:index="19" nillable="true" ma:displayName="Feature Def Due" ma:format="DateOnly" ma:internalName="Information">
      <xsd:simpleType>
        <xsd:restriction base="dms:DateTime"/>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2fe68db1-730d-44ca-ad20-aa01e3d93fcd"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56e2558-78a1-46bb-8226-3dcebb08640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15455f01-ba9b-439f-898b-3c91d0b6dcb5}" ma:internalName="TaxCatchAll" ma:showField="CatchAllData" ma:web="e56e2558-78a1-46bb-8226-3dcebb08640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nformation xmlns="8a1750a1-6b5c-46bd-89c8-7b76f36215a8" xsi:nil="true"/>
    <lcf76f155ced4ddcb4097134ff3c332f xmlns="8a1750a1-6b5c-46bd-89c8-7b76f36215a8">
      <Terms xmlns="http://schemas.microsoft.com/office/infopath/2007/PartnerControls"/>
    </lcf76f155ced4ddcb4097134ff3c332f>
    <TaxCatchAll xmlns="e56e2558-78a1-46bb-8226-3dcebb08640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FBF410-DFBD-40A2-8AF4-99675B146100}">
  <ds:schemaRefs>
    <ds:schemaRef ds:uri="8a1750a1-6b5c-46bd-89c8-7b76f36215a8"/>
    <ds:schemaRef ds:uri="e56e2558-78a1-46bb-8226-3dcebb08640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4CDA916-4037-42B8-9F9F-FEBED0723406}">
  <ds:schemaRefs>
    <ds:schemaRef ds:uri="8a1750a1-6b5c-46bd-89c8-7b76f36215a8"/>
    <ds:schemaRef ds:uri="e56e2558-78a1-46bb-8226-3dcebb08640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44A7055-9002-40DC-94DF-D4DEE84229C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315</TotalTime>
  <Words>1101</Words>
  <Application>Microsoft Office PowerPoint</Application>
  <PresentationFormat>Widescreen</PresentationFormat>
  <Paragraphs>143</Paragraphs>
  <Slides>7</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3" baseType="lpstr">
      <vt:lpstr>Arial</vt:lpstr>
      <vt:lpstr>IBM Plex Sans</vt:lpstr>
      <vt:lpstr>IBM Plex Sans Medium</vt:lpstr>
      <vt:lpstr>IBM Plex Sans SemiBold</vt:lpstr>
      <vt:lpstr>2023 Insulet Template</vt:lpstr>
      <vt:lpstr>think-cell Slide</vt:lpstr>
      <vt:lpstr>Performance Team activities</vt:lpstr>
      <vt:lpstr>Scope of LMR</vt:lpstr>
      <vt:lpstr>Scope of FMR</vt:lpstr>
      <vt:lpstr>LMR - Activities status wise</vt:lpstr>
      <vt:lpstr>FMR - Activities status wise</vt:lpstr>
      <vt:lpstr>Concerns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FMR Performance Testing Plan</dc:title>
  <dc:creator>Alli Przybylowicz</dc:creator>
  <cp:lastModifiedBy>Suresh Pittala</cp:lastModifiedBy>
  <cp:revision>1</cp:revision>
  <dcterms:created xsi:type="dcterms:W3CDTF">2024-06-17T15:53:59Z</dcterms:created>
  <dcterms:modified xsi:type="dcterms:W3CDTF">2024-06-19T13:00:19Z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0x010100AB1EAF98CDB1324B917502AACE58E12D</vt:lpwstr>
  </property>
  <property fmtid="{D5CDD505-2E9C-101B-9397-08002B2CF9AE}" pid="3" name="MediaServiceImageTags">
    <vt:lpwstr/>
  </property>
</Properties>
</file>